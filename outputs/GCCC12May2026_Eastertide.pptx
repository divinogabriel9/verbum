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PUT YOUR CELLPHONE ON SILENT MODE DURING THE MASS.</a:t>
            </a:r>
          </a:p>
          <a:p>
            <a:pPr>
              <a:spcAft>
                <a:spcPts val="500"/>
              </a:spcAft>
              <a:defRPr sz="1500" b="0" i="1">
                <a:solidFill>
                  <a:srgbClr val="86EFAC"/>
                </a:solidFill>
                <a:latin typeface="Inter"/>
              </a:defRPr>
            </a:pPr>
            <a:r>
              <a:t>Thank you.</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554480"/>
            <a:ext cx="16916400" cy="960120"/>
          </a:xfrm>
          <a:prstGeom prst="rect">
            <a:avLst/>
          </a:prstGeom>
          <a:noFill/>
        </p:spPr>
        <p:txBody>
          <a:bodyPr wrap="square" lIns="109728" rIns="109728" tIns="73152" bIns="73152">
            <a:noAutofit/>
          </a:bodyPr>
          <a:lstStyle/>
          <a:p>
            <a:pPr algn="ctr">
              <a:defRPr sz="3800" b="1" i="0">
                <a:solidFill>
                  <a:srgbClr val="86EFAC"/>
                </a:solidFill>
                <a:latin typeface="Inter"/>
              </a:defRPr>
            </a:pPr>
            <a:r>
              <a:t>Eastertide Celebration</a:t>
            </a:r>
          </a:p>
        </p:txBody>
      </p:sp>
      <p:sp>
        <p:nvSpPr>
          <p:cNvPr id="4" name="TextBox 3"/>
          <p:cNvSpPr txBox="1"/>
          <p:nvPr/>
        </p:nvSpPr>
        <p:spPr>
          <a:xfrm>
            <a:off x="685800" y="2606040"/>
            <a:ext cx="16916400" cy="3108960"/>
          </a:xfrm>
          <a:prstGeom prst="rect">
            <a:avLst/>
          </a:prstGeom>
          <a:noFill/>
        </p:spPr>
        <p:txBody>
          <a:bodyPr wrap="square" lIns="109728" rIns="109728" tIns="73152" bIns="73152">
            <a:noAutofit/>
          </a:bodyPr>
          <a:lstStyle/>
          <a:p>
            <a:pPr>
              <a:spcAft>
                <a:spcPts val="500"/>
              </a:spcAft>
              <a:defRPr sz="2100" b="0" i="0">
                <a:solidFill>
                  <a:srgbClr val="F0FDF4"/>
                </a:solidFill>
                <a:latin typeface="Inter"/>
              </a:defRPr>
            </a:pPr>
            <a:r>
              <a:t>2026-05-12</a:t>
            </a:r>
          </a:p>
          <a:p>
            <a:pPr>
              <a:spcAft>
                <a:spcPts val="500"/>
              </a:spcAft>
              <a:defRPr sz="2100" b="0" i="0">
                <a:solidFill>
                  <a:srgbClr val="F0FDF4"/>
                </a:solidFill>
                <a:latin typeface="Inter"/>
              </a:defRPr>
            </a:pPr>
            <a:r>
              <a:t>Celebrant: hhh</a:t>
            </a:r>
          </a:p>
          <a:p>
            <a:pPr>
              <a:spcAft>
                <a:spcPts val="500"/>
              </a:spcAft>
              <a:defRPr sz="2100" b="0" i="0">
                <a:solidFill>
                  <a:srgbClr val="F0FDF4"/>
                </a:solidFill>
                <a:latin typeface="Inter"/>
              </a:defRPr>
            </a:pPr>
            <a:r>
              <a:t>Gospel: John 16:5-11</a:t>
            </a:r>
            <a:br/>
            <a:r>
              <a:t>Season: Eastertide · Sunday Lectionary Year A</a:t>
            </a:r>
          </a:p>
          <a:p>
            <a:pPr>
              <a:spcAft>
                <a:spcPts val="500"/>
              </a:spcAft>
              <a:defRPr sz="2100" b="0" i="0">
                <a:solidFill>
                  <a:srgbClr val="F0FDF4"/>
                </a:solidFill>
                <a:latin typeface="Inter"/>
              </a:defRPr>
            </a:pPr>
            <a:r>
              <a:t>Excerpt:</a:t>
            </a:r>
            <a:br/>
            <a:r>
              <a:t>“Now I am going to the one who sent me, and not one of you asks me, 'Where are you going?' But because I told you this, grief has filled your hearts.”</a:t>
            </a:r>
          </a:p>
          <a:p>
            <a:pPr>
              <a:spcAft>
                <a:spcPts val="500"/>
              </a:spcAft>
              <a:defRPr sz="2100" b="0" i="0">
                <a:solidFill>
                  <a:srgbClr val="F0FDF4"/>
                </a:solidFill>
                <a:latin typeface="Inter"/>
              </a:defRPr>
            </a:pPr>
            <a:r>
              <a:t>Liturgical color: White (easter)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86EFAC"/>
                </a:solidFill>
                <a:latin typeface="Inter"/>
              </a:defRPr>
            </a:pPr>
            <a:r>
              <a:t>Welcome to the celebration of the Holy Eucharist.</a:t>
            </a:r>
          </a:p>
          <a:p>
            <a:pPr>
              <a:spcAft>
                <a:spcPts val="500"/>
              </a:spcAft>
              <a:defRPr sz="1500" b="0" i="1">
                <a:solidFill>
                  <a:srgbClr val="86EFAC"/>
                </a:solidFill>
                <a:latin typeface="Inter"/>
              </a:defRPr>
            </a:pPr>
            <a:r>
              <a:t>Please stand and join in singing the Entrance hymn.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Sing a New Song</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400" b="1" i="0">
                <a:solidFill>
                  <a:srgbClr val="FFFFFF"/>
                </a:solidFill>
                <a:latin typeface="Arial Black"/>
              </a:defRPr>
            </a:pPr>
            <a:r>
              <a:t>REFRAIN:</a:t>
            </a:r>
          </a:p>
          <a:p>
            <a:pPr algn="ctr">
              <a:lnSpc>
                <a:spcPct val="105000"/>
              </a:lnSpc>
              <a:spcAft>
                <a:spcPts val="1000"/>
              </a:spcAft>
              <a:defRPr sz="3400" b="1" i="0">
                <a:solidFill>
                  <a:srgbClr val="FFFFFF"/>
                </a:solidFill>
                <a:latin typeface="Arial Black"/>
              </a:defRPr>
            </a:pPr>
            <a:r>
              <a:t>SING A NEW SONG UNTO THE LORD,</a:t>
            </a:r>
          </a:p>
          <a:p>
            <a:pPr algn="ctr">
              <a:lnSpc>
                <a:spcPct val="105000"/>
              </a:lnSpc>
              <a:spcAft>
                <a:spcPts val="1000"/>
              </a:spcAft>
              <a:defRPr sz="3400" b="1" i="0">
                <a:solidFill>
                  <a:srgbClr val="FFFFFF"/>
                </a:solidFill>
                <a:latin typeface="Arial Black"/>
              </a:defRPr>
            </a:pPr>
            <a:r>
              <a:t>LET YOUR SONG BE SUNG FROM MOUNTAINS HIGH.</a:t>
            </a:r>
          </a:p>
          <a:p>
            <a:pPr algn="ctr">
              <a:lnSpc>
                <a:spcPct val="105000"/>
              </a:lnSpc>
              <a:spcAft>
                <a:spcPts val="1000"/>
              </a:spcAft>
              <a:defRPr sz="3400" b="1" i="0">
                <a:solidFill>
                  <a:srgbClr val="FFFFFF"/>
                </a:solidFill>
                <a:latin typeface="Arial Black"/>
              </a:defRPr>
            </a:pPr>
            <a:r>
              <a:t>SING A NEW SONG UNTO THE LORD,</a:t>
            </a:r>
          </a:p>
          <a:p>
            <a:pPr algn="ctr">
              <a:lnSpc>
                <a:spcPct val="105000"/>
              </a:lnSpc>
              <a:spcAft>
                <a:spcPts val="1000"/>
              </a:spcAft>
              <a:defRPr sz="3400" b="1" i="0">
                <a:solidFill>
                  <a:srgbClr val="FFFFFF"/>
                </a:solidFill>
                <a:latin typeface="Arial Black"/>
              </a:defRPr>
            </a:pPr>
            <a:r>
              <a:t>SINGING ALLELUIA.</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YAHWEH'S PEOPLE DANCE FOR JOY.</a:t>
            </a:r>
          </a:p>
          <a:p>
            <a:pPr algn="ctr">
              <a:lnSpc>
                <a:spcPct val="105000"/>
              </a:lnSpc>
              <a:spcAft>
                <a:spcPts val="1000"/>
              </a:spcAft>
              <a:defRPr sz="3800" b="1" i="0">
                <a:solidFill>
                  <a:srgbClr val="FFFFFF"/>
                </a:solidFill>
                <a:latin typeface="Arial Black"/>
              </a:defRPr>
            </a:pPr>
            <a:r>
              <a:t>O COME BEFORE THE LORD,</a:t>
            </a:r>
          </a:p>
          <a:p>
            <a:pPr algn="ctr">
              <a:lnSpc>
                <a:spcPct val="105000"/>
              </a:lnSpc>
              <a:spcAft>
                <a:spcPts val="1000"/>
              </a:spcAft>
              <a:defRPr sz="3800" b="1" i="0">
                <a:solidFill>
                  <a:srgbClr val="FFFFFF"/>
                </a:solidFill>
                <a:latin typeface="Arial Black"/>
              </a:defRPr>
            </a:pPr>
            <a:r>
              <a:t>AND PLAY FOR HIM ON GLAD TAMBOURINES</a:t>
            </a:r>
          </a:p>
          <a:p>
            <a:pPr algn="ctr">
              <a:lnSpc>
                <a:spcPct val="105000"/>
              </a:lnSpc>
              <a:spcAft>
                <a:spcPts val="1000"/>
              </a:spcAft>
              <a:defRPr sz="3800" b="1" i="0">
                <a:solidFill>
                  <a:srgbClr val="FFFFFF"/>
                </a:solidFill>
                <a:latin typeface="Arial Black"/>
              </a:defRPr>
            </a:pPr>
            <a:r>
              <a:t>AND LET YOUR TRUMPET SOUND.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REFRAIN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RISE, O RISE, IN SPLENDOR:</a:t>
            </a:r>
          </a:p>
          <a:p>
            <a:pPr algn="ctr">
              <a:lnSpc>
                <a:spcPct val="105000"/>
              </a:lnSpc>
              <a:spcAft>
                <a:spcPts val="1000"/>
              </a:spcAft>
              <a:defRPr sz="3800" b="1" i="0">
                <a:solidFill>
                  <a:srgbClr val="FFFFFF"/>
                </a:solidFill>
                <a:latin typeface="Arial Black"/>
              </a:defRPr>
            </a:pPr>
            <a:r>
              <a:t>DARKNESS NOW DISSOLVES AWAY,</a:t>
            </a:r>
          </a:p>
          <a:p>
            <a:pPr algn="ctr">
              <a:lnSpc>
                <a:spcPct val="105000"/>
              </a:lnSpc>
              <a:spcAft>
                <a:spcPts val="1000"/>
              </a:spcAft>
              <a:defRPr sz="3800" b="1" i="0">
                <a:solidFill>
                  <a:srgbClr val="FFFFFF"/>
                </a:solidFill>
                <a:latin typeface="Arial Black"/>
              </a:defRPr>
            </a:pPr>
            <a:r>
              <a:t>AS ALL CREATION JOINS TO SAY,</a:t>
            </a:r>
          </a:p>
          <a:p>
            <a:pPr algn="ctr">
              <a:lnSpc>
                <a:spcPct val="105000"/>
              </a:lnSpc>
              <a:spcAft>
                <a:spcPts val="1000"/>
              </a:spcAft>
              <a:defRPr sz="3800" b="1" i="0">
                <a:solidFill>
                  <a:srgbClr val="FFFFFF"/>
                </a:solidFill>
                <a:latin typeface="Arial Black"/>
              </a:defRPr>
            </a:pPr>
            <a:r>
              <a:t>"ALLELUIA!"</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REFRAIN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PRAISE TO YAHWEH, LIGHT OF DAWN,</a:t>
            </a:r>
          </a:p>
          <a:p>
            <a:pPr algn="ctr">
              <a:lnSpc>
                <a:spcPct val="105000"/>
              </a:lnSpc>
              <a:spcAft>
                <a:spcPts val="1000"/>
              </a:spcAft>
              <a:defRPr sz="3800" b="1" i="0">
                <a:solidFill>
                  <a:srgbClr val="FFFFFF"/>
                </a:solidFill>
                <a:latin typeface="Arial Black"/>
              </a:defRPr>
            </a:pPr>
            <a:r>
              <a:t>ROCK AND FORTRESS, SAVING SON,</a:t>
            </a:r>
          </a:p>
          <a:p>
            <a:pPr algn="ctr">
              <a:lnSpc>
                <a:spcPct val="105000"/>
              </a:lnSpc>
              <a:spcAft>
                <a:spcPts val="1000"/>
              </a:spcAft>
              <a:defRPr sz="3800" b="1" i="0">
                <a:solidFill>
                  <a:srgbClr val="FFFFFF"/>
                </a:solidFill>
                <a:latin typeface="Arial Black"/>
              </a:defRPr>
            </a:pPr>
            <a:r>
              <a:t>FROM THE SLAVE LAND LET US RUN,</a:t>
            </a:r>
          </a:p>
          <a:p>
            <a:pPr algn="ctr">
              <a:lnSpc>
                <a:spcPct val="105000"/>
              </a:lnSpc>
              <a:spcAft>
                <a:spcPts val="1000"/>
              </a:spcAft>
              <a:defRPr sz="3800" b="1" i="0">
                <a:solidFill>
                  <a:srgbClr val="FFFFFF"/>
                </a:solidFill>
                <a:latin typeface="Arial Black"/>
              </a:defRPr>
            </a:pPr>
            <a:r>
              <a:t>SINGING ALLELUIA.</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Entrance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REFRAIN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Entrance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Catholic</a:t>
            </a:r>
            <a:br/>
            <a:r>
              <a:t>Church</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(John 16:5-11)</a:t>
            </a:r>
          </a:p>
          <a:p>
            <a:pPr>
              <a:spcAft>
                <a:spcPts val="300"/>
              </a:spcAft>
              <a:defRPr sz="2100" b="0" i="0">
                <a:solidFill>
                  <a:srgbClr val="F0FDF4"/>
                </a:solidFill>
                <a:latin typeface="Inter"/>
              </a:defRPr>
            </a:pPr>
            <a:r>
              <a:t>“Now I am going to the one who sent me, and not one of you asks me, 'Where are you going?' But because I told you this, grief has filled your hearts.”</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2026-05-12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In the Name of the Father, and of the Son, and of the Holy Spirit.</a:t>
            </a:r>
          </a:p>
          <a:p>
            <a:pPr>
              <a:spcAft>
                <a:spcPts val="500"/>
              </a:spcAft>
              <a:defRPr sz="2000" b="1" i="0">
                <a:solidFill>
                  <a:srgbClr val="F0FDF4"/>
                </a:solidFill>
                <a:latin typeface="Inter"/>
              </a:defRPr>
            </a:pPr>
            <a:r>
              <a:t>Amen.</a:t>
            </a:r>
          </a:p>
          <a:p>
            <a:pPr>
              <a:spcAft>
                <a:spcPts val="500"/>
              </a:spcAft>
              <a:defRPr sz="2000" b="1" i="0">
                <a:solidFill>
                  <a:srgbClr val="86EFAC"/>
                </a:solidFill>
                <a:latin typeface="Inter"/>
              </a:defRPr>
            </a:pPr>
            <a:r>
              <a:t>The Lord be with you.</a:t>
            </a:r>
          </a:p>
          <a:p>
            <a:pPr>
              <a:spcAft>
                <a:spcPts val="500"/>
              </a:spcAft>
              <a:defRPr sz="2000" b="1" i="0">
                <a:solidFill>
                  <a:srgbClr val="F0FDF4"/>
                </a:solidFill>
                <a:latin typeface="Inter"/>
              </a:defRPr>
            </a:pPr>
            <a:r>
              <a:t>And with your spirit.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Introductory Rites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Brethren (brothers and sisters), let us acknowledge our sins, and so prepare ourselves to celebrate the sacred mysteries.</a:t>
            </a:r>
          </a:p>
          <a:p>
            <a:pPr>
              <a:spcAft>
                <a:spcPts val="500"/>
              </a:spcAft>
              <a:defRPr sz="2000" b="1" i="0">
                <a:solidFill>
                  <a:srgbClr val="F0FDF4"/>
                </a:solidFill>
                <a:latin typeface="Inter"/>
              </a:defRPr>
            </a:pPr>
            <a:r>
              <a:t>I confess to almighty God</a:t>
            </a:r>
          </a:p>
          <a:p>
            <a:pPr>
              <a:spcAft>
                <a:spcPts val="500"/>
              </a:spcAft>
              <a:defRPr sz="1900" b="0" i="0">
                <a:solidFill>
                  <a:srgbClr val="F0FDF4"/>
                </a:solidFill>
                <a:latin typeface="Inter"/>
              </a:defRPr>
            </a:pPr>
            <a:r>
              <a:t>and to you, my brothers and sisters,</a:t>
            </a:r>
          </a:p>
          <a:p>
            <a:pPr>
              <a:spcAft>
                <a:spcPts val="500"/>
              </a:spcAft>
              <a:defRPr sz="1900" b="0" i="0">
                <a:solidFill>
                  <a:srgbClr val="F0FDF4"/>
                </a:solidFill>
                <a:latin typeface="Inter"/>
              </a:defRPr>
            </a:pPr>
            <a:r>
              <a:t>that I have greatly sinned,</a:t>
            </a:r>
          </a:p>
          <a:p>
            <a:pPr>
              <a:spcAft>
                <a:spcPts val="500"/>
              </a:spcAft>
              <a:defRPr sz="1900" b="0" i="0">
                <a:solidFill>
                  <a:srgbClr val="F0FDF4"/>
                </a:solidFill>
                <a:latin typeface="Inter"/>
              </a:defRPr>
            </a:pPr>
            <a:r>
              <a:t>in my thoughts and in my words,</a:t>
            </a:r>
          </a:p>
          <a:p>
            <a:pPr>
              <a:spcAft>
                <a:spcPts val="500"/>
              </a:spcAft>
              <a:defRPr sz="1900" b="0" i="0">
                <a:solidFill>
                  <a:srgbClr val="F0FDF4"/>
                </a:solidFill>
                <a:latin typeface="Inter"/>
              </a:defRPr>
            </a:pPr>
            <a:r>
              <a:t>in what I have done and in what I have failed to do,</a:t>
            </a:r>
          </a:p>
          <a:p>
            <a:pPr>
              <a:spcAft>
                <a:spcPts val="500"/>
              </a:spcAft>
              <a:defRPr sz="1900" b="0" i="0">
                <a:solidFill>
                  <a:srgbClr val="F0FDF4"/>
                </a:solidFill>
                <a:latin typeface="Inter"/>
              </a:defRPr>
            </a:pPr>
            <a:r>
              <a:t>through my fault, through my fault,</a:t>
            </a:r>
          </a:p>
          <a:p>
            <a:pPr>
              <a:spcAft>
                <a:spcPts val="500"/>
              </a:spcAft>
              <a:defRPr sz="1900" b="0" i="0">
                <a:solidFill>
                  <a:srgbClr val="F0FDF4"/>
                </a:solidFill>
                <a:latin typeface="Inter"/>
              </a:defRPr>
            </a:pPr>
            <a:r>
              <a:t>through my most grievous fault;</a:t>
            </a:r>
          </a:p>
          <a:p>
            <a:pPr>
              <a:spcAft>
                <a:spcPts val="500"/>
              </a:spcAft>
              <a:defRPr sz="1900" b="0" i="0">
                <a:solidFill>
                  <a:srgbClr val="F0FDF4"/>
                </a:solidFill>
                <a:latin typeface="Inter"/>
              </a:defRPr>
            </a:pPr>
            <a:r>
              <a:t>therefore I ask blessed Mary ever-Virgin,</a:t>
            </a:r>
          </a:p>
          <a:p>
            <a:pPr>
              <a:spcAft>
                <a:spcPts val="500"/>
              </a:spcAft>
              <a:defRPr sz="1900" b="0" i="0">
                <a:solidFill>
                  <a:srgbClr val="F0FDF4"/>
                </a:solidFill>
                <a:latin typeface="Inter"/>
              </a:defRPr>
            </a:pPr>
            <a:r>
              <a:t>all the Angels and Saints,</a:t>
            </a:r>
          </a:p>
          <a:p>
            <a:pPr>
              <a:spcAft>
                <a:spcPts val="500"/>
              </a:spcAft>
              <a:defRPr sz="1900" b="0" i="0">
                <a:solidFill>
                  <a:srgbClr val="F0FDF4"/>
                </a:solidFill>
                <a:latin typeface="Inter"/>
              </a:defRPr>
            </a:pPr>
            <a:r>
              <a:t>and you, my brothers and sisters,</a:t>
            </a:r>
          </a:p>
          <a:p>
            <a:pPr>
              <a:spcAft>
                <a:spcPts val="500"/>
              </a:spcAft>
              <a:defRPr sz="1900" b="0" i="0">
                <a:solidFill>
                  <a:srgbClr val="F0FDF4"/>
                </a:solidFill>
                <a:latin typeface="Inter"/>
              </a:defRPr>
            </a:pPr>
            <a:r>
              <a:t>to pray for me to the Lord our God.</a:t>
            </a:r>
          </a:p>
          <a:p>
            <a:pPr>
              <a:spcAft>
                <a:spcPts val="500"/>
              </a:spcAft>
              <a:defRPr sz="2000" b="1" i="0">
                <a:solidFill>
                  <a:srgbClr val="86EFAC"/>
                </a:solidFill>
                <a:latin typeface="Inter"/>
              </a:defRPr>
            </a:pPr>
            <a:r>
              <a:t>May almighty God have mercy on us, forgive us our sins, and bring us to everlasting life.</a:t>
            </a:r>
          </a:p>
          <a:p>
            <a:pPr>
              <a:spcAft>
                <a:spcPts val="500"/>
              </a:spcAft>
              <a:defRPr sz="2000" b="1" i="0">
                <a:solidFill>
                  <a:srgbClr val="F0FDF4"/>
                </a:solidFill>
                <a:latin typeface="Inter"/>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Penitential Act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Lord, have mercy.</a:t>
            </a:r>
          </a:p>
          <a:p>
            <a:pPr>
              <a:spcAft>
                <a:spcPts val="500"/>
              </a:spcAft>
              <a:defRPr sz="2000" b="1" i="0">
                <a:solidFill>
                  <a:srgbClr val="F0FDF4"/>
                </a:solidFill>
                <a:latin typeface="Inter"/>
              </a:defRPr>
            </a:pPr>
            <a:r>
              <a:t>Lord, have mercy.</a:t>
            </a:r>
          </a:p>
          <a:p>
            <a:pPr>
              <a:spcAft>
                <a:spcPts val="500"/>
              </a:spcAft>
              <a:defRPr sz="2000" b="1" i="0">
                <a:solidFill>
                  <a:srgbClr val="F0FDF4"/>
                </a:solidFill>
                <a:latin typeface="Inter"/>
              </a:defRPr>
            </a:pPr>
            <a:r>
              <a:t>Christ, have mercy.</a:t>
            </a:r>
          </a:p>
          <a:p>
            <a:pPr>
              <a:spcAft>
                <a:spcPts val="500"/>
              </a:spcAft>
              <a:defRPr sz="2000" b="1" i="0">
                <a:solidFill>
                  <a:srgbClr val="F0FDF4"/>
                </a:solidFill>
                <a:latin typeface="Inter"/>
              </a:defRPr>
            </a:pPr>
            <a:r>
              <a:t>Christ, have mercy.</a:t>
            </a:r>
          </a:p>
          <a:p>
            <a:pPr>
              <a:spcAft>
                <a:spcPts val="500"/>
              </a:spcAft>
              <a:defRPr sz="2000" b="1" i="0">
                <a:solidFill>
                  <a:srgbClr val="F0FDF4"/>
                </a:solidFill>
                <a:latin typeface="Inter"/>
              </a:defRPr>
            </a:pPr>
            <a:r>
              <a:t>Lord, have mercy.</a:t>
            </a:r>
          </a:p>
          <a:p>
            <a:pPr>
              <a:spcAft>
                <a:spcPts val="500"/>
              </a:spcAft>
              <a:defRPr sz="2000" b="1" i="0">
                <a:solidFill>
                  <a:srgbClr val="F0FDF4"/>
                </a:solidFill>
                <a:latin typeface="Inter"/>
              </a:defRPr>
            </a:pPr>
            <a:r>
              <a:t>Lord, have mercy.</a:t>
            </a:r>
          </a:p>
          <a:p>
            <a:pPr>
              <a:spcAft>
                <a:spcPts val="500"/>
              </a:spcAft>
              <a:defRPr sz="1500" b="0" i="1">
                <a:solidFill>
                  <a:srgbClr val="86EFAC"/>
                </a:solidFill>
                <a:latin typeface="Inter"/>
              </a:defRPr>
            </a:pPr>
            <a:r>
              <a:t>This acclamation may also be sung, or the invocations from the Missal or approved pastoral practice may be used in full.</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Kyrie Eleison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Glory to God in the highest,</a:t>
            </a:r>
          </a:p>
          <a:p>
            <a:pPr>
              <a:spcAft>
                <a:spcPts val="500"/>
              </a:spcAft>
              <a:defRPr sz="1900" b="0" i="0">
                <a:solidFill>
                  <a:srgbClr val="F0FDF4"/>
                </a:solidFill>
                <a:latin typeface="Inter"/>
              </a:defRPr>
            </a:pPr>
            <a:r>
              <a:t>and on earth peace to people of good will.</a:t>
            </a:r>
          </a:p>
          <a:p>
            <a:pPr>
              <a:spcAft>
                <a:spcPts val="500"/>
              </a:spcAft>
              <a:defRPr sz="1900" b="0" i="0">
                <a:solidFill>
                  <a:srgbClr val="F0FDF4"/>
                </a:solidFill>
                <a:latin typeface="Inter"/>
              </a:defRPr>
            </a:pPr>
            <a:r>
              <a:t>We praise you, we bless you, we adore you,</a:t>
            </a:r>
          </a:p>
          <a:p>
            <a:pPr>
              <a:spcAft>
                <a:spcPts val="500"/>
              </a:spcAft>
              <a:defRPr sz="1900" b="0" i="0">
                <a:solidFill>
                  <a:srgbClr val="F0FDF4"/>
                </a:solidFill>
                <a:latin typeface="Inter"/>
              </a:defRPr>
            </a:pPr>
            <a:r>
              <a:t>we glorify you, we give you thanks</a:t>
            </a:r>
          </a:p>
          <a:p>
            <a:pPr>
              <a:spcAft>
                <a:spcPts val="500"/>
              </a:spcAft>
              <a:defRPr sz="1900" b="0" i="0">
                <a:solidFill>
                  <a:srgbClr val="F0FDF4"/>
                </a:solidFill>
                <a:latin typeface="Inter"/>
              </a:defRPr>
            </a:pPr>
            <a:r>
              <a:t>for your great glory,</a:t>
            </a:r>
          </a:p>
          <a:p>
            <a:pPr>
              <a:spcAft>
                <a:spcPts val="500"/>
              </a:spcAft>
              <a:defRPr sz="1900" b="0" i="0">
                <a:solidFill>
                  <a:srgbClr val="F0FDF4"/>
                </a:solidFill>
                <a:latin typeface="Inter"/>
              </a:defRPr>
            </a:pPr>
            <a:r>
              <a:t>Lord God, heavenly King, O God, almighty Father.</a:t>
            </a:r>
          </a:p>
          <a:p>
            <a:pPr>
              <a:spcAft>
                <a:spcPts val="500"/>
              </a:spcAft>
              <a:defRPr sz="1900" b="0" i="0">
                <a:solidFill>
                  <a:srgbClr val="F0FDF4"/>
                </a:solidFill>
                <a:latin typeface="Inter"/>
              </a:defRPr>
            </a:pPr>
            <a:r>
              <a:t>Lord Jesus Christ, Only Begotten Son,</a:t>
            </a:r>
          </a:p>
          <a:p>
            <a:pPr>
              <a:spcAft>
                <a:spcPts val="500"/>
              </a:spcAft>
              <a:defRPr sz="1900" b="0" i="0">
                <a:solidFill>
                  <a:srgbClr val="F0FDF4"/>
                </a:solidFill>
                <a:latin typeface="Inter"/>
              </a:defRPr>
            </a:pPr>
            <a:r>
              <a:t>Lord God, Lamb of God, Son of the Father,</a:t>
            </a:r>
          </a:p>
          <a:p>
            <a:pPr>
              <a:spcAft>
                <a:spcPts val="500"/>
              </a:spcAft>
              <a:defRPr sz="1900" b="0" i="0">
                <a:solidFill>
                  <a:srgbClr val="F0FDF4"/>
                </a:solidFill>
                <a:latin typeface="Inter"/>
              </a:defRPr>
            </a:pPr>
            <a:r>
              <a:t>you take away the sins of the world, have mercy on us;</a:t>
            </a:r>
          </a:p>
          <a:p>
            <a:pPr>
              <a:spcAft>
                <a:spcPts val="500"/>
              </a:spcAft>
              <a:defRPr sz="1900" b="0" i="0">
                <a:solidFill>
                  <a:srgbClr val="F0FDF4"/>
                </a:solidFill>
                <a:latin typeface="Inter"/>
              </a:defRPr>
            </a:pPr>
            <a:r>
              <a:t>you take away the sins of the world, receive our prayer;</a:t>
            </a:r>
          </a:p>
          <a:p>
            <a:pPr>
              <a:spcAft>
                <a:spcPts val="500"/>
              </a:spcAft>
              <a:defRPr sz="1900" b="0" i="0">
                <a:solidFill>
                  <a:srgbClr val="F0FDF4"/>
                </a:solidFill>
                <a:latin typeface="Inter"/>
              </a:defRPr>
            </a:pPr>
            <a:r>
              <a:t>you are seated at the right hand of the Father, have mercy on us.</a:t>
            </a:r>
          </a:p>
          <a:p>
            <a:pPr>
              <a:spcAft>
                <a:spcPts val="500"/>
              </a:spcAft>
              <a:defRPr sz="1900" b="0" i="0">
                <a:solidFill>
                  <a:srgbClr val="F0FDF4"/>
                </a:solidFill>
                <a:latin typeface="Inter"/>
              </a:defRPr>
            </a:pPr>
            <a:r>
              <a:t>For you alone are the Holy One,</a:t>
            </a:r>
          </a:p>
          <a:p>
            <a:pPr>
              <a:spcAft>
                <a:spcPts val="500"/>
              </a:spcAft>
              <a:defRPr sz="1900" b="0" i="0">
                <a:solidFill>
                  <a:srgbClr val="F0FDF4"/>
                </a:solidFill>
                <a:latin typeface="Inter"/>
              </a:defRPr>
            </a:pPr>
            <a:r>
              <a:t>you alone are the Lord,</a:t>
            </a:r>
          </a:p>
          <a:p>
            <a:pPr>
              <a:spcAft>
                <a:spcPts val="500"/>
              </a:spcAft>
              <a:defRPr sz="1900" b="0" i="0">
                <a:solidFill>
                  <a:srgbClr val="F0FDF4"/>
                </a:solidFill>
                <a:latin typeface="Inter"/>
              </a:defRPr>
            </a:pPr>
            <a:r>
              <a:t>you alone are the Most High,</a:t>
            </a:r>
          </a:p>
          <a:p>
            <a:pPr>
              <a:spcAft>
                <a:spcPts val="500"/>
              </a:spcAft>
              <a:defRPr sz="1900" b="0" i="0">
                <a:solidFill>
                  <a:srgbClr val="F0FDF4"/>
                </a:solidFill>
                <a:latin typeface="Inter"/>
              </a:defRPr>
            </a:pPr>
            <a:r>
              <a:t>Jesus Christ,</a:t>
            </a:r>
          </a:p>
          <a:p>
            <a:pPr>
              <a:spcAft>
                <a:spcPts val="500"/>
              </a:spcAft>
              <a:defRPr sz="1900" b="0" i="0">
                <a:solidFill>
                  <a:srgbClr val="F0FDF4"/>
                </a:solidFill>
                <a:latin typeface="Inter"/>
              </a:defRPr>
            </a:pPr>
            <a:r>
              <a:t>with the Holy Spirit,</a:t>
            </a:r>
          </a:p>
          <a:p>
            <a:pPr>
              <a:spcAft>
                <a:spcPts val="500"/>
              </a:spcAft>
              <a:defRPr sz="1900" b="0" i="0">
                <a:solidFill>
                  <a:srgbClr val="F0FDF4"/>
                </a:solidFill>
                <a:latin typeface="Inter"/>
              </a:defRPr>
            </a:pPr>
            <a:r>
              <a:t>in the glory of God the Father.</a:t>
            </a:r>
          </a:p>
          <a:p>
            <a:pPr>
              <a:spcAft>
                <a:spcPts val="500"/>
              </a:spcAft>
              <a:defRPr sz="1900" b="0" i="0">
                <a:solidFill>
                  <a:srgbClr val="F0FDF4"/>
                </a:solidFill>
                <a:latin typeface="Inter"/>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Gloria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Let us pray.</a:t>
            </a:r>
          </a:p>
          <a:p>
            <a:pPr>
              <a:spcAft>
                <a:spcPts val="500"/>
              </a:spcAft>
              <a:defRPr sz="1500" b="0" i="1">
                <a:solidFill>
                  <a:srgbClr val="86EFAC"/>
                </a:solidFill>
                <a:latin typeface="Inter"/>
              </a:defRPr>
            </a:pPr>
            <a:r>
              <a:t>All pray silently with the Priest for a moment. Then the Priest says the Collect for the day, that is, the Opening Prayer, in full from the Roman Missal for this celebration—nothing abbreviated. The people respond at the end.</a:t>
            </a:r>
          </a:p>
          <a:p>
            <a:pPr>
              <a:spcAft>
                <a:spcPts val="500"/>
              </a:spcAft>
              <a:defRPr sz="2000" b="1" i="0">
                <a:solidFill>
                  <a:srgbClr val="F0FDF4"/>
                </a:solidFill>
                <a:latin typeface="Inter"/>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WORD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FIRST</a:t>
            </a:r>
            <a:br/>
            <a:r>
              <a:t>READING</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First Reading Title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86EFAC"/>
                </a:solidFill>
                <a:latin typeface="Inter"/>
              </a:defRPr>
            </a:pPr>
            <a:r>
              <a:t>Liturgy of the Word</a:t>
            </a:r>
          </a:p>
          <a:p>
            <a:pPr>
              <a:defRPr sz="1600" b="0" i="0">
                <a:solidFill>
                  <a:srgbClr val="22C55E"/>
                </a:solidFill>
                <a:latin typeface="Inter"/>
              </a:defRPr>
            </a:pPr>
            <a:r>
              <a:t>First Reading (Acts 16:22-34)</a:t>
            </a:r>
          </a:p>
        </p:txBody>
      </p:sp>
      <p:sp>
        <p:nvSpPr>
          <p:cNvPr id="4" name="TextBox 3"/>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22C55E"/>
                </a:solidFill>
                <a:latin typeface="Inter"/>
              </a:defRPr>
            </a:pPr>
            <a:r>
              <a:t>Slide 1 of 2</a:t>
            </a:r>
          </a:p>
        </p:txBody>
      </p:sp>
      <p:sp>
        <p:nvSpPr>
          <p:cNvPr id="5" name="TextBox 4"/>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F0FDF4"/>
                </a:solidFill>
                <a:latin typeface="Inter"/>
              </a:defRPr>
            </a:pPr>
            <a:r>
              <a:t>The crowd in Philippi joined in the attack on Paul and Silas, and the magistrates had them stripped and ordered them to be beaten with rods. After inflicting many blows on them, they threw them into prison and instructed the jailer to guard them securely. When he received these instructions, he put them in the innermost cell and secured their feet to a stake. About midnight, while Paul and Silas were praying and singing hymns to God as the prisoners listened, there was suddenly such a severe earthquake that the foundations of the jail shook; all the doors flew open, and the chains of all were pulled loose. When the jailer woke up and saw the prison doors wide open, he drew his sword and was about to kill himself, thinking that the prisoners had escaped.</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86EFAC"/>
                </a:solidFill>
                <a:latin typeface="Inter"/>
              </a:defRPr>
            </a:pPr>
            <a:r>
              <a:t>Liturgy of the Word</a:t>
            </a:r>
          </a:p>
          <a:p>
            <a:pPr>
              <a:defRPr sz="1600" b="0" i="0">
                <a:solidFill>
                  <a:srgbClr val="22C55E"/>
                </a:solidFill>
                <a:latin typeface="Inter"/>
              </a:defRPr>
            </a:pPr>
            <a:r>
              <a:t>First Reading (continued)</a:t>
            </a:r>
          </a:p>
        </p:txBody>
      </p:sp>
      <p:sp>
        <p:nvSpPr>
          <p:cNvPr id="4" name="TextBox 3"/>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22C55E"/>
                </a:solidFill>
                <a:latin typeface="Inter"/>
              </a:defRPr>
            </a:pPr>
            <a:r>
              <a:t>Slide 2 of 2</a:t>
            </a:r>
          </a:p>
        </p:txBody>
      </p:sp>
      <p:sp>
        <p:nvSpPr>
          <p:cNvPr id="5" name="TextBox 4"/>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F0FDF4"/>
                </a:solidFill>
                <a:latin typeface="Inter"/>
              </a:defRPr>
            </a:pPr>
            <a:r>
              <a:t>But Paul shouted out in a loud voice, "Do no harm to yourself; we are all here." He asked for a light and rushed in and, trembling with fear, he fell down before Paul and Silas. Then he brought them out and said, "Sirs, what must I do to be saved?" And they said, "Believe in the Lord Jesus and you and your household will be saved." So they spoke the word of the Lord to him and to everyone in his house. He took them in at that hour of the night and bathed their wounds; then he and all his family were baptized at once. He brought them up into his house and provided a meal and with his household rejoiced at having come to faith in God.</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RESPONSORIAL</a:t>
            </a:r>
            <a:br/>
            <a:r>
              <a:t>PSALM</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Responsorial Psalm Title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86EFAC"/>
                </a:solidFill>
                <a:latin typeface="Inter"/>
              </a:defRPr>
            </a:pPr>
            <a:r>
              <a:t>Liturgy of the Word</a:t>
            </a:r>
          </a:p>
          <a:p>
            <a:pPr>
              <a:defRPr sz="1600" b="0" i="0">
                <a:solidFill>
                  <a:srgbClr val="22C55E"/>
                </a:solidFill>
                <a:latin typeface="Inter"/>
              </a:defRPr>
            </a:pPr>
            <a:r>
              <a:t>Responsorial Psalm (Psalm 138:1-2ab, 2cde-3, 7c-8)</a:t>
            </a:r>
          </a:p>
        </p:txBody>
      </p:sp>
      <p:sp>
        <p:nvSpPr>
          <p:cNvPr id="4" name="TextBox 3"/>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22C55E"/>
                </a:solidFill>
                <a:latin typeface="Inter"/>
              </a:defRPr>
            </a:pPr>
          </a:p>
        </p:txBody>
      </p:sp>
      <p:sp>
        <p:nvSpPr>
          <p:cNvPr id="5" name="TextBox 4"/>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F0FDF4"/>
                </a:solidFill>
                <a:latin typeface="Inter"/>
              </a:defRPr>
            </a:pPr>
            <a:r>
              <a:t>R. (7c) Your right hand saves me, O Lord. or: R. Alleluia. I will give thanks to you, O LORD, with all my heart, for you have heard the words of my mouth; in the presence of the angels I will sing your praise; I will worship at your holy temple, and give thanks to your name. R. Your right hand saves me, O Lord. or: R. Alleluia. Because of your kindness and your truth, you have made great above all things your name and your promise. When I called, you answered me; you built up strength within me. R. Your right hand saves me, O Lord. or: R. Alleluia. Your right hand saves me. The LORD will complete what he has done for me; your kindness, O LORD, endures forever; forsake not the work of your hands. R. Your right hand saves me, O Lord. or: R. Alleluia.</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Word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ALLELUIA! ALLELUIA! ALLELUIA! ALLELUIA!</a:t>
            </a:r>
          </a:p>
          <a:p>
            <a:pPr>
              <a:spcAft>
                <a:spcPts val="500"/>
              </a:spcAft>
              <a:defRPr sz="1500" b="0" i="1">
                <a:solidFill>
                  <a:srgbClr val="86EFAC"/>
                </a:solidFill>
                <a:latin typeface="Inter"/>
              </a:defRPr>
            </a:pPr>
            <a:r>
              <a:t>Sing the verse of the Gospel Acclamation given in the Lectionary for this Mass in full, not shortened.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86EFAC"/>
                </a:solidFill>
                <a:latin typeface="Inter"/>
              </a:defRPr>
            </a:pPr>
            <a:r>
              <a:t>If a commentator announces the verse before the Gospel Acclamation, the verse from the Lectionary is spoken in full, and then the assembly sings the Alleluia and response without abbreviation.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The Lord be with you.</a:t>
            </a:r>
          </a:p>
          <a:p>
            <a:pPr>
              <a:spcAft>
                <a:spcPts val="500"/>
              </a:spcAft>
              <a:defRPr sz="2000" b="1" i="0">
                <a:solidFill>
                  <a:srgbClr val="F0FDF4"/>
                </a:solidFill>
                <a:latin typeface="Inter"/>
              </a:defRPr>
            </a:pPr>
            <a:r>
              <a:t>And with your spirit.</a:t>
            </a:r>
          </a:p>
          <a:p>
            <a:pPr>
              <a:spcAft>
                <a:spcPts val="500"/>
              </a:spcAft>
              <a:defRPr sz="1500" b="0" i="1">
                <a:solidFill>
                  <a:srgbClr val="86EFAC"/>
                </a:solidFill>
                <a:latin typeface="Inter"/>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spcAft>
                <a:spcPts val="500"/>
              </a:spcAft>
              <a:defRPr sz="2000" b="1" i="0">
                <a:solidFill>
                  <a:srgbClr val="F0FDF4"/>
                </a:solidFill>
                <a:latin typeface="Inter"/>
              </a:defRPr>
            </a:pPr>
            <a:r>
              <a:t>Glory to you, O Lord.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Gospel Acclamation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86EFAC"/>
                </a:solidFill>
                <a:latin typeface="Inter"/>
              </a:defRPr>
            </a:pPr>
            <a:r>
              <a:t>John 16:5-11</a:t>
            </a:r>
          </a:p>
          <a:p>
            <a:pPr>
              <a:spcAft>
                <a:spcPts val="500"/>
              </a:spcAft>
              <a:defRPr sz="1500" b="0" i="1">
                <a:solidFill>
                  <a:srgbClr val="86EFAC"/>
                </a:solidFill>
                <a:latin typeface="Inter"/>
              </a:defRPr>
            </a:pPr>
          </a:p>
          <a:p>
            <a:pPr>
              <a:spcAft>
                <a:spcPts val="500"/>
              </a:spcAft>
              <a:defRPr sz="2000" b="1" i="0">
                <a:solidFill>
                  <a:srgbClr val="F0FDF4"/>
                </a:solidFill>
                <a:latin typeface="Inter"/>
              </a:defRPr>
            </a:pPr>
            <a:r>
              <a:t>“Now I am going to the one who sent me, and not one of you asks me, 'Where are you going?' But because I told you this, grief has filled your hearts.”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Gospel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86EFAC"/>
                </a:solidFill>
                <a:latin typeface="Inter"/>
              </a:defRPr>
            </a:pPr>
            <a:r>
              <a:t>Gospel</a:t>
            </a:r>
          </a:p>
        </p:txBody>
      </p:sp>
      <p:sp>
        <p:nvSpPr>
          <p:cNvPr id="4" name="TextBox 3"/>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22C55E"/>
                </a:solidFill>
                <a:latin typeface="Inter"/>
              </a:defRPr>
            </a:pPr>
            <a:r>
              <a:t>John 16:5-11</a:t>
            </a:r>
          </a:p>
        </p:txBody>
      </p:sp>
      <p:sp>
        <p:nvSpPr>
          <p:cNvPr id="5" name="TextBox 4"/>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F0FDF4"/>
                </a:solidFill>
                <a:latin typeface="Inter"/>
              </a:defRPr>
            </a:pPr>
            <a:r>
              <a:t>Jesus said to his disciples: "Now I am going to the one who sent me, and not one of you asks me, 'Where are you going?' But because I told you this, grief has filled your hearts. But I tell you the truth, it is better for you that I go. For if I do not go, the Advocate will not come to you. But if I go, I will send him to you. And when he comes he will convict the world in regard to sin and righteousness and condemnation: sin, because they do not believe in me; righteousness, because I am going to the Father and you will no longer see me; condemnation, because the ruler of this world has been condemned."</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Gospel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The Gospel of the Lord.</a:t>
            </a:r>
          </a:p>
          <a:p>
            <a:pPr>
              <a:spcAft>
                <a:spcPts val="500"/>
              </a:spcAft>
              <a:defRPr sz="2000" b="1" i="0">
                <a:solidFill>
                  <a:srgbClr val="F0FDF4"/>
                </a:solidFill>
                <a:latin typeface="Inter"/>
              </a:defRPr>
            </a:pPr>
            <a:r>
              <a:t>Praise to you, Lord Jesus Christ.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Gospel Acclamation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86EFAC"/>
                </a:solidFill>
                <a:latin typeface="Inter"/>
              </a:defRPr>
            </a:pPr>
            <a:r>
              <a:t>Time for the homily — Father will now preach.</a:t>
            </a:r>
          </a:p>
          <a:p>
            <a:pPr>
              <a:spcAft>
                <a:spcPts val="500"/>
              </a:spcAft>
              <a:defRPr sz="1500" b="0" i="1">
                <a:solidFill>
                  <a:srgbClr val="86EFAC"/>
                </a:solidFill>
                <a:latin typeface="Inter"/>
              </a:defRPr>
            </a:pPr>
            <a:r>
              <a:t>Commentator may introduce the theme.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Homily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Catholic</a:t>
            </a:r>
            <a:br/>
            <a:r>
              <a:t>Church</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(John 16:5-11)</a:t>
            </a:r>
          </a:p>
          <a:p>
            <a:pPr>
              <a:spcAft>
                <a:spcPts val="300"/>
              </a:spcAft>
              <a:defRPr sz="2100" b="0" i="0">
                <a:solidFill>
                  <a:srgbClr val="F0FDF4"/>
                </a:solidFill>
                <a:latin typeface="Inter"/>
              </a:defRPr>
            </a:pPr>
            <a:r>
              <a:t>“Now I am going to the one who sent me, and not one of you asks me, 'Where are you going?' But because I told you this, grief has filled your hearts.”</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2026-05-12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I believe in one God,</a:t>
            </a:r>
          </a:p>
          <a:p>
            <a:pPr>
              <a:spcAft>
                <a:spcPts val="500"/>
              </a:spcAft>
              <a:defRPr sz="1900" b="0" i="0">
                <a:solidFill>
                  <a:srgbClr val="F0FDF4"/>
                </a:solidFill>
                <a:latin typeface="Inter"/>
              </a:defRPr>
            </a:pPr>
            <a:r>
              <a:t>the Father almighty,</a:t>
            </a:r>
          </a:p>
          <a:p>
            <a:pPr>
              <a:spcAft>
                <a:spcPts val="500"/>
              </a:spcAft>
              <a:defRPr sz="1900" b="0" i="0">
                <a:solidFill>
                  <a:srgbClr val="F0FDF4"/>
                </a:solidFill>
                <a:latin typeface="Inter"/>
              </a:defRPr>
            </a:pPr>
            <a:r>
              <a:t>maker of heaven and earth,</a:t>
            </a:r>
          </a:p>
          <a:p>
            <a:pPr>
              <a:spcAft>
                <a:spcPts val="500"/>
              </a:spcAft>
              <a:defRPr sz="1900" b="0" i="0">
                <a:solidFill>
                  <a:srgbClr val="F0FDF4"/>
                </a:solidFill>
                <a:latin typeface="Inter"/>
              </a:defRPr>
            </a:pPr>
            <a:r>
              <a:t>of all things visible and invisible.</a:t>
            </a:r>
          </a:p>
          <a:p>
            <a:pPr>
              <a:spcAft>
                <a:spcPts val="500"/>
              </a:spcAft>
              <a:defRPr sz="1900" b="0" i="0">
                <a:solidFill>
                  <a:srgbClr val="F0FDF4"/>
                </a:solidFill>
                <a:latin typeface="Inter"/>
              </a:defRPr>
            </a:pPr>
            <a:r>
              <a:t>I believe in one Lord Jesus Christ,</a:t>
            </a:r>
          </a:p>
          <a:p>
            <a:pPr>
              <a:spcAft>
                <a:spcPts val="500"/>
              </a:spcAft>
              <a:defRPr sz="1900" b="0" i="0">
                <a:solidFill>
                  <a:srgbClr val="F0FDF4"/>
                </a:solidFill>
                <a:latin typeface="Inter"/>
              </a:defRPr>
            </a:pPr>
            <a:r>
              <a:t>the Only Begotten Son of God,</a:t>
            </a:r>
          </a:p>
          <a:p>
            <a:pPr>
              <a:spcAft>
                <a:spcPts val="500"/>
              </a:spcAft>
              <a:defRPr sz="1900" b="0" i="0">
                <a:solidFill>
                  <a:srgbClr val="F0FDF4"/>
                </a:solidFill>
                <a:latin typeface="Inter"/>
              </a:defRPr>
            </a:pPr>
            <a:r>
              <a:t>born of the Father before all ages.</a:t>
            </a:r>
          </a:p>
          <a:p>
            <a:pPr>
              <a:spcAft>
                <a:spcPts val="500"/>
              </a:spcAft>
              <a:defRPr sz="1900" b="0" i="0">
                <a:solidFill>
                  <a:srgbClr val="F0FDF4"/>
                </a:solidFill>
                <a:latin typeface="Inter"/>
              </a:defRPr>
            </a:pPr>
            <a:r>
              <a:t>God from God, Light from Light,</a:t>
            </a:r>
          </a:p>
          <a:p>
            <a:pPr>
              <a:spcAft>
                <a:spcPts val="500"/>
              </a:spcAft>
              <a:defRPr sz="1900" b="0" i="0">
                <a:solidFill>
                  <a:srgbClr val="F0FDF4"/>
                </a:solidFill>
                <a:latin typeface="Inter"/>
              </a:defRPr>
            </a:pPr>
            <a:r>
              <a:t>true God from true God,</a:t>
            </a:r>
          </a:p>
          <a:p>
            <a:pPr>
              <a:spcAft>
                <a:spcPts val="500"/>
              </a:spcAft>
              <a:defRPr sz="1900" b="0" i="0">
                <a:solidFill>
                  <a:srgbClr val="F0FDF4"/>
                </a:solidFill>
                <a:latin typeface="Inter"/>
              </a:defRPr>
            </a:pPr>
            <a:r>
              <a:t>begotten, not made, consubstantial with the Father;</a:t>
            </a:r>
          </a:p>
          <a:p>
            <a:pPr>
              <a:spcAft>
                <a:spcPts val="500"/>
              </a:spcAft>
              <a:defRPr sz="1900" b="0" i="0">
                <a:solidFill>
                  <a:srgbClr val="F0FDF4"/>
                </a:solidFill>
                <a:latin typeface="Inter"/>
              </a:defRPr>
            </a:pPr>
            <a:r>
              <a:t>through him all things were made.</a:t>
            </a:r>
          </a:p>
          <a:p>
            <a:pPr>
              <a:spcAft>
                <a:spcPts val="500"/>
              </a:spcAft>
              <a:defRPr sz="1900" b="0" i="0">
                <a:solidFill>
                  <a:srgbClr val="F0FDF4"/>
                </a:solidFill>
                <a:latin typeface="Inter"/>
              </a:defRPr>
            </a:pPr>
            <a:r>
              <a:t>For us men and for our salvation</a:t>
            </a:r>
          </a:p>
          <a:p>
            <a:pPr>
              <a:spcAft>
                <a:spcPts val="500"/>
              </a:spcAft>
              <a:defRPr sz="1900" b="0" i="0">
                <a:solidFill>
                  <a:srgbClr val="F0FDF4"/>
                </a:solidFill>
                <a:latin typeface="Inter"/>
              </a:defRPr>
            </a:pPr>
            <a:r>
              <a:t>he came down from heaven,</a:t>
            </a:r>
          </a:p>
          <a:p>
            <a:pPr>
              <a:spcAft>
                <a:spcPts val="500"/>
              </a:spcAft>
              <a:defRPr sz="1900" b="0" i="0">
                <a:solidFill>
                  <a:srgbClr val="F0FDF4"/>
                </a:solidFill>
                <a:latin typeface="Inter"/>
              </a:defRPr>
            </a:pPr>
            <a:r>
              <a:t>and by the Holy Spirit was incarnate of the Virgin Mary,</a:t>
            </a:r>
          </a:p>
          <a:p>
            <a:pPr>
              <a:spcAft>
                <a:spcPts val="500"/>
              </a:spcAft>
              <a:defRPr sz="1900" b="0" i="0">
                <a:solidFill>
                  <a:srgbClr val="F0FDF4"/>
                </a:solidFill>
                <a:latin typeface="Inter"/>
              </a:defRPr>
            </a:pPr>
            <a:r>
              <a:t>and became man.</a:t>
            </a:r>
          </a:p>
          <a:p>
            <a:pPr>
              <a:spcAft>
                <a:spcPts val="500"/>
              </a:spcAft>
              <a:defRPr sz="1900" b="0" i="0">
                <a:solidFill>
                  <a:srgbClr val="F0FDF4"/>
                </a:solidFill>
                <a:latin typeface="Inter"/>
              </a:defRPr>
            </a:pPr>
            <a:r>
              <a:t>For our sake he was crucified under Pontius Pilate,</a:t>
            </a:r>
          </a:p>
          <a:p>
            <a:pPr>
              <a:spcAft>
                <a:spcPts val="500"/>
              </a:spcAft>
              <a:defRPr sz="1900" b="0" i="0">
                <a:solidFill>
                  <a:srgbClr val="F0FDF4"/>
                </a:solidFill>
                <a:latin typeface="Inter"/>
              </a:defRPr>
            </a:pPr>
            <a:r>
              <a:t>he suffered death and was buried,</a:t>
            </a:r>
          </a:p>
          <a:p>
            <a:pPr>
              <a:spcAft>
                <a:spcPts val="500"/>
              </a:spcAft>
              <a:defRPr sz="1900" b="0" i="0">
                <a:solidFill>
                  <a:srgbClr val="F0FDF4"/>
                </a:solidFill>
                <a:latin typeface="Inter"/>
              </a:defRPr>
            </a:pPr>
            <a:r>
              <a:t>and rose again on the third day</a:t>
            </a:r>
          </a:p>
          <a:p>
            <a:pPr>
              <a:spcAft>
                <a:spcPts val="500"/>
              </a:spcAft>
              <a:defRPr sz="1900" b="0" i="0">
                <a:solidFill>
                  <a:srgbClr val="F0FDF4"/>
                </a:solidFill>
                <a:latin typeface="Inter"/>
              </a:defRPr>
            </a:pPr>
            <a:r>
              <a:t>in accordance with the Scriptures.</a:t>
            </a:r>
          </a:p>
          <a:p>
            <a:pPr>
              <a:spcAft>
                <a:spcPts val="500"/>
              </a:spcAft>
              <a:defRPr sz="1900" b="0" i="0">
                <a:solidFill>
                  <a:srgbClr val="F0FDF4"/>
                </a:solidFill>
                <a:latin typeface="Inter"/>
              </a:defRPr>
            </a:pPr>
            <a:r>
              <a:t>He ascended into heaven</a:t>
            </a:r>
          </a:p>
          <a:p>
            <a:pPr>
              <a:spcAft>
                <a:spcPts val="500"/>
              </a:spcAft>
              <a:defRPr sz="1900" b="0" i="0">
                <a:solidFill>
                  <a:srgbClr val="F0FDF4"/>
                </a:solidFill>
                <a:latin typeface="Inter"/>
              </a:defRPr>
            </a:pPr>
            <a:r>
              <a:t>and is seated at the right hand of the Father.</a:t>
            </a:r>
          </a:p>
          <a:p>
            <a:pPr>
              <a:spcAft>
                <a:spcPts val="500"/>
              </a:spcAft>
              <a:defRPr sz="1900" b="0" i="0">
                <a:solidFill>
                  <a:srgbClr val="F0FDF4"/>
                </a:solidFill>
                <a:latin typeface="Inter"/>
              </a:defRPr>
            </a:pPr>
            <a:r>
              <a:t>He will come again in glory</a:t>
            </a:r>
          </a:p>
          <a:p>
            <a:pPr>
              <a:spcAft>
                <a:spcPts val="500"/>
              </a:spcAft>
              <a:defRPr sz="1900" b="0" i="0">
                <a:solidFill>
                  <a:srgbClr val="F0FDF4"/>
                </a:solidFill>
                <a:latin typeface="Inter"/>
              </a:defRPr>
            </a:pPr>
            <a:r>
              <a:t>to judge the living and the dead</a:t>
            </a:r>
          </a:p>
          <a:p>
            <a:pPr>
              <a:spcAft>
                <a:spcPts val="500"/>
              </a:spcAft>
              <a:defRPr sz="1900" b="0" i="0">
                <a:solidFill>
                  <a:srgbClr val="F0FDF4"/>
                </a:solidFill>
                <a:latin typeface="Inter"/>
              </a:defRPr>
            </a:pPr>
            <a:r>
              <a:t>and his kingdom will have no end.</a:t>
            </a:r>
          </a:p>
          <a:p>
            <a:pPr>
              <a:spcAft>
                <a:spcPts val="500"/>
              </a:spcAft>
              <a:defRPr sz="1900" b="0" i="0">
                <a:solidFill>
                  <a:srgbClr val="F0FDF4"/>
                </a:solidFill>
                <a:latin typeface="Inter"/>
              </a:defRPr>
            </a:pPr>
            <a:r>
              <a:t>I believe in the Holy Spirit, the Lord, the giver of life,</a:t>
            </a:r>
          </a:p>
          <a:p>
            <a:pPr>
              <a:spcAft>
                <a:spcPts val="500"/>
              </a:spcAft>
              <a:defRPr sz="1900" b="0" i="0">
                <a:solidFill>
                  <a:srgbClr val="F0FDF4"/>
                </a:solidFill>
                <a:latin typeface="Inter"/>
              </a:defRPr>
            </a:pPr>
            <a:r>
              <a:t>who proceeds from the Father and the Son,</a:t>
            </a:r>
          </a:p>
          <a:p>
            <a:pPr>
              <a:spcAft>
                <a:spcPts val="500"/>
              </a:spcAft>
              <a:defRPr sz="1900" b="0" i="0">
                <a:solidFill>
                  <a:srgbClr val="F0FDF4"/>
                </a:solidFill>
                <a:latin typeface="Inter"/>
              </a:defRPr>
            </a:pPr>
            <a:r>
              <a:t>who with the Father and the Son is adored and glorified,</a:t>
            </a:r>
          </a:p>
          <a:p>
            <a:pPr>
              <a:spcAft>
                <a:spcPts val="500"/>
              </a:spcAft>
              <a:defRPr sz="1900" b="0" i="0">
                <a:solidFill>
                  <a:srgbClr val="F0FDF4"/>
                </a:solidFill>
                <a:latin typeface="Inter"/>
              </a:defRPr>
            </a:pPr>
            <a:r>
              <a:t>who has spoken through the prophets.</a:t>
            </a:r>
          </a:p>
          <a:p>
            <a:pPr>
              <a:spcAft>
                <a:spcPts val="500"/>
              </a:spcAft>
              <a:defRPr sz="1900" b="0" i="0">
                <a:solidFill>
                  <a:srgbClr val="F0FDF4"/>
                </a:solidFill>
                <a:latin typeface="Inter"/>
              </a:defRPr>
            </a:pPr>
            <a:r>
              <a:t>I believe in one, holy, catholic and apostolic Church.</a:t>
            </a:r>
          </a:p>
          <a:p>
            <a:pPr>
              <a:spcAft>
                <a:spcPts val="500"/>
              </a:spcAft>
              <a:defRPr sz="1900" b="0" i="0">
                <a:solidFill>
                  <a:srgbClr val="F0FDF4"/>
                </a:solidFill>
                <a:latin typeface="Inter"/>
              </a:defRPr>
            </a:pPr>
            <a:r>
              <a:t>I confess one Baptism for the forgiveness of sins</a:t>
            </a:r>
          </a:p>
          <a:p>
            <a:pPr>
              <a:spcAft>
                <a:spcPts val="500"/>
              </a:spcAft>
              <a:defRPr sz="1900" b="0" i="0">
                <a:solidFill>
                  <a:srgbClr val="F0FDF4"/>
                </a:solidFill>
                <a:latin typeface="Inter"/>
              </a:defRPr>
            </a:pPr>
            <a:r>
              <a:t>and I look forward to the resurrection of the dead</a:t>
            </a:r>
          </a:p>
          <a:p>
            <a:pPr>
              <a:spcAft>
                <a:spcPts val="500"/>
              </a:spcAft>
              <a:defRPr sz="1900" b="0" i="0">
                <a:solidFill>
                  <a:srgbClr val="F0FDF4"/>
                </a:solidFill>
                <a:latin typeface="Inter"/>
              </a:defRPr>
            </a:pPr>
            <a:r>
              <a:t>and the life of the world to come. 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Nicene Creed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Catholic</a:t>
            </a:r>
            <a:br/>
            <a:r>
              <a:t>Church</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(John 16:5-11)</a:t>
            </a:r>
          </a:p>
          <a:p>
            <a:pPr>
              <a:spcAft>
                <a:spcPts val="300"/>
              </a:spcAft>
              <a:defRPr sz="2100" b="0" i="0">
                <a:solidFill>
                  <a:srgbClr val="F0FDF4"/>
                </a:solidFill>
                <a:latin typeface="Inter"/>
              </a:defRPr>
            </a:pPr>
            <a:r>
              <a:t>“Now I am going to the one who sent me, and not one of you asks me, 'Where are you going?' But because I told you this, grief has filled your hearts.”</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2026-05-12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86EFAC"/>
                </a:solidFill>
                <a:latin typeface="Inter"/>
              </a:defRPr>
            </a:pPr>
            <a:r>
              <a:t>The Universal Prayer is led so that each petition is spoken in full and each response by the people is sung or said in full (for example, “Lord, hear our prayer”), never abbreviated.</a:t>
            </a:r>
          </a:p>
          <a:p>
            <a:pPr>
              <a:spcAft>
                <a:spcPts val="500"/>
              </a:spcAft>
              <a:defRPr sz="2000" b="1" i="0">
                <a:solidFill>
                  <a:srgbClr val="86EFAC"/>
                </a:solidFill>
                <a:latin typeface="Inter"/>
              </a:defRPr>
            </a:pPr>
            <a:r>
              <a:t>For the holy Church of God throughout the world, that the Lord may guard her and grant her peace and unity according to his will: let us pray to the Lord.</a:t>
            </a:r>
          </a:p>
          <a:p>
            <a:pPr>
              <a:spcAft>
                <a:spcPts val="500"/>
              </a:spcAft>
              <a:defRPr sz="2000" b="1" i="0">
                <a:solidFill>
                  <a:srgbClr val="F0FDF4"/>
                </a:solidFill>
                <a:latin typeface="Inter"/>
              </a:defRPr>
            </a:pPr>
            <a:r>
              <a:t>Lord, hear our prayer.</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Prayer of the Faithful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The Priest concludes the Prayer of the Faithful with a prayer in full, for example:</a:t>
            </a:r>
          </a:p>
          <a:p>
            <a:pPr>
              <a:spcAft>
                <a:spcPts val="500"/>
              </a:spcAft>
              <a:defRPr sz="2000" b="1" i="0">
                <a:solidFill>
                  <a:srgbClr val="86EFAC"/>
                </a:solidFill>
                <a:latin typeface="Inter"/>
              </a:defRPr>
            </a:pPr>
            <a:r>
              <a:t>Heavenly Father, hear the prayers of the Church, which we make through Christ our Lord.</a:t>
            </a:r>
          </a:p>
          <a:p>
            <a:pPr>
              <a:spcAft>
                <a:spcPts val="500"/>
              </a:spcAft>
              <a:defRPr sz="2000" b="1" i="0">
                <a:solidFill>
                  <a:srgbClr val="F0FDF4"/>
                </a:solidFill>
                <a:latin typeface="Inter"/>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Prayer of the Faithful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Catholic</a:t>
            </a:r>
            <a:br/>
            <a:r>
              <a:t>Church</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(John 16:5-11)</a:t>
            </a:r>
          </a:p>
          <a:p>
            <a:pPr>
              <a:spcAft>
                <a:spcPts val="300"/>
              </a:spcAft>
              <a:defRPr sz="2100" b="0" i="0">
                <a:solidFill>
                  <a:srgbClr val="F0FDF4"/>
                </a:solidFill>
                <a:latin typeface="Inter"/>
              </a:defRPr>
            </a:pPr>
            <a:r>
              <a:t>“Now I am going to the one who sent me, and not one of you asks me, 'Where are you going?' But because I told you this, grief has filled your hearts.”</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2026-05-12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I Am the Bread of Life</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I AM THE BREAD OF LIFE;</a:t>
            </a:r>
          </a:p>
          <a:p>
            <a:pPr algn="ctr">
              <a:lnSpc>
                <a:spcPct val="105000"/>
              </a:lnSpc>
              <a:spcAft>
                <a:spcPts val="1000"/>
              </a:spcAft>
              <a:defRPr sz="3800" b="1" i="0">
                <a:solidFill>
                  <a:srgbClr val="FFFFFF"/>
                </a:solidFill>
                <a:latin typeface="Arial Black"/>
              </a:defRPr>
            </a:pPr>
            <a:r>
              <a:t>ALL WHO COME TO ME SHALL NOT HUNGER,</a:t>
            </a:r>
          </a:p>
          <a:p>
            <a:pPr algn="ctr">
              <a:lnSpc>
                <a:spcPct val="105000"/>
              </a:lnSpc>
              <a:spcAft>
                <a:spcPts val="1000"/>
              </a:spcAft>
              <a:defRPr sz="3800" b="1" i="0">
                <a:solidFill>
                  <a:srgbClr val="FFFFFF"/>
                </a:solidFill>
                <a:latin typeface="Arial Black"/>
              </a:defRPr>
            </a:pPr>
            <a:r>
              <a:t>AND WHO BELIEVE IN ME SHALL NOT THIRST.</a:t>
            </a:r>
          </a:p>
          <a:p>
            <a:pPr algn="ctr">
              <a:lnSpc>
                <a:spcPct val="105000"/>
              </a:lnSpc>
              <a:spcAft>
                <a:spcPts val="1000"/>
              </a:spcAft>
              <a:defRPr sz="3800" b="1" i="0">
                <a:solidFill>
                  <a:srgbClr val="FFFFFF"/>
                </a:solidFill>
                <a:latin typeface="Arial Black"/>
              </a:defRPr>
            </a:pPr>
            <a:r>
              <a:t>NO ONE CAN COME TO ME UNLESS</a:t>
            </a:r>
          </a:p>
          <a:p>
            <a:pPr algn="ctr">
              <a:lnSpc>
                <a:spcPct val="105000"/>
              </a:lnSpc>
              <a:spcAft>
                <a:spcPts val="1000"/>
              </a:spcAft>
              <a:defRPr sz="3800" b="1" i="0">
                <a:solidFill>
                  <a:srgbClr val="FFFFFF"/>
                </a:solidFill>
                <a:latin typeface="Arial Black"/>
              </a:defRPr>
            </a:pPr>
            <a:r>
              <a:t>MY FATHER BECKONS.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Offertory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 ON THE LAST DAY.</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Offertory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THE BREAD THAT I WILL GIVE</a:t>
            </a:r>
          </a:p>
          <a:p>
            <a:pPr algn="ctr">
              <a:lnSpc>
                <a:spcPct val="105000"/>
              </a:lnSpc>
              <a:spcAft>
                <a:spcPts val="1000"/>
              </a:spcAft>
              <a:defRPr sz="3800" b="1" i="0">
                <a:solidFill>
                  <a:srgbClr val="FFFFFF"/>
                </a:solidFill>
                <a:latin typeface="Arial Black"/>
              </a:defRPr>
            </a:pPr>
            <a:r>
              <a:t>IS MY FLESH FOR THE LIFE OF THE WORLD</a:t>
            </a:r>
          </a:p>
          <a:p>
            <a:pPr algn="ctr">
              <a:lnSpc>
                <a:spcPct val="105000"/>
              </a:lnSpc>
              <a:spcAft>
                <a:spcPts val="1000"/>
              </a:spcAft>
              <a:defRPr sz="3800" b="1" i="0">
                <a:solidFill>
                  <a:srgbClr val="FFFFFF"/>
                </a:solidFill>
                <a:latin typeface="Arial Black"/>
              </a:defRPr>
            </a:pPr>
            <a:r>
              <a:t>AND IF YOU EAT OF THIS BREAD,</a:t>
            </a:r>
          </a:p>
          <a:p>
            <a:pPr algn="ctr">
              <a:lnSpc>
                <a:spcPct val="105000"/>
              </a:lnSpc>
              <a:spcAft>
                <a:spcPts val="1000"/>
              </a:spcAft>
              <a:defRPr sz="3800" b="1" i="0">
                <a:solidFill>
                  <a:srgbClr val="FFFFFF"/>
                </a:solidFill>
                <a:latin typeface="Arial Black"/>
              </a:defRPr>
            </a:pPr>
            <a:r>
              <a:t>YOU SHALL LIVE FOREVER,</a:t>
            </a:r>
          </a:p>
          <a:p>
            <a:pPr algn="ctr">
              <a:lnSpc>
                <a:spcPct val="105000"/>
              </a:lnSpc>
              <a:spcAft>
                <a:spcPts val="1000"/>
              </a:spcAft>
              <a:defRPr sz="3800" b="1" i="0">
                <a:solidFill>
                  <a:srgbClr val="FFFFFF"/>
                </a:solidFill>
                <a:latin typeface="Arial Black"/>
              </a:defRPr>
            </a:pPr>
            <a:r>
              <a:t>YES, LIVE FOREVER.</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Offertory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UNLESS YOU EAT</a:t>
            </a:r>
          </a:p>
          <a:p>
            <a:pPr algn="ctr">
              <a:lnSpc>
                <a:spcPct val="105000"/>
              </a:lnSpc>
              <a:spcAft>
                <a:spcPts val="1000"/>
              </a:spcAft>
              <a:defRPr sz="3800" b="1" i="0">
                <a:solidFill>
                  <a:srgbClr val="FFFFFF"/>
                </a:solidFill>
                <a:latin typeface="Arial Black"/>
              </a:defRPr>
            </a:pPr>
            <a:r>
              <a:t>OF THE FLESH OF THE SON OF MAN</a:t>
            </a:r>
          </a:p>
          <a:p>
            <a:pPr algn="ctr">
              <a:lnSpc>
                <a:spcPct val="105000"/>
              </a:lnSpc>
              <a:spcAft>
                <a:spcPts val="1000"/>
              </a:spcAft>
              <a:defRPr sz="3800" b="1" i="0">
                <a:solidFill>
                  <a:srgbClr val="FFFFFF"/>
                </a:solidFill>
                <a:latin typeface="Arial Black"/>
              </a:defRPr>
            </a:pPr>
            <a:r>
              <a:t>AND DRINK OF HIS BLOOD,</a:t>
            </a:r>
          </a:p>
          <a:p>
            <a:pPr algn="ctr">
              <a:lnSpc>
                <a:spcPct val="105000"/>
              </a:lnSpc>
              <a:spcAft>
                <a:spcPts val="1000"/>
              </a:spcAft>
              <a:defRPr sz="3800" b="1" i="0">
                <a:solidFill>
                  <a:srgbClr val="FFFFFF"/>
                </a:solidFill>
                <a:latin typeface="Arial Black"/>
              </a:defRPr>
            </a:pPr>
            <a:r>
              <a:t>AND DRINK OF HIS BLOOD,</a:t>
            </a:r>
          </a:p>
          <a:p>
            <a:pPr algn="ctr">
              <a:lnSpc>
                <a:spcPct val="105000"/>
              </a:lnSpc>
              <a:spcAft>
                <a:spcPts val="1000"/>
              </a:spcAft>
              <a:defRPr sz="3800" b="1" i="0">
                <a:solidFill>
                  <a:srgbClr val="FFFFFF"/>
                </a:solidFill>
                <a:latin typeface="Arial Black"/>
              </a:defRPr>
            </a:pPr>
            <a:r>
              <a:t>THERE IS NO LIFE IN YOU,</a:t>
            </a:r>
          </a:p>
          <a:p>
            <a:pPr algn="ctr">
              <a:lnSpc>
                <a:spcPct val="105000"/>
              </a:lnSpc>
              <a:spcAft>
                <a:spcPts val="1000"/>
              </a:spcAft>
              <a:defRPr sz="3800" b="1" i="0">
                <a:solidFill>
                  <a:srgbClr val="FFFFFF"/>
                </a:solidFill>
                <a:latin typeface="Arial Black"/>
              </a:defRPr>
            </a:pPr>
            <a:r>
              <a:t>THERE IS NO LIFE IN YOU.</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Offertory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 ON THE LAST DAY.</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Offertory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Pray, brethren, that my sacrifice and yours may be acceptable to God, the almighty Father.</a:t>
            </a:r>
          </a:p>
          <a:p>
            <a:pPr>
              <a:spcAft>
                <a:spcPts val="500"/>
              </a:spcAft>
              <a:defRPr sz="2000" b="1" i="0">
                <a:solidFill>
                  <a:srgbClr val="F0FDF4"/>
                </a:solidFill>
                <a:latin typeface="Inter"/>
              </a:defRPr>
            </a:pPr>
            <a:r>
              <a:t>May the Lord accept the sacrifice at your hands, for the praise and glory of his name, for our good and the good of all his holy Church.</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The Lord be with you.</a:t>
            </a:r>
          </a:p>
          <a:p>
            <a:pPr>
              <a:spcAft>
                <a:spcPts val="500"/>
              </a:spcAft>
              <a:defRPr sz="2000" b="1" i="0">
                <a:solidFill>
                  <a:srgbClr val="F0FDF4"/>
                </a:solidFill>
                <a:latin typeface="Inter"/>
              </a:defRPr>
            </a:pPr>
            <a:r>
              <a:t>And with your spirit.</a:t>
            </a:r>
          </a:p>
          <a:p>
            <a:pPr>
              <a:spcAft>
                <a:spcPts val="500"/>
              </a:spcAft>
              <a:defRPr sz="2000" b="1" i="0">
                <a:solidFill>
                  <a:srgbClr val="86EFAC"/>
                </a:solidFill>
                <a:latin typeface="Inter"/>
              </a:defRPr>
            </a:pPr>
            <a:r>
              <a:t>Lift up your hearts.</a:t>
            </a:r>
          </a:p>
          <a:p>
            <a:pPr>
              <a:spcAft>
                <a:spcPts val="500"/>
              </a:spcAft>
              <a:defRPr sz="2000" b="1" i="0">
                <a:solidFill>
                  <a:srgbClr val="F0FDF4"/>
                </a:solidFill>
                <a:latin typeface="Inter"/>
              </a:defRPr>
            </a:pPr>
            <a:r>
              <a:t>We lift them up to the Lord.</a:t>
            </a:r>
          </a:p>
          <a:p>
            <a:pPr>
              <a:spcAft>
                <a:spcPts val="500"/>
              </a:spcAft>
              <a:defRPr sz="2000" b="1" i="0">
                <a:solidFill>
                  <a:srgbClr val="86EFAC"/>
                </a:solidFill>
                <a:latin typeface="Inter"/>
              </a:defRPr>
            </a:pPr>
            <a:r>
              <a:t>Let us give thanks to the Lord our God.</a:t>
            </a:r>
          </a:p>
          <a:p>
            <a:pPr>
              <a:spcAft>
                <a:spcPts val="500"/>
              </a:spcAft>
              <a:defRPr sz="2000" b="1" i="0">
                <a:solidFill>
                  <a:srgbClr val="F0FDF4"/>
                </a:solidFill>
                <a:latin typeface="Inter"/>
              </a:defRPr>
            </a:pPr>
            <a:r>
              <a:t>It is right and just.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86EFAC"/>
                </a:solidFill>
                <a:latin typeface="Inter"/>
              </a:defRPr>
            </a:pPr>
            <a:r>
              <a:t>The Priest continues with the Preface of the day from the Roman Missal — the entire Preface proper for this Mass, not truncated — until the point where the people join in singing or saying the Holy, Holy (Sanctus).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Holy, Holy, Holy Lord God of hosts.</a:t>
            </a:r>
          </a:p>
          <a:p>
            <a:pPr>
              <a:spcAft>
                <a:spcPts val="500"/>
              </a:spcAft>
              <a:defRPr sz="1900" b="0" i="0">
                <a:solidFill>
                  <a:srgbClr val="F0FDF4"/>
                </a:solidFill>
                <a:latin typeface="Inter"/>
              </a:defRPr>
            </a:pPr>
            <a:r>
              <a:t>Heaven and earth are full of your glory.</a:t>
            </a:r>
          </a:p>
          <a:p>
            <a:pPr>
              <a:spcAft>
                <a:spcPts val="500"/>
              </a:spcAft>
              <a:defRPr sz="1900" b="0" i="0">
                <a:solidFill>
                  <a:srgbClr val="F0FDF4"/>
                </a:solidFill>
                <a:latin typeface="Inter"/>
              </a:defRPr>
            </a:pPr>
            <a:r>
              <a:t>Hosanna in the highest.</a:t>
            </a:r>
          </a:p>
          <a:p>
            <a:pPr>
              <a:spcAft>
                <a:spcPts val="500"/>
              </a:spcAft>
              <a:defRPr sz="1900" b="0" i="0">
                <a:solidFill>
                  <a:srgbClr val="F0FDF4"/>
                </a:solidFill>
                <a:latin typeface="Inter"/>
              </a:defRPr>
            </a:pPr>
            <a:r>
              <a:t>Blessed is he who comes in the name of the Lord.</a:t>
            </a:r>
          </a:p>
          <a:p>
            <a:pPr>
              <a:spcAft>
                <a:spcPts val="500"/>
              </a:spcAft>
              <a:defRPr sz="1900" b="0" i="0">
                <a:solidFill>
                  <a:srgbClr val="F0FDF4"/>
                </a:solidFill>
                <a:latin typeface="Inter"/>
              </a:defRPr>
            </a:pPr>
            <a:r>
              <a:t>Hosanna in the highest.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Sanctus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We proclaim your Death, O Lord,</a:t>
            </a:r>
          </a:p>
          <a:p>
            <a:pPr>
              <a:spcAft>
                <a:spcPts val="500"/>
              </a:spcAft>
              <a:defRPr sz="1900" b="0" i="0">
                <a:solidFill>
                  <a:srgbClr val="F0FDF4"/>
                </a:solidFill>
                <a:latin typeface="Inter"/>
              </a:defRPr>
            </a:pPr>
            <a:r>
              <a:t>and profess your Resurrection</a:t>
            </a:r>
          </a:p>
          <a:p>
            <a:pPr>
              <a:spcAft>
                <a:spcPts val="500"/>
              </a:spcAft>
              <a:defRPr sz="1900" b="0" i="0">
                <a:solidFill>
                  <a:srgbClr val="F0FDF4"/>
                </a:solidFill>
                <a:latin typeface="Inter"/>
              </a:defRPr>
            </a:pPr>
            <a:r>
              <a:t>until you come again.</a:t>
            </a:r>
          </a:p>
          <a:p>
            <a:pPr>
              <a:spcAft>
                <a:spcPts val="500"/>
              </a:spcAft>
              <a:defRPr sz="1500" b="0" i="1">
                <a:solidFill>
                  <a:srgbClr val="86EFAC"/>
                </a:solidFill>
                <a:latin typeface="Inter"/>
              </a:defRPr>
            </a:pPr>
            <a:r>
              <a:t>(Alternate forms may be used as approved by the Conference of Bishops.)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The Eucharistic Prayer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Amen.</a:t>
            </a:r>
          </a:p>
          <a:p>
            <a:pPr>
              <a:spcAft>
                <a:spcPts val="500"/>
              </a:spcAft>
              <a:defRPr sz="1500" b="0" i="1">
                <a:solidFill>
                  <a:srgbClr val="86EFAC"/>
                </a:solidFill>
                <a:latin typeface="Inter"/>
              </a:defRPr>
            </a:pPr>
            <a:r>
              <a:t>The people respond “Amen” once to the doxology at the end of the Eucharistic Prayer, unless local solemn custom repeats it.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Great Amen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Our Father, who art in heaven,</a:t>
            </a:r>
          </a:p>
          <a:p>
            <a:pPr>
              <a:spcAft>
                <a:spcPts val="500"/>
              </a:spcAft>
              <a:defRPr sz="1900" b="0" i="0">
                <a:solidFill>
                  <a:srgbClr val="F0FDF4"/>
                </a:solidFill>
                <a:latin typeface="Inter"/>
              </a:defRPr>
            </a:pPr>
            <a:r>
              <a:t>hallowed be thy name;</a:t>
            </a:r>
          </a:p>
          <a:p>
            <a:pPr>
              <a:spcAft>
                <a:spcPts val="500"/>
              </a:spcAft>
              <a:defRPr sz="1900" b="0" i="0">
                <a:solidFill>
                  <a:srgbClr val="F0FDF4"/>
                </a:solidFill>
                <a:latin typeface="Inter"/>
              </a:defRPr>
            </a:pPr>
            <a:r>
              <a:t>thy kingdom come,</a:t>
            </a:r>
          </a:p>
          <a:p>
            <a:pPr>
              <a:spcAft>
                <a:spcPts val="500"/>
              </a:spcAft>
              <a:defRPr sz="1900" b="0" i="0">
                <a:solidFill>
                  <a:srgbClr val="F0FDF4"/>
                </a:solidFill>
                <a:latin typeface="Inter"/>
              </a:defRPr>
            </a:pPr>
            <a:r>
              <a:t>thy will be done,</a:t>
            </a:r>
          </a:p>
          <a:p>
            <a:pPr>
              <a:spcAft>
                <a:spcPts val="500"/>
              </a:spcAft>
              <a:defRPr sz="1900" b="0" i="0">
                <a:solidFill>
                  <a:srgbClr val="F0FDF4"/>
                </a:solidFill>
                <a:latin typeface="Inter"/>
              </a:defRPr>
            </a:pPr>
            <a:r>
              <a:t>on earth as it is in heaven.</a:t>
            </a:r>
          </a:p>
          <a:p>
            <a:pPr>
              <a:spcAft>
                <a:spcPts val="500"/>
              </a:spcAft>
              <a:defRPr sz="1900" b="0" i="0">
                <a:solidFill>
                  <a:srgbClr val="F0FDF4"/>
                </a:solidFill>
                <a:latin typeface="Inter"/>
              </a:defRPr>
            </a:pPr>
            <a:r>
              <a:t>Give us this day our daily bread;</a:t>
            </a:r>
          </a:p>
          <a:p>
            <a:pPr>
              <a:spcAft>
                <a:spcPts val="500"/>
              </a:spcAft>
              <a:defRPr sz="1900" b="0" i="0">
                <a:solidFill>
                  <a:srgbClr val="F0FDF4"/>
                </a:solidFill>
                <a:latin typeface="Inter"/>
              </a:defRPr>
            </a:pPr>
            <a:r>
              <a:t>and forgive us our trespasses,</a:t>
            </a:r>
          </a:p>
          <a:p>
            <a:pPr>
              <a:spcAft>
                <a:spcPts val="500"/>
              </a:spcAft>
              <a:defRPr sz="1900" b="0" i="0">
                <a:solidFill>
                  <a:srgbClr val="F0FDF4"/>
                </a:solidFill>
                <a:latin typeface="Inter"/>
              </a:defRPr>
            </a:pPr>
            <a:r>
              <a:t>as we forgive those who trespass against us;</a:t>
            </a:r>
          </a:p>
          <a:p>
            <a:pPr>
              <a:spcAft>
                <a:spcPts val="500"/>
              </a:spcAft>
              <a:defRPr sz="1900" b="0" i="0">
                <a:solidFill>
                  <a:srgbClr val="F0FDF4"/>
                </a:solidFill>
                <a:latin typeface="Inter"/>
              </a:defRPr>
            </a:pPr>
            <a:r>
              <a:t>and lead us not into temptation,</a:t>
            </a:r>
          </a:p>
          <a:p>
            <a:pPr>
              <a:spcAft>
                <a:spcPts val="500"/>
              </a:spcAft>
              <a:defRPr sz="1900" b="0" i="0">
                <a:solidFill>
                  <a:srgbClr val="F0FDF4"/>
                </a:solidFill>
                <a:latin typeface="Inter"/>
              </a:defRPr>
            </a:pPr>
            <a:r>
              <a:t>but deliver us from evil.</a:t>
            </a:r>
          </a:p>
          <a:p>
            <a:pPr>
              <a:spcAft>
                <a:spcPts val="500"/>
              </a:spcAft>
              <a:defRPr sz="2000" b="1" i="0">
                <a:solidFill>
                  <a:srgbClr val="86EFAC"/>
                </a:solidFill>
                <a:latin typeface="Inter"/>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F0FDF4"/>
                </a:solidFill>
                <a:latin typeface="Inter"/>
              </a:defRPr>
            </a:pPr>
            <a:r>
              <a:t>For the kingdom, the power, and the glory are yours now and for ever.</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Our Father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Catholic</a:t>
            </a:r>
            <a:br/>
            <a:r>
              <a:t>Church</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(John 16:5-11)</a:t>
            </a:r>
          </a:p>
          <a:p>
            <a:pPr>
              <a:spcAft>
                <a:spcPts val="300"/>
              </a:spcAft>
              <a:defRPr sz="2100" b="0" i="0">
                <a:solidFill>
                  <a:srgbClr val="F0FDF4"/>
                </a:solidFill>
                <a:latin typeface="Inter"/>
              </a:defRPr>
            </a:pPr>
            <a:r>
              <a:t>“Now I am going to the one who sent me, and not one of you asks me, 'Where are you going?' But because I told you this, grief has filled your hearts.”</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2026-05-12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F0FDF4"/>
                </a:solidFill>
                <a:latin typeface="Inter"/>
              </a:defRPr>
            </a:pPr>
            <a:r>
              <a:t>For the kingdom, the power, and the glory are yours, now and for ever. 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The Communion Rite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Catholic</a:t>
            </a:r>
            <a:br/>
            <a:r>
              <a:t>Church</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(John 16:5-11)</a:t>
            </a:r>
          </a:p>
          <a:p>
            <a:pPr>
              <a:spcAft>
                <a:spcPts val="300"/>
              </a:spcAft>
              <a:defRPr sz="2100" b="0" i="0">
                <a:solidFill>
                  <a:srgbClr val="F0FDF4"/>
                </a:solidFill>
                <a:latin typeface="Inter"/>
              </a:defRPr>
            </a:pPr>
            <a:r>
              <a:t>“Now I am going to the one who sent me, and not one of you asks me, 'Where are you going?' But because I told you this, grief has filled your hearts.”</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2026-05-12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The peace of the Lord be with you always.</a:t>
            </a:r>
          </a:p>
          <a:p>
            <a:pPr>
              <a:spcAft>
                <a:spcPts val="500"/>
              </a:spcAft>
              <a:defRPr sz="2000" b="1" i="0">
                <a:solidFill>
                  <a:srgbClr val="F0FDF4"/>
                </a:solidFill>
                <a:latin typeface="Inter"/>
              </a:defRPr>
            </a:pPr>
            <a:r>
              <a:t>And with your spirit.</a:t>
            </a:r>
          </a:p>
          <a:p>
            <a:pPr>
              <a:spcAft>
                <a:spcPts val="500"/>
              </a:spcAft>
              <a:defRPr sz="1500" b="0" i="1">
                <a:solidFill>
                  <a:srgbClr val="86EFAC"/>
                </a:solidFill>
                <a:latin typeface="Inter"/>
              </a:defRPr>
            </a:pPr>
            <a:r>
              <a:t>Let us offer each other the sign of peace.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Sign of Peace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Lamb of God,</a:t>
            </a:r>
          </a:p>
          <a:p>
            <a:pPr>
              <a:spcAft>
                <a:spcPts val="500"/>
              </a:spcAft>
              <a:defRPr sz="1900" b="0" i="0">
                <a:solidFill>
                  <a:srgbClr val="F0FDF4"/>
                </a:solidFill>
                <a:latin typeface="Inter"/>
              </a:defRPr>
            </a:pPr>
            <a:r>
              <a:t>you take away the sins of the world,</a:t>
            </a:r>
          </a:p>
          <a:p>
            <a:pPr>
              <a:spcAft>
                <a:spcPts val="500"/>
              </a:spcAft>
              <a:defRPr sz="1900" b="0" i="0">
                <a:solidFill>
                  <a:srgbClr val="F0FDF4"/>
                </a:solidFill>
                <a:latin typeface="Inter"/>
              </a:defRPr>
            </a:pPr>
            <a:r>
              <a:t>have mercy on us.</a:t>
            </a:r>
          </a:p>
          <a:p>
            <a:pPr>
              <a:spcAft>
                <a:spcPts val="500"/>
              </a:spcAft>
              <a:defRPr sz="1900" b="0" i="0">
                <a:solidFill>
                  <a:srgbClr val="F0FDF4"/>
                </a:solidFill>
                <a:latin typeface="Inter"/>
              </a:defRPr>
            </a:pPr>
            <a:r>
              <a:t>Lamb of God,</a:t>
            </a:r>
          </a:p>
          <a:p>
            <a:pPr>
              <a:spcAft>
                <a:spcPts val="500"/>
              </a:spcAft>
              <a:defRPr sz="1900" b="0" i="0">
                <a:solidFill>
                  <a:srgbClr val="F0FDF4"/>
                </a:solidFill>
                <a:latin typeface="Inter"/>
              </a:defRPr>
            </a:pPr>
            <a:r>
              <a:t>you take away the sins of the world,</a:t>
            </a:r>
          </a:p>
          <a:p>
            <a:pPr>
              <a:spcAft>
                <a:spcPts val="500"/>
              </a:spcAft>
              <a:defRPr sz="1900" b="0" i="0">
                <a:solidFill>
                  <a:srgbClr val="F0FDF4"/>
                </a:solidFill>
                <a:latin typeface="Inter"/>
              </a:defRPr>
            </a:pPr>
            <a:r>
              <a:t>have mercy on us.</a:t>
            </a:r>
          </a:p>
          <a:p>
            <a:pPr>
              <a:spcAft>
                <a:spcPts val="500"/>
              </a:spcAft>
              <a:defRPr sz="1900" b="0" i="0">
                <a:solidFill>
                  <a:srgbClr val="F0FDF4"/>
                </a:solidFill>
                <a:latin typeface="Inter"/>
              </a:defRPr>
            </a:pPr>
            <a:r>
              <a:t>Lamb of God,</a:t>
            </a:r>
          </a:p>
          <a:p>
            <a:pPr>
              <a:spcAft>
                <a:spcPts val="500"/>
              </a:spcAft>
              <a:defRPr sz="1900" b="0" i="0">
                <a:solidFill>
                  <a:srgbClr val="F0FDF4"/>
                </a:solidFill>
                <a:latin typeface="Inter"/>
              </a:defRPr>
            </a:pPr>
            <a:r>
              <a:t>you take away the sins of the world,</a:t>
            </a:r>
          </a:p>
          <a:p>
            <a:pPr>
              <a:spcAft>
                <a:spcPts val="500"/>
              </a:spcAft>
              <a:defRPr sz="1900" b="0" i="0">
                <a:solidFill>
                  <a:srgbClr val="F0FDF4"/>
                </a:solidFill>
                <a:latin typeface="Inter"/>
              </a:defRPr>
            </a:pPr>
            <a:r>
              <a:t>grant us peace.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Lamb of God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Behold the Lamb of God, behold him who takes away the sins of the world. Blessed are those called to the supper of the Lamb.</a:t>
            </a:r>
          </a:p>
          <a:p>
            <a:pPr>
              <a:spcAft>
                <a:spcPts val="500"/>
              </a:spcAft>
              <a:defRPr sz="2000" b="1" i="0">
                <a:solidFill>
                  <a:srgbClr val="F0FDF4"/>
                </a:solidFill>
                <a:latin typeface="Inter"/>
              </a:defRPr>
            </a:pPr>
            <a:r>
              <a:t>Lord, I am not worthy that you should enter under my roof, but only say the word and my soul shall be healed.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The Communion Rite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Catholic</a:t>
            </a:r>
            <a:br/>
            <a:r>
              <a:t>Church</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(John 16:5-11)</a:t>
            </a:r>
          </a:p>
          <a:p>
            <a:pPr>
              <a:spcAft>
                <a:spcPts val="300"/>
              </a:spcAft>
              <a:defRPr sz="2100" b="0" i="0">
                <a:solidFill>
                  <a:srgbClr val="F0FDF4"/>
                </a:solidFill>
                <a:latin typeface="Inter"/>
              </a:defRPr>
            </a:pPr>
            <a:r>
              <a:t>“Now I am going to the one who sent me, and not one of you asks me, 'Where are you going?' But because I told you this, grief has filled your hearts.”</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2026-05-12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Pananagutan</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Communion (1)</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Tanging Yaman</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Communion (2)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Let us pray.</a:t>
            </a:r>
          </a:p>
          <a:p>
            <a:pPr>
              <a:spcAft>
                <a:spcPts val="500"/>
              </a:spcAft>
              <a:defRPr sz="1500" b="0" i="1">
                <a:solidFill>
                  <a:srgbClr val="86EFAC"/>
                </a:solidFill>
                <a:latin typeface="Inter"/>
              </a:defRPr>
            </a:pPr>
            <a:r>
              <a:t>The Priest says the Post- Communion Prayer for the day in full from the Roman Missal. The people respond at the end.</a:t>
            </a:r>
          </a:p>
          <a:p>
            <a:pPr>
              <a:spcAft>
                <a:spcPts val="500"/>
              </a:spcAft>
              <a:defRPr sz="2000" b="1" i="0">
                <a:solidFill>
                  <a:srgbClr val="F0FDF4"/>
                </a:solidFill>
                <a:latin typeface="Inter"/>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The Communion Rite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Catholic</a:t>
            </a:r>
            <a:br/>
            <a:r>
              <a:t>Church</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(John 16:5-11)</a:t>
            </a:r>
          </a:p>
          <a:p>
            <a:pPr>
              <a:spcAft>
                <a:spcPts val="300"/>
              </a:spcAft>
              <a:defRPr sz="2100" b="0" i="0">
                <a:solidFill>
                  <a:srgbClr val="F0FDF4"/>
                </a:solidFill>
                <a:latin typeface="Inter"/>
              </a:defRPr>
            </a:pPr>
            <a:r>
              <a:t>“Now I am going to the one who sent me, and not one of you asks me, 'Where are you going?' But because I told you this, grief has filled your hearts.”</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2026-05-12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CHURCH ANNOUNCEMENTS</a:t>
            </a:r>
          </a:p>
          <a:p>
            <a:pPr>
              <a:spcAft>
                <a:spcPts val="500"/>
              </a:spcAft>
              <a:defRPr sz="1500" b="0" i="1">
                <a:solidFill>
                  <a:srgbClr val="86EFAC"/>
                </a:solidFill>
                <a:latin typeface="Inter"/>
              </a:defRPr>
            </a:pPr>
            <a:r>
              <a:t>Insert bulletin points with complete sentences on the following slides or edit this deck.</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Announcements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Welcome newcomers!</a:t>
            </a:r>
          </a:p>
          <a:p>
            <a:pPr>
              <a:spcAft>
                <a:spcPts val="500"/>
              </a:spcAft>
              <a:defRPr sz="1500" b="0" i="1">
                <a:solidFill>
                  <a:srgbClr val="86EFAC"/>
                </a:solidFill>
                <a:latin typeface="Inter"/>
              </a:defRPr>
            </a:pPr>
            <a:r>
              <a:t>Photo collage optional.</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Announcements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Sacrament of Confession</a:t>
            </a:r>
          </a:p>
          <a:p>
            <a:pPr>
              <a:spcAft>
                <a:spcPts val="500"/>
              </a:spcAft>
              <a:defRPr sz="1500" b="0" i="1">
                <a:solidFill>
                  <a:srgbClr val="86EFAC"/>
                </a:solidFill>
                <a:latin typeface="Inter"/>
              </a:defRPr>
            </a:pPr>
            <a:r>
              <a:t>The Lord never tires of forgiving us; we are the ones who tire of seeking his mercy. — Pope Francis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Announcements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Mass Collection</a:t>
            </a:r>
          </a:p>
          <a:p>
            <a:pPr>
              <a:spcAft>
                <a:spcPts val="500"/>
              </a:spcAft>
              <a:defRPr sz="1500" b="0" i="1">
                <a:solidFill>
                  <a:srgbClr val="86EFAC"/>
                </a:solidFill>
                <a:latin typeface="Inter"/>
              </a:defRPr>
            </a:pPr>
            <a:r>
              <a:t>State the purpose and date in full words. You may add Second Letter to the Corinthians, chapter 9, verse 7 if you include the full quotation.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Announcements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Food or Mass Sponsorship</a:t>
            </a:r>
          </a:p>
          <a:p>
            <a:pPr>
              <a:spcAft>
                <a:spcPts val="500"/>
              </a:spcAft>
              <a:defRPr sz="1500" b="0" i="1">
                <a:solidFill>
                  <a:srgbClr val="86EFAC"/>
                </a:solidFill>
                <a:latin typeface="Inter"/>
              </a:defRPr>
            </a:pPr>
            <a:r>
              <a:t>Give the parish coordinator’s complete contact information in words, not abbreviations.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Announcements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Updates and Announcements</a:t>
            </a:r>
          </a:p>
          <a:p>
            <a:pPr>
              <a:spcAft>
                <a:spcPts val="500"/>
              </a:spcAft>
              <a:defRPr sz="1500" b="0" i="1">
                <a:solidFill>
                  <a:srgbClr val="86EFAC"/>
                </a:solidFill>
                <a:latin typeface="Inter"/>
              </a:defRPr>
            </a:pPr>
            <a:r>
              <a:t>Name your community page and invitation to follow in full; add a QR code to the slide master if you wish.</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Announcements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The Lord be with you.</a:t>
            </a:r>
          </a:p>
          <a:p>
            <a:pPr>
              <a:spcAft>
                <a:spcPts val="500"/>
              </a:spcAft>
              <a:defRPr sz="2000" b="1" i="0">
                <a:solidFill>
                  <a:srgbClr val="F0FDF4"/>
                </a:solidFill>
                <a:latin typeface="Inter"/>
              </a:defRPr>
            </a:pPr>
            <a:r>
              <a:t>And with your spirit.</a:t>
            </a:r>
          </a:p>
          <a:p>
            <a:pPr>
              <a:spcAft>
                <a:spcPts val="500"/>
              </a:spcAft>
              <a:defRPr sz="2000" b="1" i="0">
                <a:solidFill>
                  <a:srgbClr val="86EFAC"/>
                </a:solidFill>
                <a:latin typeface="Inter"/>
              </a:defRPr>
            </a:pPr>
            <a:r>
              <a:t>May almighty God bless you, the Father, and the Son, and the Holy Spirit.</a:t>
            </a:r>
          </a:p>
          <a:p>
            <a:pPr>
              <a:spcAft>
                <a:spcPts val="500"/>
              </a:spcAft>
              <a:defRPr sz="2000" b="1" i="0">
                <a:solidFill>
                  <a:srgbClr val="F0FDF4"/>
                </a:solidFill>
                <a:latin typeface="Inter"/>
              </a:defRPr>
            </a:pPr>
            <a:r>
              <a:t>Amen.</a:t>
            </a:r>
          </a:p>
          <a:p>
            <a:pPr>
              <a:spcAft>
                <a:spcPts val="500"/>
              </a:spcAft>
              <a:defRPr sz="2000" b="1" i="0">
                <a:solidFill>
                  <a:srgbClr val="86EFAC"/>
                </a:solidFill>
                <a:latin typeface="Inter"/>
              </a:defRPr>
            </a:pPr>
            <a:r>
              <a:t>Go in peace, glorifying the Lord by your life.</a:t>
            </a:r>
          </a:p>
          <a:p>
            <a:pPr>
              <a:spcAft>
                <a:spcPts val="500"/>
              </a:spcAft>
              <a:defRPr sz="2000" b="1" i="0">
                <a:solidFill>
                  <a:srgbClr val="F0FDF4"/>
                </a:solidFill>
                <a:latin typeface="Inter"/>
              </a:defRPr>
            </a:pPr>
            <a:r>
              <a:t>Thanks be to God.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Final Blessing</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Alleluia! Sing to Jesus</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SING TO JESUS!</a:t>
            </a:r>
          </a:p>
          <a:p>
            <a:pPr algn="ctr">
              <a:lnSpc>
                <a:spcPct val="105000"/>
              </a:lnSpc>
              <a:spcAft>
                <a:spcPts val="1000"/>
              </a:spcAft>
              <a:defRPr sz="3800" b="1" i="0">
                <a:solidFill>
                  <a:srgbClr val="FFFFFF"/>
                </a:solidFill>
                <a:latin typeface="Arial Black"/>
              </a:defRPr>
            </a:pPr>
            <a:r>
              <a:t>HIS THE SCEPTER, HIS THE THRONE;</a:t>
            </a:r>
          </a:p>
          <a:p>
            <a:pPr algn="ctr">
              <a:lnSpc>
                <a:spcPct val="105000"/>
              </a:lnSpc>
              <a:spcAft>
                <a:spcPts val="1000"/>
              </a:spcAft>
              <a:defRPr sz="3800" b="1" i="0">
                <a:solidFill>
                  <a:srgbClr val="FFFFFF"/>
                </a:solidFill>
                <a:latin typeface="Arial Black"/>
              </a:defRPr>
            </a:pPr>
            <a:r>
              <a:t>ALLELUIA! HIS THE TRIUMPH,</a:t>
            </a:r>
          </a:p>
          <a:p>
            <a:pPr algn="ctr">
              <a:lnSpc>
                <a:spcPct val="105000"/>
              </a:lnSpc>
              <a:spcAft>
                <a:spcPts val="1000"/>
              </a:spcAft>
              <a:defRPr sz="3800" b="1" i="0">
                <a:solidFill>
                  <a:srgbClr val="FFFFFF"/>
                </a:solidFill>
                <a:latin typeface="Arial Black"/>
              </a:defRPr>
            </a:pPr>
            <a:r>
              <a:t>HIS THE VICTORY ALONE.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Recessional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HARK! THE SONGS OF PEACEFUL ZION</a:t>
            </a:r>
          </a:p>
          <a:p>
            <a:pPr algn="ctr">
              <a:lnSpc>
                <a:spcPct val="105000"/>
              </a:lnSpc>
              <a:spcAft>
                <a:spcPts val="1000"/>
              </a:spcAft>
              <a:defRPr sz="3800" b="1" i="0">
                <a:solidFill>
                  <a:srgbClr val="FFFFFF"/>
                </a:solidFill>
                <a:latin typeface="Arial Black"/>
              </a:defRPr>
            </a:pPr>
            <a:r>
              <a:t>THUNDER LIKE A MIGHTY FLOOD;</a:t>
            </a:r>
          </a:p>
          <a:p>
            <a:pPr algn="ctr">
              <a:lnSpc>
                <a:spcPct val="105000"/>
              </a:lnSpc>
              <a:spcAft>
                <a:spcPts val="1000"/>
              </a:spcAft>
              <a:defRPr sz="3800" b="1" i="0">
                <a:solidFill>
                  <a:srgbClr val="FFFFFF"/>
                </a:solidFill>
                <a:latin typeface="Arial Black"/>
              </a:defRPr>
            </a:pPr>
            <a:r>
              <a:t>JESUS OUT OF EVERY NATION</a:t>
            </a:r>
          </a:p>
          <a:p>
            <a:pPr algn="ctr">
              <a:lnSpc>
                <a:spcPct val="105000"/>
              </a:lnSpc>
              <a:spcAft>
                <a:spcPts val="1000"/>
              </a:spcAft>
              <a:defRPr sz="3800" b="1" i="0">
                <a:solidFill>
                  <a:srgbClr val="FFFFFF"/>
                </a:solidFill>
                <a:latin typeface="Arial Black"/>
              </a:defRPr>
            </a:pPr>
            <a:r>
              <a:t>HATH REDEEMED US BY HIS BLOOD.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Recessional</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NOT AS ORPHANS</a:t>
            </a:r>
          </a:p>
          <a:p>
            <a:pPr algn="ctr">
              <a:lnSpc>
                <a:spcPct val="105000"/>
              </a:lnSpc>
              <a:spcAft>
                <a:spcPts val="1000"/>
              </a:spcAft>
              <a:defRPr sz="3800" b="1" i="0">
                <a:solidFill>
                  <a:srgbClr val="FFFFFF"/>
                </a:solidFill>
                <a:latin typeface="Arial Black"/>
              </a:defRPr>
            </a:pPr>
            <a:r>
              <a:t>ARE WE LEFT IN SORROW SORE;</a:t>
            </a:r>
          </a:p>
          <a:p>
            <a:pPr algn="ctr">
              <a:lnSpc>
                <a:spcPct val="105000"/>
              </a:lnSpc>
              <a:spcAft>
                <a:spcPts val="1000"/>
              </a:spcAft>
              <a:defRPr sz="3800" b="1" i="0">
                <a:solidFill>
                  <a:srgbClr val="FFFFFF"/>
                </a:solidFill>
                <a:latin typeface="Arial Black"/>
              </a:defRPr>
            </a:pPr>
            <a:r>
              <a:t>ONE WITH LOVE EXCEEDING FATHER,</a:t>
            </a:r>
          </a:p>
          <a:p>
            <a:pPr algn="ctr">
              <a:lnSpc>
                <a:spcPct val="105000"/>
              </a:lnSpc>
              <a:spcAft>
                <a:spcPts val="1000"/>
              </a:spcAft>
              <a:defRPr sz="3800" b="1" i="0">
                <a:solidFill>
                  <a:srgbClr val="FFFFFF"/>
                </a:solidFill>
                <a:latin typeface="Arial Black"/>
              </a:defRPr>
            </a:pPr>
            <a:r>
              <a:t>ONE WITH LOVE EXCEEDING MOTHER,</a:t>
            </a:r>
          </a:p>
          <a:p>
            <a:pPr algn="ctr">
              <a:lnSpc>
                <a:spcPct val="105000"/>
              </a:lnSpc>
              <a:spcAft>
                <a:spcPts val="1000"/>
              </a:spcAft>
              <a:defRPr sz="3800" b="1" i="0">
                <a:solidFill>
                  <a:srgbClr val="FFFFFF"/>
                </a:solidFill>
                <a:latin typeface="Arial Black"/>
              </a:defRPr>
            </a:pPr>
            <a:r>
              <a:t>HE HATH GONE BEFORE.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Recessional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BREAD OF ANGELS,</a:t>
            </a:r>
          </a:p>
          <a:p>
            <a:pPr algn="ctr">
              <a:lnSpc>
                <a:spcPct val="105000"/>
              </a:lnSpc>
              <a:spcAft>
                <a:spcPts val="1000"/>
              </a:spcAft>
              <a:defRPr sz="3800" b="1" i="0">
                <a:solidFill>
                  <a:srgbClr val="FFFFFF"/>
                </a:solidFill>
                <a:latin typeface="Arial Black"/>
              </a:defRPr>
            </a:pPr>
            <a:r>
              <a:t>THOU ON EARTH OUR FOOD, OUR STAY;</a:t>
            </a:r>
          </a:p>
          <a:p>
            <a:pPr algn="ctr">
              <a:lnSpc>
                <a:spcPct val="105000"/>
              </a:lnSpc>
              <a:spcAft>
                <a:spcPts val="1000"/>
              </a:spcAft>
              <a:defRPr sz="3800" b="1" i="0">
                <a:solidFill>
                  <a:srgbClr val="FFFFFF"/>
                </a:solidFill>
                <a:latin typeface="Arial Black"/>
              </a:defRPr>
            </a:pPr>
            <a:r>
              <a:t>ALLELUIA! HERE THE SINFUL</a:t>
            </a:r>
          </a:p>
          <a:p>
            <a:pPr algn="ctr">
              <a:lnSpc>
                <a:spcPct val="105000"/>
              </a:lnSpc>
              <a:spcAft>
                <a:spcPts val="1000"/>
              </a:spcAft>
              <a:defRPr sz="3800" b="1" i="0">
                <a:solidFill>
                  <a:srgbClr val="FFFFFF"/>
                </a:solidFill>
                <a:latin typeface="Arial Black"/>
              </a:defRPr>
            </a:pPr>
            <a:r>
              <a:t>TO THY PRESENCE SING ALWAY.</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Recessional</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KING ETERNAL,</a:t>
            </a:r>
          </a:p>
          <a:p>
            <a:pPr algn="ctr">
              <a:lnSpc>
                <a:spcPct val="105000"/>
              </a:lnSpc>
              <a:spcAft>
                <a:spcPts val="1000"/>
              </a:spcAft>
              <a:defRPr sz="3800" b="1" i="0">
                <a:solidFill>
                  <a:srgbClr val="FFFFFF"/>
                </a:solidFill>
                <a:latin typeface="Arial Black"/>
              </a:defRPr>
            </a:pPr>
            <a:r>
              <a:t>THOU THE LORD WHOM WE ADORE;</a:t>
            </a:r>
          </a:p>
          <a:p>
            <a:pPr algn="ctr">
              <a:lnSpc>
                <a:spcPct val="105000"/>
              </a:lnSpc>
              <a:spcAft>
                <a:spcPts val="1000"/>
              </a:spcAft>
              <a:defRPr sz="3800" b="1" i="0">
                <a:solidFill>
                  <a:srgbClr val="FFFFFF"/>
                </a:solidFill>
                <a:latin typeface="Arial Black"/>
              </a:defRPr>
            </a:pPr>
            <a:r>
              <a:t>ALLELUIA! SON AND FATHER,</a:t>
            </a:r>
          </a:p>
          <a:p>
            <a:pPr algn="ctr">
              <a:lnSpc>
                <a:spcPct val="105000"/>
              </a:lnSpc>
              <a:spcAft>
                <a:spcPts val="1000"/>
              </a:spcAft>
              <a:defRPr sz="3800" b="1" i="0">
                <a:solidFill>
                  <a:srgbClr val="FFFFFF"/>
                </a:solidFill>
                <a:latin typeface="Arial Black"/>
              </a:defRPr>
            </a:pPr>
            <a:r>
              <a:t>HOLY SPIRIT, ONE FOREVERMORE,</a:t>
            </a:r>
          </a:p>
          <a:p>
            <a:pPr algn="ctr">
              <a:lnSpc>
                <a:spcPct val="105000"/>
              </a:lnSpc>
              <a:spcAft>
                <a:spcPts val="1000"/>
              </a:spcAft>
              <a:defRPr sz="3800" b="1" i="0">
                <a:solidFill>
                  <a:srgbClr val="FFFFFF"/>
                </a:solidFill>
                <a:latin typeface="Arial Black"/>
              </a:defRPr>
            </a:pPr>
            <a:r>
              <a:t>WE WOULD BOW BEFORE.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Recessional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SING TO JESUS!</a:t>
            </a:r>
          </a:p>
          <a:p>
            <a:pPr algn="ctr">
              <a:lnSpc>
                <a:spcPct val="105000"/>
              </a:lnSpc>
              <a:spcAft>
                <a:spcPts val="1000"/>
              </a:spcAft>
              <a:defRPr sz="3800" b="1" i="0">
                <a:solidFill>
                  <a:srgbClr val="FFFFFF"/>
                </a:solidFill>
                <a:latin typeface="Arial Black"/>
              </a:defRPr>
            </a:pPr>
            <a:r>
              <a:t>HIS THE SCEPTER, HIS THE THRONE;</a:t>
            </a:r>
          </a:p>
          <a:p>
            <a:pPr algn="ctr">
              <a:lnSpc>
                <a:spcPct val="105000"/>
              </a:lnSpc>
              <a:spcAft>
                <a:spcPts val="1000"/>
              </a:spcAft>
              <a:defRPr sz="3800" b="1" i="0">
                <a:solidFill>
                  <a:srgbClr val="FFFFFF"/>
                </a:solidFill>
                <a:latin typeface="Arial Black"/>
              </a:defRPr>
            </a:pPr>
            <a:r>
              <a:t>ALLELUIA! HIS THE TRIUMPH,</a:t>
            </a:r>
          </a:p>
          <a:p>
            <a:pPr algn="ctr">
              <a:lnSpc>
                <a:spcPct val="105000"/>
              </a:lnSpc>
              <a:spcAft>
                <a:spcPts val="1000"/>
              </a:spcAft>
              <a:defRPr sz="3800" b="1" i="0">
                <a:solidFill>
                  <a:srgbClr val="FFFFFF"/>
                </a:solidFill>
                <a:latin typeface="Arial Black"/>
              </a:defRPr>
            </a:pPr>
            <a:r>
              <a:t>HIS THE VICTORY ALONE.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Catholic Church Community</a:t>
            </a:r>
          </a:p>
          <a:p>
            <a:pPr>
              <a:spcBef>
                <a:spcPts val="200"/>
              </a:spcBef>
              <a:defRPr sz="1200" b="0" i="0">
                <a:solidFill>
                  <a:srgbClr val="FFCC4D"/>
                </a:solidFill>
                <a:latin typeface="Inter"/>
              </a:defRPr>
            </a:pPr>
            <a:r>
              <a:t>Recessional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Catholic</a:t>
            </a:r>
            <a:br/>
            <a:r>
              <a:t>Church</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(John 16:5-11)</a:t>
            </a:r>
          </a:p>
          <a:p>
            <a:pPr>
              <a:spcAft>
                <a:spcPts val="300"/>
              </a:spcAft>
              <a:defRPr sz="2100" b="0" i="0">
                <a:solidFill>
                  <a:srgbClr val="F0FDF4"/>
                </a:solidFill>
                <a:latin typeface="Inter"/>
              </a:defRPr>
            </a:pPr>
            <a:r>
              <a:t>“Now I am going to the one who sent me, and not one of you asks me, 'Where are you going?' But because I told you this, grief has filled your hearts.”</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2026-05-12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Catholic Church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CCC12May2026_Eastertide_16x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