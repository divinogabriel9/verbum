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8288000" cy="10287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F1A13"/>
            </a:gs>
            <a:gs pos="100000">
              <a:srgbClr val="689474"/>
            </a:gs>
          </a:gsLst>
          <a:lin scaled="0" ang="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856171" y="1269187"/>
            <a:ext cx="10943539" cy="6128308"/>
          </a:xfrm>
          <a:prstGeom prst="roundRect">
            <a:avLst>
              <a:gd name="adj" fmla="val 16670"/>
            </a:avLst>
          </a:prstGeom>
          <a:solidFill>
            <a:srgbClr val="2D6A3E">
              <a:alpha val="44706"/>
            </a:srgbClr>
          </a:solidFill>
          <a:ln w="14299" cap="sq">
            <a:solidFill>
              <a:srgbClr val="749D80">
                <a:alpha val="44706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00684" y="8503005"/>
            <a:ext cx="16486632" cy="1112824"/>
          </a:xfrm>
          <a:prstGeom prst="roundRect">
            <a:avLst>
              <a:gd name="adj" fmla="val 16670"/>
            </a:avLst>
          </a:prstGeom>
          <a:solidFill>
            <a:srgbClr val="1D4128">
              <a:alpha val="60784"/>
            </a:srgbClr>
          </a:solidFill>
          <a:ln w="14299" cap="sq">
            <a:solidFill>
              <a:srgbClr val="1D4128">
                <a:alpha val="60784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84732" y="2390241"/>
            <a:ext cx="4209897" cy="638251"/>
          </a:xfrm>
          <a:prstGeom prst="rect">
            <a:avLst/>
          </a:prstGeom>
          <a:noFill/>
        </p:spPr>
        <p:txBody>
          <a:bodyPr wrap="square" lIns="109728" rIns="109728" tIns="73152" bIns="73152" anchor="ctr">
            <a:noAutofit/>
          </a:bodyPr>
          <a:lstStyle/>
          <a:p>
            <a:pPr algn="ctr">
              <a:lnSpc>
                <a:spcPct val="108000"/>
              </a:lnSpc>
              <a:defRPr sz="3700" b="1" i="0">
                <a:solidFill>
                  <a:srgbClr val="FFEABF"/>
                </a:solidFill>
                <a:latin typeface="Calibri"/>
              </a:defRPr>
            </a:pPr>
            <a:r>
              <a:t>MASS CELEBRANT: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67004" y="3053181"/>
            <a:ext cx="6589166" cy="1057046"/>
          </a:xfrm>
          <a:prstGeom prst="rect">
            <a:avLst/>
          </a:prstGeom>
          <a:noFill/>
        </p:spPr>
        <p:txBody>
          <a:bodyPr wrap="square" lIns="109728" rIns="109728" tIns="73152" bIns="73152" anchor="ctr">
            <a:noAutofit/>
          </a:bodyPr>
          <a:lstStyle/>
          <a:p>
            <a:pPr algn="ctr">
              <a:lnSpc>
                <a:spcPct val="108000"/>
              </a:lnSpc>
              <a:defRPr sz="5800" b="1" i="0">
                <a:solidFill>
                  <a:srgbClr val="FAF8F4"/>
                </a:solidFill>
                <a:latin typeface="Calibri"/>
              </a:defRPr>
            </a:pPr>
            <a:r>
              <a:t>Fr. Michael Hwang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67004" y="4429353"/>
            <a:ext cx="6589166" cy="868680"/>
          </a:xfrm>
          <a:prstGeom prst="rect">
            <a:avLst/>
          </a:prstGeom>
          <a:noFill/>
        </p:spPr>
        <p:txBody>
          <a:bodyPr wrap="square" lIns="109728" rIns="109728" tIns="73152" bIns="73152" anchor="ctr">
            <a:noAutofit/>
          </a:bodyPr>
          <a:lstStyle/>
          <a:p>
            <a:pPr algn="ctr">
              <a:lnSpc>
                <a:spcPct val="108000"/>
              </a:lnSpc>
              <a:defRPr sz="4900" b="1" i="1">
                <a:solidFill>
                  <a:srgbClr val="FAF8F4"/>
                </a:solidFill>
                <a:latin typeface="Calibri"/>
              </a:defRPr>
            </a:pPr>
            <a:r>
              <a:t>YEAR A · 7 JUNE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00062" y="2390241"/>
            <a:ext cx="10775289" cy="2422245"/>
          </a:xfrm>
          <a:prstGeom prst="rect">
            <a:avLst/>
          </a:prstGeom>
          <a:noFill/>
        </p:spPr>
        <p:txBody>
          <a:bodyPr wrap="square" lIns="109728" rIns="109728" tIns="73152" bIns="73152" anchor="ctr">
            <a:noAutofit/>
          </a:bodyPr>
          <a:lstStyle/>
          <a:p>
            <a:pPr algn="ctr">
              <a:lnSpc>
                <a:spcPct val="108000"/>
              </a:lnSpc>
              <a:defRPr sz="3800" b="0" i="0">
                <a:solidFill>
                  <a:srgbClr val="EFEDEC"/>
                </a:solidFill>
                <a:latin typeface="Calibri"/>
              </a:defRPr>
            </a:pPr>
            <a:r>
              <a:t>“I am the living bread that came down from heaven;</a:t>
            </a:r>
          </a:p>
          <a:p>
            <a:pPr algn="ctr">
              <a:lnSpc>
                <a:spcPct val="108000"/>
              </a:lnSpc>
              <a:defRPr sz="3800" b="0" i="0">
                <a:solidFill>
                  <a:srgbClr val="EFEDEC"/>
                </a:solidFill>
                <a:latin typeface="Calibri"/>
              </a:defRPr>
            </a:pPr>
            <a:r>
              <a:t>whoever eats this bread will live forever.”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78086" y="5801868"/>
            <a:ext cx="5819241" cy="705002"/>
          </a:xfrm>
          <a:prstGeom prst="rect">
            <a:avLst/>
          </a:prstGeom>
          <a:noFill/>
        </p:spPr>
        <p:txBody>
          <a:bodyPr wrap="square" lIns="109728" rIns="109728" tIns="73152" bIns="73152" anchor="ctr">
            <a:noAutofit/>
          </a:bodyPr>
          <a:lstStyle/>
          <a:p>
            <a:pPr algn="ctr">
              <a:lnSpc>
                <a:spcPct val="108000"/>
              </a:lnSpc>
              <a:defRPr sz="4100" b="1" i="0">
                <a:solidFill>
                  <a:srgbClr val="FFDE9E"/>
                </a:solidFill>
                <a:latin typeface="Calibri"/>
              </a:defRPr>
            </a:pPr>
            <a:r>
              <a:t>GOSPEL (JOHN 6:51–58)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195828" y="8411565"/>
            <a:ext cx="12362688" cy="1162202"/>
          </a:xfrm>
          <a:prstGeom prst="rect">
            <a:avLst/>
          </a:prstGeom>
          <a:noFill/>
        </p:spPr>
        <p:txBody>
          <a:bodyPr wrap="square" lIns="109728" rIns="109728" tIns="73152" bIns="73152" anchor="ctr">
            <a:noAutofit/>
          </a:bodyPr>
          <a:lstStyle/>
          <a:p>
            <a:pPr algn="ctr">
              <a:lnSpc>
                <a:spcPct val="108000"/>
              </a:lnSpc>
              <a:defRPr sz="3600" b="1" i="0">
                <a:solidFill>
                  <a:srgbClr val="FAF8F4"/>
                </a:solidFill>
                <a:latin typeface="Calibri"/>
              </a:defRPr>
            </a:pPr>
            <a:r>
              <a:t>The Solemnity of the Most Holy Body and Blood of Christ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