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PUT YOUR CELLPHONE ON SILENT MODE DURING THE MASS.</a:t>
            </a:r>
          </a:p>
          <a:p>
            <a:pPr algn="just">
              <a:lnSpc>
                <a:spcPct val="140000"/>
              </a:lnSpc>
              <a:spcAft>
                <a:spcPts val="800"/>
              </a:spcAft>
              <a:defRPr sz="4500" b="0" i="1">
                <a:solidFill>
                  <a:srgbClr val="FFDE59"/>
                </a:solidFill>
                <a:latin typeface="Lora"/>
              </a:defRPr>
            </a:pPr>
            <a:r>
              <a:t>Thank you.</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032294"/>
            <a:ext cx="16253615" cy="1051560"/>
          </a:xfrm>
          <a:prstGeom prst="rect">
            <a:avLst/>
          </a:prstGeom>
          <a:noFill/>
        </p:spPr>
        <p:txBody>
          <a:bodyPr wrap="square" lIns="0" rIns="0" tIns="0" bIns="0">
            <a:noAutofit/>
          </a:bodyPr>
          <a:lstStyle/>
          <a:p>
            <a:pPr algn="ctr">
              <a:lnSpc>
                <a:spcPct val="140000"/>
              </a:lnSpc>
              <a:defRPr sz="4400" b="0" i="0">
                <a:solidFill>
                  <a:srgbClr val="000000"/>
                </a:solidFill>
                <a:latin typeface="Lora"/>
              </a:defRPr>
            </a:pPr>
            <a:r>
              <a:t>Eastertide Celebration</a:t>
            </a:r>
          </a:p>
        </p:txBody>
      </p:sp>
      <p:sp>
        <p:nvSpPr>
          <p:cNvPr id="5" name="TextBox 4"/>
          <p:cNvSpPr txBox="1"/>
          <p:nvPr/>
        </p:nvSpPr>
        <p:spPr>
          <a:xfrm>
            <a:off x="1163709" y="2147862"/>
            <a:ext cx="16253615" cy="3246120"/>
          </a:xfrm>
          <a:prstGeom prst="rect">
            <a:avLst/>
          </a:prstGeom>
          <a:noFill/>
        </p:spPr>
        <p:txBody>
          <a:bodyPr wrap="square" lIns="0" rIns="0" tIns="0" bIns="0">
            <a:noAutofit/>
          </a:bodyPr>
          <a:lstStyle/>
          <a:p>
            <a:pPr algn="ctr">
              <a:spcAft>
                <a:spcPts val="500"/>
              </a:spcAft>
              <a:defRPr sz="2100" b="0" i="0">
                <a:solidFill>
                  <a:srgbClr val="FFFFFF"/>
                </a:solidFill>
                <a:latin typeface="Poppins"/>
              </a:defRPr>
            </a:pPr>
            <a:r>
              <a:t>2026-05-17</a:t>
            </a:r>
          </a:p>
          <a:p>
            <a:pPr algn="ctr">
              <a:spcAft>
                <a:spcPts val="500"/>
              </a:spcAft>
              <a:defRPr sz="2100" b="0" i="0">
                <a:solidFill>
                  <a:srgbClr val="FFFFFF"/>
                </a:solidFill>
                <a:latin typeface="Poppins"/>
              </a:defRPr>
            </a:pPr>
            <a:r>
              <a:t>Celebrant: Rev. Fr. Jonrey Lauron, RCJ</a:t>
            </a:r>
          </a:p>
          <a:p>
            <a:pPr algn="ctr">
              <a:spcAft>
                <a:spcPts val="500"/>
              </a:spcAft>
              <a:defRPr sz="2100" b="0" i="0">
                <a:solidFill>
                  <a:srgbClr val="FFFFFF"/>
                </a:solidFill>
                <a:latin typeface="Poppins"/>
              </a:defRPr>
            </a:pPr>
            <a:r>
              <a:t>Gospel: Matthew 28:16-20</a:t>
            </a:r>
            <a:br/>
            <a:r>
              <a:t>Season: Eastertide · Sunday Lectionary Year A</a:t>
            </a:r>
          </a:p>
          <a:p>
            <a:pPr algn="ctr">
              <a:spcAft>
                <a:spcPts val="500"/>
              </a:spcAft>
              <a:defRPr sz="2100" b="0" i="0">
                <a:solidFill>
                  <a:srgbClr val="FFFFFF"/>
                </a:solidFill>
                <a:latin typeface="Poppins"/>
              </a:defRPr>
            </a:pPr>
            <a:r>
              <a:t>Excerpt:</a:t>
            </a:r>
            <a:br/>
            <a:r>
              <a:t>“Go and make disciples of all nations, baptizing them in the name of the Father and of the Son and of the Holy Spirit, teaching them to observe all things that I commanded you.”</a:t>
            </a:r>
          </a:p>
          <a:p>
            <a:pPr algn="ctr">
              <a:spcAft>
                <a:spcPts val="500"/>
              </a:spcAft>
              <a:defRPr sz="2100" b="0" i="0">
                <a:solidFill>
                  <a:srgbClr val="FFFFFF"/>
                </a:solidFill>
                <a:latin typeface="Poppins"/>
              </a:defRPr>
            </a:pPr>
            <a:r>
              <a:t>Liturgical color: White (easter)</a:t>
            </a:r>
          </a:p>
        </p:txBody>
      </p:sp>
      <p:sp>
        <p:nvSpPr>
          <p:cNvPr id="6" name="TextBox 5"/>
          <p:cNvSpPr txBox="1"/>
          <p:nvPr/>
        </p:nvSpPr>
        <p:spPr>
          <a:xfrm>
            <a:off x="1163709" y="9189720"/>
            <a:ext cx="16253615" cy="685800"/>
          </a:xfrm>
          <a:prstGeom prst="rect">
            <a:avLst/>
          </a:prstGeom>
          <a:noFill/>
        </p:spPr>
        <p:txBody>
          <a:bodyPr wrap="square" lIns="0" rIns="0" tIns="0" bIns="0">
            <a:noAutofit/>
          </a:bodyPr>
          <a:lstStyle/>
          <a:p>
            <a:pPr>
              <a:spcAft>
                <a:spcPts val="500"/>
              </a:spcAft>
              <a:defRPr sz="1400" b="0" i="1">
                <a:solidFill>
                  <a:srgbClr val="FFFFFF"/>
                </a:solidFill>
                <a:latin typeface="Poppins"/>
              </a:defRPr>
            </a:pPr>
            <a:r>
              <a:t>Below: World English Bible (WEB) fallback — verify NABRE on bible.usccb.org.</a:t>
            </a:r>
          </a:p>
        </p:txBody>
      </p:sp>
      <p:sp>
        <p:nvSpPr>
          <p:cNvPr id="7" name="TextBox 6"/>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Welcome to the celebration of the Holy Eucharist.</a:t>
            </a:r>
          </a:p>
          <a:p>
            <a:pPr algn="just">
              <a:lnSpc>
                <a:spcPct val="140000"/>
              </a:lnSpc>
              <a:spcAft>
                <a:spcPts val="800"/>
              </a:spcAft>
              <a:defRPr sz="4500" b="0" i="1">
                <a:solidFill>
                  <a:srgbClr val="FFDE59"/>
                </a:solidFill>
                <a:latin typeface="Lora"/>
              </a:defRPr>
            </a:pPr>
            <a:r>
              <a:t>Please stand and join in singing the Entrance hymn.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All Creatures of Our God and King</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All creatures of our God and King,</a:t>
            </a:r>
          </a:p>
          <a:p>
            <a:pPr algn="ctr">
              <a:lnSpc>
                <a:spcPct val="140000"/>
              </a:lnSpc>
              <a:spcAft>
                <a:spcPts val="1000"/>
              </a:spcAft>
              <a:defRPr sz="6900" b="1" i="0">
                <a:solidFill>
                  <a:srgbClr val="FFFFFF"/>
                </a:solidFill>
                <a:latin typeface="Poppins"/>
              </a:defRPr>
            </a:pPr>
            <a:r>
              <a:t>lift up your voice and with us sing</a:t>
            </a:r>
          </a:p>
          <a:p>
            <a:pPr algn="ctr">
              <a:lnSpc>
                <a:spcPct val="140000"/>
              </a:lnSpc>
              <a:spcAft>
                <a:spcPts val="1000"/>
              </a:spcAft>
              <a:defRPr sz="6900" b="1" i="0">
                <a:solidFill>
                  <a:srgbClr val="FFFFFF"/>
                </a:solidFill>
                <a:latin typeface="Poppins"/>
              </a:defRPr>
            </a:pPr>
            <a:r>
              <a:t>Alleluia, alleluia!</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Thou burning sun with golden beam,</a:t>
            </a:r>
          </a:p>
          <a:p>
            <a:pPr algn="ctr">
              <a:lnSpc>
                <a:spcPct val="140000"/>
              </a:lnSpc>
              <a:spcAft>
                <a:spcPts val="1000"/>
              </a:spcAft>
              <a:defRPr sz="6900" b="1" i="0">
                <a:solidFill>
                  <a:srgbClr val="FFFFFF"/>
                </a:solidFill>
                <a:latin typeface="Poppins"/>
              </a:defRPr>
            </a:pPr>
            <a:r>
              <a:t>thou silver moon with softer gleam,</a:t>
            </a:r>
          </a:p>
          <a:p>
            <a:pPr algn="ctr">
              <a:lnSpc>
                <a:spcPct val="140000"/>
              </a:lnSpc>
              <a:spcAft>
                <a:spcPts val="1000"/>
              </a:spcAft>
              <a:defRPr sz="6900" b="1" i="0">
                <a:solidFill>
                  <a:srgbClr val="FFFFFF"/>
                </a:solidFill>
                <a:latin typeface="Poppins"/>
              </a:defRPr>
            </a:pPr>
            <a:r>
              <a:t>O praise him, O praise him,</a:t>
            </a:r>
          </a:p>
          <a:p>
            <a:pPr algn="ctr">
              <a:lnSpc>
                <a:spcPct val="140000"/>
              </a:lnSpc>
              <a:spcAft>
                <a:spcPts val="1000"/>
              </a:spcAft>
              <a:defRPr sz="6900" b="1" i="0">
                <a:solidFill>
                  <a:srgbClr val="FFFFFF"/>
                </a:solidFill>
                <a:latin typeface="Poppins"/>
              </a:defRPr>
            </a:pPr>
            <a:r>
              <a:t>alleluia, alleluia,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Thou rushing wind that art so strong,</a:t>
            </a:r>
          </a:p>
          <a:p>
            <a:pPr algn="ctr">
              <a:lnSpc>
                <a:spcPct val="140000"/>
              </a:lnSpc>
              <a:spcAft>
                <a:spcPts val="1000"/>
              </a:spcAft>
              <a:defRPr sz="6900" b="1" i="0">
                <a:solidFill>
                  <a:srgbClr val="FFFFFF"/>
                </a:solidFill>
                <a:latin typeface="Poppins"/>
              </a:defRPr>
            </a:pPr>
            <a:r>
              <a:t>ye clouds that sail in heav'n along,</a:t>
            </a:r>
          </a:p>
          <a:p>
            <a:pPr algn="ctr">
              <a:lnSpc>
                <a:spcPct val="140000"/>
              </a:lnSpc>
              <a:spcAft>
                <a:spcPts val="1000"/>
              </a:spcAft>
              <a:defRPr sz="6900" b="1" i="0">
                <a:solidFill>
                  <a:srgbClr val="FFFFFF"/>
                </a:solidFill>
                <a:latin typeface="Poppins"/>
              </a:defRPr>
            </a:pPr>
            <a:r>
              <a:t>O praise him,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Thou rising morn, in praise rejoice,</a:t>
            </a:r>
          </a:p>
          <a:p>
            <a:pPr algn="ctr">
              <a:lnSpc>
                <a:spcPct val="140000"/>
              </a:lnSpc>
              <a:spcAft>
                <a:spcPts val="1000"/>
              </a:spcAft>
              <a:defRPr sz="6900" b="1" i="0">
                <a:solidFill>
                  <a:srgbClr val="FFFFFF"/>
                </a:solidFill>
                <a:latin typeface="Poppins"/>
              </a:defRPr>
            </a:pPr>
            <a:r>
              <a:t>ye lights of evening, find a voice,</a:t>
            </a:r>
          </a:p>
          <a:p>
            <a:pPr algn="ctr">
              <a:lnSpc>
                <a:spcPct val="140000"/>
              </a:lnSpc>
              <a:spcAft>
                <a:spcPts val="1000"/>
              </a:spcAft>
              <a:defRPr sz="6900" b="1" i="0">
                <a:solidFill>
                  <a:srgbClr val="FFFFFF"/>
                </a:solidFill>
                <a:latin typeface="Poppins"/>
              </a:defRPr>
            </a:pPr>
            <a:r>
              <a:t>O praise him, O praise him,</a:t>
            </a:r>
          </a:p>
          <a:p>
            <a:pPr algn="ctr">
              <a:lnSpc>
                <a:spcPct val="140000"/>
              </a:lnSpc>
              <a:spcAft>
                <a:spcPts val="1000"/>
              </a:spcAft>
              <a:defRPr sz="6900" b="1" i="0">
                <a:solidFill>
                  <a:srgbClr val="FFFFFF"/>
                </a:solidFill>
                <a:latin typeface="Poppins"/>
              </a:defRPr>
            </a:pPr>
            <a:r>
              <a:t>alleluia, alleluia,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Thou flowing water, pure and clear,</a:t>
            </a:r>
          </a:p>
          <a:p>
            <a:pPr algn="ctr">
              <a:lnSpc>
                <a:spcPct val="140000"/>
              </a:lnSpc>
              <a:spcAft>
                <a:spcPts val="1000"/>
              </a:spcAft>
              <a:defRPr sz="6900" b="1" i="0">
                <a:solidFill>
                  <a:srgbClr val="FFFFFF"/>
                </a:solidFill>
                <a:latin typeface="Poppins"/>
              </a:defRPr>
            </a:pPr>
            <a:r>
              <a:t>make music for thy Lord to hear,</a:t>
            </a:r>
          </a:p>
          <a:p>
            <a:pPr algn="ctr">
              <a:lnSpc>
                <a:spcPct val="140000"/>
              </a:lnSpc>
              <a:spcAft>
                <a:spcPts val="1000"/>
              </a:spcAft>
              <a:defRPr sz="6900" b="1" i="0">
                <a:solidFill>
                  <a:srgbClr val="FFFFFF"/>
                </a:solidFill>
                <a:latin typeface="Poppins"/>
              </a:defRPr>
            </a:pPr>
            <a:r>
              <a:t>Alleluia,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Whatsoever folk there be</a:t>
            </a:r>
          </a:p>
          <a:p>
            <a:pPr algn="ctr">
              <a:lnSpc>
                <a:spcPct val="140000"/>
              </a:lnSpc>
              <a:spcAft>
                <a:spcPts val="1000"/>
              </a:spcAft>
              <a:defRPr sz="6900" b="1" i="0">
                <a:solidFill>
                  <a:srgbClr val="FFFFFF"/>
                </a:solidFill>
                <a:latin typeface="Poppins"/>
              </a:defRPr>
            </a:pPr>
            <a:r>
              <a:t>who hold high spring in dignity,</a:t>
            </a:r>
          </a:p>
          <a:p>
            <a:pPr algn="ctr">
              <a:lnSpc>
                <a:spcPct val="140000"/>
              </a:lnSpc>
              <a:spcAft>
                <a:spcPts val="1000"/>
              </a:spcAft>
              <a:defRPr sz="6900" b="1" i="0">
                <a:solidFill>
                  <a:srgbClr val="FFFFFF"/>
                </a:solidFill>
                <a:latin typeface="Poppins"/>
              </a:defRPr>
            </a:pPr>
            <a:r>
              <a:t>O praise him,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And all ye men of tender heart,</a:t>
            </a:r>
          </a:p>
          <a:p>
            <a:pPr algn="ctr">
              <a:lnSpc>
                <a:spcPct val="140000"/>
              </a:lnSpc>
              <a:spcAft>
                <a:spcPts val="1000"/>
              </a:spcAft>
              <a:defRPr sz="6900" b="1" i="0">
                <a:solidFill>
                  <a:srgbClr val="FFFFFF"/>
                </a:solidFill>
                <a:latin typeface="Poppins"/>
              </a:defRPr>
            </a:pPr>
            <a:r>
              <a:t>forgiving others, take your part,</a:t>
            </a:r>
          </a:p>
          <a:p>
            <a:pPr algn="ctr">
              <a:lnSpc>
                <a:spcPct val="140000"/>
              </a:lnSpc>
              <a:spcAft>
                <a:spcPts val="1000"/>
              </a:spcAft>
              <a:defRPr sz="6900" b="1" i="0">
                <a:solidFill>
                  <a:srgbClr val="FFFFFF"/>
                </a:solidFill>
                <a:latin typeface="Poppins"/>
              </a:defRPr>
            </a:pPr>
            <a:r>
              <a:t>O sing ye,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Ye who long pain and sorrow bear,</a:t>
            </a:r>
          </a:p>
          <a:p>
            <a:pPr algn="ctr">
              <a:lnSpc>
                <a:spcPct val="140000"/>
              </a:lnSpc>
              <a:spcAft>
                <a:spcPts val="1000"/>
              </a:spcAft>
              <a:defRPr sz="6900" b="1" i="0">
                <a:solidFill>
                  <a:srgbClr val="FFFFFF"/>
                </a:solidFill>
                <a:latin typeface="Poppins"/>
              </a:defRPr>
            </a:pPr>
            <a:r>
              <a:t>praise God and on him cast your care,</a:t>
            </a:r>
          </a:p>
          <a:p>
            <a:pPr algn="ctr">
              <a:lnSpc>
                <a:spcPct val="140000"/>
              </a:lnSpc>
              <a:spcAft>
                <a:spcPts val="1000"/>
              </a:spcAft>
              <a:defRPr sz="6900" b="1" i="0">
                <a:solidFill>
                  <a:srgbClr val="FFFFFF"/>
                </a:solidFill>
                <a:latin typeface="Poppins"/>
              </a:defRPr>
            </a:pPr>
            <a:r>
              <a:t>O praise him,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Let all things their Creator bless,</a:t>
            </a:r>
          </a:p>
          <a:p>
            <a:pPr algn="ctr">
              <a:lnSpc>
                <a:spcPct val="140000"/>
              </a:lnSpc>
              <a:spcAft>
                <a:spcPts val="1000"/>
              </a:spcAft>
              <a:defRPr sz="6900" b="1" i="0">
                <a:solidFill>
                  <a:srgbClr val="FFFFFF"/>
                </a:solidFill>
                <a:latin typeface="Poppins"/>
              </a:defRPr>
            </a:pPr>
            <a:r>
              <a:t>and worship him in humbleness,</a:t>
            </a:r>
          </a:p>
          <a:p>
            <a:pPr algn="ctr">
              <a:lnSpc>
                <a:spcPct val="140000"/>
              </a:lnSpc>
              <a:spcAft>
                <a:spcPts val="1000"/>
              </a:spcAft>
              <a:defRPr sz="6900" b="1" i="0">
                <a:solidFill>
                  <a:srgbClr val="FFFFFF"/>
                </a:solidFill>
                <a:latin typeface="Poppins"/>
              </a:defRPr>
            </a:pPr>
            <a:r>
              <a:t>O praise him,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Oh, praise the Father, praise the Son,</a:t>
            </a:r>
          </a:p>
          <a:p>
            <a:pPr algn="ctr">
              <a:lnSpc>
                <a:spcPct val="140000"/>
              </a:lnSpc>
              <a:spcAft>
                <a:spcPts val="1000"/>
              </a:spcAft>
              <a:defRPr sz="6900" b="1" i="0">
                <a:solidFill>
                  <a:srgbClr val="FFFFFF"/>
                </a:solidFill>
                <a:latin typeface="Poppins"/>
              </a:defRPr>
            </a:pPr>
            <a:r>
              <a:t>and praise the Spirit, three in one,</a:t>
            </a:r>
          </a:p>
          <a:p>
            <a:pPr algn="ctr">
              <a:lnSpc>
                <a:spcPct val="140000"/>
              </a:lnSpc>
              <a:spcAft>
                <a:spcPts val="1000"/>
              </a:spcAft>
              <a:defRPr sz="6900" b="1" i="0">
                <a:solidFill>
                  <a:srgbClr val="FFFFFF"/>
                </a:solidFill>
                <a:latin typeface="Poppins"/>
              </a:defRPr>
            </a:pPr>
            <a:r>
              <a:t>O praise him, alleluia!</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Entrance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In the Name of the Father, and of the Son, and of the Holy Spirit.</a:t>
            </a:r>
          </a:p>
          <a:p>
            <a:pPr algn="l">
              <a:lnSpc>
                <a:spcPct val="140000"/>
              </a:lnSpc>
              <a:spcBef>
                <a:spcPts val="600"/>
              </a:spcBef>
              <a:spcAft>
                <a:spcPts val="800"/>
              </a:spcAft>
            </a:pPr>
            <a:r>
              <a:rPr sz="5400" b="1" i="0">
                <a:solidFill>
                  <a:srgbClr val="FFFFFF"/>
                </a:solidFill>
                <a:latin typeface="Poppins Black"/>
              </a:rPr>
              <a:t>ALL: Amen.</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Introductory Rites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Brethren (brothers and sisters), let us acknowledge our sins, and so prepare ourselves to celebrate the sacred mysteries.</a:t>
            </a:r>
          </a:p>
          <a:p>
            <a:pPr algn="l">
              <a:lnSpc>
                <a:spcPct val="140000"/>
              </a:lnSpc>
              <a:spcBef>
                <a:spcPts val="600"/>
              </a:spcBef>
              <a:spcAft>
                <a:spcPts val="800"/>
              </a:spcAft>
            </a:pPr>
            <a:r>
              <a:rPr sz="5400" b="1" i="0">
                <a:solidFill>
                  <a:srgbClr val="FFFFFF"/>
                </a:solidFill>
                <a:latin typeface="Poppins Black"/>
              </a:rPr>
              <a:t>ALL: I confess to almighty God</a:t>
            </a:r>
          </a:p>
          <a:p>
            <a:pPr algn="l">
              <a:lnSpc>
                <a:spcPct val="140000"/>
              </a:lnSpc>
              <a:spcAft>
                <a:spcPts val="800"/>
              </a:spcAft>
              <a:defRPr sz="5400" b="1" i="0">
                <a:solidFill>
                  <a:srgbClr val="FFFFFF"/>
                </a:solidFill>
                <a:latin typeface="Poppins SemiBold"/>
              </a:defRPr>
            </a:pPr>
            <a:r>
              <a:t>and to you, my brothers and sisters,</a:t>
            </a:r>
          </a:p>
          <a:p>
            <a:pPr algn="l">
              <a:lnSpc>
                <a:spcPct val="140000"/>
              </a:lnSpc>
              <a:spcAft>
                <a:spcPts val="800"/>
              </a:spcAft>
              <a:defRPr sz="5400" b="1" i="0">
                <a:solidFill>
                  <a:srgbClr val="FFFFFF"/>
                </a:solidFill>
                <a:latin typeface="Poppins SemiBold"/>
              </a:defRPr>
            </a:pPr>
            <a:r>
              <a:t>that I have greatly sinned,</a:t>
            </a:r>
          </a:p>
          <a:p>
            <a:pPr algn="l">
              <a:lnSpc>
                <a:spcPct val="140000"/>
              </a:lnSpc>
              <a:spcAft>
                <a:spcPts val="800"/>
              </a:spcAft>
              <a:defRPr sz="5400" b="1" i="0">
                <a:solidFill>
                  <a:srgbClr val="FFFFFF"/>
                </a:solidFill>
                <a:latin typeface="Poppins SemiBold"/>
              </a:defRPr>
            </a:pPr>
            <a:r>
              <a:t>in my thoughts and in my words,</a:t>
            </a:r>
          </a:p>
          <a:p>
            <a:pPr algn="l">
              <a:lnSpc>
                <a:spcPct val="140000"/>
              </a:lnSpc>
              <a:spcAft>
                <a:spcPts val="800"/>
              </a:spcAft>
              <a:defRPr sz="5400" b="1" i="0">
                <a:solidFill>
                  <a:srgbClr val="FFFFFF"/>
                </a:solidFill>
                <a:latin typeface="Poppins SemiBold"/>
              </a:defRPr>
            </a:pPr>
            <a:r>
              <a:t>in what I have done and in what I have failed to do,</a:t>
            </a:r>
          </a:p>
          <a:p>
            <a:pPr algn="l">
              <a:lnSpc>
                <a:spcPct val="140000"/>
              </a:lnSpc>
              <a:spcAft>
                <a:spcPts val="800"/>
              </a:spcAft>
              <a:defRPr sz="5400" b="1" i="0">
                <a:solidFill>
                  <a:srgbClr val="FFFFFF"/>
                </a:solidFill>
                <a:latin typeface="Poppins SemiBold"/>
              </a:defRPr>
            </a:pPr>
            <a:r>
              <a:t>through my fault, through my fault,</a:t>
            </a:r>
          </a:p>
          <a:p>
            <a:pPr algn="l">
              <a:lnSpc>
                <a:spcPct val="140000"/>
              </a:lnSpc>
              <a:spcAft>
                <a:spcPts val="800"/>
              </a:spcAft>
              <a:defRPr sz="5400" b="1" i="0">
                <a:solidFill>
                  <a:srgbClr val="FFFFFF"/>
                </a:solidFill>
                <a:latin typeface="Poppins SemiBold"/>
              </a:defRPr>
            </a:pPr>
            <a:r>
              <a:t>through my most grievous fault;</a:t>
            </a:r>
          </a:p>
          <a:p>
            <a:pPr algn="l">
              <a:lnSpc>
                <a:spcPct val="140000"/>
              </a:lnSpc>
              <a:spcAft>
                <a:spcPts val="800"/>
              </a:spcAft>
              <a:defRPr sz="5400" b="1" i="0">
                <a:solidFill>
                  <a:srgbClr val="FFFFFF"/>
                </a:solidFill>
                <a:latin typeface="Poppins SemiBold"/>
              </a:defRPr>
            </a:pPr>
            <a:r>
              <a:t>therefore I ask blessed Mary ever-Virgin,</a:t>
            </a:r>
          </a:p>
          <a:p>
            <a:pPr algn="l">
              <a:lnSpc>
                <a:spcPct val="140000"/>
              </a:lnSpc>
              <a:spcAft>
                <a:spcPts val="800"/>
              </a:spcAft>
              <a:defRPr sz="5400" b="1" i="0">
                <a:solidFill>
                  <a:srgbClr val="FFFFFF"/>
                </a:solidFill>
                <a:latin typeface="Poppins SemiBold"/>
              </a:defRPr>
            </a:pPr>
            <a:r>
              <a:t>all the Angels and Saints,</a:t>
            </a:r>
          </a:p>
          <a:p>
            <a:pPr algn="l">
              <a:lnSpc>
                <a:spcPct val="140000"/>
              </a:lnSpc>
              <a:spcAft>
                <a:spcPts val="800"/>
              </a:spcAft>
              <a:defRPr sz="5400" b="1" i="0">
                <a:solidFill>
                  <a:srgbClr val="FFFFFF"/>
                </a:solidFill>
                <a:latin typeface="Poppins SemiBold"/>
              </a:defRPr>
            </a:pPr>
            <a:r>
              <a:t>and you, my brothers and sisters,</a:t>
            </a:r>
          </a:p>
          <a:p>
            <a:pPr algn="l">
              <a:lnSpc>
                <a:spcPct val="140000"/>
              </a:lnSpc>
              <a:spcAft>
                <a:spcPts val="800"/>
              </a:spcAft>
              <a:defRPr sz="5400" b="1" i="0">
                <a:solidFill>
                  <a:srgbClr val="FFFFFF"/>
                </a:solidFill>
                <a:latin typeface="Poppins SemiBold"/>
              </a:defRPr>
            </a:pPr>
            <a:r>
              <a:t>to pray for me to the Lord our God.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May almighty God have mercy on us, forgive us our sins, and bring us to everlasting life.</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Penitential Act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Lord, have mercy.</a:t>
            </a:r>
          </a:p>
          <a:p>
            <a:pPr algn="l">
              <a:lnSpc>
                <a:spcPct val="140000"/>
              </a:lnSpc>
              <a:spcBef>
                <a:spcPts val="600"/>
              </a:spcBef>
              <a:spcAft>
                <a:spcPts val="800"/>
              </a:spcAft>
            </a:pPr>
            <a:r>
              <a:rPr sz="5400" b="1" i="0">
                <a:solidFill>
                  <a:srgbClr val="FFFFFF"/>
                </a:solidFill>
                <a:latin typeface="Poppins Black"/>
              </a:rPr>
              <a:t>ALL: Lord, have mercy.</a:t>
            </a:r>
          </a:p>
          <a:p>
            <a:pPr algn="l">
              <a:lnSpc>
                <a:spcPct val="140000"/>
              </a:lnSpc>
              <a:spcBef>
                <a:spcPts val="600"/>
              </a:spcBef>
              <a:spcAft>
                <a:spcPts val="800"/>
              </a:spcAft>
            </a:pPr>
            <a:r>
              <a:rPr sz="5400" b="1" i="0">
                <a:solidFill>
                  <a:srgbClr val="FFFFFF"/>
                </a:solidFill>
                <a:latin typeface="Poppins Black"/>
              </a:rPr>
              <a:t>ALL: Christ, have mercy.</a:t>
            </a:r>
          </a:p>
          <a:p>
            <a:pPr algn="l">
              <a:lnSpc>
                <a:spcPct val="140000"/>
              </a:lnSpc>
              <a:spcBef>
                <a:spcPts val="600"/>
              </a:spcBef>
              <a:spcAft>
                <a:spcPts val="800"/>
              </a:spcAft>
            </a:pPr>
            <a:r>
              <a:rPr sz="5400" b="1" i="0">
                <a:solidFill>
                  <a:srgbClr val="FFFFFF"/>
                </a:solidFill>
                <a:latin typeface="Poppins Black"/>
              </a:rPr>
              <a:t>ALL: Christ, have mercy.</a:t>
            </a:r>
          </a:p>
          <a:p>
            <a:pPr algn="l">
              <a:lnSpc>
                <a:spcPct val="140000"/>
              </a:lnSpc>
              <a:spcBef>
                <a:spcPts val="600"/>
              </a:spcBef>
              <a:spcAft>
                <a:spcPts val="800"/>
              </a:spcAft>
            </a:pPr>
            <a:r>
              <a:rPr sz="5400" b="1" i="0">
                <a:solidFill>
                  <a:srgbClr val="FFFFFF"/>
                </a:solidFill>
                <a:latin typeface="Poppins Black"/>
              </a:rPr>
              <a:t>ALL: Lord, have mercy.</a:t>
            </a:r>
          </a:p>
          <a:p>
            <a:pPr algn="l">
              <a:lnSpc>
                <a:spcPct val="140000"/>
              </a:lnSpc>
              <a:spcBef>
                <a:spcPts val="600"/>
              </a:spcBef>
              <a:spcAft>
                <a:spcPts val="800"/>
              </a:spcAft>
            </a:pPr>
            <a:r>
              <a:rPr sz="5400" b="1" i="0">
                <a:solidFill>
                  <a:srgbClr val="FFFFFF"/>
                </a:solidFill>
                <a:latin typeface="Poppins Black"/>
              </a:rPr>
              <a:t>ALL: Lord, have mercy.</a:t>
            </a:r>
          </a:p>
          <a:p>
            <a:pPr algn="just">
              <a:lnSpc>
                <a:spcPct val="140000"/>
              </a:lnSpc>
              <a:spcAft>
                <a:spcPts val="800"/>
              </a:spcAft>
              <a:defRPr sz="4500" b="0" i="1">
                <a:solidFill>
                  <a:srgbClr val="FFDE59"/>
                </a:solidFill>
                <a:latin typeface="Lora"/>
              </a:defRPr>
            </a:pPr>
            <a:r>
              <a:t>This acclamation may also be sung, or the invocations from the Missal or approved pastoral practice may be used in full.</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Kyrie Eleison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Glory to God in the highest,</a:t>
            </a:r>
          </a:p>
          <a:p>
            <a:pPr algn="l">
              <a:lnSpc>
                <a:spcPct val="140000"/>
              </a:lnSpc>
              <a:spcAft>
                <a:spcPts val="800"/>
              </a:spcAft>
              <a:defRPr sz="5400" b="1" i="0">
                <a:solidFill>
                  <a:srgbClr val="FFFFFF"/>
                </a:solidFill>
                <a:latin typeface="Poppins SemiBold"/>
              </a:defRPr>
            </a:pPr>
            <a:r>
              <a:t>and on earth peace to people of good will.</a:t>
            </a:r>
          </a:p>
          <a:p>
            <a:pPr algn="l">
              <a:lnSpc>
                <a:spcPct val="140000"/>
              </a:lnSpc>
              <a:spcAft>
                <a:spcPts val="800"/>
              </a:spcAft>
              <a:defRPr sz="5400" b="1" i="0">
                <a:solidFill>
                  <a:srgbClr val="FFFFFF"/>
                </a:solidFill>
                <a:latin typeface="Poppins SemiBold"/>
              </a:defRPr>
            </a:pPr>
            <a:r>
              <a:t>We praise you, we bless you, we adore you,</a:t>
            </a:r>
          </a:p>
          <a:p>
            <a:pPr algn="l">
              <a:lnSpc>
                <a:spcPct val="140000"/>
              </a:lnSpc>
              <a:spcAft>
                <a:spcPts val="800"/>
              </a:spcAft>
              <a:defRPr sz="5400" b="1" i="0">
                <a:solidFill>
                  <a:srgbClr val="FFFFFF"/>
                </a:solidFill>
                <a:latin typeface="Poppins SemiBold"/>
              </a:defRPr>
            </a:pPr>
            <a:r>
              <a:t>we glorify you, we give you thanks</a:t>
            </a:r>
          </a:p>
          <a:p>
            <a:pPr algn="l">
              <a:lnSpc>
                <a:spcPct val="140000"/>
              </a:lnSpc>
              <a:spcAft>
                <a:spcPts val="800"/>
              </a:spcAft>
              <a:defRPr sz="5400" b="1" i="0">
                <a:solidFill>
                  <a:srgbClr val="FFFFFF"/>
                </a:solidFill>
                <a:latin typeface="Poppins SemiBold"/>
              </a:defRPr>
            </a:pPr>
            <a:r>
              <a:t>for your great glory,</a:t>
            </a:r>
          </a:p>
          <a:p>
            <a:pPr algn="l">
              <a:lnSpc>
                <a:spcPct val="140000"/>
              </a:lnSpc>
              <a:spcAft>
                <a:spcPts val="800"/>
              </a:spcAft>
              <a:defRPr sz="5400" b="1" i="0">
                <a:solidFill>
                  <a:srgbClr val="FFFFFF"/>
                </a:solidFill>
                <a:latin typeface="Poppins SemiBold"/>
              </a:defRPr>
            </a:pPr>
            <a:r>
              <a:t>Lord God, heavenly King, O God, almighty Father.</a:t>
            </a:r>
          </a:p>
          <a:p>
            <a:pPr algn="l">
              <a:lnSpc>
                <a:spcPct val="140000"/>
              </a:lnSpc>
              <a:spcAft>
                <a:spcPts val="800"/>
              </a:spcAft>
              <a:defRPr sz="5400" b="1" i="0">
                <a:solidFill>
                  <a:srgbClr val="FFFFFF"/>
                </a:solidFill>
                <a:latin typeface="Poppins SemiBold"/>
              </a:defRPr>
            </a:pPr>
            <a:r>
              <a:t>Lord Jesus Christ, Only Begotten Son,</a:t>
            </a:r>
          </a:p>
          <a:p>
            <a:pPr algn="l">
              <a:lnSpc>
                <a:spcPct val="140000"/>
              </a:lnSpc>
              <a:spcAft>
                <a:spcPts val="800"/>
              </a:spcAft>
              <a:defRPr sz="5400" b="1" i="0">
                <a:solidFill>
                  <a:srgbClr val="FFFFFF"/>
                </a:solidFill>
                <a:latin typeface="Poppins SemiBold"/>
              </a:defRPr>
            </a:pPr>
            <a:r>
              <a:t>Lord God, Lamb of God, Son of the Father,</a:t>
            </a:r>
          </a:p>
          <a:p>
            <a:pPr algn="l">
              <a:lnSpc>
                <a:spcPct val="140000"/>
              </a:lnSpc>
              <a:spcAft>
                <a:spcPts val="800"/>
              </a:spcAft>
              <a:defRPr sz="5400" b="1" i="0">
                <a:solidFill>
                  <a:srgbClr val="FFFFFF"/>
                </a:solidFill>
                <a:latin typeface="Poppins SemiBold"/>
              </a:defRPr>
            </a:pPr>
            <a:r>
              <a:t>you take away the sins of the world, have mercy on us;</a:t>
            </a:r>
          </a:p>
          <a:p>
            <a:pPr algn="l">
              <a:lnSpc>
                <a:spcPct val="140000"/>
              </a:lnSpc>
              <a:spcAft>
                <a:spcPts val="800"/>
              </a:spcAft>
              <a:defRPr sz="5400" b="1" i="0">
                <a:solidFill>
                  <a:srgbClr val="FFFFFF"/>
                </a:solidFill>
                <a:latin typeface="Poppins SemiBold"/>
              </a:defRPr>
            </a:pPr>
            <a:r>
              <a:t>you take away the sins of the world, receive our prayer;</a:t>
            </a:r>
          </a:p>
          <a:p>
            <a:pPr algn="l">
              <a:lnSpc>
                <a:spcPct val="140000"/>
              </a:lnSpc>
              <a:spcAft>
                <a:spcPts val="800"/>
              </a:spcAft>
              <a:defRPr sz="5400" b="1" i="0">
                <a:solidFill>
                  <a:srgbClr val="FFFFFF"/>
                </a:solidFill>
                <a:latin typeface="Poppins SemiBold"/>
              </a:defRPr>
            </a:pPr>
            <a:r>
              <a:t>you are seated at the right hand of the Father, have mercy on us.</a:t>
            </a:r>
          </a:p>
          <a:p>
            <a:pPr algn="l">
              <a:lnSpc>
                <a:spcPct val="140000"/>
              </a:lnSpc>
              <a:spcAft>
                <a:spcPts val="800"/>
              </a:spcAft>
              <a:defRPr sz="5400" b="1" i="0">
                <a:solidFill>
                  <a:srgbClr val="FFFFFF"/>
                </a:solidFill>
                <a:latin typeface="Poppins SemiBold"/>
              </a:defRPr>
            </a:pPr>
            <a:r>
              <a:t>For you alone are the Holy One,</a:t>
            </a:r>
          </a:p>
          <a:p>
            <a:pPr algn="l">
              <a:lnSpc>
                <a:spcPct val="140000"/>
              </a:lnSpc>
              <a:spcAft>
                <a:spcPts val="800"/>
              </a:spcAft>
              <a:defRPr sz="5400" b="1" i="0">
                <a:solidFill>
                  <a:srgbClr val="FFFFFF"/>
                </a:solidFill>
                <a:latin typeface="Poppins SemiBold"/>
              </a:defRPr>
            </a:pPr>
            <a:r>
              <a:t>you alone are the Lord,</a:t>
            </a:r>
          </a:p>
          <a:p>
            <a:pPr algn="l">
              <a:lnSpc>
                <a:spcPct val="140000"/>
              </a:lnSpc>
              <a:spcAft>
                <a:spcPts val="800"/>
              </a:spcAft>
              <a:defRPr sz="5400" b="1" i="0">
                <a:solidFill>
                  <a:srgbClr val="FFFFFF"/>
                </a:solidFill>
                <a:latin typeface="Poppins SemiBold"/>
              </a:defRPr>
            </a:pPr>
            <a:r>
              <a:t>you alone are the Most High,</a:t>
            </a:r>
          </a:p>
          <a:p>
            <a:pPr algn="l">
              <a:lnSpc>
                <a:spcPct val="140000"/>
              </a:lnSpc>
              <a:spcAft>
                <a:spcPts val="800"/>
              </a:spcAft>
              <a:defRPr sz="5400" b="1" i="0">
                <a:solidFill>
                  <a:srgbClr val="FFFFFF"/>
                </a:solidFill>
                <a:latin typeface="Poppins SemiBold"/>
              </a:defRPr>
            </a:pPr>
            <a:r>
              <a:t>Jesus Christ,</a:t>
            </a:r>
          </a:p>
          <a:p>
            <a:pPr algn="l">
              <a:lnSpc>
                <a:spcPct val="140000"/>
              </a:lnSpc>
              <a:spcAft>
                <a:spcPts val="800"/>
              </a:spcAft>
              <a:defRPr sz="5400" b="1" i="0">
                <a:solidFill>
                  <a:srgbClr val="FFFFFF"/>
                </a:solidFill>
                <a:latin typeface="Poppins SemiBold"/>
              </a:defRPr>
            </a:pPr>
            <a:r>
              <a:t>with the Holy Spirit,</a:t>
            </a:r>
          </a:p>
          <a:p>
            <a:pPr algn="l">
              <a:lnSpc>
                <a:spcPct val="140000"/>
              </a:lnSpc>
              <a:spcAft>
                <a:spcPts val="800"/>
              </a:spcAft>
              <a:defRPr sz="5400" b="1" i="0">
                <a:solidFill>
                  <a:srgbClr val="FFFFFF"/>
                </a:solidFill>
                <a:latin typeface="Poppins SemiBold"/>
              </a:defRPr>
            </a:pPr>
            <a:r>
              <a:t>in the glory of God the Father.</a:t>
            </a:r>
          </a:p>
          <a:p>
            <a:pPr algn="l">
              <a:lnSpc>
                <a:spcPct val="140000"/>
              </a:lnSpc>
              <a:spcAft>
                <a:spcPts val="800"/>
              </a:spcAft>
              <a:defRPr sz="5400" b="1" i="0">
                <a:solidFill>
                  <a:srgbClr val="FFFFFF"/>
                </a:solidFill>
                <a:latin typeface="Poppins SemiBold"/>
              </a:defRPr>
            </a:pPr>
            <a:r>
              <a:t>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Gloria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pray.</a:t>
            </a:r>
          </a:p>
          <a:p>
            <a:pPr algn="just">
              <a:lnSpc>
                <a:spcPct val="140000"/>
              </a:lnSpc>
              <a:spcAft>
                <a:spcPts val="800"/>
              </a:spcAft>
              <a:defRPr sz="4500" b="0" i="1">
                <a:solidFill>
                  <a:srgbClr val="FFDE59"/>
                </a:solidFill>
                <a:latin typeface="Lora"/>
              </a:defRPr>
            </a:pPr>
            <a:r>
              <a:t>All pray silently with the Priest for a moment. Then the Priest says the Collect for the day, that is, the Opening Prayer, in full from the Roman Missal for this celebration—nothing abbreviated. The people respond at the end.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242606"/>
            <a:ext cx="16253615"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WORD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77430"/>
            <a:ext cx="16253615"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163709" y="2147862"/>
            <a:ext cx="16253615" cy="804672"/>
          </a:xfrm>
          <a:prstGeom prst="rect">
            <a:avLst/>
          </a:prstGeom>
          <a:noFill/>
        </p:spPr>
        <p:txBody>
          <a:bodyPr wrap="square" lIns="0" rIns="0" tIns="0" bIns="0">
            <a:noAutofit/>
          </a:bodyPr>
          <a:lstStyle/>
          <a:p>
            <a:pPr algn="ctr">
              <a:defRPr sz="4600" b="1" i="0">
                <a:solidFill>
                  <a:srgbClr val="FFB800"/>
                </a:solidFill>
                <a:latin typeface="Poppins"/>
              </a:defRPr>
            </a:pPr>
            <a:r>
              <a:t>First Reading (Acts 1:1-11)</a:t>
            </a:r>
          </a:p>
        </p:txBody>
      </p:sp>
      <p:sp>
        <p:nvSpPr>
          <p:cNvPr id="6" name="TextBox 5"/>
          <p:cNvSpPr txBox="1"/>
          <p:nvPr/>
        </p:nvSpPr>
        <p:spPr>
          <a:xfrm>
            <a:off x="1163709" y="3007398"/>
            <a:ext cx="16253615" cy="475488"/>
          </a:xfrm>
          <a:prstGeom prst="rect">
            <a:avLst/>
          </a:prstGeom>
          <a:noFill/>
        </p:spPr>
        <p:txBody>
          <a:bodyPr wrap="square" lIns="0" rIns="0" tIns="0" bIns="0">
            <a:noAutofit/>
          </a:bodyPr>
          <a:lstStyle/>
          <a:p>
            <a:pPr algn="ctr">
              <a:defRPr sz="2200" b="0" i="0">
                <a:solidFill>
                  <a:srgbClr val="FFFFFF"/>
                </a:solidFill>
                <a:latin typeface="Poppins"/>
              </a:defRPr>
            </a:pPr>
            <a:r>
              <a:t>Acts 1:1-11</a:t>
            </a:r>
          </a:p>
        </p:txBody>
      </p:sp>
      <p:sp>
        <p:nvSpPr>
          <p:cNvPr id="7" name="TextBox 6"/>
          <p:cNvSpPr txBox="1"/>
          <p:nvPr/>
        </p:nvSpPr>
        <p:spPr>
          <a:xfrm>
            <a:off x="1163709" y="3592614"/>
            <a:ext cx="16253615" cy="5779986"/>
          </a:xfrm>
          <a:prstGeom prst="rect">
            <a:avLst/>
          </a:prstGeom>
          <a:noFill/>
        </p:spPr>
        <p:txBody>
          <a:bodyPr wrap="square" lIns="0" rIns="0" tIns="0" bIns="0">
            <a:no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77430"/>
            <a:ext cx="16253615"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163709" y="2147862"/>
            <a:ext cx="16253615" cy="804672"/>
          </a:xfrm>
          <a:prstGeom prst="rect">
            <a:avLst/>
          </a:prstGeom>
          <a:noFill/>
        </p:spPr>
        <p:txBody>
          <a:bodyPr wrap="square" lIns="0" rIns="0" tIns="0" bIns="0">
            <a:noAutofit/>
          </a:bodyPr>
          <a:lstStyle/>
          <a:p>
            <a:pPr algn="ctr">
              <a:defRPr sz="4600" b="1" i="0">
                <a:solidFill>
                  <a:srgbClr val="FFB800"/>
                </a:solidFill>
                <a:latin typeface="Poppins"/>
              </a:defRPr>
            </a:pPr>
            <a:r>
              <a:t>Responsorial Psalm (Psalm 47:2-3, 6-7, 8-9)</a:t>
            </a:r>
          </a:p>
        </p:txBody>
      </p:sp>
      <p:sp>
        <p:nvSpPr>
          <p:cNvPr id="6" name="TextBox 5"/>
          <p:cNvSpPr txBox="1"/>
          <p:nvPr/>
        </p:nvSpPr>
        <p:spPr>
          <a:xfrm>
            <a:off x="1163709" y="3007398"/>
            <a:ext cx="16253615" cy="475488"/>
          </a:xfrm>
          <a:prstGeom prst="rect">
            <a:avLst/>
          </a:prstGeom>
          <a:noFill/>
        </p:spPr>
        <p:txBody>
          <a:bodyPr wrap="square" lIns="0" rIns="0" tIns="0" bIns="0">
            <a:noAutofit/>
          </a:bodyPr>
          <a:lstStyle/>
          <a:p>
            <a:pPr algn="ctr">
              <a:defRPr sz="2200" b="0" i="0">
                <a:solidFill>
                  <a:srgbClr val="FFFFFF"/>
                </a:solidFill>
                <a:latin typeface="Poppins"/>
              </a:defRPr>
            </a:pPr>
            <a:r>
              <a:t>Psalm 47:2-3, 6-7, 8-9</a:t>
            </a:r>
          </a:p>
        </p:txBody>
      </p:sp>
      <p:sp>
        <p:nvSpPr>
          <p:cNvPr id="7" name="TextBox 6"/>
          <p:cNvSpPr txBox="1"/>
          <p:nvPr/>
        </p:nvSpPr>
        <p:spPr>
          <a:xfrm>
            <a:off x="1163709" y="3592614"/>
            <a:ext cx="16253615" cy="5779986"/>
          </a:xfrm>
          <a:prstGeom prst="rect">
            <a:avLst/>
          </a:prstGeom>
          <a:noFill/>
        </p:spPr>
        <p:txBody>
          <a:bodyPr wrap="square" lIns="0" rIns="0" tIns="0" bIns="0">
            <a:no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Word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77430"/>
            <a:ext cx="16253615" cy="1097280"/>
          </a:xfrm>
          <a:prstGeom prst="rect">
            <a:avLst/>
          </a:prstGeom>
          <a:noFill/>
        </p:spPr>
        <p:txBody>
          <a:bodyPr wrap="square" lIns="0" rIns="0" tIns="0" bIns="0">
            <a:noAutofit/>
          </a:bodyPr>
          <a:lstStyle/>
          <a:p>
            <a:pPr algn="ctr">
              <a:lnSpc>
                <a:spcPct val="140000"/>
              </a:lnSpc>
              <a:defRPr sz="5200" b="1" i="0">
                <a:solidFill>
                  <a:srgbClr val="FFFFFF"/>
                </a:solidFill>
                <a:latin typeface="Alegreya Sans SC"/>
              </a:defRPr>
            </a:pPr>
            <a:r>
              <a:t>Liturgy of the Word</a:t>
            </a:r>
          </a:p>
        </p:txBody>
      </p:sp>
      <p:sp>
        <p:nvSpPr>
          <p:cNvPr id="5" name="TextBox 4"/>
          <p:cNvSpPr txBox="1"/>
          <p:nvPr/>
        </p:nvSpPr>
        <p:spPr>
          <a:xfrm>
            <a:off x="1163709" y="2147862"/>
            <a:ext cx="16253615" cy="804672"/>
          </a:xfrm>
          <a:prstGeom prst="rect">
            <a:avLst/>
          </a:prstGeom>
          <a:noFill/>
        </p:spPr>
        <p:txBody>
          <a:bodyPr wrap="square" lIns="0" rIns="0" tIns="0" bIns="0">
            <a:noAutofit/>
          </a:bodyPr>
          <a:lstStyle/>
          <a:p>
            <a:pPr algn="ctr">
              <a:defRPr sz="4600" b="1" i="0">
                <a:solidFill>
                  <a:srgbClr val="FFB800"/>
                </a:solidFill>
                <a:latin typeface="Poppins"/>
              </a:defRPr>
            </a:pPr>
            <a:r>
              <a:t>Second Reading (Ephesians 1:17-23)</a:t>
            </a:r>
          </a:p>
        </p:txBody>
      </p:sp>
      <p:sp>
        <p:nvSpPr>
          <p:cNvPr id="6" name="TextBox 5"/>
          <p:cNvSpPr txBox="1"/>
          <p:nvPr/>
        </p:nvSpPr>
        <p:spPr>
          <a:xfrm>
            <a:off x="1163709" y="3007398"/>
            <a:ext cx="16253615" cy="475488"/>
          </a:xfrm>
          <a:prstGeom prst="rect">
            <a:avLst/>
          </a:prstGeom>
          <a:noFill/>
        </p:spPr>
        <p:txBody>
          <a:bodyPr wrap="square" lIns="0" rIns="0" tIns="0" bIns="0">
            <a:noAutofit/>
          </a:bodyPr>
          <a:lstStyle/>
          <a:p>
            <a:pPr algn="ctr">
              <a:defRPr sz="2200" b="0" i="0">
                <a:solidFill>
                  <a:srgbClr val="FFFFFF"/>
                </a:solidFill>
                <a:latin typeface="Poppins"/>
              </a:defRPr>
            </a:pPr>
            <a:r>
              <a:t>Ephesians 1:17-23</a:t>
            </a:r>
          </a:p>
        </p:txBody>
      </p:sp>
      <p:sp>
        <p:nvSpPr>
          <p:cNvPr id="7" name="TextBox 6"/>
          <p:cNvSpPr txBox="1"/>
          <p:nvPr/>
        </p:nvSpPr>
        <p:spPr>
          <a:xfrm>
            <a:off x="1163709" y="3592614"/>
            <a:ext cx="16253615" cy="5779986"/>
          </a:xfrm>
          <a:prstGeom prst="rect">
            <a:avLst/>
          </a:prstGeom>
          <a:noFill/>
        </p:spPr>
        <p:txBody>
          <a:bodyPr wrap="square" lIns="0" rIns="0" tIns="0" bIns="0">
            <a:noAutofit/>
          </a:bodyPr>
          <a:lstStyle/>
          <a:p>
            <a:pPr algn="ctr">
              <a:lnSpc>
                <a:spcPct val="140000"/>
              </a:lnSpc>
              <a:spcAft>
                <a:spcPts val="500"/>
              </a:spcAft>
              <a:defRPr sz="4400" b="0" i="1">
                <a:solidFill>
                  <a:srgbClr val="FFF8EB"/>
                </a:solidFill>
                <a:latin typeface="Alice"/>
              </a:defRPr>
            </a:pPr>
            <a:r>
              <a:t>Full text was not loaded from bible.usccb.org. Open today’s readings for this date and paste if needed.</a:t>
            </a:r>
          </a:p>
        </p:txBody>
      </p:sp>
      <p:sp>
        <p:nvSpPr>
          <p:cNvPr id="8" name="TextBox 7"/>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Word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ALLELUIA! ALLELUIA! ALLELUIA! ALLELUIA!</a:t>
            </a:r>
          </a:p>
          <a:p>
            <a:pPr algn="just">
              <a:lnSpc>
                <a:spcPct val="140000"/>
              </a:lnSpc>
              <a:spcAft>
                <a:spcPts val="800"/>
              </a:spcAft>
              <a:defRPr sz="4500" b="0" i="1">
                <a:solidFill>
                  <a:srgbClr val="FFDE59"/>
                </a:solidFill>
                <a:latin typeface="Lora"/>
              </a:defRPr>
            </a:pPr>
            <a:r>
              <a:t>Sing the verse of the Gospel Acclamation given in the Lectionary for this Mass in full, not shortened.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a:p>
            <a:pPr algn="just">
              <a:lnSpc>
                <a:spcPct val="140000"/>
              </a:lnSpc>
              <a:spcAft>
                <a:spcPts val="800"/>
              </a:spcAft>
              <a:defRPr sz="4500" b="0" i="1">
                <a:solidFill>
                  <a:srgbClr val="FFDE59"/>
                </a:solidFill>
                <a:latin typeface="Lor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l">
              <a:lnSpc>
                <a:spcPct val="140000"/>
              </a:lnSpc>
              <a:spcBef>
                <a:spcPts val="600"/>
              </a:spcBef>
              <a:spcAft>
                <a:spcPts val="800"/>
              </a:spcAft>
            </a:pPr>
            <a:r>
              <a:rPr sz="5400" b="1" i="0">
                <a:solidFill>
                  <a:srgbClr val="FFFFFF"/>
                </a:solidFill>
                <a:latin typeface="Poppins Black"/>
              </a:rPr>
              <a:t>ALL: Glory to you, O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 Acclamation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Matthew 28:16-20</a:t>
            </a:r>
          </a:p>
          <a:p>
            <a:pPr algn="just">
              <a:lnSpc>
                <a:spcPct val="140000"/>
              </a:lnSpc>
              <a:spcAft>
                <a:spcPts val="800"/>
              </a:spcAft>
              <a:defRPr sz="4500" b="0" i="1">
                <a:solidFill>
                  <a:srgbClr val="FFDE59"/>
                </a:solidFill>
                <a:latin typeface="Lora"/>
              </a:defRPr>
            </a:pPr>
          </a:p>
          <a:p>
            <a:pPr algn="l">
              <a:lnSpc>
                <a:spcPct val="140000"/>
              </a:lnSpc>
              <a:spcBef>
                <a:spcPts val="600"/>
              </a:spcBef>
              <a:spcAft>
                <a:spcPts val="800"/>
              </a:spcAft>
            </a:pPr>
            <a:r>
              <a:rPr sz="5400" b="1" i="0">
                <a:solidFill>
                  <a:srgbClr val="FFFFFF"/>
                </a:solidFill>
                <a:latin typeface="Poppins Black"/>
              </a:rPr>
              <a:t>ALL: “Go and make disciples of all nations, baptizing them in the name of the Father and of the Son and of the Holy Spirit, teaching them to observe all things that I commanded you.”</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77430"/>
            <a:ext cx="16253615" cy="804672"/>
          </a:xfrm>
          <a:prstGeom prst="rect">
            <a:avLst/>
          </a:prstGeom>
          <a:noFill/>
        </p:spPr>
        <p:txBody>
          <a:bodyPr wrap="square" lIns="0" rIns="0" tIns="0" bIns="0">
            <a:noAutofit/>
          </a:bodyPr>
          <a:lstStyle/>
          <a:p>
            <a:pPr algn="ctr">
              <a:defRPr sz="4600" b="1" i="0">
                <a:solidFill>
                  <a:srgbClr val="FFB800"/>
                </a:solidFill>
                <a:latin typeface="Poppins"/>
              </a:defRPr>
            </a:pPr>
            <a:r>
              <a:t>Gospel</a:t>
            </a:r>
          </a:p>
        </p:txBody>
      </p:sp>
      <p:sp>
        <p:nvSpPr>
          <p:cNvPr id="5" name="TextBox 4"/>
          <p:cNvSpPr txBox="1"/>
          <p:nvPr/>
        </p:nvSpPr>
        <p:spPr>
          <a:xfrm>
            <a:off x="1163709" y="1836966"/>
            <a:ext cx="16253615" cy="475488"/>
          </a:xfrm>
          <a:prstGeom prst="rect">
            <a:avLst/>
          </a:prstGeom>
          <a:noFill/>
        </p:spPr>
        <p:txBody>
          <a:bodyPr wrap="square" lIns="0" rIns="0" tIns="0" bIns="0">
            <a:noAutofit/>
          </a:bodyPr>
          <a:lstStyle/>
          <a:p>
            <a:pPr algn="ctr">
              <a:defRPr sz="2200" b="0" i="0">
                <a:solidFill>
                  <a:srgbClr val="FFFFFF"/>
                </a:solidFill>
                <a:latin typeface="Poppins"/>
              </a:defRPr>
            </a:pPr>
            <a:r>
              <a:t>Matthew 28:16-20</a:t>
            </a:r>
          </a:p>
        </p:txBody>
      </p:sp>
      <p:sp>
        <p:nvSpPr>
          <p:cNvPr id="6" name="TextBox 5"/>
          <p:cNvSpPr txBox="1"/>
          <p:nvPr/>
        </p:nvSpPr>
        <p:spPr>
          <a:xfrm>
            <a:off x="1163709" y="2422182"/>
            <a:ext cx="16253615" cy="6950418"/>
          </a:xfrm>
          <a:prstGeom prst="rect">
            <a:avLst/>
          </a:prstGeom>
          <a:noFill/>
        </p:spPr>
        <p:txBody>
          <a:bodyPr wrap="square" lIns="0" rIns="0" tIns="0" bIns="0">
            <a:noAutofit/>
          </a:bodyPr>
          <a:lstStyle/>
          <a:p>
            <a:pPr algn="ctr">
              <a:lnSpc>
                <a:spcPct val="140000"/>
              </a:lnSpc>
              <a:spcAft>
                <a:spcPts val="500"/>
              </a:spcAft>
              <a:defRPr sz="4400" b="0" i="1">
                <a:solidFill>
                  <a:srgbClr val="FFF8EB"/>
                </a:solidFill>
                <a:latin typeface="Alice"/>
              </a:defRPr>
            </a:pPr>
            <a:r>
              <a:t>But the eleven disciples went into Galilee, to the mountain where Jesus had sent them. When they saw him, they bowed down to him, but some doubted. Jesus came to them and spoke to them, saying, “All authority has been given to me in heaven and on earth. Go and make disciples of all nations, baptizing them in the name of the Father and of the Son and of the Holy Spirit, teaching them to observe all things that I commanded you. Behold, I am with you always, even to the end of the age.” Amen.</a:t>
            </a:r>
          </a:p>
        </p:txBody>
      </p:sp>
      <p:sp>
        <p:nvSpPr>
          <p:cNvPr id="7" name="TextBox 6"/>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Gospel of the Lord.</a:t>
            </a:r>
          </a:p>
          <a:p>
            <a:pPr algn="l">
              <a:lnSpc>
                <a:spcPct val="140000"/>
              </a:lnSpc>
              <a:spcBef>
                <a:spcPts val="600"/>
              </a:spcBef>
              <a:spcAft>
                <a:spcPts val="800"/>
              </a:spcAft>
            </a:pPr>
            <a:r>
              <a:rPr sz="5400" b="1" i="0">
                <a:solidFill>
                  <a:srgbClr val="FFFFFF"/>
                </a:solidFill>
                <a:latin typeface="Poppins Black"/>
              </a:rPr>
              <a:t>ALL: Praise to you, Lord Jesus Christ.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Gospel Acclamation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Time for the homily — Father will now preach.</a:t>
            </a:r>
          </a:p>
          <a:p>
            <a:pPr algn="just">
              <a:lnSpc>
                <a:spcPct val="140000"/>
              </a:lnSpc>
              <a:spcAft>
                <a:spcPts val="800"/>
              </a:spcAft>
              <a:defRPr sz="4500" b="0" i="1">
                <a:solidFill>
                  <a:srgbClr val="FFDE59"/>
                </a:solidFill>
                <a:latin typeface="Lora"/>
              </a:defRPr>
            </a:pPr>
            <a:r>
              <a:t>Commentator may introduce the theme.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Homily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I believe in one God,</a:t>
            </a:r>
          </a:p>
          <a:p>
            <a:pPr algn="l">
              <a:lnSpc>
                <a:spcPct val="140000"/>
              </a:lnSpc>
              <a:spcAft>
                <a:spcPts val="800"/>
              </a:spcAft>
              <a:defRPr sz="5400" b="1" i="0">
                <a:solidFill>
                  <a:srgbClr val="FFFFFF"/>
                </a:solidFill>
                <a:latin typeface="Poppins SemiBold"/>
              </a:defRPr>
            </a:pPr>
            <a:r>
              <a:t>the Father almighty,</a:t>
            </a:r>
          </a:p>
          <a:p>
            <a:pPr algn="l">
              <a:lnSpc>
                <a:spcPct val="140000"/>
              </a:lnSpc>
              <a:spcAft>
                <a:spcPts val="800"/>
              </a:spcAft>
              <a:defRPr sz="5400" b="1" i="0">
                <a:solidFill>
                  <a:srgbClr val="FFFFFF"/>
                </a:solidFill>
                <a:latin typeface="Poppins SemiBold"/>
              </a:defRPr>
            </a:pPr>
            <a:r>
              <a:t>maker of heaven and earth,</a:t>
            </a:r>
          </a:p>
          <a:p>
            <a:pPr algn="l">
              <a:lnSpc>
                <a:spcPct val="140000"/>
              </a:lnSpc>
              <a:spcAft>
                <a:spcPts val="800"/>
              </a:spcAft>
              <a:defRPr sz="5400" b="1" i="0">
                <a:solidFill>
                  <a:srgbClr val="FFFFFF"/>
                </a:solidFill>
                <a:latin typeface="Poppins SemiBold"/>
              </a:defRPr>
            </a:pPr>
            <a:r>
              <a:t>of all things visible and invisible.</a:t>
            </a:r>
          </a:p>
          <a:p>
            <a:pPr algn="l">
              <a:lnSpc>
                <a:spcPct val="140000"/>
              </a:lnSpc>
              <a:spcAft>
                <a:spcPts val="800"/>
              </a:spcAft>
              <a:defRPr sz="5400" b="1" i="0">
                <a:solidFill>
                  <a:srgbClr val="FFFFFF"/>
                </a:solidFill>
                <a:latin typeface="Poppins SemiBold"/>
              </a:defRPr>
            </a:pPr>
            <a:r>
              <a:t>I believe in one Lord Jesus Christ,</a:t>
            </a:r>
          </a:p>
          <a:p>
            <a:pPr algn="l">
              <a:lnSpc>
                <a:spcPct val="140000"/>
              </a:lnSpc>
              <a:spcAft>
                <a:spcPts val="800"/>
              </a:spcAft>
              <a:defRPr sz="5400" b="1" i="0">
                <a:solidFill>
                  <a:srgbClr val="FFFFFF"/>
                </a:solidFill>
                <a:latin typeface="Poppins SemiBold"/>
              </a:defRPr>
            </a:pPr>
            <a:r>
              <a:t>the Only Begotten Son of God,</a:t>
            </a:r>
          </a:p>
          <a:p>
            <a:pPr algn="l">
              <a:lnSpc>
                <a:spcPct val="140000"/>
              </a:lnSpc>
              <a:spcAft>
                <a:spcPts val="800"/>
              </a:spcAft>
              <a:defRPr sz="5400" b="1" i="0">
                <a:solidFill>
                  <a:srgbClr val="FFFFFF"/>
                </a:solidFill>
                <a:latin typeface="Poppins SemiBold"/>
              </a:defRPr>
            </a:pPr>
            <a:r>
              <a:t>born of the Father before all ages.</a:t>
            </a:r>
          </a:p>
          <a:p>
            <a:pPr algn="l">
              <a:lnSpc>
                <a:spcPct val="140000"/>
              </a:lnSpc>
              <a:spcAft>
                <a:spcPts val="800"/>
              </a:spcAft>
              <a:defRPr sz="5400" b="1" i="0">
                <a:solidFill>
                  <a:srgbClr val="FFFFFF"/>
                </a:solidFill>
                <a:latin typeface="Poppins SemiBold"/>
              </a:defRPr>
            </a:pPr>
            <a:r>
              <a:t>God from God, Light from Light,</a:t>
            </a:r>
          </a:p>
          <a:p>
            <a:pPr algn="l">
              <a:lnSpc>
                <a:spcPct val="140000"/>
              </a:lnSpc>
              <a:spcAft>
                <a:spcPts val="800"/>
              </a:spcAft>
              <a:defRPr sz="5400" b="1" i="0">
                <a:solidFill>
                  <a:srgbClr val="FFFFFF"/>
                </a:solidFill>
                <a:latin typeface="Poppins SemiBold"/>
              </a:defRPr>
            </a:pPr>
            <a:r>
              <a:t>true God from true God,</a:t>
            </a:r>
          </a:p>
          <a:p>
            <a:pPr algn="l">
              <a:lnSpc>
                <a:spcPct val="140000"/>
              </a:lnSpc>
              <a:spcAft>
                <a:spcPts val="800"/>
              </a:spcAft>
              <a:defRPr sz="5400" b="1" i="0">
                <a:solidFill>
                  <a:srgbClr val="FFFFFF"/>
                </a:solidFill>
                <a:latin typeface="Poppins SemiBold"/>
              </a:defRPr>
            </a:pPr>
            <a:r>
              <a:t>begotten, not made, consubstantial with the Father;</a:t>
            </a:r>
          </a:p>
          <a:p>
            <a:pPr algn="l">
              <a:lnSpc>
                <a:spcPct val="140000"/>
              </a:lnSpc>
              <a:spcAft>
                <a:spcPts val="800"/>
              </a:spcAft>
              <a:defRPr sz="5400" b="1" i="0">
                <a:solidFill>
                  <a:srgbClr val="FFFFFF"/>
                </a:solidFill>
                <a:latin typeface="Poppins SemiBold"/>
              </a:defRPr>
            </a:pPr>
            <a:r>
              <a:t>through him all things were made.</a:t>
            </a:r>
          </a:p>
          <a:p>
            <a:pPr algn="l">
              <a:lnSpc>
                <a:spcPct val="140000"/>
              </a:lnSpc>
              <a:spcAft>
                <a:spcPts val="800"/>
              </a:spcAft>
              <a:defRPr sz="5400" b="1" i="0">
                <a:solidFill>
                  <a:srgbClr val="FFFFFF"/>
                </a:solidFill>
                <a:latin typeface="Poppins SemiBold"/>
              </a:defRPr>
            </a:pPr>
            <a:r>
              <a:t>For us men and for our salvation</a:t>
            </a:r>
          </a:p>
          <a:p>
            <a:pPr algn="l">
              <a:lnSpc>
                <a:spcPct val="140000"/>
              </a:lnSpc>
              <a:spcAft>
                <a:spcPts val="800"/>
              </a:spcAft>
              <a:defRPr sz="5400" b="1" i="0">
                <a:solidFill>
                  <a:srgbClr val="FFFFFF"/>
                </a:solidFill>
                <a:latin typeface="Poppins SemiBold"/>
              </a:defRPr>
            </a:pPr>
            <a:r>
              <a:t>he came down from heaven,</a:t>
            </a:r>
          </a:p>
          <a:p>
            <a:pPr algn="l">
              <a:lnSpc>
                <a:spcPct val="140000"/>
              </a:lnSpc>
              <a:spcAft>
                <a:spcPts val="800"/>
              </a:spcAft>
              <a:defRPr sz="5400" b="1" i="0">
                <a:solidFill>
                  <a:srgbClr val="FFFFFF"/>
                </a:solidFill>
                <a:latin typeface="Poppins SemiBold"/>
              </a:defRPr>
            </a:pPr>
            <a:r>
              <a:t>and by the Holy Spirit was incarnate of the Virgin Mary,</a:t>
            </a:r>
          </a:p>
          <a:p>
            <a:pPr algn="l">
              <a:lnSpc>
                <a:spcPct val="140000"/>
              </a:lnSpc>
              <a:spcAft>
                <a:spcPts val="800"/>
              </a:spcAft>
              <a:defRPr sz="5400" b="1" i="0">
                <a:solidFill>
                  <a:srgbClr val="FFFFFF"/>
                </a:solidFill>
                <a:latin typeface="Poppins SemiBold"/>
              </a:defRPr>
            </a:pPr>
            <a:r>
              <a:t>and became man.</a:t>
            </a:r>
          </a:p>
          <a:p>
            <a:pPr algn="l">
              <a:lnSpc>
                <a:spcPct val="140000"/>
              </a:lnSpc>
              <a:spcAft>
                <a:spcPts val="800"/>
              </a:spcAft>
              <a:defRPr sz="5400" b="1" i="0">
                <a:solidFill>
                  <a:srgbClr val="FFFFFF"/>
                </a:solidFill>
                <a:latin typeface="Poppins SemiBold"/>
              </a:defRPr>
            </a:pPr>
            <a:r>
              <a:t>For our sake he was crucified under Pontius Pilate,</a:t>
            </a:r>
          </a:p>
          <a:p>
            <a:pPr algn="l">
              <a:lnSpc>
                <a:spcPct val="140000"/>
              </a:lnSpc>
              <a:spcAft>
                <a:spcPts val="800"/>
              </a:spcAft>
              <a:defRPr sz="5400" b="1" i="0">
                <a:solidFill>
                  <a:srgbClr val="FFFFFF"/>
                </a:solidFill>
                <a:latin typeface="Poppins SemiBold"/>
              </a:defRPr>
            </a:pPr>
            <a:r>
              <a:t>he suffered death and was buried,</a:t>
            </a:r>
          </a:p>
          <a:p>
            <a:pPr algn="l">
              <a:lnSpc>
                <a:spcPct val="140000"/>
              </a:lnSpc>
              <a:spcAft>
                <a:spcPts val="800"/>
              </a:spcAft>
              <a:defRPr sz="5400" b="1" i="0">
                <a:solidFill>
                  <a:srgbClr val="FFFFFF"/>
                </a:solidFill>
                <a:latin typeface="Poppins SemiBold"/>
              </a:defRPr>
            </a:pPr>
            <a:r>
              <a:t>and rose again on the third day</a:t>
            </a:r>
          </a:p>
          <a:p>
            <a:pPr algn="l">
              <a:lnSpc>
                <a:spcPct val="140000"/>
              </a:lnSpc>
              <a:spcAft>
                <a:spcPts val="800"/>
              </a:spcAft>
              <a:defRPr sz="5400" b="1" i="0">
                <a:solidFill>
                  <a:srgbClr val="FFFFFF"/>
                </a:solidFill>
                <a:latin typeface="Poppins SemiBold"/>
              </a:defRPr>
            </a:pPr>
            <a:r>
              <a:t>in accordance with the Scriptures.</a:t>
            </a:r>
          </a:p>
          <a:p>
            <a:pPr algn="l">
              <a:lnSpc>
                <a:spcPct val="140000"/>
              </a:lnSpc>
              <a:spcAft>
                <a:spcPts val="800"/>
              </a:spcAft>
              <a:defRPr sz="5400" b="1" i="0">
                <a:solidFill>
                  <a:srgbClr val="FFFFFF"/>
                </a:solidFill>
                <a:latin typeface="Poppins SemiBold"/>
              </a:defRPr>
            </a:pPr>
            <a:r>
              <a:t>He ascended into heaven</a:t>
            </a:r>
          </a:p>
          <a:p>
            <a:pPr algn="l">
              <a:lnSpc>
                <a:spcPct val="140000"/>
              </a:lnSpc>
              <a:spcAft>
                <a:spcPts val="800"/>
              </a:spcAft>
              <a:defRPr sz="5400" b="1" i="0">
                <a:solidFill>
                  <a:srgbClr val="FFFFFF"/>
                </a:solidFill>
                <a:latin typeface="Poppins SemiBold"/>
              </a:defRPr>
            </a:pPr>
            <a:r>
              <a:t>and is seated at the right hand of the Father.</a:t>
            </a:r>
          </a:p>
          <a:p>
            <a:pPr algn="l">
              <a:lnSpc>
                <a:spcPct val="140000"/>
              </a:lnSpc>
              <a:spcAft>
                <a:spcPts val="800"/>
              </a:spcAft>
              <a:defRPr sz="5400" b="1" i="0">
                <a:solidFill>
                  <a:srgbClr val="FFFFFF"/>
                </a:solidFill>
                <a:latin typeface="Poppins SemiBold"/>
              </a:defRPr>
            </a:pPr>
            <a:r>
              <a:t>He will come again in glory</a:t>
            </a:r>
          </a:p>
          <a:p>
            <a:pPr algn="l">
              <a:lnSpc>
                <a:spcPct val="140000"/>
              </a:lnSpc>
              <a:spcAft>
                <a:spcPts val="800"/>
              </a:spcAft>
              <a:defRPr sz="5400" b="1" i="0">
                <a:solidFill>
                  <a:srgbClr val="FFFFFF"/>
                </a:solidFill>
                <a:latin typeface="Poppins SemiBold"/>
              </a:defRPr>
            </a:pPr>
            <a:r>
              <a:t>to judge the living and the dead</a:t>
            </a:r>
          </a:p>
          <a:p>
            <a:pPr algn="l">
              <a:lnSpc>
                <a:spcPct val="140000"/>
              </a:lnSpc>
              <a:spcAft>
                <a:spcPts val="800"/>
              </a:spcAft>
              <a:defRPr sz="5400" b="1" i="0">
                <a:solidFill>
                  <a:srgbClr val="FFFFFF"/>
                </a:solidFill>
                <a:latin typeface="Poppins SemiBold"/>
              </a:defRPr>
            </a:pPr>
            <a:r>
              <a:t>and his kingdom will have no end.</a:t>
            </a:r>
          </a:p>
          <a:p>
            <a:pPr algn="l">
              <a:lnSpc>
                <a:spcPct val="140000"/>
              </a:lnSpc>
              <a:spcAft>
                <a:spcPts val="800"/>
              </a:spcAft>
              <a:defRPr sz="5400" b="1" i="0">
                <a:solidFill>
                  <a:srgbClr val="FFFFFF"/>
                </a:solidFill>
                <a:latin typeface="Poppins SemiBold"/>
              </a:defRPr>
            </a:pPr>
            <a:r>
              <a:t>I believe in the Holy Spirit, the Lord, the giver of life,</a:t>
            </a:r>
          </a:p>
          <a:p>
            <a:pPr algn="l">
              <a:lnSpc>
                <a:spcPct val="140000"/>
              </a:lnSpc>
              <a:spcAft>
                <a:spcPts val="800"/>
              </a:spcAft>
              <a:defRPr sz="5400" b="1" i="0">
                <a:solidFill>
                  <a:srgbClr val="FFFFFF"/>
                </a:solidFill>
                <a:latin typeface="Poppins SemiBold"/>
              </a:defRPr>
            </a:pPr>
            <a:r>
              <a:t>who proceeds from the Father and the Son,</a:t>
            </a:r>
          </a:p>
          <a:p>
            <a:pPr algn="l">
              <a:lnSpc>
                <a:spcPct val="140000"/>
              </a:lnSpc>
              <a:spcAft>
                <a:spcPts val="800"/>
              </a:spcAft>
              <a:defRPr sz="5400" b="1" i="0">
                <a:solidFill>
                  <a:srgbClr val="FFFFFF"/>
                </a:solidFill>
                <a:latin typeface="Poppins SemiBold"/>
              </a:defRPr>
            </a:pPr>
            <a:r>
              <a:t>who with the Father and the Son is adored and glorified,</a:t>
            </a:r>
          </a:p>
          <a:p>
            <a:pPr algn="l">
              <a:lnSpc>
                <a:spcPct val="140000"/>
              </a:lnSpc>
              <a:spcAft>
                <a:spcPts val="800"/>
              </a:spcAft>
              <a:defRPr sz="5400" b="1" i="0">
                <a:solidFill>
                  <a:srgbClr val="FFFFFF"/>
                </a:solidFill>
                <a:latin typeface="Poppins SemiBold"/>
              </a:defRPr>
            </a:pPr>
            <a:r>
              <a:t>who has spoken through the prophets.</a:t>
            </a:r>
          </a:p>
          <a:p>
            <a:pPr algn="l">
              <a:lnSpc>
                <a:spcPct val="140000"/>
              </a:lnSpc>
              <a:spcAft>
                <a:spcPts val="800"/>
              </a:spcAft>
              <a:defRPr sz="5400" b="1" i="0">
                <a:solidFill>
                  <a:srgbClr val="FFFFFF"/>
                </a:solidFill>
                <a:latin typeface="Poppins SemiBold"/>
              </a:defRPr>
            </a:pPr>
            <a:r>
              <a:t>I believe in one, holy, catholic and apostolic Church.</a:t>
            </a:r>
          </a:p>
          <a:p>
            <a:pPr algn="l">
              <a:lnSpc>
                <a:spcPct val="140000"/>
              </a:lnSpc>
              <a:spcAft>
                <a:spcPts val="800"/>
              </a:spcAft>
              <a:defRPr sz="5400" b="1" i="0">
                <a:solidFill>
                  <a:srgbClr val="FFFFFF"/>
                </a:solidFill>
                <a:latin typeface="Poppins SemiBold"/>
              </a:defRPr>
            </a:pPr>
            <a:r>
              <a:t>I confess one Baptism for the forgiveness of sins</a:t>
            </a:r>
          </a:p>
          <a:p>
            <a:pPr algn="l">
              <a:lnSpc>
                <a:spcPct val="140000"/>
              </a:lnSpc>
              <a:spcAft>
                <a:spcPts val="800"/>
              </a:spcAft>
              <a:defRPr sz="5400" b="1" i="0">
                <a:solidFill>
                  <a:srgbClr val="FFFFFF"/>
                </a:solidFill>
                <a:latin typeface="Poppins SemiBold"/>
              </a:defRPr>
            </a:pPr>
            <a:r>
              <a:t>and I look forward to the resurrection of the dead</a:t>
            </a:r>
          </a:p>
          <a:p>
            <a:pPr algn="l">
              <a:lnSpc>
                <a:spcPct val="140000"/>
              </a:lnSpc>
              <a:spcAft>
                <a:spcPts val="800"/>
              </a:spcAft>
              <a:defRPr sz="5400" b="1" i="0">
                <a:solidFill>
                  <a:srgbClr val="FFFFFF"/>
                </a:solidFill>
                <a:latin typeface="Poppins SemiBold"/>
              </a:defRPr>
            </a:pPr>
            <a:r>
              <a:t>and the life of the world to come.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Nicene Creed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The Universal Prayer is led so that each petition is spoken in full and each response by the people is sung or said in full (for example, “Lord, hear our prayer”), never abbreviated.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For the holy Church of God throughout the world, that the Lord may guard her and grant her peace and unity according to his will: let us pray to the Lord.</a:t>
            </a:r>
          </a:p>
          <a:p>
            <a:pPr algn="l">
              <a:lnSpc>
                <a:spcPct val="140000"/>
              </a:lnSpc>
              <a:spcBef>
                <a:spcPts val="600"/>
              </a:spcBef>
              <a:spcAft>
                <a:spcPts val="800"/>
              </a:spcAft>
            </a:pPr>
            <a:r>
              <a:rPr sz="5400" b="1" i="0">
                <a:solidFill>
                  <a:srgbClr val="FFFFFF"/>
                </a:solidFill>
                <a:latin typeface="Poppins Black"/>
              </a:rPr>
              <a:t>ALL: Lord, hear our prayer.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Prayer of the Faithful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Priest concludes the Prayer of the Faithful with a prayer in full, for example:</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Heavenly Father, hear the prayers of the Church, which we make through Christ our Lord.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Prayer of the Faithful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Christify</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CHRISTIFY THE GIFTS WE BRING TO YOU</a:t>
            </a:r>
          </a:p>
          <a:p>
            <a:pPr algn="ctr">
              <a:lnSpc>
                <a:spcPct val="140000"/>
              </a:lnSpc>
              <a:spcAft>
                <a:spcPts val="1000"/>
              </a:spcAft>
              <a:defRPr sz="6900" b="1" i="0">
                <a:solidFill>
                  <a:srgbClr val="FFFFFF"/>
                </a:solidFill>
                <a:latin typeface="Poppins"/>
              </a:defRPr>
            </a:pPr>
            <a:r>
              <a:t>BOUNTY OF THE EARTH RECEIVE ANEW</a:t>
            </a:r>
          </a:p>
          <a:p>
            <a:pPr algn="ctr">
              <a:lnSpc>
                <a:spcPct val="140000"/>
              </a:lnSpc>
              <a:spcAft>
                <a:spcPts val="1000"/>
              </a:spcAft>
              <a:defRPr sz="6900" b="1" i="0">
                <a:solidFill>
                  <a:srgbClr val="FFFFFF"/>
                </a:solidFill>
                <a:latin typeface="Poppins"/>
              </a:defRPr>
            </a:pPr>
            <a:r>
              <a:t>TAKE AND BLESS THE WORK OF OUR HANDS</a:t>
            </a:r>
          </a:p>
          <a:p>
            <a:pPr algn="ctr">
              <a:lnSpc>
                <a:spcPct val="140000"/>
              </a:lnSpc>
              <a:spcAft>
                <a:spcPts val="1000"/>
              </a:spcAft>
              <a:defRPr sz="6900" b="1" i="0">
                <a:solidFill>
                  <a:srgbClr val="FFFFFF"/>
                </a:solidFill>
                <a:latin typeface="Poppins"/>
              </a:defRPr>
            </a:pPr>
            <a:r>
              <a:t>CHRISTIFY THESE GIFTS AT YOUR COMMAND</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Rain and sunshine, seed and soil,</a:t>
            </a:r>
          </a:p>
          <a:p>
            <a:pPr algn="ctr">
              <a:lnSpc>
                <a:spcPct val="140000"/>
              </a:lnSpc>
              <a:spcAft>
                <a:spcPts val="1000"/>
              </a:spcAft>
              <a:defRPr sz="6900" b="1" i="0">
                <a:solidFill>
                  <a:srgbClr val="FFFFFF"/>
                </a:solidFill>
                <a:latin typeface="Poppins"/>
              </a:defRPr>
            </a:pPr>
            <a:r>
              <a:t>draw from us this offering toil.</a:t>
            </a:r>
          </a:p>
          <a:p>
            <a:pPr algn="ctr">
              <a:lnSpc>
                <a:spcPct val="140000"/>
              </a:lnSpc>
              <a:spcAft>
                <a:spcPts val="1000"/>
              </a:spcAft>
              <a:defRPr sz="6900" b="1" i="0">
                <a:solidFill>
                  <a:srgbClr val="FFFFFF"/>
                </a:solidFill>
                <a:latin typeface="Poppins"/>
              </a:defRPr>
            </a:pPr>
            <a:r>
              <a:t>Make us worthy of your name</a:t>
            </a:r>
          </a:p>
          <a:p>
            <a:pPr algn="ctr">
              <a:lnSpc>
                <a:spcPct val="140000"/>
              </a:lnSpc>
              <a:spcAft>
                <a:spcPts val="1000"/>
              </a:spcAft>
              <a:defRPr sz="6900" b="1" i="0">
                <a:solidFill>
                  <a:srgbClr val="FFFFFF"/>
                </a:solidFill>
                <a:latin typeface="Poppins"/>
              </a:defRPr>
            </a:pPr>
            <a:r>
              <a:t>as we share your bread and wine.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CHRISTIFY THE GIFTS WE BRING TO YOU</a:t>
            </a:r>
          </a:p>
          <a:p>
            <a:pPr algn="ctr">
              <a:lnSpc>
                <a:spcPct val="140000"/>
              </a:lnSpc>
              <a:spcAft>
                <a:spcPts val="1000"/>
              </a:spcAft>
              <a:defRPr sz="6900" b="1" i="0">
                <a:solidFill>
                  <a:srgbClr val="FFFFFF"/>
                </a:solidFill>
                <a:latin typeface="Poppins"/>
              </a:defRPr>
            </a:pPr>
            <a:r>
              <a:t>BOUNTY OF THE EARTH RECEIVE ANEW</a:t>
            </a:r>
          </a:p>
          <a:p>
            <a:pPr algn="ctr">
              <a:lnSpc>
                <a:spcPct val="140000"/>
              </a:lnSpc>
              <a:spcAft>
                <a:spcPts val="1000"/>
              </a:spcAft>
              <a:defRPr sz="6900" b="1" i="0">
                <a:solidFill>
                  <a:srgbClr val="FFFFFF"/>
                </a:solidFill>
                <a:latin typeface="Poppins"/>
              </a:defRPr>
            </a:pPr>
            <a:r>
              <a:t>TAKE AND BLESS THE WORK OF OUR HANDS</a:t>
            </a:r>
          </a:p>
          <a:p>
            <a:pPr algn="ctr">
              <a:lnSpc>
                <a:spcPct val="140000"/>
              </a:lnSpc>
              <a:spcAft>
                <a:spcPts val="1000"/>
              </a:spcAft>
              <a:defRPr sz="6900" b="1" i="0">
                <a:solidFill>
                  <a:srgbClr val="FFFFFF"/>
                </a:solidFill>
                <a:latin typeface="Poppins"/>
              </a:defRPr>
            </a:pPr>
            <a:r>
              <a:t>CHRISTIFY THESE GIFTS AT YOUR COMMAND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Bless us this day that we may prove</a:t>
            </a:r>
          </a:p>
          <a:p>
            <a:pPr algn="ctr">
              <a:lnSpc>
                <a:spcPct val="140000"/>
              </a:lnSpc>
              <a:spcAft>
                <a:spcPts val="1000"/>
              </a:spcAft>
              <a:defRPr sz="6900" b="1" i="0">
                <a:solidFill>
                  <a:srgbClr val="FFFFFF"/>
                </a:solidFill>
                <a:latin typeface="Poppins"/>
              </a:defRPr>
            </a:pPr>
            <a:r>
              <a:t>worthy of the life we have in you.</a:t>
            </a:r>
          </a:p>
          <a:p>
            <a:pPr algn="ctr">
              <a:lnSpc>
                <a:spcPct val="140000"/>
              </a:lnSpc>
              <a:spcAft>
                <a:spcPts val="1000"/>
              </a:spcAft>
              <a:defRPr sz="6900" b="1" i="0">
                <a:solidFill>
                  <a:srgbClr val="FFFFFF"/>
                </a:solidFill>
                <a:latin typeface="Poppins"/>
              </a:defRPr>
            </a:pPr>
            <a:r>
              <a:t>Make us your living body here,</a:t>
            </a:r>
          </a:p>
          <a:p>
            <a:pPr algn="ctr">
              <a:lnSpc>
                <a:spcPct val="140000"/>
              </a:lnSpc>
              <a:spcAft>
                <a:spcPts val="1000"/>
              </a:spcAft>
              <a:defRPr sz="6900" b="1" i="0">
                <a:solidFill>
                  <a:srgbClr val="FFFFFF"/>
                </a:solidFill>
                <a:latin typeface="Poppins"/>
              </a:defRPr>
            </a:pPr>
            <a:r>
              <a:t>bringing your love to all we meet.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CHRISTIFY THE GIFTS WE BRING TO YOU</a:t>
            </a:r>
          </a:p>
          <a:p>
            <a:pPr algn="ctr">
              <a:lnSpc>
                <a:spcPct val="140000"/>
              </a:lnSpc>
              <a:spcAft>
                <a:spcPts val="1000"/>
              </a:spcAft>
              <a:defRPr sz="6900" b="1" i="0">
                <a:solidFill>
                  <a:srgbClr val="FFFFFF"/>
                </a:solidFill>
                <a:latin typeface="Poppins"/>
              </a:defRPr>
            </a:pPr>
            <a:r>
              <a:t>BOUNTY OF THE EARTH RECEIVE ANEW</a:t>
            </a:r>
          </a:p>
          <a:p>
            <a:pPr algn="ctr">
              <a:lnSpc>
                <a:spcPct val="140000"/>
              </a:lnSpc>
              <a:spcAft>
                <a:spcPts val="1000"/>
              </a:spcAft>
              <a:defRPr sz="6900" b="1" i="0">
                <a:solidFill>
                  <a:srgbClr val="FFFFFF"/>
                </a:solidFill>
                <a:latin typeface="Poppins"/>
              </a:defRPr>
            </a:pPr>
            <a:r>
              <a:t>TAKE AND BLESS THE WORK OF OUR HANDS</a:t>
            </a:r>
          </a:p>
          <a:p>
            <a:pPr algn="ctr">
              <a:lnSpc>
                <a:spcPct val="140000"/>
              </a:lnSpc>
              <a:spcAft>
                <a:spcPts val="1000"/>
              </a:spcAft>
              <a:defRPr sz="6900" b="1" i="0">
                <a:solidFill>
                  <a:srgbClr val="FFFFFF"/>
                </a:solidFill>
                <a:latin typeface="Poppins"/>
              </a:defRPr>
            </a:pPr>
            <a:r>
              <a:t>CHRISTIFY THESE GIFTS AT YOUR COMMAND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242606"/>
            <a:ext cx="16253615"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Pray, brethren, that my sacrifice and yours may be acceptable to God, the almighty Father.</a:t>
            </a:r>
          </a:p>
          <a:p>
            <a:pPr algn="l">
              <a:lnSpc>
                <a:spcPct val="140000"/>
              </a:lnSpc>
              <a:spcBef>
                <a:spcPts val="600"/>
              </a:spcBef>
              <a:spcAft>
                <a:spcPts val="800"/>
              </a:spcAft>
            </a:pPr>
            <a:r>
              <a:rPr sz="5400" b="1" i="0">
                <a:solidFill>
                  <a:srgbClr val="FFFFFF"/>
                </a:solidFill>
                <a:latin typeface="Poppins Black"/>
              </a:rPr>
              <a:t>ALL: May the Lord accept the sacrifice at your hands, for the praise and glory of his name, for our good and the good of all his holy Church.</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242606"/>
            <a:ext cx="16253615"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Lift up your hearts.</a:t>
            </a:r>
          </a:p>
          <a:p>
            <a:pPr algn="l">
              <a:lnSpc>
                <a:spcPct val="140000"/>
              </a:lnSpc>
              <a:spcBef>
                <a:spcPts val="600"/>
              </a:spcBef>
              <a:spcAft>
                <a:spcPts val="800"/>
              </a:spcAft>
            </a:pPr>
            <a:r>
              <a:rPr sz="5400" b="1" i="0">
                <a:solidFill>
                  <a:srgbClr val="FFFFFF"/>
                </a:solidFill>
                <a:latin typeface="Poppins Black"/>
              </a:rPr>
              <a:t>ALL: We lift them up to the Lord.</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give thanks to the Lord our God.</a:t>
            </a:r>
          </a:p>
          <a:p>
            <a:pPr algn="l">
              <a:lnSpc>
                <a:spcPct val="140000"/>
              </a:lnSpc>
              <a:spcBef>
                <a:spcPts val="600"/>
              </a:spcBef>
              <a:spcAft>
                <a:spcPts val="800"/>
              </a:spcAft>
            </a:pPr>
            <a:r>
              <a:rPr sz="5400" b="1" i="0">
                <a:solidFill>
                  <a:srgbClr val="FFFFFF"/>
                </a:solidFill>
                <a:latin typeface="Poppins Black"/>
              </a:rPr>
              <a:t>ALL: It is right and just.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Holy, Holy, Holy Lord God of hosts.</a:t>
            </a:r>
          </a:p>
          <a:p>
            <a:pPr algn="l">
              <a:lnSpc>
                <a:spcPct val="140000"/>
              </a:lnSpc>
              <a:spcAft>
                <a:spcPts val="800"/>
              </a:spcAft>
              <a:defRPr sz="5400" b="1" i="0">
                <a:solidFill>
                  <a:srgbClr val="FFFFFF"/>
                </a:solidFill>
                <a:latin typeface="Poppins SemiBold"/>
              </a:defRPr>
            </a:pPr>
            <a:r>
              <a:t>Heaven and earth are full of your glory.</a:t>
            </a:r>
          </a:p>
          <a:p>
            <a:pPr algn="l">
              <a:lnSpc>
                <a:spcPct val="140000"/>
              </a:lnSpc>
              <a:spcAft>
                <a:spcPts val="800"/>
              </a:spcAft>
              <a:defRPr sz="5400" b="1" i="0">
                <a:solidFill>
                  <a:srgbClr val="FFFFFF"/>
                </a:solidFill>
                <a:latin typeface="Poppins SemiBold"/>
              </a:defRPr>
            </a:pPr>
            <a:r>
              <a:t>Hosanna in the highest.</a:t>
            </a:r>
          </a:p>
          <a:p>
            <a:pPr algn="l">
              <a:lnSpc>
                <a:spcPct val="140000"/>
              </a:lnSpc>
              <a:spcAft>
                <a:spcPts val="800"/>
              </a:spcAft>
              <a:defRPr sz="5400" b="1" i="0">
                <a:solidFill>
                  <a:srgbClr val="FFFFFF"/>
                </a:solidFill>
                <a:latin typeface="Poppins SemiBold"/>
              </a:defRPr>
            </a:pPr>
            <a:r>
              <a:t>Blessed is he who comes in the name of the Lord.</a:t>
            </a:r>
          </a:p>
          <a:p>
            <a:pPr algn="l">
              <a:lnSpc>
                <a:spcPct val="140000"/>
              </a:lnSpc>
              <a:spcAft>
                <a:spcPts val="800"/>
              </a:spcAft>
              <a:defRPr sz="5400" b="1" i="0">
                <a:solidFill>
                  <a:srgbClr val="FFFFFF"/>
                </a:solidFill>
                <a:latin typeface="Poppins SemiBold"/>
              </a:defRPr>
            </a:pPr>
            <a:r>
              <a:t>Hosanna in the highest.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Sanctus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242606"/>
            <a:ext cx="16253615"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We proclaim your Death, O Lord,</a:t>
            </a:r>
          </a:p>
          <a:p>
            <a:pPr algn="l">
              <a:lnSpc>
                <a:spcPct val="140000"/>
              </a:lnSpc>
              <a:spcAft>
                <a:spcPts val="800"/>
              </a:spcAft>
              <a:defRPr sz="5400" b="1" i="0">
                <a:solidFill>
                  <a:srgbClr val="FFFFFF"/>
                </a:solidFill>
                <a:latin typeface="Poppins SemiBold"/>
              </a:defRPr>
            </a:pPr>
            <a:r>
              <a:t>and profess your Resurrection</a:t>
            </a:r>
          </a:p>
          <a:p>
            <a:pPr algn="l">
              <a:lnSpc>
                <a:spcPct val="140000"/>
              </a:lnSpc>
              <a:spcAft>
                <a:spcPts val="800"/>
              </a:spcAft>
              <a:defRPr sz="5400" b="1" i="0">
                <a:solidFill>
                  <a:srgbClr val="FFFFFF"/>
                </a:solidFill>
                <a:latin typeface="Poppins SemiBold"/>
              </a:defRPr>
            </a:pPr>
            <a:r>
              <a:t>until you come again.</a:t>
            </a:r>
          </a:p>
          <a:p>
            <a:pPr algn="just">
              <a:lnSpc>
                <a:spcPct val="140000"/>
              </a:lnSpc>
              <a:spcAft>
                <a:spcPts val="800"/>
              </a:spcAft>
              <a:defRPr sz="4500" b="0" i="1">
                <a:solidFill>
                  <a:srgbClr val="FFDE59"/>
                </a:solidFill>
                <a:latin typeface="Lora"/>
              </a:defRPr>
            </a:pPr>
            <a:r>
              <a:t>(Alternate forms may be used as approved by the Conference of Bishops.)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The Eucharistic Prayer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1242606"/>
            <a:ext cx="16253615" cy="4389120"/>
          </a:xfrm>
          <a:prstGeom prst="rect">
            <a:avLst/>
          </a:prstGeom>
          <a:noFill/>
        </p:spPr>
        <p:txBody>
          <a:bodyPr wrap="square" lIns="0" rIns="0" tIns="0" bIns="0">
            <a:noAutofit/>
          </a:bodyPr>
          <a:lstStyle/>
          <a:p>
            <a:pPr algn="ctr">
              <a:lnSpc>
                <a:spcPct val="140000"/>
              </a:lnSpc>
              <a:defRPr sz="5600" b="1" i="0">
                <a:solidFill>
                  <a:srgbClr val="FFFFFF"/>
                </a:solidFill>
                <a:latin typeface="Alegreya Sans SC"/>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Liturgy of the Eucharist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Amen.</a:t>
            </a:r>
          </a:p>
          <a:p>
            <a:pPr algn="just">
              <a:lnSpc>
                <a:spcPct val="140000"/>
              </a:lnSpc>
              <a:spcAft>
                <a:spcPts val="800"/>
              </a:spcAft>
              <a:defRPr sz="4500" b="0" i="1">
                <a:solidFill>
                  <a:srgbClr val="FFDE59"/>
                </a:solidFill>
                <a:latin typeface="Lora"/>
              </a:defRPr>
            </a:pPr>
            <a:r>
              <a:t>The people respond “Amen” once to the doxology at the end of the Eucharistic Prayer, unless local solemn custom repeats it.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Great Amen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Our Father, who art in heaven,</a:t>
            </a:r>
          </a:p>
          <a:p>
            <a:pPr algn="l">
              <a:lnSpc>
                <a:spcPct val="140000"/>
              </a:lnSpc>
              <a:spcAft>
                <a:spcPts val="800"/>
              </a:spcAft>
              <a:defRPr sz="5400" b="1" i="0">
                <a:solidFill>
                  <a:srgbClr val="FFFFFF"/>
                </a:solidFill>
                <a:latin typeface="Poppins SemiBold"/>
              </a:defRPr>
            </a:pPr>
            <a:r>
              <a:t>hallowed be thy name;</a:t>
            </a:r>
          </a:p>
          <a:p>
            <a:pPr algn="l">
              <a:lnSpc>
                <a:spcPct val="140000"/>
              </a:lnSpc>
              <a:spcAft>
                <a:spcPts val="800"/>
              </a:spcAft>
              <a:defRPr sz="5400" b="1" i="0">
                <a:solidFill>
                  <a:srgbClr val="FFFFFF"/>
                </a:solidFill>
                <a:latin typeface="Poppins SemiBold"/>
              </a:defRPr>
            </a:pPr>
            <a:r>
              <a:t>thy kingdom come,</a:t>
            </a:r>
          </a:p>
          <a:p>
            <a:pPr algn="l">
              <a:lnSpc>
                <a:spcPct val="140000"/>
              </a:lnSpc>
              <a:spcAft>
                <a:spcPts val="800"/>
              </a:spcAft>
              <a:defRPr sz="5400" b="1" i="0">
                <a:solidFill>
                  <a:srgbClr val="FFFFFF"/>
                </a:solidFill>
                <a:latin typeface="Poppins SemiBold"/>
              </a:defRPr>
            </a:pPr>
            <a:r>
              <a:t>thy will be done,</a:t>
            </a:r>
          </a:p>
          <a:p>
            <a:pPr algn="l">
              <a:lnSpc>
                <a:spcPct val="140000"/>
              </a:lnSpc>
              <a:spcAft>
                <a:spcPts val="800"/>
              </a:spcAft>
              <a:defRPr sz="5400" b="1" i="0">
                <a:solidFill>
                  <a:srgbClr val="FFFFFF"/>
                </a:solidFill>
                <a:latin typeface="Poppins SemiBold"/>
              </a:defRPr>
            </a:pPr>
            <a:r>
              <a:t>on earth as it is in heaven.</a:t>
            </a:r>
          </a:p>
          <a:p>
            <a:pPr algn="l">
              <a:lnSpc>
                <a:spcPct val="140000"/>
              </a:lnSpc>
              <a:spcAft>
                <a:spcPts val="800"/>
              </a:spcAft>
              <a:defRPr sz="5400" b="1" i="0">
                <a:solidFill>
                  <a:srgbClr val="FFFFFF"/>
                </a:solidFill>
                <a:latin typeface="Poppins SemiBold"/>
              </a:defRPr>
            </a:pPr>
            <a:r>
              <a:t>Give us this day our daily bread;</a:t>
            </a:r>
          </a:p>
          <a:p>
            <a:pPr algn="l">
              <a:lnSpc>
                <a:spcPct val="140000"/>
              </a:lnSpc>
              <a:spcAft>
                <a:spcPts val="800"/>
              </a:spcAft>
              <a:defRPr sz="5400" b="1" i="0">
                <a:solidFill>
                  <a:srgbClr val="FFFFFF"/>
                </a:solidFill>
                <a:latin typeface="Poppins SemiBold"/>
              </a:defRPr>
            </a:pPr>
            <a:r>
              <a:t>and forgive us our trespasses,</a:t>
            </a:r>
          </a:p>
          <a:p>
            <a:pPr algn="l">
              <a:lnSpc>
                <a:spcPct val="140000"/>
              </a:lnSpc>
              <a:spcAft>
                <a:spcPts val="800"/>
              </a:spcAft>
              <a:defRPr sz="5400" b="1" i="0">
                <a:solidFill>
                  <a:srgbClr val="FFFFFF"/>
                </a:solidFill>
                <a:latin typeface="Poppins SemiBold"/>
              </a:defRPr>
            </a:pPr>
            <a:r>
              <a:t>as we forgive those who trespass against us;</a:t>
            </a:r>
          </a:p>
          <a:p>
            <a:pPr algn="l">
              <a:lnSpc>
                <a:spcPct val="140000"/>
              </a:lnSpc>
              <a:spcAft>
                <a:spcPts val="800"/>
              </a:spcAft>
              <a:defRPr sz="5400" b="1" i="0">
                <a:solidFill>
                  <a:srgbClr val="FFFFFF"/>
                </a:solidFill>
                <a:latin typeface="Poppins SemiBold"/>
              </a:defRPr>
            </a:pPr>
            <a:r>
              <a:t>and lead us not into temptation,</a:t>
            </a:r>
          </a:p>
          <a:p>
            <a:pPr algn="l">
              <a:lnSpc>
                <a:spcPct val="140000"/>
              </a:lnSpc>
              <a:spcAft>
                <a:spcPts val="800"/>
              </a:spcAft>
              <a:defRPr sz="5400" b="1" i="0">
                <a:solidFill>
                  <a:srgbClr val="FFFFFF"/>
                </a:solidFill>
                <a:latin typeface="Poppins SemiBold"/>
              </a:defRPr>
            </a:pPr>
            <a:r>
              <a:t>but deliver us from evil.</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Deliver us, Lord, we pray, from every evil, graciously grant peace in our days, that, by the help of your mercy, we may be always free from sin and safe from all distress, as we await the blessed hope and the coming of our Savior, Jesus Christ.</a:t>
            </a:r>
          </a:p>
          <a:p>
            <a:pPr algn="l">
              <a:lnSpc>
                <a:spcPct val="140000"/>
              </a:lnSpc>
              <a:spcBef>
                <a:spcPts val="600"/>
              </a:spcBef>
              <a:spcAft>
                <a:spcPts val="800"/>
              </a:spcAft>
            </a:pPr>
            <a:r>
              <a:rPr sz="5400" b="1" i="0">
                <a:solidFill>
                  <a:srgbClr val="FFFFFF"/>
                </a:solidFill>
                <a:latin typeface="Poppins Black"/>
              </a:rPr>
              <a:t>ALL: For the kingdom, the power, and the glory are yours now and for ever.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Our Father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Deliver us, Lord, we pray, from every evil, graciously grant peace in our days, that, by the help of your mercy, we may be always free from sin and safe from all distress, as we await the blessed hope and the coming of our Savior, Jesus Christ.</a:t>
            </a:r>
          </a:p>
          <a:p>
            <a:pPr algn="l">
              <a:lnSpc>
                <a:spcPct val="140000"/>
              </a:lnSpc>
              <a:spcBef>
                <a:spcPts val="600"/>
              </a:spcBef>
              <a:spcAft>
                <a:spcPts val="800"/>
              </a:spcAft>
            </a:pPr>
            <a:r>
              <a:rPr sz="5400" b="1" i="0">
                <a:solidFill>
                  <a:srgbClr val="FFFFFF"/>
                </a:solidFill>
                <a:latin typeface="Poppins Black"/>
              </a:rPr>
              <a:t>ALL: For the kingdom, the power, and the glory are yours, now and for ever.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The Communion Rite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peace of the Lord be with you always.</a:t>
            </a:r>
          </a:p>
          <a:p>
            <a:pPr algn="l">
              <a:lnSpc>
                <a:spcPct val="140000"/>
              </a:lnSpc>
              <a:spcBef>
                <a:spcPts val="600"/>
              </a:spcBef>
              <a:spcAft>
                <a:spcPts val="800"/>
              </a:spcAft>
            </a:pPr>
            <a:r>
              <a:rPr sz="5400" b="1" i="0">
                <a:solidFill>
                  <a:srgbClr val="FFFFFF"/>
                </a:solidFill>
                <a:latin typeface="Poppins Black"/>
              </a:rPr>
              <a:t>ALL: And with your spirit.</a:t>
            </a:r>
          </a:p>
          <a:p>
            <a:pPr algn="just">
              <a:lnSpc>
                <a:spcPct val="140000"/>
              </a:lnSpc>
              <a:spcAft>
                <a:spcPts val="800"/>
              </a:spcAft>
              <a:defRPr sz="4500" b="0" i="1">
                <a:solidFill>
                  <a:srgbClr val="FFDE59"/>
                </a:solidFill>
                <a:latin typeface="Lora"/>
              </a:defRPr>
            </a:pPr>
            <a:r>
              <a:t>Let us offer each other the sign of peace.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Sign of Peace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FFFF"/>
                </a:solidFill>
                <a:latin typeface="Poppins Black"/>
              </a:rPr>
              <a:t>ALL: 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have mercy on us.</a:t>
            </a:r>
          </a:p>
          <a:p>
            <a:pPr algn="l">
              <a:lnSpc>
                <a:spcPct val="140000"/>
              </a:lnSpc>
              <a:spcAft>
                <a:spcPts val="800"/>
              </a:spcAft>
              <a:defRPr sz="5400" b="1" i="0">
                <a:solidFill>
                  <a:srgbClr val="FFFFFF"/>
                </a:solidFill>
                <a:latin typeface="Poppins SemiBold"/>
              </a:defRPr>
            </a:pPr>
            <a:r>
              <a:t>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have mercy on us.</a:t>
            </a:r>
          </a:p>
          <a:p>
            <a:pPr algn="l">
              <a:lnSpc>
                <a:spcPct val="140000"/>
              </a:lnSpc>
              <a:spcAft>
                <a:spcPts val="800"/>
              </a:spcAft>
              <a:defRPr sz="5400" b="1" i="0">
                <a:solidFill>
                  <a:srgbClr val="FFFFFF"/>
                </a:solidFill>
                <a:latin typeface="Poppins SemiBold"/>
              </a:defRPr>
            </a:pPr>
            <a:r>
              <a:t>Lamb of God,</a:t>
            </a:r>
          </a:p>
          <a:p>
            <a:pPr algn="l">
              <a:lnSpc>
                <a:spcPct val="140000"/>
              </a:lnSpc>
              <a:spcAft>
                <a:spcPts val="800"/>
              </a:spcAft>
              <a:defRPr sz="5400" b="1" i="0">
                <a:solidFill>
                  <a:srgbClr val="FFFFFF"/>
                </a:solidFill>
                <a:latin typeface="Poppins SemiBold"/>
              </a:defRPr>
            </a:pPr>
            <a:r>
              <a:t>you take away the sins of the world,</a:t>
            </a:r>
          </a:p>
          <a:p>
            <a:pPr algn="l">
              <a:lnSpc>
                <a:spcPct val="140000"/>
              </a:lnSpc>
              <a:spcAft>
                <a:spcPts val="800"/>
              </a:spcAft>
              <a:defRPr sz="5400" b="1" i="0">
                <a:solidFill>
                  <a:srgbClr val="FFFFFF"/>
                </a:solidFill>
                <a:latin typeface="Poppins SemiBold"/>
              </a:defRPr>
            </a:pPr>
            <a:r>
              <a:t>grant us peace.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Lamb of God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Behold the Lamb of God, behold him who takes away the sins of the world. Blessed are those called to the supper of the Lamb.</a:t>
            </a:r>
          </a:p>
          <a:p>
            <a:pPr algn="l">
              <a:lnSpc>
                <a:spcPct val="140000"/>
              </a:lnSpc>
              <a:spcBef>
                <a:spcPts val="600"/>
              </a:spcBef>
              <a:spcAft>
                <a:spcPts val="800"/>
              </a:spcAft>
            </a:pPr>
            <a:r>
              <a:rPr sz="5400" b="1" i="0">
                <a:solidFill>
                  <a:srgbClr val="FFFFFF"/>
                </a:solidFill>
                <a:latin typeface="Poppins Black"/>
              </a:rPr>
              <a:t>ALL: Lord, I am not worthy that you should enter under my roof, but only say the word and my soul shall be healed.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Eat This Bread</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come to me and never be hungry.</a:t>
            </a:r>
          </a:p>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trust in me and you will not thirst.</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If you eat this bread,</a:t>
            </a:r>
          </a:p>
          <a:p>
            <a:pPr algn="ctr">
              <a:lnSpc>
                <a:spcPct val="140000"/>
              </a:lnSpc>
              <a:spcAft>
                <a:spcPts val="1000"/>
              </a:spcAft>
              <a:defRPr sz="5600" b="1" i="0">
                <a:solidFill>
                  <a:srgbClr val="FFFFFF"/>
                </a:solidFill>
                <a:latin typeface="Poppins"/>
              </a:defRPr>
            </a:pPr>
            <a:r>
              <a:t>if you drink this cup,</a:t>
            </a:r>
          </a:p>
          <a:p>
            <a:pPr algn="ctr">
              <a:lnSpc>
                <a:spcPct val="140000"/>
              </a:lnSpc>
              <a:spcAft>
                <a:spcPts val="1000"/>
              </a:spcAft>
              <a:defRPr sz="5600" b="1" i="0">
                <a:solidFill>
                  <a:srgbClr val="FFFFFF"/>
                </a:solidFill>
                <a:latin typeface="Poppins"/>
              </a:defRPr>
            </a:pPr>
            <a:r>
              <a:t>you will have eternal life, eternal life.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come to me and never be hungry.</a:t>
            </a:r>
          </a:p>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trust in me and you will not thirst.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Come! Come! Come to the feast of life.</a:t>
            </a:r>
          </a:p>
          <a:p>
            <a:pPr algn="ctr">
              <a:lnSpc>
                <a:spcPct val="140000"/>
              </a:lnSpc>
              <a:spcAft>
                <a:spcPts val="1000"/>
              </a:spcAft>
              <a:defRPr sz="6900" b="1" i="0">
                <a:solidFill>
                  <a:srgbClr val="FFFFFF"/>
                </a:solidFill>
                <a:latin typeface="Poppins"/>
              </a:defRPr>
            </a:pPr>
            <a:r>
              <a:t>Come! Come! Come to the Father's table.</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come to me and never be hungry.</a:t>
            </a:r>
          </a:p>
          <a:p>
            <a:pPr algn="ctr">
              <a:lnSpc>
                <a:spcPct val="140000"/>
              </a:lnSpc>
              <a:spcAft>
                <a:spcPts val="1000"/>
              </a:spcAft>
              <a:defRPr sz="6900" b="1" i="0">
                <a:solidFill>
                  <a:srgbClr val="FFFFFF"/>
                </a:solidFill>
                <a:latin typeface="Poppins"/>
              </a:defRPr>
            </a:pPr>
            <a:r>
              <a:t>Eat this bread,</a:t>
            </a:r>
          </a:p>
          <a:p>
            <a:pPr algn="ctr">
              <a:lnSpc>
                <a:spcPct val="140000"/>
              </a:lnSpc>
              <a:spcAft>
                <a:spcPts val="1000"/>
              </a:spcAft>
              <a:defRPr sz="6900" b="1" i="0">
                <a:solidFill>
                  <a:srgbClr val="FFFFFF"/>
                </a:solidFill>
                <a:latin typeface="Poppins"/>
              </a:defRPr>
            </a:pPr>
            <a:r>
              <a:t>drink this cup,</a:t>
            </a:r>
          </a:p>
          <a:p>
            <a:pPr algn="ctr">
              <a:lnSpc>
                <a:spcPct val="140000"/>
              </a:lnSpc>
              <a:spcAft>
                <a:spcPts val="1000"/>
              </a:spcAft>
              <a:defRPr sz="6900" b="1" i="0">
                <a:solidFill>
                  <a:srgbClr val="FFFFFF"/>
                </a:solidFill>
                <a:latin typeface="Poppins"/>
              </a:defRPr>
            </a:pPr>
            <a:r>
              <a:t>trust in me and you will not thirst.</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Taste and See</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I will bless the Lord at all times,</a:t>
            </a:r>
          </a:p>
          <a:p>
            <a:pPr algn="ctr">
              <a:lnSpc>
                <a:spcPct val="140000"/>
              </a:lnSpc>
              <a:spcAft>
                <a:spcPts val="1000"/>
              </a:spcAft>
              <a:defRPr sz="6900" b="1" i="0">
                <a:solidFill>
                  <a:srgbClr val="FFFFFF"/>
                </a:solidFill>
                <a:latin typeface="Poppins"/>
              </a:defRPr>
            </a:pPr>
            <a:r>
              <a:t>his praise shall be always in my mouth.</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Glorify the Lord with me,</a:t>
            </a:r>
          </a:p>
          <a:p>
            <a:pPr algn="ctr">
              <a:lnSpc>
                <a:spcPct val="140000"/>
              </a:lnSpc>
              <a:spcAft>
                <a:spcPts val="1000"/>
              </a:spcAft>
              <a:defRPr sz="6900" b="1" i="0">
                <a:solidFill>
                  <a:srgbClr val="FFFFFF"/>
                </a:solidFill>
                <a:latin typeface="Poppins"/>
              </a:defRPr>
            </a:pPr>
            <a:r>
              <a:t>let us exalt his name together.</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5600" b="1" i="0">
                <a:solidFill>
                  <a:srgbClr val="FFFFFF"/>
                </a:solidFill>
                <a:latin typeface="Poppins"/>
              </a:defRPr>
            </a:pPr>
            <a:r>
              <a:t>Look to him that you may be radiant with joy,</a:t>
            </a:r>
          </a:p>
          <a:p>
            <a:pPr algn="ctr">
              <a:lnSpc>
                <a:spcPct val="140000"/>
              </a:lnSpc>
              <a:spcAft>
                <a:spcPts val="1000"/>
              </a:spcAft>
              <a:defRPr sz="5600" b="1" i="0">
                <a:solidFill>
                  <a:srgbClr val="FFFFFF"/>
                </a:solidFill>
                <a:latin typeface="Poppins"/>
              </a:defRPr>
            </a:pPr>
            <a:r>
              <a:t>and your souls shall find their joy in him.</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849575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Taste and see the goodness of the Lord,</a:t>
            </a:r>
          </a:p>
          <a:p>
            <a:pPr algn="ctr">
              <a:lnSpc>
                <a:spcPct val="140000"/>
              </a:lnSpc>
              <a:spcAft>
                <a:spcPts val="1000"/>
              </a:spcAft>
              <a:defRPr sz="6900" b="1" i="0">
                <a:solidFill>
                  <a:srgbClr val="FFFFFF"/>
                </a:solidFill>
                <a:latin typeface="Poppins"/>
              </a:defRPr>
            </a:pPr>
            <a:r>
              <a:t>taste and see the goodness of the Lord.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Let us pray.</a:t>
            </a:r>
          </a:p>
          <a:p>
            <a:pPr algn="just">
              <a:lnSpc>
                <a:spcPct val="140000"/>
              </a:lnSpc>
              <a:spcAft>
                <a:spcPts val="800"/>
              </a:spcAft>
              <a:defRPr sz="4500" b="0" i="1">
                <a:solidFill>
                  <a:srgbClr val="FFDE59"/>
                </a:solidFill>
                <a:latin typeface="Lora"/>
              </a:defRPr>
            </a:pPr>
            <a:r>
              <a:t>The Priest says the Post- Communion Prayer for the day in full from the Roman Missal. The people respond at the end.</a:t>
            </a:r>
          </a:p>
          <a:p>
            <a:pPr algn="l">
              <a:lnSpc>
                <a:spcPct val="140000"/>
              </a:lnSpc>
              <a:spcBef>
                <a:spcPts val="600"/>
              </a:spcBef>
              <a:spcAft>
                <a:spcPts val="800"/>
              </a:spcAft>
            </a:pPr>
            <a:r>
              <a:rPr sz="5400" b="1" i="0">
                <a:solidFill>
                  <a:srgbClr val="FFFFFF"/>
                </a:solidFill>
                <a:latin typeface="Poppins Black"/>
              </a:rPr>
              <a:t>ALL: Amen.</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The Communion Rite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CHURCH ANNOUNCEMENTS</a:t>
            </a:r>
          </a:p>
          <a:p>
            <a:pPr algn="just">
              <a:lnSpc>
                <a:spcPct val="140000"/>
              </a:lnSpc>
              <a:spcAft>
                <a:spcPts val="800"/>
              </a:spcAft>
              <a:defRPr sz="4500" b="0" i="1">
                <a:solidFill>
                  <a:srgbClr val="FFDE59"/>
                </a:solidFill>
                <a:latin typeface="Lora"/>
              </a:defRPr>
            </a:pPr>
            <a:r>
              <a:t>Insert bulletin points with complete sentences on the following slides or edit this deck.</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Welcome newcomers!</a:t>
            </a:r>
          </a:p>
          <a:p>
            <a:pPr algn="just">
              <a:lnSpc>
                <a:spcPct val="140000"/>
              </a:lnSpc>
              <a:spcAft>
                <a:spcPts val="800"/>
              </a:spcAft>
              <a:defRPr sz="4500" b="0" i="1">
                <a:solidFill>
                  <a:srgbClr val="FFDE59"/>
                </a:solidFill>
                <a:latin typeface="Lora"/>
              </a:defRPr>
            </a:pPr>
            <a:r>
              <a:t>Photo collage optional.</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Sacrament of Confession</a:t>
            </a:r>
          </a:p>
          <a:p>
            <a:pPr algn="just">
              <a:lnSpc>
                <a:spcPct val="140000"/>
              </a:lnSpc>
              <a:spcAft>
                <a:spcPts val="800"/>
              </a:spcAft>
              <a:defRPr sz="4500" b="0" i="1">
                <a:solidFill>
                  <a:srgbClr val="FFDE59"/>
                </a:solidFill>
                <a:latin typeface="Lora"/>
              </a:defRPr>
            </a:pPr>
            <a:r>
              <a:t>The Lord never tires of forgiving us; we are the ones who tire of seeking his mercy. — Pope Francis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Mass Collection</a:t>
            </a:r>
          </a:p>
          <a:p>
            <a:pPr algn="just">
              <a:lnSpc>
                <a:spcPct val="140000"/>
              </a:lnSpc>
              <a:spcAft>
                <a:spcPts val="800"/>
              </a:spcAft>
              <a:defRPr sz="4500" b="0" i="1">
                <a:solidFill>
                  <a:srgbClr val="FFDE59"/>
                </a:solidFill>
                <a:latin typeface="Lora"/>
              </a:defRPr>
            </a:pPr>
            <a:r>
              <a:t>Amount: 430,000</a:t>
            </a:r>
          </a:p>
          <a:p>
            <a:pPr algn="just">
              <a:lnSpc>
                <a:spcPct val="140000"/>
              </a:lnSpc>
              <a:spcAft>
                <a:spcPts val="800"/>
              </a:spcAft>
              <a:defRPr sz="4500" b="0" i="1">
                <a:solidFill>
                  <a:srgbClr val="FFDE59"/>
                </a:solidFill>
                <a:latin typeface="Lora"/>
              </a:defRPr>
            </a:pPr>
            <a:r>
              <a:t>For: Sunday, May 10, 2026</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Food Sponsors</a:t>
            </a:r>
          </a:p>
          <a:p>
            <a:pPr algn="just">
              <a:lnSpc>
                <a:spcPct val="140000"/>
              </a:lnSpc>
              <a:spcAft>
                <a:spcPts val="800"/>
              </a:spcAft>
              <a:defRPr sz="4500" b="0" i="1">
                <a:solidFill>
                  <a:srgbClr val="FFDE59"/>
                </a:solidFill>
                <a:latin typeface="Lora"/>
              </a:defRPr>
            </a:pPr>
            <a:r>
              <a:t>Keshi Gonzales</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Aft>
                <a:spcPts val="800"/>
              </a:spcAft>
              <a:defRPr sz="5400" b="1" i="0">
                <a:solidFill>
                  <a:srgbClr val="FFFFFF"/>
                </a:solidFill>
                <a:latin typeface="Poppins"/>
              </a:defRPr>
            </a:pPr>
            <a:r>
              <a:t>Updates and Announcements</a:t>
            </a:r>
          </a:p>
          <a:p>
            <a:pPr algn="just">
              <a:lnSpc>
                <a:spcPct val="140000"/>
              </a:lnSpc>
              <a:spcAft>
                <a:spcPts val="800"/>
              </a:spcAft>
              <a:defRPr sz="4500" b="0" i="1">
                <a:solidFill>
                  <a:srgbClr val="FFDE59"/>
                </a:solidFill>
                <a:latin typeface="Lora"/>
              </a:defRPr>
            </a:pPr>
            <a:r>
              <a:t>Name your community page and invitation to follow in full; add a QR code to the slide master if you wish.</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Announcements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nnouncement_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The Lord be with you.</a:t>
            </a:r>
          </a:p>
          <a:p>
            <a:pPr algn="l">
              <a:lnSpc>
                <a:spcPct val="140000"/>
              </a:lnSpc>
              <a:spcBef>
                <a:spcPts val="600"/>
              </a:spcBef>
              <a:spcAft>
                <a:spcPts val="800"/>
              </a:spcAft>
            </a:pPr>
            <a:r>
              <a:rPr sz="5400" b="1" i="0">
                <a:solidFill>
                  <a:srgbClr val="FFFFFF"/>
                </a:solidFill>
                <a:latin typeface="Poppins Black"/>
              </a:rPr>
              <a:t>ALL: And with your spirit.</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May almighty God bless you, the Father, and the Son, and the Holy Spirit.</a:t>
            </a:r>
          </a:p>
          <a:p>
            <a:pPr algn="l">
              <a:lnSpc>
                <a:spcPct val="140000"/>
              </a:lnSpc>
              <a:spcBef>
                <a:spcPts val="600"/>
              </a:spcBef>
              <a:spcAft>
                <a:spcPts val="800"/>
              </a:spcAft>
            </a:pPr>
            <a:r>
              <a:rPr sz="5400" b="1" i="0">
                <a:solidFill>
                  <a:srgbClr val="FFFFFF"/>
                </a:solidFill>
                <a:latin typeface="Poppins Black"/>
              </a:rPr>
              <a:t>ALL: Amen.</a:t>
            </a:r>
          </a:p>
          <a:p>
            <a:pPr algn="l">
              <a:lnSpc>
                <a:spcPct val="140000"/>
              </a:lnSpc>
              <a:spcBef>
                <a:spcPts val="600"/>
              </a:spcBef>
              <a:spcAft>
                <a:spcPts val="800"/>
              </a:spcAft>
            </a:pPr>
            <a:r>
              <a:rPr sz="5400" b="1" i="0">
                <a:solidFill>
                  <a:srgbClr val="FFB800"/>
                </a:solidFill>
                <a:latin typeface="Poppins SemiBold"/>
              </a:rPr>
              <a:t>Priest</a:t>
            </a:r>
            <a:r>
              <a:rPr sz="5400" b="1" i="0">
                <a:solidFill>
                  <a:srgbClr val="FFFFFF"/>
                </a:solidFill>
                <a:latin typeface="Poppins SemiBold"/>
              </a:rPr>
              <a:t>: Go in peace, glorifying the Lord by your life.</a:t>
            </a:r>
          </a:p>
          <a:p>
            <a:pPr algn="l">
              <a:lnSpc>
                <a:spcPct val="140000"/>
              </a:lnSpc>
              <a:spcBef>
                <a:spcPts val="600"/>
              </a:spcBef>
              <a:spcAft>
                <a:spcPts val="800"/>
              </a:spcAft>
            </a:pPr>
            <a:r>
              <a:rPr sz="5400" b="1" i="0">
                <a:solidFill>
                  <a:srgbClr val="FFFFFF"/>
                </a:solidFill>
                <a:latin typeface="Poppins Black"/>
              </a:rPr>
              <a:t>ALL: Thanks be to God.</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Final Blessing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685800" y="922566"/>
            <a:ext cx="16916400" cy="960120"/>
          </a:xfrm>
          <a:prstGeom prst="rect">
            <a:avLst/>
          </a:prstGeom>
          <a:noFill/>
        </p:spPr>
        <p:txBody>
          <a:bodyPr wrap="square" lIns="0" rIns="0" tIns="0" bIns="0">
            <a:noAutofit/>
          </a:bodyPr>
          <a:lstStyle/>
          <a:p>
            <a:pPr algn="ctr">
              <a:lnSpc>
                <a:spcPct val="140000"/>
              </a:lnSpc>
              <a:defRPr sz="7300" b="0" i="0">
                <a:solidFill>
                  <a:srgbClr val="FFB800"/>
                </a:solidFill>
                <a:latin typeface="Lora"/>
              </a:defRPr>
            </a:pPr>
            <a:r>
              <a:t>Lead Me Lord</a:t>
            </a:r>
          </a:p>
        </p:txBody>
      </p:sp>
      <p:sp>
        <p:nvSpPr>
          <p:cNvPr id="5" name="TextBox 4"/>
          <p:cNvSpPr txBox="1"/>
          <p:nvPr/>
        </p:nvSpPr>
        <p:spPr>
          <a:xfrm>
            <a:off x="685800" y="1974126"/>
            <a:ext cx="16916400" cy="7444194"/>
          </a:xfrm>
          <a:prstGeom prst="rect">
            <a:avLst/>
          </a:prstGeom>
          <a:noFill/>
        </p:spPr>
        <p:txBody>
          <a:bodyPr wrap="square" lIns="0" rIns="0" tIns="0" bIns="0" anchor="ctr">
            <a:noAutofit/>
          </a:bodyPr>
          <a:lstStyle/>
          <a:p>
            <a:pPr algn="ctr">
              <a:lnSpc>
                <a:spcPct val="140000"/>
              </a:lnSpc>
              <a:spcAft>
                <a:spcPts val="1000"/>
              </a:spcAft>
              <a:defRPr sz="6900" b="1" i="0">
                <a:solidFill>
                  <a:srgbClr val="FFFFFF"/>
                </a:solidFill>
                <a:latin typeface="Poppins"/>
              </a:defRPr>
            </a:pPr>
            <a:r>
              <a:t>(No lyrics in library for this hymn.)</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C8C8CD"/>
                </a:solidFill>
                <a:latin typeface="Poppins"/>
              </a:defRPr>
            </a:pPr>
            <a:r>
              <a:t>Gwangju Filipino Catholic Community</a:t>
            </a:r>
          </a:p>
          <a:p>
            <a:pPr>
              <a:spcBef>
                <a:spcPts val="200"/>
              </a:spcBef>
              <a:defRPr sz="1200" b="0" i="0">
                <a:solidFill>
                  <a:srgbClr val="FFB800"/>
                </a:solidFill>
                <a:latin typeface="Poppins"/>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472726" y="284088"/>
            <a:ext cx="544090" cy="538989"/>
          </a:xfrm>
          <a:prstGeom prst="rect">
            <a:avLst/>
          </a:prstGeom>
        </p:spPr>
      </p:pic>
      <p:sp>
        <p:nvSpPr>
          <p:cNvPr id="4" name="TextBox 3"/>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5" name="TextBox 4"/>
          <p:cNvSpPr txBox="1"/>
          <p:nvPr/>
        </p:nvSpPr>
        <p:spPr>
          <a:xfrm>
            <a:off x="1163709" y="1242606"/>
            <a:ext cx="16253615" cy="5943600"/>
          </a:xfrm>
          <a:prstGeom prst="rect">
            <a:avLst/>
          </a:prstGeom>
          <a:noFill/>
        </p:spPr>
        <p:txBody>
          <a:bodyPr wrap="square" lIns="0" rIns="0" tIns="0" bIns="0">
            <a:noAutofit/>
          </a:bodyPr>
          <a:lstStyle/>
          <a:p>
            <a:pPr algn="ctr">
              <a:lnSpc>
                <a:spcPct val="140000"/>
              </a:lnSpc>
              <a:spcAft>
                <a:spcPts val="400"/>
              </a:spcAft>
              <a:defRPr sz="2100" b="1" i="0">
                <a:solidFill>
                  <a:srgbClr val="000000"/>
                </a:solidFill>
                <a:latin typeface="Poppins SemiBold"/>
              </a:defRPr>
            </a:pPr>
            <a:r>
              <a:t>MASS CELEBRANT:</a:t>
            </a:r>
          </a:p>
          <a:p>
            <a:pPr algn="ctr">
              <a:lnSpc>
                <a:spcPct val="140000"/>
              </a:lnSpc>
              <a:spcAft>
                <a:spcPts val="400"/>
              </a:spcAft>
              <a:defRPr sz="2100" b="0" i="0">
                <a:solidFill>
                  <a:srgbClr val="FFFFFF"/>
                </a:solidFill>
                <a:latin typeface="Poppins"/>
              </a:defRPr>
            </a:pPr>
            <a:r>
              <a:t>Rev. Fr. Jonrey Lauron, RCJ</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Gwangju</a:t>
            </a:r>
            <a:br/>
            <a:r>
              <a:t>Filipino</a:t>
            </a:r>
            <a:br/>
            <a:r>
              <a:t>Catholic</a:t>
            </a:r>
            <a:br/>
            <a:r>
              <a:t>Community</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Gospel (Matthew 28:16-20)</a:t>
            </a:r>
          </a:p>
          <a:p>
            <a:pPr algn="ctr">
              <a:lnSpc>
                <a:spcPct val="140000"/>
              </a:lnSpc>
              <a:spcAft>
                <a:spcPts val="400"/>
              </a:spcAft>
              <a:defRPr sz="2100" b="0" i="0">
                <a:solidFill>
                  <a:srgbClr val="FFFFFF"/>
                </a:solidFill>
                <a:latin typeface="Poppins"/>
              </a:defRPr>
            </a:pPr>
            <a:r>
              <a:t>“Go and make disciples of all nations, baptizing them in the name of the Father and of the Son and of the Holy Spirit, teaching them to observe all things that I commanded you.”</a:t>
            </a:r>
          </a:p>
          <a:p>
            <a:pPr algn="ctr">
              <a:lnSpc>
                <a:spcPct val="140000"/>
              </a:lnSpc>
              <a:spcAft>
                <a:spcPts val="400"/>
              </a:spcAft>
              <a:defRPr sz="2100" b="0" i="0">
                <a:solidFill>
                  <a:srgbClr val="FFFFFF"/>
                </a:solidFill>
                <a:latin typeface="Poppins"/>
              </a:defRPr>
            </a:pPr>
          </a:p>
          <a:p>
            <a:pPr algn="ctr">
              <a:lnSpc>
                <a:spcPct val="140000"/>
              </a:lnSpc>
              <a:spcAft>
                <a:spcPts val="400"/>
              </a:spcAft>
              <a:defRPr sz="2100" b="0" i="0">
                <a:solidFill>
                  <a:srgbClr val="FFFFFF"/>
                </a:solidFill>
                <a:latin typeface="Poppins"/>
              </a:defRPr>
            </a:pPr>
            <a:r>
              <a:t>YEAR A</a:t>
            </a:r>
          </a:p>
          <a:p>
            <a:pPr algn="ctr">
              <a:lnSpc>
                <a:spcPct val="140000"/>
              </a:lnSpc>
              <a:spcAft>
                <a:spcPts val="400"/>
              </a:spcAft>
              <a:defRPr sz="2100" b="0" i="0">
                <a:solidFill>
                  <a:srgbClr val="FFFFFF"/>
                </a:solidFill>
                <a:latin typeface="Poppins"/>
              </a:defRPr>
            </a:pPr>
            <a:r>
              <a:t>2026-05-17 · Eastertide</a:t>
            </a:r>
          </a:p>
        </p:txBody>
      </p:sp>
      <p:sp>
        <p:nvSpPr>
          <p:cNvPr id="6" name="TextBox 5"/>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Mass poster / divider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820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472726" y="284088"/>
            <a:ext cx="544090" cy="538989"/>
          </a:xfrm>
          <a:prstGeom prst="rect">
            <a:avLst/>
          </a:prstGeom>
        </p:spPr>
      </p:pic>
      <p:sp>
        <p:nvSpPr>
          <p:cNvPr id="3" name="TextBox 2"/>
          <p:cNvSpPr txBox="1"/>
          <p:nvPr/>
        </p:nvSpPr>
        <p:spPr>
          <a:xfrm>
            <a:off x="1073111" y="293226"/>
            <a:ext cx="1233900" cy="537900"/>
          </a:xfrm>
          <a:prstGeom prst="rect">
            <a:avLst/>
          </a:prstGeom>
          <a:noFill/>
        </p:spPr>
        <p:txBody>
          <a:bodyPr wrap="square" lIns="0" rIns="0" tIns="0" bIns="0" anchor="ctr">
            <a:noAutofit/>
          </a:bodyPr>
          <a:lstStyle/>
          <a:p>
            <a:pPr algn="l">
              <a:defRPr sz="1200" b="0" i="0">
                <a:solidFill>
                  <a:srgbClr val="FFFFFF"/>
                </a:solidFill>
                <a:latin typeface="Poppins"/>
              </a:defRPr>
            </a:pPr>
            <a:r>
              <a:t>Gwangju Filipino Catholic Community</a:t>
            </a:r>
          </a:p>
        </p:txBody>
      </p:sp>
      <p:sp>
        <p:nvSpPr>
          <p:cNvPr id="4" name="TextBox 3"/>
          <p:cNvSpPr txBox="1"/>
          <p:nvPr/>
        </p:nvSpPr>
        <p:spPr>
          <a:xfrm>
            <a:off x="1163709" y="922566"/>
            <a:ext cx="16253615" cy="8404314"/>
          </a:xfrm>
          <a:prstGeom prst="rect">
            <a:avLst/>
          </a:prstGeom>
          <a:noFill/>
        </p:spPr>
        <p:txBody>
          <a:bodyPr wrap="square" lIns="0" rIns="0" tIns="0" bIns="0">
            <a:noAutofit/>
          </a:bodyPr>
          <a:lstStyle/>
          <a:p>
            <a:pPr algn="just">
              <a:lnSpc>
                <a:spcPct val="140000"/>
              </a:lnSpc>
              <a:spcAft>
                <a:spcPts val="800"/>
              </a:spcAft>
              <a:defRPr sz="4500" b="0" i="1">
                <a:solidFill>
                  <a:srgbClr val="FFDE59"/>
                </a:solidFill>
                <a:latin typeface="Lora"/>
              </a:defRPr>
            </a:pPr>
            <a:r>
              <a:t>Below: World English Bible (WEB) fallback — verify NABRE on bible.usccb.org.</a:t>
            </a:r>
          </a:p>
        </p:txBody>
      </p:sp>
      <p:sp>
        <p:nvSpPr>
          <p:cNvPr id="5" name="TextBox 4"/>
          <p:cNvSpPr txBox="1"/>
          <p:nvPr/>
        </p:nvSpPr>
        <p:spPr>
          <a:xfrm>
            <a:off x="685800" y="9418320"/>
            <a:ext cx="16916400" cy="777240"/>
          </a:xfrm>
          <a:prstGeom prst="rect">
            <a:avLst/>
          </a:prstGeom>
          <a:noFill/>
        </p:spPr>
        <p:txBody>
          <a:bodyPr wrap="square" lIns="0" rIns="0" tIns="0" bIns="0">
            <a:noAutofit/>
          </a:bodyPr>
          <a:lstStyle/>
          <a:p>
            <a:pPr>
              <a:defRPr sz="1300" b="1" i="0">
                <a:solidFill>
                  <a:srgbClr val="FFFFFF"/>
                </a:solidFill>
                <a:latin typeface="Poppins"/>
              </a:defRPr>
            </a:pPr>
            <a:r>
              <a:t>Gwangju Filipino Catholic Community</a:t>
            </a:r>
          </a:p>
          <a:p>
            <a:pPr>
              <a:spcBef>
                <a:spcPts val="200"/>
              </a:spcBef>
              <a:defRPr sz="1200" b="0" i="0">
                <a:solidFill>
                  <a:srgbClr val="000000"/>
                </a:solidFill>
                <a:latin typeface="Poppins"/>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