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000000"/>
                </a:solidFill>
                <a:latin typeface="Arial Black"/>
              </a:defRPr>
            </a:pPr>
            <a:r>
              <a:t>PUT YOUR CELLPHONE ON SILENT MODE DURING THE MASS.</a:t>
            </a:r>
          </a:p>
          <a:p>
            <a:pPr>
              <a:spcAft>
                <a:spcPts val="500"/>
              </a:spcAft>
              <a:defRPr sz="1500" b="0" i="1">
                <a:solidFill>
                  <a:srgbClr val="A06E13"/>
                </a:solidFill>
                <a:latin typeface="Arial Black"/>
              </a:defRPr>
            </a:pPr>
            <a:r>
              <a:t>Thank you.</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554480"/>
            <a:ext cx="16916400" cy="960120"/>
          </a:xfrm>
          <a:prstGeom prst="rect">
            <a:avLst/>
          </a:prstGeom>
          <a:noFill/>
        </p:spPr>
        <p:txBody>
          <a:bodyPr wrap="square" lIns="109728" rIns="109728" tIns="73152" bIns="73152">
            <a:noAutofit/>
          </a:bodyPr>
          <a:lstStyle/>
          <a:p>
            <a:pPr algn="ctr">
              <a:defRPr sz="3800" b="1" i="0">
                <a:solidFill>
                  <a:srgbClr val="A06E13"/>
                </a:solidFill>
                <a:latin typeface="Arial Black"/>
              </a:defRPr>
            </a:pPr>
            <a:r>
              <a:t>Advent Celebration</a:t>
            </a:r>
          </a:p>
        </p:txBody>
      </p:sp>
      <p:sp>
        <p:nvSpPr>
          <p:cNvPr id="4" name="TextBox 3"/>
          <p:cNvSpPr txBox="1"/>
          <p:nvPr/>
        </p:nvSpPr>
        <p:spPr>
          <a:xfrm>
            <a:off x="685800" y="2606040"/>
            <a:ext cx="16916400" cy="3108960"/>
          </a:xfrm>
          <a:prstGeom prst="rect">
            <a:avLst/>
          </a:prstGeom>
          <a:noFill/>
        </p:spPr>
        <p:txBody>
          <a:bodyPr wrap="square" lIns="109728" rIns="109728" tIns="73152" bIns="73152">
            <a:noAutofit/>
          </a:bodyPr>
          <a:lstStyle/>
          <a:p>
            <a:pPr>
              <a:spcAft>
                <a:spcPts val="500"/>
              </a:spcAft>
              <a:defRPr sz="2100" b="0" i="0">
                <a:solidFill>
                  <a:srgbClr val="000000"/>
                </a:solidFill>
                <a:latin typeface="Arial Black"/>
              </a:defRPr>
            </a:pPr>
            <a:r>
              <a:t>2025-11-30</a:t>
            </a:r>
          </a:p>
          <a:p>
            <a:pPr>
              <a:spcAft>
                <a:spcPts val="500"/>
              </a:spcAft>
              <a:defRPr sz="2100" b="0" i="0">
                <a:solidFill>
                  <a:srgbClr val="000000"/>
                </a:solidFill>
                <a:latin typeface="Arial Black"/>
              </a:defRPr>
            </a:pPr>
            <a:r>
              <a:t>Celebrant: Rev. Fr. Jonrey Lauron, RCJ</a:t>
            </a:r>
          </a:p>
          <a:p>
            <a:pPr>
              <a:spcAft>
                <a:spcPts val="500"/>
              </a:spcAft>
              <a:defRPr sz="2100" b="0" i="0">
                <a:solidFill>
                  <a:srgbClr val="000000"/>
                </a:solidFill>
                <a:latin typeface="Arial Black"/>
              </a:defRPr>
            </a:pPr>
            <a:r>
              <a:t>Gospel: Matthew 24:37-44</a:t>
            </a:r>
            <a:br/>
            <a:r>
              <a:t>Season: Advent · Sunday Lectionary Year A</a:t>
            </a:r>
          </a:p>
          <a:p>
            <a:pPr>
              <a:spcAft>
                <a:spcPts val="500"/>
              </a:spcAft>
              <a:defRPr sz="2100" b="0" i="0">
                <a:solidFill>
                  <a:srgbClr val="000000"/>
                </a:solidFill>
                <a:latin typeface="Arial Black"/>
              </a:defRPr>
            </a:pPr>
            <a:r>
              <a:t>Excerpt:</a:t>
            </a:r>
            <a:br/>
            <a:r>
              <a:t>“As it was in the days of Noah, so it will be at the coming of the Son of Man.”</a:t>
            </a:r>
          </a:p>
          <a:p>
            <a:pPr>
              <a:spcAft>
                <a:spcPts val="500"/>
              </a:spcAft>
              <a:defRPr sz="2100" b="0" i="0">
                <a:solidFill>
                  <a:srgbClr val="000000"/>
                </a:solidFill>
                <a:latin typeface="Arial Black"/>
              </a:defRPr>
            </a:pPr>
            <a:r>
              <a:t>Liturgical color: Purple (advent)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A06E13"/>
                </a:solidFill>
                <a:latin typeface="Arial Black"/>
              </a:defRPr>
            </a:pPr>
            <a:r>
              <a:t>Welcome to the celebration of the Holy Eucharist.</a:t>
            </a:r>
          </a:p>
          <a:p>
            <a:pPr>
              <a:spcAft>
                <a:spcPts val="500"/>
              </a:spcAft>
              <a:defRPr sz="1500" b="0" i="1">
                <a:solidFill>
                  <a:srgbClr val="A06E13"/>
                </a:solidFill>
                <a:latin typeface="Arial Black"/>
              </a:defRPr>
            </a:pPr>
            <a:r>
              <a:t>Please stand and join in singing the Entrance hymn.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Glory and Praise to Our God</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GLORY AND PRAISE TO OUR GOD,</a:t>
            </a:r>
          </a:p>
          <a:p>
            <a:pPr algn="ctr">
              <a:lnSpc>
                <a:spcPct val="105000"/>
              </a:lnSpc>
              <a:spcAft>
                <a:spcPts val="1000"/>
              </a:spcAft>
              <a:defRPr sz="3800" b="1" i="0">
                <a:solidFill>
                  <a:srgbClr val="FFFFFF"/>
                </a:solidFill>
                <a:latin typeface="Arial Black"/>
              </a:defRPr>
            </a:pPr>
            <a:r>
              <a:t>WHO ALONE GIVES LIGHT TO OUR DAYS.</a:t>
            </a:r>
          </a:p>
          <a:p>
            <a:pPr algn="ctr">
              <a:lnSpc>
                <a:spcPct val="105000"/>
              </a:lnSpc>
              <a:spcAft>
                <a:spcPts val="1000"/>
              </a:spcAft>
              <a:defRPr sz="3800" b="1" i="0">
                <a:solidFill>
                  <a:srgbClr val="FFFFFF"/>
                </a:solidFill>
                <a:latin typeface="Arial Black"/>
              </a:defRPr>
            </a:pPr>
            <a:r>
              <a:t>MANY ARE THE BLESSINGS</a:t>
            </a:r>
          </a:p>
          <a:p>
            <a:pPr algn="ctr">
              <a:lnSpc>
                <a:spcPct val="105000"/>
              </a:lnSpc>
              <a:spcAft>
                <a:spcPts val="1000"/>
              </a:spcAft>
              <a:defRPr sz="3800" b="1" i="0">
                <a:solidFill>
                  <a:srgbClr val="FFFFFF"/>
                </a:solidFill>
                <a:latin typeface="Arial Black"/>
              </a:defRPr>
            </a:pPr>
            <a:r>
              <a:t>HE BEARS TO THOSE WHO TRUST IN HIS WAYS.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WE THE DAUGHTERS AND SONS OF HIM</a:t>
            </a:r>
          </a:p>
          <a:p>
            <a:pPr algn="ctr">
              <a:lnSpc>
                <a:spcPct val="105000"/>
              </a:lnSpc>
              <a:spcAft>
                <a:spcPts val="1000"/>
              </a:spcAft>
              <a:defRPr sz="3800" b="1" i="0">
                <a:solidFill>
                  <a:srgbClr val="FFFFFF"/>
                </a:solidFill>
                <a:latin typeface="Arial Black"/>
              </a:defRPr>
            </a:pPr>
            <a:r>
              <a:t>WHO BUILT THE VALLEYS AND PLAINS,</a:t>
            </a:r>
          </a:p>
          <a:p>
            <a:pPr algn="ctr">
              <a:lnSpc>
                <a:spcPct val="105000"/>
              </a:lnSpc>
              <a:spcAft>
                <a:spcPts val="1000"/>
              </a:spcAft>
              <a:defRPr sz="3800" b="1" i="0">
                <a:solidFill>
                  <a:srgbClr val="FFFFFF"/>
                </a:solidFill>
                <a:latin typeface="Arial Black"/>
              </a:defRPr>
            </a:pPr>
            <a:r>
              <a:t>PRAISE THE WONDERS OUR GOD HAS DONE,</a:t>
            </a:r>
          </a:p>
          <a:p>
            <a:pPr algn="ctr">
              <a:lnSpc>
                <a:spcPct val="105000"/>
              </a:lnSpc>
              <a:spcAft>
                <a:spcPts val="1000"/>
              </a:spcAft>
              <a:defRPr sz="3800" b="1" i="0">
                <a:solidFill>
                  <a:srgbClr val="FFFFFF"/>
                </a:solidFill>
                <a:latin typeface="Arial Black"/>
              </a:defRPr>
            </a:pPr>
            <a:r>
              <a:t>WHOSE MOTHER IS OVER ALL.</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REMEMBER THE WORKS OF OUR GOD,</a:t>
            </a:r>
          </a:p>
          <a:p>
            <a:pPr algn="ctr">
              <a:lnSpc>
                <a:spcPct val="105000"/>
              </a:lnSpc>
              <a:spcAft>
                <a:spcPts val="1000"/>
              </a:spcAft>
              <a:defRPr sz="3800" b="1" i="0">
                <a:solidFill>
                  <a:srgbClr val="FFFFFF"/>
                </a:solidFill>
                <a:latin typeface="Arial Black"/>
              </a:defRPr>
            </a:pPr>
            <a:r>
              <a:t>FROM THE HEAVENS, THE EARTH, AND THE SEA.</a:t>
            </a:r>
          </a:p>
          <a:p>
            <a:pPr algn="ctr">
              <a:lnSpc>
                <a:spcPct val="105000"/>
              </a:lnSpc>
              <a:spcAft>
                <a:spcPts val="1000"/>
              </a:spcAft>
              <a:defRPr sz="3800" b="1" i="0">
                <a:solidFill>
                  <a:srgbClr val="FFFFFF"/>
                </a:solidFill>
                <a:latin typeface="Arial Black"/>
              </a:defRPr>
            </a:pPr>
            <a:r>
              <a:t>ALL WHO DWELL ON THE EARTH,</a:t>
            </a:r>
          </a:p>
          <a:p>
            <a:pPr algn="ctr">
              <a:lnSpc>
                <a:spcPct val="105000"/>
              </a:lnSpc>
              <a:spcAft>
                <a:spcPts val="1000"/>
              </a:spcAft>
              <a:defRPr sz="3800" b="1" i="0">
                <a:solidFill>
                  <a:srgbClr val="FFFFFF"/>
                </a:solidFill>
                <a:latin typeface="Arial Black"/>
              </a:defRPr>
            </a:pPr>
            <a:r>
              <a:t>SING PRAISE FOR HIS MARVELOUS DEEDS.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GLORY AND PRAISE TO OUR GOD,</a:t>
            </a:r>
          </a:p>
          <a:p>
            <a:pPr algn="ctr">
              <a:lnSpc>
                <a:spcPct val="105000"/>
              </a:lnSpc>
              <a:spcAft>
                <a:spcPts val="1000"/>
              </a:spcAft>
              <a:defRPr sz="3400" b="1" i="0">
                <a:solidFill>
                  <a:srgbClr val="FFFFFF"/>
                </a:solidFill>
                <a:latin typeface="Arial Black"/>
              </a:defRPr>
            </a:pPr>
            <a:r>
              <a:t>WHILE HIS PEOPLE THEIR HOMAGE PROCLAIM.</a:t>
            </a:r>
          </a:p>
          <a:p>
            <a:pPr algn="ctr">
              <a:lnSpc>
                <a:spcPct val="105000"/>
              </a:lnSpc>
              <a:spcAft>
                <a:spcPts val="1000"/>
              </a:spcAft>
              <a:defRPr sz="3400" b="1" i="0">
                <a:solidFill>
                  <a:srgbClr val="FFFFFF"/>
                </a:solidFill>
                <a:latin typeface="Arial Black"/>
              </a:defRPr>
            </a:pPr>
            <a:r>
              <a:t>HE HAS POURED OUT HIS LOVE,</a:t>
            </a:r>
          </a:p>
          <a:p>
            <a:pPr algn="ctr">
              <a:lnSpc>
                <a:spcPct val="105000"/>
              </a:lnSpc>
              <a:spcAft>
                <a:spcPts val="1000"/>
              </a:spcAft>
              <a:defRPr sz="3400" b="1" i="0">
                <a:solidFill>
                  <a:srgbClr val="FFFFFF"/>
                </a:solidFill>
                <a:latin typeface="Arial Black"/>
              </a:defRPr>
            </a:pPr>
            <a:r>
              <a:t>AND HAS SHOWN US THE STRENGTH OF HIS HAND.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FAITHFUL FATHER, WE COME TO YOU:</a:t>
            </a:r>
          </a:p>
          <a:p>
            <a:pPr algn="ctr">
              <a:lnSpc>
                <a:spcPct val="105000"/>
              </a:lnSpc>
              <a:spcAft>
                <a:spcPts val="1000"/>
              </a:spcAft>
              <a:defRPr sz="3800" b="1" i="0">
                <a:solidFill>
                  <a:srgbClr val="FFFFFF"/>
                </a:solidFill>
                <a:latin typeface="Arial Black"/>
              </a:defRPr>
            </a:pPr>
            <a:r>
              <a:t>HEAL YOUR CHILDREN, REMEMBER YOUR CARE.</a:t>
            </a:r>
          </a:p>
          <a:p>
            <a:pPr algn="ctr">
              <a:lnSpc>
                <a:spcPct val="105000"/>
              </a:lnSpc>
              <a:spcAft>
                <a:spcPts val="1000"/>
              </a:spcAft>
              <a:defRPr sz="3800" b="1" i="0">
                <a:solidFill>
                  <a:srgbClr val="FFFFFF"/>
                </a:solidFill>
                <a:latin typeface="Arial Black"/>
              </a:defRPr>
            </a:pPr>
            <a:r>
              <a:t>YOU DELIVER YOUR OWN FROM SIN;</a:t>
            </a:r>
          </a:p>
          <a:p>
            <a:pPr algn="ctr">
              <a:lnSpc>
                <a:spcPct val="105000"/>
              </a:lnSpc>
              <a:spcAft>
                <a:spcPts val="1000"/>
              </a:spcAft>
              <a:defRPr sz="3800" b="1" i="0">
                <a:solidFill>
                  <a:srgbClr val="FFFFFF"/>
                </a:solidFill>
                <a:latin typeface="Arial Black"/>
              </a:defRPr>
            </a:pPr>
            <a:r>
              <a:t>WE WILL SING OF YOUR MERCY FOR ALL.</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A06E13"/>
                </a:solidFill>
                <a:latin typeface="Arial Black"/>
              </a:defRPr>
            </a:pPr>
            <a:r>
              <a:t>MASS CELEBRANT:</a:t>
            </a:r>
          </a:p>
          <a:p>
            <a:pPr>
              <a:spcAft>
                <a:spcPts val="300"/>
              </a:spcAft>
              <a:defRPr sz="2100" b="0" i="0">
                <a:solidFill>
                  <a:srgbClr val="000000"/>
                </a:solidFill>
                <a:latin typeface="Arial Black"/>
              </a:defRPr>
            </a:pPr>
            <a:r>
              <a:t>Rev. Fr. Jonrey Lauron, RCJ</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Gwangju</a:t>
            </a:r>
            <a:br/>
            <a:r>
              <a:t>Filipino</a:t>
            </a:r>
            <a:br/>
            <a:r>
              <a:t>Catholic</a:t>
            </a:r>
            <a:br/>
            <a:r>
              <a:t>Community</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Gospel (Matthew 24:37-44)</a:t>
            </a:r>
          </a:p>
          <a:p>
            <a:pPr>
              <a:spcAft>
                <a:spcPts val="300"/>
              </a:spcAft>
              <a:defRPr sz="2100" b="0" i="0">
                <a:solidFill>
                  <a:srgbClr val="000000"/>
                </a:solidFill>
                <a:latin typeface="Arial Black"/>
              </a:defRPr>
            </a:pPr>
            <a:r>
              <a:t>“As it was in the days of Noah, so it will be at the coming of the Son of Man.”</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YEAR A</a:t>
            </a:r>
          </a:p>
          <a:p>
            <a:pPr>
              <a:spcAft>
                <a:spcPts val="300"/>
              </a:spcAft>
              <a:defRPr sz="2100" b="0" i="0">
                <a:solidFill>
                  <a:srgbClr val="000000"/>
                </a:solidFill>
                <a:latin typeface="Arial Black"/>
              </a:defRPr>
            </a:pPr>
            <a:r>
              <a:t>2025-11-30 · Advent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Mass poster / divider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In the Name of the Father, and of the Son, and of the Holy Spirit.</a:t>
            </a:r>
          </a:p>
          <a:p>
            <a:pPr>
              <a:spcBef>
                <a:spcPts val="400"/>
              </a:spcBef>
              <a:spcAft>
                <a:spcPts val="500"/>
              </a:spcAft>
              <a:defRPr sz="2000" b="1" i="0">
                <a:solidFill>
                  <a:srgbClr val="000000"/>
                </a:solidFill>
                <a:latin typeface="Arial Black"/>
              </a:defRPr>
            </a:pPr>
            <a:r>
              <a:t>Churchgoers: Amen.</a:t>
            </a:r>
          </a:p>
          <a:p>
            <a:pPr>
              <a:spcBef>
                <a:spcPts val="400"/>
              </a:spcBef>
              <a:spcAft>
                <a:spcPts val="500"/>
              </a:spcAft>
              <a:defRPr sz="2000" b="1" i="0">
                <a:solidFill>
                  <a:srgbClr val="A06E13"/>
                </a:solidFill>
                <a:latin typeface="Arial Black"/>
              </a:defRPr>
            </a:pPr>
            <a:r>
              <a:t>Priest: The Lord be with you.</a:t>
            </a:r>
          </a:p>
          <a:p>
            <a:pPr>
              <a:spcBef>
                <a:spcPts val="400"/>
              </a:spcBef>
              <a:spcAft>
                <a:spcPts val="500"/>
              </a:spcAft>
              <a:defRPr sz="2000" b="1" i="0">
                <a:solidFill>
                  <a:srgbClr val="000000"/>
                </a:solidFill>
                <a:latin typeface="Arial Black"/>
              </a:defRPr>
            </a:pPr>
            <a:r>
              <a:t>Churchgoers: And with your spirit.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Introductory Rites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Brethren (brothers and sisters), let us acknowledge our sins, and so prepare ourselves to celebrate the sacred mysteries.</a:t>
            </a:r>
          </a:p>
          <a:p>
            <a:pPr>
              <a:spcBef>
                <a:spcPts val="400"/>
              </a:spcBef>
              <a:spcAft>
                <a:spcPts val="500"/>
              </a:spcAft>
              <a:defRPr sz="2000" b="1" i="0">
                <a:solidFill>
                  <a:srgbClr val="000000"/>
                </a:solidFill>
                <a:latin typeface="Arial Black"/>
              </a:defRPr>
            </a:pPr>
            <a:r>
              <a:t>Churchgoers: I confess to almighty God</a:t>
            </a:r>
          </a:p>
          <a:p>
            <a:pPr>
              <a:spcAft>
                <a:spcPts val="500"/>
              </a:spcAft>
              <a:defRPr sz="1900" b="0" i="0">
                <a:solidFill>
                  <a:srgbClr val="000000"/>
                </a:solidFill>
                <a:latin typeface="Arial Black"/>
              </a:defRPr>
            </a:pPr>
            <a:r>
              <a:t>and to you, my brothers and sisters,</a:t>
            </a:r>
          </a:p>
          <a:p>
            <a:pPr>
              <a:spcAft>
                <a:spcPts val="500"/>
              </a:spcAft>
              <a:defRPr sz="1900" b="0" i="0">
                <a:solidFill>
                  <a:srgbClr val="000000"/>
                </a:solidFill>
                <a:latin typeface="Arial Black"/>
              </a:defRPr>
            </a:pPr>
            <a:r>
              <a:t>that I have greatly sinned,</a:t>
            </a:r>
          </a:p>
          <a:p>
            <a:pPr>
              <a:spcAft>
                <a:spcPts val="500"/>
              </a:spcAft>
              <a:defRPr sz="1900" b="0" i="0">
                <a:solidFill>
                  <a:srgbClr val="000000"/>
                </a:solidFill>
                <a:latin typeface="Arial Black"/>
              </a:defRPr>
            </a:pPr>
            <a:r>
              <a:t>in my thoughts and in my words,</a:t>
            </a:r>
          </a:p>
          <a:p>
            <a:pPr>
              <a:spcAft>
                <a:spcPts val="500"/>
              </a:spcAft>
              <a:defRPr sz="1900" b="0" i="0">
                <a:solidFill>
                  <a:srgbClr val="000000"/>
                </a:solidFill>
                <a:latin typeface="Arial Black"/>
              </a:defRPr>
            </a:pPr>
            <a:r>
              <a:t>in what I have done and in what I have failed to do,</a:t>
            </a:r>
          </a:p>
          <a:p>
            <a:pPr>
              <a:spcAft>
                <a:spcPts val="500"/>
              </a:spcAft>
              <a:defRPr sz="1900" b="0" i="0">
                <a:solidFill>
                  <a:srgbClr val="000000"/>
                </a:solidFill>
                <a:latin typeface="Arial Black"/>
              </a:defRPr>
            </a:pPr>
            <a:r>
              <a:t>through my fault, through my fault,</a:t>
            </a:r>
          </a:p>
          <a:p>
            <a:pPr>
              <a:spcAft>
                <a:spcPts val="500"/>
              </a:spcAft>
              <a:defRPr sz="1900" b="0" i="0">
                <a:solidFill>
                  <a:srgbClr val="000000"/>
                </a:solidFill>
                <a:latin typeface="Arial Black"/>
              </a:defRPr>
            </a:pPr>
            <a:r>
              <a:t>through my most grievous fault;</a:t>
            </a:r>
          </a:p>
          <a:p>
            <a:pPr>
              <a:spcAft>
                <a:spcPts val="500"/>
              </a:spcAft>
              <a:defRPr sz="1900" b="0" i="0">
                <a:solidFill>
                  <a:srgbClr val="000000"/>
                </a:solidFill>
                <a:latin typeface="Arial Black"/>
              </a:defRPr>
            </a:pPr>
            <a:r>
              <a:t>therefore I ask blessed Mary ever-Virgin,</a:t>
            </a:r>
          </a:p>
          <a:p>
            <a:pPr>
              <a:spcAft>
                <a:spcPts val="500"/>
              </a:spcAft>
              <a:defRPr sz="1900" b="0" i="0">
                <a:solidFill>
                  <a:srgbClr val="000000"/>
                </a:solidFill>
                <a:latin typeface="Arial Black"/>
              </a:defRPr>
            </a:pPr>
            <a:r>
              <a:t>all the Angels and Saints,</a:t>
            </a:r>
          </a:p>
          <a:p>
            <a:pPr>
              <a:spcAft>
                <a:spcPts val="500"/>
              </a:spcAft>
              <a:defRPr sz="1900" b="0" i="0">
                <a:solidFill>
                  <a:srgbClr val="000000"/>
                </a:solidFill>
                <a:latin typeface="Arial Black"/>
              </a:defRPr>
            </a:pPr>
            <a:r>
              <a:t>and you, my brothers and sisters,</a:t>
            </a:r>
          </a:p>
          <a:p>
            <a:pPr>
              <a:spcAft>
                <a:spcPts val="500"/>
              </a:spcAft>
              <a:defRPr sz="1900" b="0" i="0">
                <a:solidFill>
                  <a:srgbClr val="000000"/>
                </a:solidFill>
                <a:latin typeface="Arial Black"/>
              </a:defRPr>
            </a:pPr>
            <a:r>
              <a:t>to pray for me to the Lord our God.</a:t>
            </a:r>
          </a:p>
          <a:p>
            <a:pPr>
              <a:spcBef>
                <a:spcPts val="400"/>
              </a:spcBef>
              <a:spcAft>
                <a:spcPts val="500"/>
              </a:spcAft>
              <a:defRPr sz="2000" b="1" i="0">
                <a:solidFill>
                  <a:srgbClr val="A06E13"/>
                </a:solidFill>
                <a:latin typeface="Arial Black"/>
              </a:defRPr>
            </a:pPr>
            <a:r>
              <a:t>Priest: May almighty God have mercy on us, forgive us our sins, and bring us to everlasting life.</a:t>
            </a:r>
          </a:p>
          <a:p>
            <a:pPr>
              <a:spcBef>
                <a:spcPts val="400"/>
              </a:spcBef>
              <a:spcAft>
                <a:spcPts val="500"/>
              </a:spcAft>
              <a:defRPr sz="2000" b="1" i="0">
                <a:solidFill>
                  <a:srgbClr val="000000"/>
                </a:solidFill>
                <a:latin typeface="Arial Black"/>
              </a:defRPr>
            </a:pPr>
            <a:r>
              <a:t>Churchgoers: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Penitential Act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000000"/>
                </a:solidFill>
                <a:latin typeface="Arial Black"/>
              </a:defRPr>
            </a:pPr>
            <a:r>
              <a:t>Churchgoers: Lord, have mercy.</a:t>
            </a:r>
          </a:p>
          <a:p>
            <a:pPr>
              <a:spcBef>
                <a:spcPts val="400"/>
              </a:spcBef>
              <a:spcAft>
                <a:spcPts val="500"/>
              </a:spcAft>
              <a:defRPr sz="2000" b="1" i="0">
                <a:solidFill>
                  <a:srgbClr val="000000"/>
                </a:solidFill>
                <a:latin typeface="Arial Black"/>
              </a:defRPr>
            </a:pPr>
            <a:r>
              <a:t>Churchgoers: Lord, have mercy.</a:t>
            </a:r>
          </a:p>
          <a:p>
            <a:pPr>
              <a:spcBef>
                <a:spcPts val="400"/>
              </a:spcBef>
              <a:spcAft>
                <a:spcPts val="500"/>
              </a:spcAft>
              <a:defRPr sz="2000" b="1" i="0">
                <a:solidFill>
                  <a:srgbClr val="000000"/>
                </a:solidFill>
                <a:latin typeface="Arial Black"/>
              </a:defRPr>
            </a:pPr>
            <a:r>
              <a:t>Churchgoers: Christ, have mercy.</a:t>
            </a:r>
          </a:p>
          <a:p>
            <a:pPr>
              <a:spcBef>
                <a:spcPts val="400"/>
              </a:spcBef>
              <a:spcAft>
                <a:spcPts val="500"/>
              </a:spcAft>
              <a:defRPr sz="2000" b="1" i="0">
                <a:solidFill>
                  <a:srgbClr val="000000"/>
                </a:solidFill>
                <a:latin typeface="Arial Black"/>
              </a:defRPr>
            </a:pPr>
            <a:r>
              <a:t>Churchgoers: Christ, have mercy.</a:t>
            </a:r>
          </a:p>
          <a:p>
            <a:pPr>
              <a:spcBef>
                <a:spcPts val="400"/>
              </a:spcBef>
              <a:spcAft>
                <a:spcPts val="500"/>
              </a:spcAft>
              <a:defRPr sz="2000" b="1" i="0">
                <a:solidFill>
                  <a:srgbClr val="000000"/>
                </a:solidFill>
                <a:latin typeface="Arial Black"/>
              </a:defRPr>
            </a:pPr>
            <a:r>
              <a:t>Churchgoers: Lord, have mercy.</a:t>
            </a:r>
          </a:p>
          <a:p>
            <a:pPr>
              <a:spcBef>
                <a:spcPts val="400"/>
              </a:spcBef>
              <a:spcAft>
                <a:spcPts val="500"/>
              </a:spcAft>
              <a:defRPr sz="2000" b="1" i="0">
                <a:solidFill>
                  <a:srgbClr val="000000"/>
                </a:solidFill>
                <a:latin typeface="Arial Black"/>
              </a:defRPr>
            </a:pPr>
            <a:r>
              <a:t>Churchgoers: Lord, have mercy.</a:t>
            </a:r>
          </a:p>
          <a:p>
            <a:pPr>
              <a:spcAft>
                <a:spcPts val="500"/>
              </a:spcAft>
              <a:defRPr sz="1500" b="0" i="1">
                <a:solidFill>
                  <a:srgbClr val="A06E13"/>
                </a:solidFill>
                <a:latin typeface="Arial Black"/>
              </a:defRPr>
            </a:pPr>
            <a:r>
              <a:t>This acclamation may also be sung, or the invocations from the Missal or approved pastoral practice may be used in full.</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000000"/>
                </a:solidFill>
                <a:latin typeface="Arial Black"/>
              </a:defRPr>
            </a:pPr>
            <a:r>
              <a:t>Churchgoers: Glory to God in the highest,</a:t>
            </a:r>
          </a:p>
          <a:p>
            <a:pPr>
              <a:spcAft>
                <a:spcPts val="500"/>
              </a:spcAft>
              <a:defRPr sz="1900" b="0" i="0">
                <a:solidFill>
                  <a:srgbClr val="000000"/>
                </a:solidFill>
                <a:latin typeface="Arial Black"/>
              </a:defRPr>
            </a:pPr>
            <a:r>
              <a:t>and on earth peace to people of good will.</a:t>
            </a:r>
          </a:p>
          <a:p>
            <a:pPr>
              <a:spcAft>
                <a:spcPts val="500"/>
              </a:spcAft>
              <a:defRPr sz="1900" b="0" i="0">
                <a:solidFill>
                  <a:srgbClr val="000000"/>
                </a:solidFill>
                <a:latin typeface="Arial Black"/>
              </a:defRPr>
            </a:pPr>
            <a:r>
              <a:t>We praise you, we bless you, we adore you,</a:t>
            </a:r>
          </a:p>
          <a:p>
            <a:pPr>
              <a:spcAft>
                <a:spcPts val="500"/>
              </a:spcAft>
              <a:defRPr sz="1900" b="0" i="0">
                <a:solidFill>
                  <a:srgbClr val="000000"/>
                </a:solidFill>
                <a:latin typeface="Arial Black"/>
              </a:defRPr>
            </a:pPr>
            <a:r>
              <a:t>we glorify you, we give you thanks</a:t>
            </a:r>
          </a:p>
          <a:p>
            <a:pPr>
              <a:spcAft>
                <a:spcPts val="500"/>
              </a:spcAft>
              <a:defRPr sz="1900" b="0" i="0">
                <a:solidFill>
                  <a:srgbClr val="000000"/>
                </a:solidFill>
                <a:latin typeface="Arial Black"/>
              </a:defRPr>
            </a:pPr>
            <a:r>
              <a:t>for your great glory,</a:t>
            </a:r>
          </a:p>
          <a:p>
            <a:pPr>
              <a:spcAft>
                <a:spcPts val="500"/>
              </a:spcAft>
              <a:defRPr sz="1900" b="0" i="0">
                <a:solidFill>
                  <a:srgbClr val="000000"/>
                </a:solidFill>
                <a:latin typeface="Arial Black"/>
              </a:defRPr>
            </a:pPr>
            <a:r>
              <a:t>Lord God, heavenly King, O God, almighty Father.</a:t>
            </a:r>
          </a:p>
          <a:p>
            <a:pPr>
              <a:spcAft>
                <a:spcPts val="500"/>
              </a:spcAft>
              <a:defRPr sz="1900" b="0" i="0">
                <a:solidFill>
                  <a:srgbClr val="000000"/>
                </a:solidFill>
                <a:latin typeface="Arial Black"/>
              </a:defRPr>
            </a:pPr>
            <a:r>
              <a:t>Lord Jesus Christ, Only Begotten Son,</a:t>
            </a:r>
          </a:p>
          <a:p>
            <a:pPr>
              <a:spcAft>
                <a:spcPts val="500"/>
              </a:spcAft>
              <a:defRPr sz="1900" b="0" i="0">
                <a:solidFill>
                  <a:srgbClr val="000000"/>
                </a:solidFill>
                <a:latin typeface="Arial Black"/>
              </a:defRPr>
            </a:pPr>
            <a:r>
              <a:t>Lord God, Lamb of God, Son of the Father,</a:t>
            </a:r>
          </a:p>
          <a:p>
            <a:pPr>
              <a:spcAft>
                <a:spcPts val="500"/>
              </a:spcAft>
              <a:defRPr sz="1900" b="0" i="0">
                <a:solidFill>
                  <a:srgbClr val="000000"/>
                </a:solidFill>
                <a:latin typeface="Arial Black"/>
              </a:defRPr>
            </a:pPr>
            <a:r>
              <a:t>you take away the sins of the world, have mercy on us;</a:t>
            </a:r>
          </a:p>
          <a:p>
            <a:pPr>
              <a:spcAft>
                <a:spcPts val="500"/>
              </a:spcAft>
              <a:defRPr sz="1900" b="0" i="0">
                <a:solidFill>
                  <a:srgbClr val="000000"/>
                </a:solidFill>
                <a:latin typeface="Arial Black"/>
              </a:defRPr>
            </a:pPr>
            <a:r>
              <a:t>you take away the sins of the world, receive our prayer;</a:t>
            </a:r>
          </a:p>
          <a:p>
            <a:pPr>
              <a:spcAft>
                <a:spcPts val="500"/>
              </a:spcAft>
              <a:defRPr sz="1900" b="0" i="0">
                <a:solidFill>
                  <a:srgbClr val="000000"/>
                </a:solidFill>
                <a:latin typeface="Arial Black"/>
              </a:defRPr>
            </a:pPr>
            <a:r>
              <a:t>you are seated at the right hand of the Father, have mercy on us.</a:t>
            </a:r>
          </a:p>
          <a:p>
            <a:pPr>
              <a:spcAft>
                <a:spcPts val="500"/>
              </a:spcAft>
              <a:defRPr sz="1900" b="0" i="0">
                <a:solidFill>
                  <a:srgbClr val="000000"/>
                </a:solidFill>
                <a:latin typeface="Arial Black"/>
              </a:defRPr>
            </a:pPr>
            <a:r>
              <a:t>For you alone are the Holy One,</a:t>
            </a:r>
          </a:p>
          <a:p>
            <a:pPr>
              <a:spcAft>
                <a:spcPts val="500"/>
              </a:spcAft>
              <a:defRPr sz="1900" b="0" i="0">
                <a:solidFill>
                  <a:srgbClr val="000000"/>
                </a:solidFill>
                <a:latin typeface="Arial Black"/>
              </a:defRPr>
            </a:pPr>
            <a:r>
              <a:t>you alone are the Lord,</a:t>
            </a:r>
          </a:p>
          <a:p>
            <a:pPr>
              <a:spcAft>
                <a:spcPts val="500"/>
              </a:spcAft>
              <a:defRPr sz="1900" b="0" i="0">
                <a:solidFill>
                  <a:srgbClr val="000000"/>
                </a:solidFill>
                <a:latin typeface="Arial Black"/>
              </a:defRPr>
            </a:pPr>
            <a:r>
              <a:t>you alone are the Most High,</a:t>
            </a:r>
          </a:p>
          <a:p>
            <a:pPr>
              <a:spcAft>
                <a:spcPts val="500"/>
              </a:spcAft>
              <a:defRPr sz="1900" b="0" i="0">
                <a:solidFill>
                  <a:srgbClr val="000000"/>
                </a:solidFill>
                <a:latin typeface="Arial Black"/>
              </a:defRPr>
            </a:pPr>
            <a:r>
              <a:t>Jesus Christ,</a:t>
            </a:r>
          </a:p>
          <a:p>
            <a:pPr>
              <a:spcAft>
                <a:spcPts val="500"/>
              </a:spcAft>
              <a:defRPr sz="1900" b="0" i="0">
                <a:solidFill>
                  <a:srgbClr val="000000"/>
                </a:solidFill>
                <a:latin typeface="Arial Black"/>
              </a:defRPr>
            </a:pPr>
            <a:r>
              <a:t>with the Holy Spirit,</a:t>
            </a:r>
          </a:p>
          <a:p>
            <a:pPr>
              <a:spcAft>
                <a:spcPts val="500"/>
              </a:spcAft>
              <a:defRPr sz="1900" b="0" i="0">
                <a:solidFill>
                  <a:srgbClr val="000000"/>
                </a:solidFill>
                <a:latin typeface="Arial Black"/>
              </a:defRPr>
            </a:pPr>
            <a:r>
              <a:t>in the glory of God the Father.</a:t>
            </a:r>
          </a:p>
          <a:p>
            <a:pPr>
              <a:spcAft>
                <a:spcPts val="500"/>
              </a:spcAft>
              <a:defRPr sz="1900" b="0" i="0">
                <a:solidFill>
                  <a:srgbClr val="000000"/>
                </a:solidFill>
                <a:latin typeface="Arial Black"/>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Gloria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Let us pray.</a:t>
            </a:r>
          </a:p>
          <a:p>
            <a:pPr>
              <a:spcAft>
                <a:spcPts val="500"/>
              </a:spcAft>
              <a:defRPr sz="1500" b="0" i="1">
                <a:solidFill>
                  <a:srgbClr val="A06E13"/>
                </a:solidFill>
                <a:latin typeface="Arial Black"/>
              </a:defRPr>
            </a:pPr>
            <a:r>
              <a:t>All pray silently with the Priest for a moment. Then the Priest says the Collect for the day, that is, the Opening Prayer, in full from the Roman Missal for this celebration—nothing abbreviated. The people respond at the end.</a:t>
            </a:r>
          </a:p>
          <a:p>
            <a:pPr>
              <a:spcBef>
                <a:spcPts val="400"/>
              </a:spcBef>
              <a:spcAft>
                <a:spcPts val="500"/>
              </a:spcAft>
              <a:defRPr sz="2000" b="1" i="0">
                <a:solidFill>
                  <a:srgbClr val="000000"/>
                </a:solidFill>
                <a:latin typeface="Arial Black"/>
              </a:defRPr>
            </a:pPr>
            <a:r>
              <a:t>Churchgoers: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Word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A06E13"/>
                </a:solidFill>
                <a:latin typeface="Arial Black"/>
              </a:defRPr>
            </a:pPr>
            <a:r>
              <a:t>LITURGY OF</a:t>
            </a:r>
            <a:br/>
            <a:r>
              <a:t>THE WORD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A06E13"/>
                </a:solidFill>
                <a:latin typeface="Arial Black"/>
              </a:defRPr>
            </a:pPr>
            <a:r>
              <a:t>FIRST</a:t>
            </a:r>
            <a:br/>
            <a:r>
              <a:t>READING</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First Reading Title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A06E13"/>
                </a:solidFill>
                <a:latin typeface="Arial Black"/>
              </a:defRPr>
            </a:pPr>
            <a:r>
              <a:t>Liturgy of the Word</a:t>
            </a:r>
          </a:p>
          <a:p>
            <a:pPr>
              <a:defRPr sz="1600" b="0" i="0">
                <a:solidFill>
                  <a:srgbClr val="F15F3A"/>
                </a:solidFill>
                <a:latin typeface="Arial Black"/>
              </a:defRPr>
            </a:pPr>
            <a:r>
              <a:t>First Reading (Isaiah 2:1-5)</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F15F3A"/>
                </a:solidFill>
                <a:latin typeface="Arial Black"/>
              </a:defRPr>
            </a:pP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000000"/>
                </a:solidFill>
                <a:latin typeface="Arial Black"/>
              </a:defRPr>
            </a:pPr>
            <a:r>
              <a:t>This is what Isaiah, son of Amoz, saw concerning Judah and Jerusalem. In days to come, the mountain of the LORD's house shall be established as the highest mountain and raised above the hills. All nations shall stream toward it; many peoples shall come and say: "Come, let us climb the LORD's mountain, to the house of the God of Jacob, that he may instruct us in his ways, and we may walk in his paths." For from Zion shall go forth instruction, and the word of the LORD from Jerusalem. He shall judge between the nations, and impose terms on many peoples. They shall beat their swords into plowshares and their spears into pruning hooks; one nation shall not raise the sword against another, nor shall they train for war again. O house of Jacob, come, let us walk in the light of the Lord!</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A06E13"/>
                </a:solidFill>
                <a:latin typeface="Arial Black"/>
              </a:defRPr>
            </a:pPr>
            <a:r>
              <a:t>RESPONSORIAL</a:t>
            </a:r>
            <a:br/>
            <a:r>
              <a:t>PSALM</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Responsorial Psalm Title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A06E13"/>
                </a:solidFill>
                <a:latin typeface="Arial Black"/>
              </a:defRPr>
            </a:pPr>
            <a:r>
              <a:t>Liturgy of the Word</a:t>
            </a:r>
          </a:p>
          <a:p>
            <a:pPr>
              <a:defRPr sz="1600" b="0" i="0">
                <a:solidFill>
                  <a:srgbClr val="F15F3A"/>
                </a:solidFill>
                <a:latin typeface="Arial Black"/>
              </a:defRPr>
            </a:pPr>
            <a:r>
              <a:t>Responsorial Psalm (Psalm 122:1-2, 3-4, 4-5, 6-7, 8-9)</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F15F3A"/>
                </a:solidFill>
                <a:latin typeface="Arial Black"/>
              </a:defRPr>
            </a:pPr>
            <a:r>
              <a:t>Slide 1 of 2</a:t>
            </a: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000000"/>
                </a:solidFill>
                <a:latin typeface="Arial Black"/>
              </a:defRPr>
            </a:pPr>
            <a:r>
              <a:t>R. Let us go rejoicing to the house of the Lord. I rejoiced because they said to me, "We will go up to the house of the LORD." And now we have set foot within your gates, O Jerusalem. R. Let us go rejoicing to the house of the Lord. Jerusalem, built as a city with compact unity. To it the tribes go up, the tribes of the LORD. R. Let us go rejoicing to the house of the Lord. According to the decree for Israel, to give thanks to the name of the LORD. In it are set up judgment seats, seats for the house of David. R. Let us go rejoicing to the house of the Lord. Pray for the peace of Jerusalem! May those who love you prosper! May peace be within your walls, prosperity in your buildings. R. Let us go rejoicing to the house of the Lord. Because of my brothers and friends I will say, "Peace be within you!" Because of the house of the LORD, our God, I will pray for your good. R.</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A06E13"/>
                </a:solidFill>
                <a:latin typeface="Arial Black"/>
              </a:defRPr>
            </a:pPr>
            <a:r>
              <a:t>Liturgy of the Word</a:t>
            </a:r>
          </a:p>
          <a:p>
            <a:pPr>
              <a:defRPr sz="1600" b="0" i="0">
                <a:solidFill>
                  <a:srgbClr val="F15F3A"/>
                </a:solidFill>
                <a:latin typeface="Arial Black"/>
              </a:defRPr>
            </a:pPr>
            <a:r>
              <a:t>Responsorial Psalm (continued)</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F15F3A"/>
                </a:solidFill>
                <a:latin typeface="Arial Black"/>
              </a:defRPr>
            </a:pPr>
            <a:r>
              <a:t>Slide 2 of 2</a:t>
            </a: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000000"/>
                </a:solidFill>
                <a:latin typeface="Arial Black"/>
              </a:defRPr>
            </a:pPr>
            <a:r>
              <a:t>Let us go rejoicing to the house of the Lord.</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A06E13"/>
                </a:solidFill>
                <a:latin typeface="Arial Black"/>
              </a:defRPr>
            </a:pPr>
            <a:r>
              <a:t>SECOND</a:t>
            </a:r>
            <a:br/>
            <a:r>
              <a:t>READING</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Second Reading Title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A06E13"/>
                </a:solidFill>
                <a:latin typeface="Arial Black"/>
              </a:defRPr>
            </a:pPr>
            <a:r>
              <a:t>Liturgy of the Word</a:t>
            </a:r>
          </a:p>
          <a:p>
            <a:pPr>
              <a:defRPr sz="1600" b="0" i="0">
                <a:solidFill>
                  <a:srgbClr val="F15F3A"/>
                </a:solidFill>
                <a:latin typeface="Arial Black"/>
              </a:defRPr>
            </a:pPr>
            <a:r>
              <a:t>Second Reading (Romans 13:11-14)</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F15F3A"/>
                </a:solidFill>
                <a:latin typeface="Arial Black"/>
              </a:defRPr>
            </a:pP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000000"/>
                </a:solidFill>
                <a:latin typeface="Arial Black"/>
              </a:defRPr>
            </a:pPr>
            <a:r>
              <a:t>Brothers and sisters: You know the time; it is the hour now for you to awake from sleep. For our salvation is nearer now than when we first believed; the night is advanced, the day is at hand. Let us then throw off the works of darkness and put on the armor of light; let us conduct ourselves properly as in the day, not in orgies and drunkenness, not in promiscuity and lust, not in rivalry and jealousy. But put on the Lord Jesus Christ, and make no provision for the desires of the flesh.</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Word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000000"/>
                </a:solidFill>
                <a:latin typeface="Arial Black"/>
              </a:defRPr>
            </a:pPr>
            <a:r>
              <a:t>ALLELUIA! ALLELUIA! ALLELUIA! ALLELUIA!</a:t>
            </a:r>
          </a:p>
          <a:p>
            <a:pPr>
              <a:spcAft>
                <a:spcPts val="500"/>
              </a:spcAft>
              <a:defRPr sz="1500" b="0" i="1">
                <a:solidFill>
                  <a:srgbClr val="A06E13"/>
                </a:solidFill>
                <a:latin typeface="Arial Black"/>
              </a:defRPr>
            </a:pPr>
            <a:r>
              <a:t>Sing the verse of the Gospel Acclamation given in the Lectionary for this Mass in full, not shortened.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A06E13"/>
                </a:solidFill>
                <a:latin typeface="Arial Black"/>
              </a:defRPr>
            </a:pPr>
            <a:r>
              <a:t>If a commentator announces the verse before the Gospel Acclamation, the verse from the Lectionary is spoken in full, and then the assembly sings the Alleluia and response without abbreviation.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The Lord be with you.</a:t>
            </a:r>
          </a:p>
          <a:p>
            <a:pPr>
              <a:spcBef>
                <a:spcPts val="400"/>
              </a:spcBef>
              <a:spcAft>
                <a:spcPts val="500"/>
              </a:spcAft>
              <a:defRPr sz="2000" b="1" i="0">
                <a:solidFill>
                  <a:srgbClr val="000000"/>
                </a:solidFill>
                <a:latin typeface="Arial Black"/>
              </a:defRPr>
            </a:pPr>
            <a:r>
              <a:t>Churchgoers: And with your spirit.</a:t>
            </a:r>
          </a:p>
          <a:p>
            <a:pPr>
              <a:spcAft>
                <a:spcPts val="500"/>
              </a:spcAft>
              <a:defRPr sz="1500" b="0" i="1">
                <a:solidFill>
                  <a:srgbClr val="A06E13"/>
                </a:solidFill>
                <a:latin typeface="Arial Black"/>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spcBef>
                <a:spcPts val="400"/>
              </a:spcBef>
              <a:spcAft>
                <a:spcPts val="500"/>
              </a:spcAft>
              <a:defRPr sz="2000" b="1" i="0">
                <a:solidFill>
                  <a:srgbClr val="000000"/>
                </a:solidFill>
                <a:latin typeface="Arial Black"/>
              </a:defRPr>
            </a:pPr>
            <a:r>
              <a:t>Churchgoers: Glory to you, O Lord.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A06E13"/>
                </a:solidFill>
                <a:latin typeface="Arial Black"/>
              </a:defRPr>
            </a:pPr>
            <a:r>
              <a:t>Matthew 24:37-44</a:t>
            </a:r>
          </a:p>
          <a:p>
            <a:pPr>
              <a:spcAft>
                <a:spcPts val="500"/>
              </a:spcAft>
              <a:defRPr sz="1500" b="0" i="1">
                <a:solidFill>
                  <a:srgbClr val="A06E13"/>
                </a:solidFill>
                <a:latin typeface="Arial Black"/>
              </a:defRPr>
            </a:pPr>
          </a:p>
          <a:p>
            <a:pPr>
              <a:spcBef>
                <a:spcPts val="400"/>
              </a:spcBef>
              <a:spcAft>
                <a:spcPts val="500"/>
              </a:spcAft>
              <a:defRPr sz="2000" b="1" i="0">
                <a:solidFill>
                  <a:srgbClr val="000000"/>
                </a:solidFill>
                <a:latin typeface="Arial Black"/>
              </a:defRPr>
            </a:pPr>
            <a:r>
              <a:t>Churchgoers: “As it was in the days of Noah, so it will be at the coming of the Son of Man.”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A06E13"/>
                </a:solidFill>
                <a:latin typeface="Arial Black"/>
              </a:defRPr>
            </a:pPr>
            <a:r>
              <a:t>Gospel</a:t>
            </a:r>
          </a:p>
        </p:txBody>
      </p:sp>
      <p:sp>
        <p:nvSpPr>
          <p:cNvPr id="4" name="TextBox 3"/>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F15F3A"/>
                </a:solidFill>
                <a:latin typeface="Arial Black"/>
              </a:defRPr>
            </a:pPr>
            <a:r>
              <a:t>Matthew 24:37-44</a:t>
            </a:r>
          </a:p>
        </p:txBody>
      </p:sp>
      <p:sp>
        <p:nvSpPr>
          <p:cNvPr id="5" name="TextBox 4"/>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000000"/>
                </a:solidFill>
                <a:latin typeface="Arial Black"/>
              </a:defRPr>
            </a:pPr>
            <a:r>
              <a:t>Jesus said to his disciples: "As it was in the days of Noah, so it will be at the coming of the Son of Man. In those days before the flood, they were eating and drinking, marrying and giving in marriage, up to the day that Noah entered the ark. They did not know until the flood came and carried them all away. So will it be also at the coming of the Son of Man. Two men will be out in the field; one will be taken, and one will be left. Two women will be grinding at the mill; one will be taken, and one will be left. Therefore, stay awake! For you do not know on which day your Lord will come. Be sure of this: if the master of the house had known the hour of night when the thief was coming, he would have stayed awake and not let his house be broken into. So too, you also must be prepared, for at an hour you do not expect, the Son of Man will come."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The Gospel of the Lord.</a:t>
            </a:r>
          </a:p>
          <a:p>
            <a:pPr>
              <a:spcBef>
                <a:spcPts val="400"/>
              </a:spcBef>
              <a:spcAft>
                <a:spcPts val="500"/>
              </a:spcAft>
              <a:defRPr sz="2000" b="1" i="0">
                <a:solidFill>
                  <a:srgbClr val="000000"/>
                </a:solidFill>
                <a:latin typeface="Arial Black"/>
              </a:defRPr>
            </a:pPr>
            <a:r>
              <a:t>Churchgoers: Praise to you, Lord Jesus Christ.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Gospel Acclamation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A06E13"/>
                </a:solidFill>
                <a:latin typeface="Arial Black"/>
              </a:defRPr>
            </a:pPr>
            <a:r>
              <a:t>Time for the homily — Father will now preach.</a:t>
            </a:r>
          </a:p>
          <a:p>
            <a:pPr>
              <a:spcAft>
                <a:spcPts val="500"/>
              </a:spcAft>
              <a:defRPr sz="1500" b="0" i="1">
                <a:solidFill>
                  <a:srgbClr val="A06E13"/>
                </a:solidFill>
                <a:latin typeface="Arial Black"/>
              </a:defRPr>
            </a:pPr>
            <a:r>
              <a:t>Commentator may introduce the theme.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Homily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A06E13"/>
                </a:solidFill>
                <a:latin typeface="Arial Black"/>
              </a:defRPr>
            </a:pPr>
            <a:r>
              <a:t>MASS CELEBRANT:</a:t>
            </a:r>
          </a:p>
          <a:p>
            <a:pPr>
              <a:spcAft>
                <a:spcPts val="300"/>
              </a:spcAft>
              <a:defRPr sz="2100" b="0" i="0">
                <a:solidFill>
                  <a:srgbClr val="000000"/>
                </a:solidFill>
                <a:latin typeface="Arial Black"/>
              </a:defRPr>
            </a:pPr>
            <a:r>
              <a:t>Rev. Fr. Jonrey Lauron, RCJ</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Gwangju</a:t>
            </a:r>
            <a:br/>
            <a:r>
              <a:t>Filipino</a:t>
            </a:r>
            <a:br/>
            <a:r>
              <a:t>Catholic</a:t>
            </a:r>
            <a:br/>
            <a:r>
              <a:t>Community</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Gospel (Matthew 24:37-44)</a:t>
            </a:r>
          </a:p>
          <a:p>
            <a:pPr>
              <a:spcAft>
                <a:spcPts val="300"/>
              </a:spcAft>
              <a:defRPr sz="2100" b="0" i="0">
                <a:solidFill>
                  <a:srgbClr val="000000"/>
                </a:solidFill>
                <a:latin typeface="Arial Black"/>
              </a:defRPr>
            </a:pPr>
            <a:r>
              <a:t>“As it was in the days of Noah, so it will be at the coming of the Son of Man.”</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YEAR A</a:t>
            </a:r>
          </a:p>
          <a:p>
            <a:pPr>
              <a:spcAft>
                <a:spcPts val="300"/>
              </a:spcAft>
              <a:defRPr sz="2100" b="0" i="0">
                <a:solidFill>
                  <a:srgbClr val="000000"/>
                </a:solidFill>
                <a:latin typeface="Arial Black"/>
              </a:defRPr>
            </a:pPr>
            <a:r>
              <a:t>2025-11-30 · Advent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Mass poster / divider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000000"/>
                </a:solidFill>
                <a:latin typeface="Arial Black"/>
              </a:defRPr>
            </a:pPr>
            <a:r>
              <a:t>Churchgoers: I believe in one God,</a:t>
            </a:r>
          </a:p>
          <a:p>
            <a:pPr>
              <a:spcAft>
                <a:spcPts val="500"/>
              </a:spcAft>
              <a:defRPr sz="1900" b="0" i="0">
                <a:solidFill>
                  <a:srgbClr val="000000"/>
                </a:solidFill>
                <a:latin typeface="Arial Black"/>
              </a:defRPr>
            </a:pPr>
            <a:r>
              <a:t>the Father almighty,</a:t>
            </a:r>
          </a:p>
          <a:p>
            <a:pPr>
              <a:spcAft>
                <a:spcPts val="500"/>
              </a:spcAft>
              <a:defRPr sz="1900" b="0" i="0">
                <a:solidFill>
                  <a:srgbClr val="000000"/>
                </a:solidFill>
                <a:latin typeface="Arial Black"/>
              </a:defRPr>
            </a:pPr>
            <a:r>
              <a:t>maker of heaven and earth,</a:t>
            </a:r>
          </a:p>
          <a:p>
            <a:pPr>
              <a:spcAft>
                <a:spcPts val="500"/>
              </a:spcAft>
              <a:defRPr sz="1900" b="0" i="0">
                <a:solidFill>
                  <a:srgbClr val="000000"/>
                </a:solidFill>
                <a:latin typeface="Arial Black"/>
              </a:defRPr>
            </a:pPr>
            <a:r>
              <a:t>of all things visible and invisible.</a:t>
            </a:r>
          </a:p>
          <a:p>
            <a:pPr>
              <a:spcAft>
                <a:spcPts val="500"/>
              </a:spcAft>
              <a:defRPr sz="1900" b="0" i="0">
                <a:solidFill>
                  <a:srgbClr val="000000"/>
                </a:solidFill>
                <a:latin typeface="Arial Black"/>
              </a:defRPr>
            </a:pPr>
            <a:r>
              <a:t>I believe in one Lord Jesus Christ,</a:t>
            </a:r>
          </a:p>
          <a:p>
            <a:pPr>
              <a:spcAft>
                <a:spcPts val="500"/>
              </a:spcAft>
              <a:defRPr sz="1900" b="0" i="0">
                <a:solidFill>
                  <a:srgbClr val="000000"/>
                </a:solidFill>
                <a:latin typeface="Arial Black"/>
              </a:defRPr>
            </a:pPr>
            <a:r>
              <a:t>the Only Begotten Son of God,</a:t>
            </a:r>
          </a:p>
          <a:p>
            <a:pPr>
              <a:spcAft>
                <a:spcPts val="500"/>
              </a:spcAft>
              <a:defRPr sz="1900" b="0" i="0">
                <a:solidFill>
                  <a:srgbClr val="000000"/>
                </a:solidFill>
                <a:latin typeface="Arial Black"/>
              </a:defRPr>
            </a:pPr>
            <a:r>
              <a:t>born of the Father before all ages.</a:t>
            </a:r>
          </a:p>
          <a:p>
            <a:pPr>
              <a:spcAft>
                <a:spcPts val="500"/>
              </a:spcAft>
              <a:defRPr sz="1900" b="0" i="0">
                <a:solidFill>
                  <a:srgbClr val="000000"/>
                </a:solidFill>
                <a:latin typeface="Arial Black"/>
              </a:defRPr>
            </a:pPr>
            <a:r>
              <a:t>God from God, Light from Light,</a:t>
            </a:r>
          </a:p>
          <a:p>
            <a:pPr>
              <a:spcAft>
                <a:spcPts val="500"/>
              </a:spcAft>
              <a:defRPr sz="1900" b="0" i="0">
                <a:solidFill>
                  <a:srgbClr val="000000"/>
                </a:solidFill>
                <a:latin typeface="Arial Black"/>
              </a:defRPr>
            </a:pPr>
            <a:r>
              <a:t>true God from true God,</a:t>
            </a:r>
          </a:p>
          <a:p>
            <a:pPr>
              <a:spcAft>
                <a:spcPts val="500"/>
              </a:spcAft>
              <a:defRPr sz="1900" b="0" i="0">
                <a:solidFill>
                  <a:srgbClr val="000000"/>
                </a:solidFill>
                <a:latin typeface="Arial Black"/>
              </a:defRPr>
            </a:pPr>
            <a:r>
              <a:t>begotten, not made, consubstantial with the Father;</a:t>
            </a:r>
          </a:p>
          <a:p>
            <a:pPr>
              <a:spcAft>
                <a:spcPts val="500"/>
              </a:spcAft>
              <a:defRPr sz="1900" b="0" i="0">
                <a:solidFill>
                  <a:srgbClr val="000000"/>
                </a:solidFill>
                <a:latin typeface="Arial Black"/>
              </a:defRPr>
            </a:pPr>
            <a:r>
              <a:t>through him all things were made.</a:t>
            </a:r>
          </a:p>
          <a:p>
            <a:pPr>
              <a:spcAft>
                <a:spcPts val="500"/>
              </a:spcAft>
              <a:defRPr sz="1900" b="0" i="0">
                <a:solidFill>
                  <a:srgbClr val="000000"/>
                </a:solidFill>
                <a:latin typeface="Arial Black"/>
              </a:defRPr>
            </a:pPr>
            <a:r>
              <a:t>For us men and for our salvation</a:t>
            </a:r>
          </a:p>
          <a:p>
            <a:pPr>
              <a:spcAft>
                <a:spcPts val="500"/>
              </a:spcAft>
              <a:defRPr sz="1900" b="0" i="0">
                <a:solidFill>
                  <a:srgbClr val="000000"/>
                </a:solidFill>
                <a:latin typeface="Arial Black"/>
              </a:defRPr>
            </a:pPr>
            <a:r>
              <a:t>he came down from heaven,</a:t>
            </a:r>
          </a:p>
          <a:p>
            <a:pPr>
              <a:spcAft>
                <a:spcPts val="500"/>
              </a:spcAft>
              <a:defRPr sz="1900" b="0" i="0">
                <a:solidFill>
                  <a:srgbClr val="000000"/>
                </a:solidFill>
                <a:latin typeface="Arial Black"/>
              </a:defRPr>
            </a:pPr>
            <a:r>
              <a:t>and by the Holy Spirit was incarnate of the Virgin Mary,</a:t>
            </a:r>
          </a:p>
          <a:p>
            <a:pPr>
              <a:spcAft>
                <a:spcPts val="500"/>
              </a:spcAft>
              <a:defRPr sz="1900" b="0" i="0">
                <a:solidFill>
                  <a:srgbClr val="000000"/>
                </a:solidFill>
                <a:latin typeface="Arial Black"/>
              </a:defRPr>
            </a:pPr>
            <a:r>
              <a:t>and became man.</a:t>
            </a:r>
          </a:p>
          <a:p>
            <a:pPr>
              <a:spcAft>
                <a:spcPts val="500"/>
              </a:spcAft>
              <a:defRPr sz="1900" b="0" i="0">
                <a:solidFill>
                  <a:srgbClr val="000000"/>
                </a:solidFill>
                <a:latin typeface="Arial Black"/>
              </a:defRPr>
            </a:pPr>
            <a:r>
              <a:t>For our sake he was crucified under Pontius Pilate,</a:t>
            </a:r>
          </a:p>
          <a:p>
            <a:pPr>
              <a:spcAft>
                <a:spcPts val="500"/>
              </a:spcAft>
              <a:defRPr sz="1900" b="0" i="0">
                <a:solidFill>
                  <a:srgbClr val="000000"/>
                </a:solidFill>
                <a:latin typeface="Arial Black"/>
              </a:defRPr>
            </a:pPr>
            <a:r>
              <a:t>he suffered death and was buried,</a:t>
            </a:r>
          </a:p>
          <a:p>
            <a:pPr>
              <a:spcAft>
                <a:spcPts val="500"/>
              </a:spcAft>
              <a:defRPr sz="1900" b="0" i="0">
                <a:solidFill>
                  <a:srgbClr val="000000"/>
                </a:solidFill>
                <a:latin typeface="Arial Black"/>
              </a:defRPr>
            </a:pPr>
            <a:r>
              <a:t>and rose again on the third day</a:t>
            </a:r>
          </a:p>
          <a:p>
            <a:pPr>
              <a:spcAft>
                <a:spcPts val="500"/>
              </a:spcAft>
              <a:defRPr sz="1900" b="0" i="0">
                <a:solidFill>
                  <a:srgbClr val="000000"/>
                </a:solidFill>
                <a:latin typeface="Arial Black"/>
              </a:defRPr>
            </a:pPr>
            <a:r>
              <a:t>in accordance with the Scriptures.</a:t>
            </a:r>
          </a:p>
          <a:p>
            <a:pPr>
              <a:spcAft>
                <a:spcPts val="500"/>
              </a:spcAft>
              <a:defRPr sz="1900" b="0" i="0">
                <a:solidFill>
                  <a:srgbClr val="000000"/>
                </a:solidFill>
                <a:latin typeface="Arial Black"/>
              </a:defRPr>
            </a:pPr>
            <a:r>
              <a:t>He ascended into heaven</a:t>
            </a:r>
          </a:p>
          <a:p>
            <a:pPr>
              <a:spcAft>
                <a:spcPts val="500"/>
              </a:spcAft>
              <a:defRPr sz="1900" b="0" i="0">
                <a:solidFill>
                  <a:srgbClr val="000000"/>
                </a:solidFill>
                <a:latin typeface="Arial Black"/>
              </a:defRPr>
            </a:pPr>
            <a:r>
              <a:t>and is seated at the right hand of the Father.</a:t>
            </a:r>
          </a:p>
          <a:p>
            <a:pPr>
              <a:spcAft>
                <a:spcPts val="500"/>
              </a:spcAft>
              <a:defRPr sz="1900" b="0" i="0">
                <a:solidFill>
                  <a:srgbClr val="000000"/>
                </a:solidFill>
                <a:latin typeface="Arial Black"/>
              </a:defRPr>
            </a:pPr>
            <a:r>
              <a:t>He will come again in glory</a:t>
            </a:r>
          </a:p>
          <a:p>
            <a:pPr>
              <a:spcAft>
                <a:spcPts val="500"/>
              </a:spcAft>
              <a:defRPr sz="1900" b="0" i="0">
                <a:solidFill>
                  <a:srgbClr val="000000"/>
                </a:solidFill>
                <a:latin typeface="Arial Black"/>
              </a:defRPr>
            </a:pPr>
            <a:r>
              <a:t>to judge the living and the dead</a:t>
            </a:r>
          </a:p>
          <a:p>
            <a:pPr>
              <a:spcAft>
                <a:spcPts val="500"/>
              </a:spcAft>
              <a:defRPr sz="1900" b="0" i="0">
                <a:solidFill>
                  <a:srgbClr val="000000"/>
                </a:solidFill>
                <a:latin typeface="Arial Black"/>
              </a:defRPr>
            </a:pPr>
            <a:r>
              <a:t>and his kingdom will have no end.</a:t>
            </a:r>
          </a:p>
          <a:p>
            <a:pPr>
              <a:spcAft>
                <a:spcPts val="500"/>
              </a:spcAft>
              <a:defRPr sz="1900" b="0" i="0">
                <a:solidFill>
                  <a:srgbClr val="000000"/>
                </a:solidFill>
                <a:latin typeface="Arial Black"/>
              </a:defRPr>
            </a:pPr>
            <a:r>
              <a:t>I believe in the Holy Spirit, the Lord, the giver of life,</a:t>
            </a:r>
          </a:p>
          <a:p>
            <a:pPr>
              <a:spcAft>
                <a:spcPts val="500"/>
              </a:spcAft>
              <a:defRPr sz="1900" b="0" i="0">
                <a:solidFill>
                  <a:srgbClr val="000000"/>
                </a:solidFill>
                <a:latin typeface="Arial Black"/>
              </a:defRPr>
            </a:pPr>
            <a:r>
              <a:t>who proceeds from the Father and the Son,</a:t>
            </a:r>
          </a:p>
          <a:p>
            <a:pPr>
              <a:spcAft>
                <a:spcPts val="500"/>
              </a:spcAft>
              <a:defRPr sz="1900" b="0" i="0">
                <a:solidFill>
                  <a:srgbClr val="000000"/>
                </a:solidFill>
                <a:latin typeface="Arial Black"/>
              </a:defRPr>
            </a:pPr>
            <a:r>
              <a:t>who with the Father and the Son is adored and glorified,</a:t>
            </a:r>
          </a:p>
          <a:p>
            <a:pPr>
              <a:spcAft>
                <a:spcPts val="500"/>
              </a:spcAft>
              <a:defRPr sz="1900" b="0" i="0">
                <a:solidFill>
                  <a:srgbClr val="000000"/>
                </a:solidFill>
                <a:latin typeface="Arial Black"/>
              </a:defRPr>
            </a:pPr>
            <a:r>
              <a:t>who has spoken through the prophets.</a:t>
            </a:r>
          </a:p>
          <a:p>
            <a:pPr>
              <a:spcAft>
                <a:spcPts val="500"/>
              </a:spcAft>
              <a:defRPr sz="1900" b="0" i="0">
                <a:solidFill>
                  <a:srgbClr val="000000"/>
                </a:solidFill>
                <a:latin typeface="Arial Black"/>
              </a:defRPr>
            </a:pPr>
            <a:r>
              <a:t>I believe in one, holy, catholic and apostolic Church.</a:t>
            </a:r>
          </a:p>
          <a:p>
            <a:pPr>
              <a:spcAft>
                <a:spcPts val="500"/>
              </a:spcAft>
              <a:defRPr sz="1900" b="0" i="0">
                <a:solidFill>
                  <a:srgbClr val="000000"/>
                </a:solidFill>
                <a:latin typeface="Arial Black"/>
              </a:defRPr>
            </a:pPr>
            <a:r>
              <a:t>I confess one Baptism for the forgiveness of sins</a:t>
            </a:r>
          </a:p>
          <a:p>
            <a:pPr>
              <a:spcAft>
                <a:spcPts val="500"/>
              </a:spcAft>
              <a:defRPr sz="1900" b="0" i="0">
                <a:solidFill>
                  <a:srgbClr val="000000"/>
                </a:solidFill>
                <a:latin typeface="Arial Black"/>
              </a:defRPr>
            </a:pPr>
            <a:r>
              <a:t>and I look forward to the resurrection of the dead</a:t>
            </a:r>
          </a:p>
          <a:p>
            <a:pPr>
              <a:spcAft>
                <a:spcPts val="500"/>
              </a:spcAft>
              <a:defRPr sz="1900" b="0" i="0">
                <a:solidFill>
                  <a:srgbClr val="000000"/>
                </a:solidFill>
                <a:latin typeface="Arial Black"/>
              </a:defRPr>
            </a:pPr>
            <a:r>
              <a:t>and the life of the world to come.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Nicene Creed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A06E13"/>
                </a:solidFill>
                <a:latin typeface="Arial Black"/>
              </a:defRPr>
            </a:pPr>
            <a:r>
              <a:t>MASS CELEBRANT:</a:t>
            </a:r>
          </a:p>
          <a:p>
            <a:pPr>
              <a:spcAft>
                <a:spcPts val="300"/>
              </a:spcAft>
              <a:defRPr sz="2100" b="0" i="0">
                <a:solidFill>
                  <a:srgbClr val="000000"/>
                </a:solidFill>
                <a:latin typeface="Arial Black"/>
              </a:defRPr>
            </a:pPr>
            <a:r>
              <a:t>Rev. Fr. Jonrey Lauron, RCJ</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Gwangju</a:t>
            </a:r>
            <a:br/>
            <a:r>
              <a:t>Filipino</a:t>
            </a:r>
            <a:br/>
            <a:r>
              <a:t>Catholic</a:t>
            </a:r>
            <a:br/>
            <a:r>
              <a:t>Community</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Gospel (Matthew 24:37-44)</a:t>
            </a:r>
          </a:p>
          <a:p>
            <a:pPr>
              <a:spcAft>
                <a:spcPts val="300"/>
              </a:spcAft>
              <a:defRPr sz="2100" b="0" i="0">
                <a:solidFill>
                  <a:srgbClr val="000000"/>
                </a:solidFill>
                <a:latin typeface="Arial Black"/>
              </a:defRPr>
            </a:pPr>
            <a:r>
              <a:t>“As it was in the days of Noah, so it will be at the coming of the Son of Man.”</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YEAR A</a:t>
            </a:r>
          </a:p>
          <a:p>
            <a:pPr>
              <a:spcAft>
                <a:spcPts val="300"/>
              </a:spcAft>
              <a:defRPr sz="2100" b="0" i="0">
                <a:solidFill>
                  <a:srgbClr val="000000"/>
                </a:solidFill>
                <a:latin typeface="Arial Black"/>
              </a:defRPr>
            </a:pPr>
            <a:r>
              <a:t>2025-11-30 · Advent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Mass poster / divider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A06E13"/>
                </a:solidFill>
                <a:latin typeface="Arial Black"/>
              </a:defRPr>
            </a:pPr>
            <a:r>
              <a:t>The Universal Prayer is led so that each petition is spoken in full and each response by the people is sung or said in full (for example, “Lord, hear our prayer”), never abbreviated.</a:t>
            </a:r>
          </a:p>
          <a:p>
            <a:pPr>
              <a:spcBef>
                <a:spcPts val="400"/>
              </a:spcBef>
              <a:spcAft>
                <a:spcPts val="500"/>
              </a:spcAft>
              <a:defRPr sz="2000" b="1" i="0">
                <a:solidFill>
                  <a:srgbClr val="A06E13"/>
                </a:solidFill>
                <a:latin typeface="Arial Black"/>
              </a:defRPr>
            </a:pPr>
            <a:r>
              <a:t>Priest: For the holy Church of God throughout the world, that the Lord may guard her and grant her peace and unity according to his will: let us pray to the Lord.</a:t>
            </a:r>
          </a:p>
          <a:p>
            <a:pPr>
              <a:spcBef>
                <a:spcPts val="400"/>
              </a:spcBef>
              <a:spcAft>
                <a:spcPts val="500"/>
              </a:spcAft>
              <a:defRPr sz="2000" b="1" i="0">
                <a:solidFill>
                  <a:srgbClr val="000000"/>
                </a:solidFill>
                <a:latin typeface="Arial Black"/>
              </a:defRPr>
            </a:pPr>
            <a:r>
              <a:t>Churchgoers: Lord, hear our prayer.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Prayer of the Faithful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The Priest concludes the Prayer of the Faithful with a prayer in full, for example:</a:t>
            </a:r>
          </a:p>
          <a:p>
            <a:pPr>
              <a:spcBef>
                <a:spcPts val="400"/>
              </a:spcBef>
              <a:spcAft>
                <a:spcPts val="500"/>
              </a:spcAft>
              <a:defRPr sz="2000" b="1" i="0">
                <a:solidFill>
                  <a:srgbClr val="A06E13"/>
                </a:solidFill>
                <a:latin typeface="Arial Black"/>
              </a:defRPr>
            </a:pPr>
            <a:r>
              <a:t>Priest: Heavenly Father, hear the prayers of the Church, which we make through Christ our Lord.</a:t>
            </a:r>
          </a:p>
          <a:p>
            <a:pPr>
              <a:spcBef>
                <a:spcPts val="400"/>
              </a:spcBef>
              <a:spcAft>
                <a:spcPts val="500"/>
              </a:spcAft>
              <a:defRPr sz="2000" b="1" i="0">
                <a:solidFill>
                  <a:srgbClr val="000000"/>
                </a:solidFill>
                <a:latin typeface="Arial Black"/>
              </a:defRPr>
            </a:pPr>
            <a:r>
              <a:t>Churchgoers: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Prayer of the Faithful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A06E13"/>
                </a:solidFill>
                <a:latin typeface="Arial Black"/>
              </a:defRPr>
            </a:pPr>
            <a:r>
              <a:t>MASS CELEBRANT:</a:t>
            </a:r>
          </a:p>
          <a:p>
            <a:pPr>
              <a:spcAft>
                <a:spcPts val="300"/>
              </a:spcAft>
              <a:defRPr sz="2100" b="0" i="0">
                <a:solidFill>
                  <a:srgbClr val="000000"/>
                </a:solidFill>
                <a:latin typeface="Arial Black"/>
              </a:defRPr>
            </a:pPr>
            <a:r>
              <a:t>Rev. Fr. Jonrey Lauron, RCJ</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Gwangju</a:t>
            </a:r>
            <a:br/>
            <a:r>
              <a:t>Filipino</a:t>
            </a:r>
            <a:br/>
            <a:r>
              <a:t>Catholic</a:t>
            </a:r>
            <a:br/>
            <a:r>
              <a:t>Community</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Gospel (Matthew 24:37-44)</a:t>
            </a:r>
          </a:p>
          <a:p>
            <a:pPr>
              <a:spcAft>
                <a:spcPts val="300"/>
              </a:spcAft>
              <a:defRPr sz="2100" b="0" i="0">
                <a:solidFill>
                  <a:srgbClr val="000000"/>
                </a:solidFill>
                <a:latin typeface="Arial Black"/>
              </a:defRPr>
            </a:pPr>
            <a:r>
              <a:t>“As it was in the days of Noah, so it will be at the coming of the Son of Man.”</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YEAR A</a:t>
            </a:r>
          </a:p>
          <a:p>
            <a:pPr>
              <a:spcAft>
                <a:spcPts val="300"/>
              </a:spcAft>
              <a:defRPr sz="2100" b="0" i="0">
                <a:solidFill>
                  <a:srgbClr val="000000"/>
                </a:solidFill>
                <a:latin typeface="Arial Black"/>
              </a:defRPr>
            </a:pPr>
            <a:r>
              <a:t>2025-11-30 · Advent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Mass poster / divider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Christify</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CHRISTIFY THE GIFTS WE BRING TO YOU</a:t>
            </a:r>
          </a:p>
          <a:p>
            <a:pPr algn="ctr">
              <a:lnSpc>
                <a:spcPct val="105000"/>
              </a:lnSpc>
              <a:spcAft>
                <a:spcPts val="1000"/>
              </a:spcAft>
              <a:defRPr sz="3800" b="1" i="0">
                <a:solidFill>
                  <a:srgbClr val="FFFFFF"/>
                </a:solidFill>
                <a:latin typeface="Arial Black"/>
              </a:defRPr>
            </a:pPr>
            <a:r>
              <a:t>BOUNTY OF THE EARTH RECEIVE ANEW</a:t>
            </a:r>
          </a:p>
          <a:p>
            <a:pPr algn="ctr">
              <a:lnSpc>
                <a:spcPct val="105000"/>
              </a:lnSpc>
              <a:spcAft>
                <a:spcPts val="1000"/>
              </a:spcAft>
              <a:defRPr sz="3800" b="1" i="0">
                <a:solidFill>
                  <a:srgbClr val="FFFFFF"/>
                </a:solidFill>
                <a:latin typeface="Arial Black"/>
              </a:defRPr>
            </a:pPr>
            <a:r>
              <a:t>TAKE AND BLESS THE WORK OF OUR HANDS</a:t>
            </a:r>
          </a:p>
          <a:p>
            <a:pPr algn="ctr">
              <a:lnSpc>
                <a:spcPct val="105000"/>
              </a:lnSpc>
              <a:spcAft>
                <a:spcPts val="1000"/>
              </a:spcAft>
              <a:defRPr sz="3800" b="1" i="0">
                <a:solidFill>
                  <a:srgbClr val="FFFFFF"/>
                </a:solidFill>
                <a:latin typeface="Arial Black"/>
              </a:defRPr>
            </a:pPr>
            <a:r>
              <a:t>CHRISTIFY THESE GIFTS AT YOUR COMMAND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Offertory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RAIN AND SUNSHINE, SEED AND SOIL,</a:t>
            </a:r>
          </a:p>
          <a:p>
            <a:pPr algn="ctr">
              <a:lnSpc>
                <a:spcPct val="105000"/>
              </a:lnSpc>
              <a:spcAft>
                <a:spcPts val="1000"/>
              </a:spcAft>
              <a:defRPr sz="3800" b="1" i="0">
                <a:solidFill>
                  <a:srgbClr val="FFFFFF"/>
                </a:solidFill>
                <a:latin typeface="Arial Black"/>
              </a:defRPr>
            </a:pPr>
            <a:r>
              <a:t>DRAW FROM US THIS OFFERING TOIL.</a:t>
            </a:r>
          </a:p>
          <a:p>
            <a:pPr algn="ctr">
              <a:lnSpc>
                <a:spcPct val="105000"/>
              </a:lnSpc>
              <a:spcAft>
                <a:spcPts val="1000"/>
              </a:spcAft>
              <a:defRPr sz="3800" b="1" i="0">
                <a:solidFill>
                  <a:srgbClr val="FFFFFF"/>
                </a:solidFill>
                <a:latin typeface="Arial Black"/>
              </a:defRPr>
            </a:pPr>
            <a:r>
              <a:t>MAKE US WORTHY OF YOUR NAME</a:t>
            </a:r>
          </a:p>
          <a:p>
            <a:pPr algn="ctr">
              <a:lnSpc>
                <a:spcPct val="105000"/>
              </a:lnSpc>
              <a:spcAft>
                <a:spcPts val="1000"/>
              </a:spcAft>
              <a:defRPr sz="3800" b="1" i="0">
                <a:solidFill>
                  <a:srgbClr val="FFFFFF"/>
                </a:solidFill>
                <a:latin typeface="Arial Black"/>
              </a:defRPr>
            </a:pPr>
            <a:r>
              <a:t>AS WE SHARE YOUR BREAD AND WINE.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CHRISTIFY THE GIFTS WE BRING TO YOU</a:t>
            </a:r>
          </a:p>
          <a:p>
            <a:pPr algn="ctr">
              <a:lnSpc>
                <a:spcPct val="105000"/>
              </a:lnSpc>
              <a:spcAft>
                <a:spcPts val="1000"/>
              </a:spcAft>
              <a:defRPr sz="3800" b="1" i="0">
                <a:solidFill>
                  <a:srgbClr val="FFFFFF"/>
                </a:solidFill>
                <a:latin typeface="Arial Black"/>
              </a:defRPr>
            </a:pPr>
            <a:r>
              <a:t>BOUNTY OF THE EARTH RECEIVE ANEW</a:t>
            </a:r>
          </a:p>
          <a:p>
            <a:pPr algn="ctr">
              <a:lnSpc>
                <a:spcPct val="105000"/>
              </a:lnSpc>
              <a:spcAft>
                <a:spcPts val="1000"/>
              </a:spcAft>
              <a:defRPr sz="3800" b="1" i="0">
                <a:solidFill>
                  <a:srgbClr val="FFFFFF"/>
                </a:solidFill>
                <a:latin typeface="Arial Black"/>
              </a:defRPr>
            </a:pPr>
            <a:r>
              <a:t>TAKE AND BLESS THE WORK OF OUR HANDS</a:t>
            </a:r>
          </a:p>
          <a:p>
            <a:pPr algn="ctr">
              <a:lnSpc>
                <a:spcPct val="105000"/>
              </a:lnSpc>
              <a:spcAft>
                <a:spcPts val="1000"/>
              </a:spcAft>
              <a:defRPr sz="3800" b="1" i="0">
                <a:solidFill>
                  <a:srgbClr val="FFFFFF"/>
                </a:solidFill>
                <a:latin typeface="Arial Black"/>
              </a:defRPr>
            </a:pPr>
            <a:r>
              <a:t>CHRISTIFY THESE GIFTS AT YOUR COMMAND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BLESS US THIS DAY THAT WE MAY PROVE</a:t>
            </a:r>
          </a:p>
          <a:p>
            <a:pPr algn="ctr">
              <a:lnSpc>
                <a:spcPct val="105000"/>
              </a:lnSpc>
              <a:spcAft>
                <a:spcPts val="1000"/>
              </a:spcAft>
              <a:defRPr sz="3800" b="1" i="0">
                <a:solidFill>
                  <a:srgbClr val="FFFFFF"/>
                </a:solidFill>
                <a:latin typeface="Arial Black"/>
              </a:defRPr>
            </a:pPr>
            <a:r>
              <a:t>WORTHY OF THE LIFE WE HAVE IN YOU.</a:t>
            </a:r>
          </a:p>
          <a:p>
            <a:pPr algn="ctr">
              <a:lnSpc>
                <a:spcPct val="105000"/>
              </a:lnSpc>
              <a:spcAft>
                <a:spcPts val="1000"/>
              </a:spcAft>
              <a:defRPr sz="3800" b="1" i="0">
                <a:solidFill>
                  <a:srgbClr val="FFFFFF"/>
                </a:solidFill>
                <a:latin typeface="Arial Black"/>
              </a:defRPr>
            </a:pPr>
            <a:r>
              <a:t>MAKE US YOUR LIVING BODY HERE,</a:t>
            </a:r>
          </a:p>
          <a:p>
            <a:pPr algn="ctr">
              <a:lnSpc>
                <a:spcPct val="105000"/>
              </a:lnSpc>
              <a:spcAft>
                <a:spcPts val="1000"/>
              </a:spcAft>
              <a:defRPr sz="3800" b="1" i="0">
                <a:solidFill>
                  <a:srgbClr val="FFFFFF"/>
                </a:solidFill>
                <a:latin typeface="Arial Black"/>
              </a:defRPr>
            </a:pPr>
            <a:r>
              <a:t>BRINGING YOUR LOVE TO ALL WE MEET.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CHRISTIFY THE GIFTS WE BRING TO YOU</a:t>
            </a:r>
          </a:p>
          <a:p>
            <a:pPr algn="ctr">
              <a:lnSpc>
                <a:spcPct val="105000"/>
              </a:lnSpc>
              <a:spcAft>
                <a:spcPts val="1000"/>
              </a:spcAft>
              <a:defRPr sz="3800" b="1" i="0">
                <a:solidFill>
                  <a:srgbClr val="FFFFFF"/>
                </a:solidFill>
                <a:latin typeface="Arial Black"/>
              </a:defRPr>
            </a:pPr>
            <a:r>
              <a:t>BOUNTY OF THE EARTH RECEIVE ANEW</a:t>
            </a:r>
          </a:p>
          <a:p>
            <a:pPr algn="ctr">
              <a:lnSpc>
                <a:spcPct val="105000"/>
              </a:lnSpc>
              <a:spcAft>
                <a:spcPts val="1000"/>
              </a:spcAft>
              <a:defRPr sz="3800" b="1" i="0">
                <a:solidFill>
                  <a:srgbClr val="FFFFFF"/>
                </a:solidFill>
                <a:latin typeface="Arial Black"/>
              </a:defRPr>
            </a:pPr>
            <a:r>
              <a:t>TAKE AND BLESS THE WORK OF OUR HANDS</a:t>
            </a:r>
          </a:p>
          <a:p>
            <a:pPr algn="ctr">
              <a:lnSpc>
                <a:spcPct val="105000"/>
              </a:lnSpc>
              <a:spcAft>
                <a:spcPts val="1000"/>
              </a:spcAft>
              <a:defRPr sz="3800" b="1" i="0">
                <a:solidFill>
                  <a:srgbClr val="FFFFFF"/>
                </a:solidFill>
                <a:latin typeface="Arial Black"/>
              </a:defRPr>
            </a:pPr>
            <a:r>
              <a:t>CHRISTIFY THESE GIFTS AT YOUR COMMAND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Offertory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A06E13"/>
                </a:solidFill>
                <a:latin typeface="Arial Black"/>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Pray, brethren, that my sacrifice and yours may be acceptable to God, the almighty Father.</a:t>
            </a:r>
          </a:p>
          <a:p>
            <a:pPr>
              <a:spcBef>
                <a:spcPts val="400"/>
              </a:spcBef>
              <a:spcAft>
                <a:spcPts val="500"/>
              </a:spcAft>
              <a:defRPr sz="2000" b="1" i="0">
                <a:solidFill>
                  <a:srgbClr val="000000"/>
                </a:solidFill>
                <a:latin typeface="Arial Black"/>
              </a:defRPr>
            </a:pPr>
            <a:r>
              <a:t>Churchgoers: May the Lord accept the sacrifice at your hands, for the praise and glory of his name, for our good and the good of all his holy Church.</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A06E13"/>
                </a:solidFill>
                <a:latin typeface="Arial Black"/>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The Lord be with you.</a:t>
            </a:r>
          </a:p>
          <a:p>
            <a:pPr>
              <a:spcBef>
                <a:spcPts val="400"/>
              </a:spcBef>
              <a:spcAft>
                <a:spcPts val="500"/>
              </a:spcAft>
              <a:defRPr sz="2000" b="1" i="0">
                <a:solidFill>
                  <a:srgbClr val="000000"/>
                </a:solidFill>
                <a:latin typeface="Arial Black"/>
              </a:defRPr>
            </a:pPr>
            <a:r>
              <a:t>Churchgoers: And with your spirit.</a:t>
            </a:r>
          </a:p>
          <a:p>
            <a:pPr>
              <a:spcBef>
                <a:spcPts val="400"/>
              </a:spcBef>
              <a:spcAft>
                <a:spcPts val="500"/>
              </a:spcAft>
              <a:defRPr sz="2000" b="1" i="0">
                <a:solidFill>
                  <a:srgbClr val="A06E13"/>
                </a:solidFill>
                <a:latin typeface="Arial Black"/>
              </a:defRPr>
            </a:pPr>
            <a:r>
              <a:t>Priest: Lift up your hearts.</a:t>
            </a:r>
          </a:p>
          <a:p>
            <a:pPr>
              <a:spcBef>
                <a:spcPts val="400"/>
              </a:spcBef>
              <a:spcAft>
                <a:spcPts val="500"/>
              </a:spcAft>
              <a:defRPr sz="2000" b="1" i="0">
                <a:solidFill>
                  <a:srgbClr val="000000"/>
                </a:solidFill>
                <a:latin typeface="Arial Black"/>
              </a:defRPr>
            </a:pPr>
            <a:r>
              <a:t>Churchgoers: We lift them up to the Lord.</a:t>
            </a:r>
          </a:p>
          <a:p>
            <a:pPr>
              <a:spcBef>
                <a:spcPts val="400"/>
              </a:spcBef>
              <a:spcAft>
                <a:spcPts val="500"/>
              </a:spcAft>
              <a:defRPr sz="2000" b="1" i="0">
                <a:solidFill>
                  <a:srgbClr val="A06E13"/>
                </a:solidFill>
                <a:latin typeface="Arial Black"/>
              </a:defRPr>
            </a:pPr>
            <a:r>
              <a:t>Priest: Let us give thanks to the Lord our God.</a:t>
            </a:r>
          </a:p>
          <a:p>
            <a:pPr>
              <a:spcBef>
                <a:spcPts val="400"/>
              </a:spcBef>
              <a:spcAft>
                <a:spcPts val="500"/>
              </a:spcAft>
              <a:defRPr sz="2000" b="1" i="0">
                <a:solidFill>
                  <a:srgbClr val="000000"/>
                </a:solidFill>
                <a:latin typeface="Arial Black"/>
              </a:defRPr>
            </a:pPr>
            <a:r>
              <a:t>Churchgoers: It is right and just.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A06E13"/>
                </a:solidFill>
                <a:latin typeface="Arial Black"/>
              </a:defRPr>
            </a:pPr>
            <a:r>
              <a:t>The Priest continues with the Preface of the day from the Roman Missal — the entire Preface proper for this Mass, not truncated — until the point where the people join in singing or saying the Holy, Holy (Sanctus).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000000"/>
                </a:solidFill>
                <a:latin typeface="Arial Black"/>
              </a:defRPr>
            </a:pPr>
            <a:r>
              <a:t>Churchgoers: Holy, Holy, Holy Lord God of hosts.</a:t>
            </a:r>
          </a:p>
          <a:p>
            <a:pPr>
              <a:spcAft>
                <a:spcPts val="500"/>
              </a:spcAft>
              <a:defRPr sz="1900" b="0" i="0">
                <a:solidFill>
                  <a:srgbClr val="000000"/>
                </a:solidFill>
                <a:latin typeface="Arial Black"/>
              </a:defRPr>
            </a:pPr>
            <a:r>
              <a:t>Heaven and earth are full of your glory.</a:t>
            </a:r>
          </a:p>
          <a:p>
            <a:pPr>
              <a:spcAft>
                <a:spcPts val="500"/>
              </a:spcAft>
              <a:defRPr sz="1900" b="0" i="0">
                <a:solidFill>
                  <a:srgbClr val="000000"/>
                </a:solidFill>
                <a:latin typeface="Arial Black"/>
              </a:defRPr>
            </a:pPr>
            <a:r>
              <a:t>Hosanna in the highest.</a:t>
            </a:r>
          </a:p>
          <a:p>
            <a:pPr>
              <a:spcAft>
                <a:spcPts val="500"/>
              </a:spcAft>
              <a:defRPr sz="1900" b="0" i="0">
                <a:solidFill>
                  <a:srgbClr val="000000"/>
                </a:solidFill>
                <a:latin typeface="Arial Black"/>
              </a:defRPr>
            </a:pPr>
            <a:r>
              <a:t>Blessed is he who comes in the name of the Lord.</a:t>
            </a:r>
          </a:p>
          <a:p>
            <a:pPr>
              <a:spcAft>
                <a:spcPts val="500"/>
              </a:spcAft>
              <a:defRPr sz="1900" b="0" i="0">
                <a:solidFill>
                  <a:srgbClr val="000000"/>
                </a:solidFill>
                <a:latin typeface="Arial Black"/>
              </a:defRPr>
            </a:pPr>
            <a:r>
              <a:t>Hosanna in the highest.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Sanctus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A06E13"/>
                </a:solidFill>
                <a:latin typeface="Arial Black"/>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000000"/>
                </a:solidFill>
                <a:latin typeface="Arial Black"/>
              </a:defRPr>
            </a:pPr>
            <a:r>
              <a:t>Churchgoers: We proclaim your Death, O Lord,</a:t>
            </a:r>
          </a:p>
          <a:p>
            <a:pPr>
              <a:spcAft>
                <a:spcPts val="500"/>
              </a:spcAft>
              <a:defRPr sz="1900" b="0" i="0">
                <a:solidFill>
                  <a:srgbClr val="000000"/>
                </a:solidFill>
                <a:latin typeface="Arial Black"/>
              </a:defRPr>
            </a:pPr>
            <a:r>
              <a:t>and profess your Resurrection</a:t>
            </a:r>
          </a:p>
          <a:p>
            <a:pPr>
              <a:spcAft>
                <a:spcPts val="500"/>
              </a:spcAft>
              <a:defRPr sz="1900" b="0" i="0">
                <a:solidFill>
                  <a:srgbClr val="000000"/>
                </a:solidFill>
                <a:latin typeface="Arial Black"/>
              </a:defRPr>
            </a:pPr>
            <a:r>
              <a:t>until you come again.</a:t>
            </a:r>
          </a:p>
          <a:p>
            <a:pPr>
              <a:spcAft>
                <a:spcPts val="500"/>
              </a:spcAft>
              <a:defRPr sz="1500" b="0" i="1">
                <a:solidFill>
                  <a:srgbClr val="A06E13"/>
                </a:solidFill>
                <a:latin typeface="Arial Black"/>
              </a:defRPr>
            </a:pPr>
            <a:r>
              <a:t>(Alternate forms may be used as approved by the Conference of Bishops.)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The Eucharistic Prayer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A06E13"/>
                </a:solidFill>
                <a:latin typeface="Arial Black"/>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000000"/>
                </a:solidFill>
                <a:latin typeface="Arial Black"/>
              </a:defRPr>
            </a:pPr>
            <a:r>
              <a:t>Churchgoers: Amen.</a:t>
            </a:r>
          </a:p>
          <a:p>
            <a:pPr>
              <a:spcAft>
                <a:spcPts val="500"/>
              </a:spcAft>
              <a:defRPr sz="1500" b="0" i="1">
                <a:solidFill>
                  <a:srgbClr val="A06E13"/>
                </a:solidFill>
                <a:latin typeface="Arial Black"/>
              </a:defRPr>
            </a:pPr>
            <a:r>
              <a:t>The people respond “Amen” once to the doxology at the end of the Eucharistic Prayer, unless local solemn custom repeats it.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Great Amen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000000"/>
                </a:solidFill>
                <a:latin typeface="Arial Black"/>
              </a:defRPr>
            </a:pPr>
            <a:r>
              <a:t>Churchgoers: Our Father, who art in heaven,</a:t>
            </a:r>
          </a:p>
          <a:p>
            <a:pPr>
              <a:spcAft>
                <a:spcPts val="500"/>
              </a:spcAft>
              <a:defRPr sz="1900" b="0" i="0">
                <a:solidFill>
                  <a:srgbClr val="000000"/>
                </a:solidFill>
                <a:latin typeface="Arial Black"/>
              </a:defRPr>
            </a:pPr>
            <a:r>
              <a:t>hallowed be thy name;</a:t>
            </a:r>
          </a:p>
          <a:p>
            <a:pPr>
              <a:spcAft>
                <a:spcPts val="500"/>
              </a:spcAft>
              <a:defRPr sz="1900" b="0" i="0">
                <a:solidFill>
                  <a:srgbClr val="000000"/>
                </a:solidFill>
                <a:latin typeface="Arial Black"/>
              </a:defRPr>
            </a:pPr>
            <a:r>
              <a:t>thy kingdom come,</a:t>
            </a:r>
          </a:p>
          <a:p>
            <a:pPr>
              <a:spcAft>
                <a:spcPts val="500"/>
              </a:spcAft>
              <a:defRPr sz="1900" b="0" i="0">
                <a:solidFill>
                  <a:srgbClr val="000000"/>
                </a:solidFill>
                <a:latin typeface="Arial Black"/>
              </a:defRPr>
            </a:pPr>
            <a:r>
              <a:t>thy will be done,</a:t>
            </a:r>
          </a:p>
          <a:p>
            <a:pPr>
              <a:spcAft>
                <a:spcPts val="500"/>
              </a:spcAft>
              <a:defRPr sz="1900" b="0" i="0">
                <a:solidFill>
                  <a:srgbClr val="000000"/>
                </a:solidFill>
                <a:latin typeface="Arial Black"/>
              </a:defRPr>
            </a:pPr>
            <a:r>
              <a:t>on earth as it is in heaven.</a:t>
            </a:r>
          </a:p>
          <a:p>
            <a:pPr>
              <a:spcAft>
                <a:spcPts val="500"/>
              </a:spcAft>
              <a:defRPr sz="1900" b="0" i="0">
                <a:solidFill>
                  <a:srgbClr val="000000"/>
                </a:solidFill>
                <a:latin typeface="Arial Black"/>
              </a:defRPr>
            </a:pPr>
            <a:r>
              <a:t>Give us this day our daily bread;</a:t>
            </a:r>
          </a:p>
          <a:p>
            <a:pPr>
              <a:spcAft>
                <a:spcPts val="500"/>
              </a:spcAft>
              <a:defRPr sz="1900" b="0" i="0">
                <a:solidFill>
                  <a:srgbClr val="000000"/>
                </a:solidFill>
                <a:latin typeface="Arial Black"/>
              </a:defRPr>
            </a:pPr>
            <a:r>
              <a:t>and forgive us our trespasses,</a:t>
            </a:r>
          </a:p>
          <a:p>
            <a:pPr>
              <a:spcAft>
                <a:spcPts val="500"/>
              </a:spcAft>
              <a:defRPr sz="1900" b="0" i="0">
                <a:solidFill>
                  <a:srgbClr val="000000"/>
                </a:solidFill>
                <a:latin typeface="Arial Black"/>
              </a:defRPr>
            </a:pPr>
            <a:r>
              <a:t>as we forgive those who trespass against us;</a:t>
            </a:r>
          </a:p>
          <a:p>
            <a:pPr>
              <a:spcAft>
                <a:spcPts val="500"/>
              </a:spcAft>
              <a:defRPr sz="1900" b="0" i="0">
                <a:solidFill>
                  <a:srgbClr val="000000"/>
                </a:solidFill>
                <a:latin typeface="Arial Black"/>
              </a:defRPr>
            </a:pPr>
            <a:r>
              <a:t>and lead us not into temptation,</a:t>
            </a:r>
          </a:p>
          <a:p>
            <a:pPr>
              <a:spcAft>
                <a:spcPts val="500"/>
              </a:spcAft>
              <a:defRPr sz="1900" b="0" i="0">
                <a:solidFill>
                  <a:srgbClr val="000000"/>
                </a:solidFill>
                <a:latin typeface="Arial Black"/>
              </a:defRPr>
            </a:pPr>
            <a:r>
              <a:t>but deliver us from evil.</a:t>
            </a:r>
          </a:p>
          <a:p>
            <a:pPr>
              <a:spcBef>
                <a:spcPts val="400"/>
              </a:spcBef>
              <a:spcAft>
                <a:spcPts val="500"/>
              </a:spcAft>
              <a:defRPr sz="2000" b="1" i="0">
                <a:solidFill>
                  <a:srgbClr val="A06E13"/>
                </a:solidFill>
                <a:latin typeface="Arial Black"/>
              </a:defRPr>
            </a:pPr>
            <a:r>
              <a:t>Priest: Deliver us, Lord, we pray, from every evil, graciously grant peace in our days, that, by the help of your mercy, we may be always free from sin and safe from all distress, as we await the blessed hope and the coming of our Savior, Jesus Christ.</a:t>
            </a:r>
          </a:p>
          <a:p>
            <a:pPr>
              <a:spcBef>
                <a:spcPts val="400"/>
              </a:spcBef>
              <a:spcAft>
                <a:spcPts val="500"/>
              </a:spcAft>
              <a:defRPr sz="2000" b="1" i="0">
                <a:solidFill>
                  <a:srgbClr val="000000"/>
                </a:solidFill>
                <a:latin typeface="Arial Black"/>
              </a:defRPr>
            </a:pPr>
            <a:r>
              <a:t>Churchgoers: For the kingdom, the power, and the glory are yours now and for ever.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Our Father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A06E13"/>
                </a:solidFill>
                <a:latin typeface="Arial Black"/>
              </a:defRPr>
            </a:pPr>
            <a:r>
              <a:t>MASS CELEBRANT:</a:t>
            </a:r>
          </a:p>
          <a:p>
            <a:pPr>
              <a:spcAft>
                <a:spcPts val="300"/>
              </a:spcAft>
              <a:defRPr sz="2100" b="0" i="0">
                <a:solidFill>
                  <a:srgbClr val="000000"/>
                </a:solidFill>
                <a:latin typeface="Arial Black"/>
              </a:defRPr>
            </a:pPr>
            <a:r>
              <a:t>Rev. Fr. Jonrey Lauron, RCJ</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Gwangju</a:t>
            </a:r>
            <a:br/>
            <a:r>
              <a:t>Filipino</a:t>
            </a:r>
            <a:br/>
            <a:r>
              <a:t>Catholic</a:t>
            </a:r>
            <a:br/>
            <a:r>
              <a:t>Community</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Gospel (Matthew 24:37-44)</a:t>
            </a:r>
          </a:p>
          <a:p>
            <a:pPr>
              <a:spcAft>
                <a:spcPts val="300"/>
              </a:spcAft>
              <a:defRPr sz="2100" b="0" i="0">
                <a:solidFill>
                  <a:srgbClr val="000000"/>
                </a:solidFill>
                <a:latin typeface="Arial Black"/>
              </a:defRPr>
            </a:pPr>
            <a:r>
              <a:t>“As it was in the days of Noah, so it will be at the coming of the Son of Man.”</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YEAR A</a:t>
            </a:r>
          </a:p>
          <a:p>
            <a:pPr>
              <a:spcAft>
                <a:spcPts val="300"/>
              </a:spcAft>
              <a:defRPr sz="2100" b="0" i="0">
                <a:solidFill>
                  <a:srgbClr val="000000"/>
                </a:solidFill>
                <a:latin typeface="Arial Black"/>
              </a:defRPr>
            </a:pPr>
            <a:r>
              <a:t>2025-11-30 · Advent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Mass poster / divider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Deliver us, Lord, we pray, from every evil, graciously grant peace in our days, that, by the help of your mercy, we may be always free from sin and safe from all distress, as we await the blessed hope and the coming of our Savior, Jesus Christ.</a:t>
            </a:r>
          </a:p>
          <a:p>
            <a:pPr>
              <a:spcBef>
                <a:spcPts val="400"/>
              </a:spcBef>
              <a:spcAft>
                <a:spcPts val="500"/>
              </a:spcAft>
              <a:defRPr sz="2000" b="1" i="0">
                <a:solidFill>
                  <a:srgbClr val="000000"/>
                </a:solidFill>
                <a:latin typeface="Arial Black"/>
              </a:defRPr>
            </a:pPr>
            <a:r>
              <a:t>Churchgoers: For the kingdom, the power, and the glory are yours, now and for ever.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The Communion Rite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A06E13"/>
                </a:solidFill>
                <a:latin typeface="Arial Black"/>
              </a:defRPr>
            </a:pPr>
            <a:r>
              <a:t>MASS CELEBRANT:</a:t>
            </a:r>
          </a:p>
          <a:p>
            <a:pPr>
              <a:spcAft>
                <a:spcPts val="300"/>
              </a:spcAft>
              <a:defRPr sz="2100" b="0" i="0">
                <a:solidFill>
                  <a:srgbClr val="000000"/>
                </a:solidFill>
                <a:latin typeface="Arial Black"/>
              </a:defRPr>
            </a:pPr>
            <a:r>
              <a:t>Rev. Fr. Jonrey Lauron, RCJ</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Gwangju</a:t>
            </a:r>
            <a:br/>
            <a:r>
              <a:t>Filipino</a:t>
            </a:r>
            <a:br/>
            <a:r>
              <a:t>Catholic</a:t>
            </a:r>
            <a:br/>
            <a:r>
              <a:t>Community</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Gospel (Matthew 24:37-44)</a:t>
            </a:r>
          </a:p>
          <a:p>
            <a:pPr>
              <a:spcAft>
                <a:spcPts val="300"/>
              </a:spcAft>
              <a:defRPr sz="2100" b="0" i="0">
                <a:solidFill>
                  <a:srgbClr val="000000"/>
                </a:solidFill>
                <a:latin typeface="Arial Black"/>
              </a:defRPr>
            </a:pPr>
            <a:r>
              <a:t>“As it was in the days of Noah, so it will be at the coming of the Son of Man.”</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YEAR A</a:t>
            </a:r>
          </a:p>
          <a:p>
            <a:pPr>
              <a:spcAft>
                <a:spcPts val="300"/>
              </a:spcAft>
              <a:defRPr sz="2100" b="0" i="0">
                <a:solidFill>
                  <a:srgbClr val="000000"/>
                </a:solidFill>
                <a:latin typeface="Arial Black"/>
              </a:defRPr>
            </a:pPr>
            <a:r>
              <a:t>2025-11-30 · Advent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Mass poster / divider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The peace of the Lord be with you always.</a:t>
            </a:r>
          </a:p>
          <a:p>
            <a:pPr>
              <a:spcBef>
                <a:spcPts val="400"/>
              </a:spcBef>
              <a:spcAft>
                <a:spcPts val="500"/>
              </a:spcAft>
              <a:defRPr sz="2000" b="1" i="0">
                <a:solidFill>
                  <a:srgbClr val="000000"/>
                </a:solidFill>
                <a:latin typeface="Arial Black"/>
              </a:defRPr>
            </a:pPr>
            <a:r>
              <a:t>Churchgoers: And with your spirit.</a:t>
            </a:r>
          </a:p>
          <a:p>
            <a:pPr>
              <a:spcAft>
                <a:spcPts val="500"/>
              </a:spcAft>
              <a:defRPr sz="1500" b="0" i="1">
                <a:solidFill>
                  <a:srgbClr val="A06E13"/>
                </a:solidFill>
                <a:latin typeface="Arial Black"/>
              </a:defRPr>
            </a:pPr>
            <a:r>
              <a:t>Let us offer each other the sign of peace.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Sign of Peace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000000"/>
                </a:solidFill>
                <a:latin typeface="Arial Black"/>
              </a:defRPr>
            </a:pPr>
            <a:r>
              <a:t>Churchgoers: Lamb of God,</a:t>
            </a:r>
          </a:p>
          <a:p>
            <a:pPr>
              <a:spcAft>
                <a:spcPts val="500"/>
              </a:spcAft>
              <a:defRPr sz="1900" b="0" i="0">
                <a:solidFill>
                  <a:srgbClr val="000000"/>
                </a:solidFill>
                <a:latin typeface="Arial Black"/>
              </a:defRPr>
            </a:pPr>
            <a:r>
              <a:t>you take away the sins of the world,</a:t>
            </a:r>
          </a:p>
          <a:p>
            <a:pPr>
              <a:spcAft>
                <a:spcPts val="500"/>
              </a:spcAft>
              <a:defRPr sz="1900" b="0" i="0">
                <a:solidFill>
                  <a:srgbClr val="000000"/>
                </a:solidFill>
                <a:latin typeface="Arial Black"/>
              </a:defRPr>
            </a:pPr>
            <a:r>
              <a:t>have mercy on us.</a:t>
            </a:r>
          </a:p>
          <a:p>
            <a:pPr>
              <a:spcAft>
                <a:spcPts val="500"/>
              </a:spcAft>
              <a:defRPr sz="1900" b="0" i="0">
                <a:solidFill>
                  <a:srgbClr val="000000"/>
                </a:solidFill>
                <a:latin typeface="Arial Black"/>
              </a:defRPr>
            </a:pPr>
            <a:r>
              <a:t>Lamb of God,</a:t>
            </a:r>
          </a:p>
          <a:p>
            <a:pPr>
              <a:spcAft>
                <a:spcPts val="500"/>
              </a:spcAft>
              <a:defRPr sz="1900" b="0" i="0">
                <a:solidFill>
                  <a:srgbClr val="000000"/>
                </a:solidFill>
                <a:latin typeface="Arial Black"/>
              </a:defRPr>
            </a:pPr>
            <a:r>
              <a:t>you take away the sins of the world,</a:t>
            </a:r>
          </a:p>
          <a:p>
            <a:pPr>
              <a:spcAft>
                <a:spcPts val="500"/>
              </a:spcAft>
              <a:defRPr sz="1900" b="0" i="0">
                <a:solidFill>
                  <a:srgbClr val="000000"/>
                </a:solidFill>
                <a:latin typeface="Arial Black"/>
              </a:defRPr>
            </a:pPr>
            <a:r>
              <a:t>have mercy on us.</a:t>
            </a:r>
          </a:p>
          <a:p>
            <a:pPr>
              <a:spcAft>
                <a:spcPts val="500"/>
              </a:spcAft>
              <a:defRPr sz="1900" b="0" i="0">
                <a:solidFill>
                  <a:srgbClr val="000000"/>
                </a:solidFill>
                <a:latin typeface="Arial Black"/>
              </a:defRPr>
            </a:pPr>
            <a:r>
              <a:t>Lamb of God,</a:t>
            </a:r>
          </a:p>
          <a:p>
            <a:pPr>
              <a:spcAft>
                <a:spcPts val="500"/>
              </a:spcAft>
              <a:defRPr sz="1900" b="0" i="0">
                <a:solidFill>
                  <a:srgbClr val="000000"/>
                </a:solidFill>
                <a:latin typeface="Arial Black"/>
              </a:defRPr>
            </a:pPr>
            <a:r>
              <a:t>you take away the sins of the world,</a:t>
            </a:r>
          </a:p>
          <a:p>
            <a:pPr>
              <a:spcAft>
                <a:spcPts val="500"/>
              </a:spcAft>
              <a:defRPr sz="1900" b="0" i="0">
                <a:solidFill>
                  <a:srgbClr val="000000"/>
                </a:solidFill>
                <a:latin typeface="Arial Black"/>
              </a:defRPr>
            </a:pPr>
            <a:r>
              <a:t>grant us peace.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Lamb of God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Behold the Lamb of God, behold him who takes away the sins of the world. Blessed are those called to the supper of the Lamb.</a:t>
            </a:r>
          </a:p>
          <a:p>
            <a:pPr>
              <a:spcBef>
                <a:spcPts val="400"/>
              </a:spcBef>
              <a:spcAft>
                <a:spcPts val="500"/>
              </a:spcAft>
              <a:defRPr sz="2000" b="1" i="0">
                <a:solidFill>
                  <a:srgbClr val="000000"/>
                </a:solidFill>
                <a:latin typeface="Arial Black"/>
              </a:defRPr>
            </a:pPr>
            <a:r>
              <a:t>Churchgoers: Lord, I am not worthy that you should enter under my roof, but only say the word and my soul shall be healed.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The Communion Rite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A06E13"/>
                </a:solidFill>
                <a:latin typeface="Arial Black"/>
              </a:defRPr>
            </a:pPr>
            <a:r>
              <a:t>MASS CELEBRANT:</a:t>
            </a:r>
          </a:p>
          <a:p>
            <a:pPr>
              <a:spcAft>
                <a:spcPts val="300"/>
              </a:spcAft>
              <a:defRPr sz="2100" b="0" i="0">
                <a:solidFill>
                  <a:srgbClr val="000000"/>
                </a:solidFill>
                <a:latin typeface="Arial Black"/>
              </a:defRPr>
            </a:pPr>
            <a:r>
              <a:t>Rev. Fr. Jonrey Lauron, RCJ</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Gwangju</a:t>
            </a:r>
            <a:br/>
            <a:r>
              <a:t>Filipino</a:t>
            </a:r>
            <a:br/>
            <a:r>
              <a:t>Catholic</a:t>
            </a:r>
            <a:br/>
            <a:r>
              <a:t>Community</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Gospel (Matthew 24:37-44)</a:t>
            </a:r>
          </a:p>
          <a:p>
            <a:pPr>
              <a:spcAft>
                <a:spcPts val="300"/>
              </a:spcAft>
              <a:defRPr sz="2100" b="0" i="0">
                <a:solidFill>
                  <a:srgbClr val="000000"/>
                </a:solidFill>
                <a:latin typeface="Arial Black"/>
              </a:defRPr>
            </a:pPr>
            <a:r>
              <a:t>“As it was in the days of Noah, so it will be at the coming of the Son of Man.”</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YEAR A</a:t>
            </a:r>
          </a:p>
          <a:p>
            <a:pPr>
              <a:spcAft>
                <a:spcPts val="300"/>
              </a:spcAft>
              <a:defRPr sz="2100" b="0" i="0">
                <a:solidFill>
                  <a:srgbClr val="000000"/>
                </a:solidFill>
                <a:latin typeface="Arial Black"/>
              </a:defRPr>
            </a:pPr>
            <a:r>
              <a:t>2025-11-30 · Advent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Mass poster / divider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Soul of My Savior</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SOUL OF MY SAVIOR, SANCTIFY MY BREAST,</a:t>
            </a:r>
          </a:p>
          <a:p>
            <a:pPr algn="ctr">
              <a:lnSpc>
                <a:spcPct val="105000"/>
              </a:lnSpc>
              <a:spcAft>
                <a:spcPts val="1000"/>
              </a:spcAft>
              <a:defRPr sz="3800" b="1" i="0">
                <a:solidFill>
                  <a:srgbClr val="FFFFFF"/>
                </a:solidFill>
                <a:latin typeface="Arial Black"/>
              </a:defRPr>
            </a:pPr>
            <a:r>
              <a:t>BODY OF CHRIST, BE THOU MY SAVING GUEST;</a:t>
            </a:r>
          </a:p>
          <a:p>
            <a:pPr algn="ctr">
              <a:lnSpc>
                <a:spcPct val="105000"/>
              </a:lnSpc>
              <a:spcAft>
                <a:spcPts val="1000"/>
              </a:spcAft>
              <a:defRPr sz="3800" b="1" i="0">
                <a:solidFill>
                  <a:srgbClr val="FFFFFF"/>
                </a:solidFill>
                <a:latin typeface="Arial Black"/>
              </a:defRPr>
            </a:pPr>
            <a:r>
              <a:t>BLOOD OF MY SAVIOR, BATHE ME IN THY TIDE,</a:t>
            </a:r>
          </a:p>
          <a:p>
            <a:pPr algn="ctr">
              <a:lnSpc>
                <a:spcPct val="105000"/>
              </a:lnSpc>
              <a:spcAft>
                <a:spcPts val="1000"/>
              </a:spcAft>
              <a:defRPr sz="3800" b="1" i="0">
                <a:solidFill>
                  <a:srgbClr val="FFFFFF"/>
                </a:solidFill>
                <a:latin typeface="Arial Black"/>
              </a:defRPr>
            </a:pPr>
            <a:r>
              <a:t>WASH ME WITH WATER FLOWING FROM THY SIDE.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Communion (1)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STRENGTH AND PROTECTION MAY THY PASSION BE,</a:t>
            </a:r>
          </a:p>
          <a:p>
            <a:pPr algn="ctr">
              <a:lnSpc>
                <a:spcPct val="105000"/>
              </a:lnSpc>
              <a:spcAft>
                <a:spcPts val="1000"/>
              </a:spcAft>
              <a:defRPr sz="3400" b="1" i="0">
                <a:solidFill>
                  <a:srgbClr val="FFFFFF"/>
                </a:solidFill>
                <a:latin typeface="Arial Black"/>
              </a:defRPr>
            </a:pPr>
            <a:r>
              <a:t>O BLESSED JESUS, HEAR AND ANSWER ME;</a:t>
            </a:r>
          </a:p>
          <a:p>
            <a:pPr algn="ctr">
              <a:lnSpc>
                <a:spcPct val="105000"/>
              </a:lnSpc>
              <a:spcAft>
                <a:spcPts val="1000"/>
              </a:spcAft>
              <a:defRPr sz="3400" b="1" i="0">
                <a:solidFill>
                  <a:srgbClr val="FFFFFF"/>
                </a:solidFill>
                <a:latin typeface="Arial Black"/>
              </a:defRPr>
            </a:pPr>
            <a:r>
              <a:t>DEEP IN THY WOUNDS, LORD, HIDE AND SHELTER ME,</a:t>
            </a:r>
          </a:p>
          <a:p>
            <a:pPr algn="ctr">
              <a:lnSpc>
                <a:spcPct val="105000"/>
              </a:lnSpc>
              <a:spcAft>
                <a:spcPts val="1000"/>
              </a:spcAft>
              <a:defRPr sz="3400" b="1" i="0">
                <a:solidFill>
                  <a:srgbClr val="FFFFFF"/>
                </a:solidFill>
                <a:latin typeface="Arial Black"/>
              </a:defRPr>
            </a:pPr>
            <a:r>
              <a:t>SO SHALL I NEVER, NEVER PART FROM THEE.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Communion (1)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400" b="1" i="0">
                <a:solidFill>
                  <a:srgbClr val="FFFFFF"/>
                </a:solidFill>
                <a:latin typeface="Arial Black"/>
              </a:defRPr>
            </a:pPr>
            <a:r>
              <a:t>GUARD AND DEFEND ME FROM THE FOE MALIGN,</a:t>
            </a:r>
          </a:p>
          <a:p>
            <a:pPr algn="ctr">
              <a:lnSpc>
                <a:spcPct val="105000"/>
              </a:lnSpc>
              <a:spcAft>
                <a:spcPts val="1000"/>
              </a:spcAft>
              <a:defRPr sz="3400" b="1" i="0">
                <a:solidFill>
                  <a:srgbClr val="FFFFFF"/>
                </a:solidFill>
                <a:latin typeface="Arial Black"/>
              </a:defRPr>
            </a:pPr>
            <a:r>
              <a:t>IN DEATH'S DREAD MOMENTS MAKE ME ONLY THINE;</a:t>
            </a:r>
          </a:p>
          <a:p>
            <a:pPr algn="ctr">
              <a:lnSpc>
                <a:spcPct val="105000"/>
              </a:lnSpc>
              <a:spcAft>
                <a:spcPts val="1000"/>
              </a:spcAft>
              <a:defRPr sz="3400" b="1" i="0">
                <a:solidFill>
                  <a:srgbClr val="FFFFFF"/>
                </a:solidFill>
                <a:latin typeface="Arial Black"/>
              </a:defRPr>
            </a:pPr>
            <a:r>
              <a:t>CALL ME AND BID ME COME TO THEE ON HIGH,</a:t>
            </a:r>
          </a:p>
          <a:p>
            <a:pPr algn="ctr">
              <a:lnSpc>
                <a:spcPct val="105000"/>
              </a:lnSpc>
              <a:spcAft>
                <a:spcPts val="1000"/>
              </a:spcAft>
              <a:defRPr sz="3400" b="1" i="0">
                <a:solidFill>
                  <a:srgbClr val="FFFFFF"/>
                </a:solidFill>
                <a:latin typeface="Arial Black"/>
              </a:defRPr>
            </a:pPr>
            <a:r>
              <a:t>WHERE I MAY PRAISE THEE WITH THY SAINTS FOR AYE.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Communion (1)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I Am the Bread of Life</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I AM THE BREAD OF LIFE;</a:t>
            </a:r>
          </a:p>
          <a:p>
            <a:pPr algn="ctr">
              <a:lnSpc>
                <a:spcPct val="105000"/>
              </a:lnSpc>
              <a:spcAft>
                <a:spcPts val="1000"/>
              </a:spcAft>
              <a:defRPr sz="3800" b="1" i="0">
                <a:solidFill>
                  <a:srgbClr val="FFFFFF"/>
                </a:solidFill>
                <a:latin typeface="Arial Black"/>
              </a:defRPr>
            </a:pPr>
            <a:r>
              <a:t>ALL WHO COME TO ME SHALL NOT HUNGER,</a:t>
            </a:r>
          </a:p>
          <a:p>
            <a:pPr algn="ctr">
              <a:lnSpc>
                <a:spcPct val="105000"/>
              </a:lnSpc>
              <a:spcAft>
                <a:spcPts val="1000"/>
              </a:spcAft>
              <a:defRPr sz="3800" b="1" i="0">
                <a:solidFill>
                  <a:srgbClr val="FFFFFF"/>
                </a:solidFill>
                <a:latin typeface="Arial Black"/>
              </a:defRPr>
            </a:pPr>
            <a:r>
              <a:t>AND WHO BELIEVE IN ME SHALL NOT THIRST.</a:t>
            </a:r>
          </a:p>
          <a:p>
            <a:pPr algn="ctr">
              <a:lnSpc>
                <a:spcPct val="105000"/>
              </a:lnSpc>
              <a:spcAft>
                <a:spcPts val="1000"/>
              </a:spcAft>
              <a:defRPr sz="3800" b="1" i="0">
                <a:solidFill>
                  <a:srgbClr val="FFFFFF"/>
                </a:solidFill>
                <a:latin typeface="Arial Black"/>
              </a:defRPr>
            </a:pPr>
            <a:r>
              <a:t>NO ONE CAN COME TO ME UNLESS</a:t>
            </a:r>
          </a:p>
          <a:p>
            <a:pPr algn="ctr">
              <a:lnSpc>
                <a:spcPct val="105000"/>
              </a:lnSpc>
              <a:spcAft>
                <a:spcPts val="1000"/>
              </a:spcAft>
              <a:defRPr sz="3800" b="1" i="0">
                <a:solidFill>
                  <a:srgbClr val="FFFFFF"/>
                </a:solidFill>
                <a:latin typeface="Arial Black"/>
              </a:defRPr>
            </a:pPr>
            <a:r>
              <a:t>MY FATHER BECKONS.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Communion (2)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 ON THE LAST DAY.</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Communion (2)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THE BREAD THAT I WILL GIVE</a:t>
            </a:r>
          </a:p>
          <a:p>
            <a:pPr algn="ctr">
              <a:lnSpc>
                <a:spcPct val="105000"/>
              </a:lnSpc>
              <a:spcAft>
                <a:spcPts val="1000"/>
              </a:spcAft>
              <a:defRPr sz="3800" b="1" i="0">
                <a:solidFill>
                  <a:srgbClr val="FFFFFF"/>
                </a:solidFill>
                <a:latin typeface="Arial Black"/>
              </a:defRPr>
            </a:pPr>
            <a:r>
              <a:t>IS MY FLESH FOR THE LIFE OF THE WORLD</a:t>
            </a:r>
          </a:p>
          <a:p>
            <a:pPr algn="ctr">
              <a:lnSpc>
                <a:spcPct val="105000"/>
              </a:lnSpc>
              <a:spcAft>
                <a:spcPts val="1000"/>
              </a:spcAft>
              <a:defRPr sz="3800" b="1" i="0">
                <a:solidFill>
                  <a:srgbClr val="FFFFFF"/>
                </a:solidFill>
                <a:latin typeface="Arial Black"/>
              </a:defRPr>
            </a:pPr>
            <a:r>
              <a:t>AND IF YOU EAT OF THIS BREAD,</a:t>
            </a:r>
          </a:p>
          <a:p>
            <a:pPr algn="ctr">
              <a:lnSpc>
                <a:spcPct val="105000"/>
              </a:lnSpc>
              <a:spcAft>
                <a:spcPts val="1000"/>
              </a:spcAft>
              <a:defRPr sz="3800" b="1" i="0">
                <a:solidFill>
                  <a:srgbClr val="FFFFFF"/>
                </a:solidFill>
                <a:latin typeface="Arial Black"/>
              </a:defRPr>
            </a:pPr>
            <a:r>
              <a:t>YOU SHALL LIVE FOREVER,</a:t>
            </a:r>
          </a:p>
          <a:p>
            <a:pPr algn="ctr">
              <a:lnSpc>
                <a:spcPct val="105000"/>
              </a:lnSpc>
              <a:spcAft>
                <a:spcPts val="1000"/>
              </a:spcAft>
              <a:defRPr sz="3800" b="1" i="0">
                <a:solidFill>
                  <a:srgbClr val="FFFFFF"/>
                </a:solidFill>
                <a:latin typeface="Arial Black"/>
              </a:defRPr>
            </a:pPr>
            <a:r>
              <a:t>YES, LIVE FOREVER.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Communion (2)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UNLESS YOU EAT</a:t>
            </a:r>
          </a:p>
          <a:p>
            <a:pPr algn="ctr">
              <a:lnSpc>
                <a:spcPct val="105000"/>
              </a:lnSpc>
              <a:spcAft>
                <a:spcPts val="1000"/>
              </a:spcAft>
              <a:defRPr sz="3800" b="1" i="0">
                <a:solidFill>
                  <a:srgbClr val="FFFFFF"/>
                </a:solidFill>
                <a:latin typeface="Arial Black"/>
              </a:defRPr>
            </a:pPr>
            <a:r>
              <a:t>OF THE FLESH OF THE SON OF MAN</a:t>
            </a:r>
          </a:p>
          <a:p>
            <a:pPr algn="ctr">
              <a:lnSpc>
                <a:spcPct val="105000"/>
              </a:lnSpc>
              <a:spcAft>
                <a:spcPts val="1000"/>
              </a:spcAft>
              <a:defRPr sz="3800" b="1" i="0">
                <a:solidFill>
                  <a:srgbClr val="FFFFFF"/>
                </a:solidFill>
                <a:latin typeface="Arial Black"/>
              </a:defRPr>
            </a:pPr>
            <a:r>
              <a:t>AND DRINK OF HIS BLOOD,</a:t>
            </a:r>
          </a:p>
          <a:p>
            <a:pPr algn="ctr">
              <a:lnSpc>
                <a:spcPct val="105000"/>
              </a:lnSpc>
              <a:spcAft>
                <a:spcPts val="1000"/>
              </a:spcAft>
              <a:defRPr sz="3800" b="1" i="0">
                <a:solidFill>
                  <a:srgbClr val="FFFFFF"/>
                </a:solidFill>
                <a:latin typeface="Arial Black"/>
              </a:defRPr>
            </a:pPr>
            <a:r>
              <a:t>AND DRINK OF HIS BLOOD,</a:t>
            </a:r>
          </a:p>
          <a:p>
            <a:pPr algn="ctr">
              <a:lnSpc>
                <a:spcPct val="105000"/>
              </a:lnSpc>
              <a:spcAft>
                <a:spcPts val="1000"/>
              </a:spcAft>
              <a:defRPr sz="3800" b="1" i="0">
                <a:solidFill>
                  <a:srgbClr val="FFFFFF"/>
                </a:solidFill>
                <a:latin typeface="Arial Black"/>
              </a:defRPr>
            </a:pPr>
            <a:r>
              <a:t>THERE IS NO LIFE IN YOU,</a:t>
            </a:r>
          </a:p>
          <a:p>
            <a:pPr algn="ctr">
              <a:lnSpc>
                <a:spcPct val="105000"/>
              </a:lnSpc>
              <a:spcAft>
                <a:spcPts val="1000"/>
              </a:spcAft>
              <a:defRPr sz="3800" b="1" i="0">
                <a:solidFill>
                  <a:srgbClr val="FFFFFF"/>
                </a:solidFill>
                <a:latin typeface="Arial Black"/>
              </a:defRPr>
            </a:pPr>
            <a:r>
              <a:t>THERE IS NO LIFE IN YOU.</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Communion (2)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 ON THE LAST DAY.</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Communion (2)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Let us pray.</a:t>
            </a:r>
          </a:p>
          <a:p>
            <a:pPr>
              <a:spcAft>
                <a:spcPts val="500"/>
              </a:spcAft>
              <a:defRPr sz="1500" b="0" i="1">
                <a:solidFill>
                  <a:srgbClr val="A06E13"/>
                </a:solidFill>
                <a:latin typeface="Arial Black"/>
              </a:defRPr>
            </a:pPr>
            <a:r>
              <a:t>The Priest says the Post- Communion Prayer for the day in full from the Roman Missal. The people respond at the end.</a:t>
            </a:r>
          </a:p>
          <a:p>
            <a:pPr>
              <a:spcBef>
                <a:spcPts val="400"/>
              </a:spcBef>
              <a:spcAft>
                <a:spcPts val="500"/>
              </a:spcAft>
              <a:defRPr sz="2000" b="1" i="0">
                <a:solidFill>
                  <a:srgbClr val="000000"/>
                </a:solidFill>
                <a:latin typeface="Arial Black"/>
              </a:defRPr>
            </a:pPr>
            <a:r>
              <a:t>Churchgoers: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The Communion Rite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A06E13"/>
                </a:solidFill>
                <a:latin typeface="Arial Black"/>
              </a:defRPr>
            </a:pPr>
            <a:r>
              <a:t>MASS CELEBRANT:</a:t>
            </a:r>
          </a:p>
          <a:p>
            <a:pPr>
              <a:spcAft>
                <a:spcPts val="300"/>
              </a:spcAft>
              <a:defRPr sz="2100" b="0" i="0">
                <a:solidFill>
                  <a:srgbClr val="000000"/>
                </a:solidFill>
                <a:latin typeface="Arial Black"/>
              </a:defRPr>
            </a:pPr>
            <a:r>
              <a:t>Rev. Fr. Jonrey Lauron, RCJ</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Gwangju</a:t>
            </a:r>
            <a:br/>
            <a:r>
              <a:t>Filipino</a:t>
            </a:r>
            <a:br/>
            <a:r>
              <a:t>Catholic</a:t>
            </a:r>
            <a:br/>
            <a:r>
              <a:t>Community</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Gospel (Matthew 24:37-44)</a:t>
            </a:r>
          </a:p>
          <a:p>
            <a:pPr>
              <a:spcAft>
                <a:spcPts val="300"/>
              </a:spcAft>
              <a:defRPr sz="2100" b="0" i="0">
                <a:solidFill>
                  <a:srgbClr val="000000"/>
                </a:solidFill>
                <a:latin typeface="Arial Black"/>
              </a:defRPr>
            </a:pPr>
            <a:r>
              <a:t>“As it was in the days of Noah, so it will be at the coming of the Son of Man.”</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YEAR A</a:t>
            </a:r>
          </a:p>
          <a:p>
            <a:pPr>
              <a:spcAft>
                <a:spcPts val="300"/>
              </a:spcAft>
              <a:defRPr sz="2100" b="0" i="0">
                <a:solidFill>
                  <a:srgbClr val="000000"/>
                </a:solidFill>
                <a:latin typeface="Arial Black"/>
              </a:defRPr>
            </a:pPr>
            <a:r>
              <a:t>2025-11-30 · Advent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Mass poster / divider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000000"/>
                </a:solidFill>
                <a:latin typeface="Arial Black"/>
              </a:defRPr>
            </a:pPr>
            <a:r>
              <a:t>CHURCH ANNOUNCEMENTS</a:t>
            </a:r>
          </a:p>
          <a:p>
            <a:pPr>
              <a:spcAft>
                <a:spcPts val="500"/>
              </a:spcAft>
              <a:defRPr sz="1500" b="0" i="1">
                <a:solidFill>
                  <a:srgbClr val="A06E13"/>
                </a:solidFill>
                <a:latin typeface="Arial Black"/>
              </a:defRPr>
            </a:pPr>
            <a:r>
              <a:t>Insert bulletin points with complete sentences on the following slides or edit this deck.</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Announcements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000000"/>
                </a:solidFill>
                <a:latin typeface="Arial Black"/>
              </a:defRPr>
            </a:pPr>
            <a:r>
              <a:t>Welcome newcomers!</a:t>
            </a:r>
          </a:p>
          <a:p>
            <a:pPr>
              <a:spcAft>
                <a:spcPts val="500"/>
              </a:spcAft>
              <a:defRPr sz="1500" b="0" i="1">
                <a:solidFill>
                  <a:srgbClr val="A06E13"/>
                </a:solidFill>
                <a:latin typeface="Arial Black"/>
              </a:defRPr>
            </a:pPr>
            <a:r>
              <a:t>Photo collage optional.</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Announcements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000000"/>
                </a:solidFill>
                <a:latin typeface="Arial Black"/>
              </a:defRPr>
            </a:pPr>
            <a:r>
              <a:t>Sacrament of Confession</a:t>
            </a:r>
          </a:p>
          <a:p>
            <a:pPr>
              <a:spcAft>
                <a:spcPts val="500"/>
              </a:spcAft>
              <a:defRPr sz="1500" b="0" i="1">
                <a:solidFill>
                  <a:srgbClr val="A06E13"/>
                </a:solidFill>
                <a:latin typeface="Arial Black"/>
              </a:defRPr>
            </a:pPr>
            <a:r>
              <a:t>The Lord never tires of forgiving us; we are the ones who tire of seeking his mercy. — Pope Francis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Announcements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000000"/>
                </a:solidFill>
                <a:latin typeface="Arial Black"/>
              </a:defRPr>
            </a:pPr>
            <a:r>
              <a:t>Mass Collection</a:t>
            </a:r>
          </a:p>
          <a:p>
            <a:pPr>
              <a:spcAft>
                <a:spcPts val="500"/>
              </a:spcAft>
              <a:defRPr sz="1500" b="0" i="1">
                <a:solidFill>
                  <a:srgbClr val="A06E13"/>
                </a:solidFill>
                <a:latin typeface="Arial Black"/>
              </a:defRPr>
            </a:pPr>
            <a:r>
              <a:t>State the purpose and date in full words. You may add Second Letter to the Corinthians, chapter 9, verse 7 if you include the full quotation.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Announcements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000000"/>
                </a:solidFill>
                <a:latin typeface="Arial Black"/>
              </a:defRPr>
            </a:pPr>
            <a:r>
              <a:t>Food or Mass Sponsorship</a:t>
            </a:r>
          </a:p>
          <a:p>
            <a:pPr>
              <a:spcAft>
                <a:spcPts val="500"/>
              </a:spcAft>
              <a:defRPr sz="1500" b="0" i="1">
                <a:solidFill>
                  <a:srgbClr val="A06E13"/>
                </a:solidFill>
                <a:latin typeface="Arial Black"/>
              </a:defRPr>
            </a:pPr>
            <a:r>
              <a:t>Give the parish coordinator’s complete contact information in words, not abbreviations.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Announcements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000000"/>
                </a:solidFill>
                <a:latin typeface="Arial Black"/>
              </a:defRPr>
            </a:pPr>
            <a:r>
              <a:t>Updates and Announcements</a:t>
            </a:r>
          </a:p>
          <a:p>
            <a:pPr>
              <a:spcAft>
                <a:spcPts val="500"/>
              </a:spcAft>
              <a:defRPr sz="1500" b="0" i="1">
                <a:solidFill>
                  <a:srgbClr val="A06E13"/>
                </a:solidFill>
                <a:latin typeface="Arial Black"/>
              </a:defRPr>
            </a:pPr>
            <a:r>
              <a:t>Name your community page and invitation to follow in full; add a QR code to the slide master if you wish.</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Announcements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Bef>
                <a:spcPts val="400"/>
              </a:spcBef>
              <a:spcAft>
                <a:spcPts val="500"/>
              </a:spcAft>
              <a:defRPr sz="2000" b="1" i="0">
                <a:solidFill>
                  <a:srgbClr val="A06E13"/>
                </a:solidFill>
                <a:latin typeface="Arial Black"/>
              </a:defRPr>
            </a:pPr>
            <a:r>
              <a:t>Priest: The Lord be with you.</a:t>
            </a:r>
          </a:p>
          <a:p>
            <a:pPr>
              <a:spcBef>
                <a:spcPts val="400"/>
              </a:spcBef>
              <a:spcAft>
                <a:spcPts val="500"/>
              </a:spcAft>
              <a:defRPr sz="2000" b="1" i="0">
                <a:solidFill>
                  <a:srgbClr val="000000"/>
                </a:solidFill>
                <a:latin typeface="Arial Black"/>
              </a:defRPr>
            </a:pPr>
            <a:r>
              <a:t>Churchgoers: And with your spirit.</a:t>
            </a:r>
          </a:p>
          <a:p>
            <a:pPr>
              <a:spcBef>
                <a:spcPts val="400"/>
              </a:spcBef>
              <a:spcAft>
                <a:spcPts val="500"/>
              </a:spcAft>
              <a:defRPr sz="2000" b="1" i="0">
                <a:solidFill>
                  <a:srgbClr val="A06E13"/>
                </a:solidFill>
                <a:latin typeface="Arial Black"/>
              </a:defRPr>
            </a:pPr>
            <a:r>
              <a:t>Priest: May almighty God bless you, the Father, and the Son, and the Holy Spirit.</a:t>
            </a:r>
          </a:p>
          <a:p>
            <a:pPr>
              <a:spcBef>
                <a:spcPts val="400"/>
              </a:spcBef>
              <a:spcAft>
                <a:spcPts val="500"/>
              </a:spcAft>
              <a:defRPr sz="2000" b="1" i="0">
                <a:solidFill>
                  <a:srgbClr val="000000"/>
                </a:solidFill>
                <a:latin typeface="Arial Black"/>
              </a:defRPr>
            </a:pPr>
            <a:r>
              <a:t>Churchgoers: Amen.</a:t>
            </a:r>
          </a:p>
          <a:p>
            <a:pPr>
              <a:spcBef>
                <a:spcPts val="400"/>
              </a:spcBef>
              <a:spcAft>
                <a:spcPts val="500"/>
              </a:spcAft>
              <a:defRPr sz="2000" b="1" i="0">
                <a:solidFill>
                  <a:srgbClr val="A06E13"/>
                </a:solidFill>
                <a:latin typeface="Arial Black"/>
              </a:defRPr>
            </a:pPr>
            <a:r>
              <a:t>Priest: Go in peace, glorifying the Lord by your life.</a:t>
            </a:r>
          </a:p>
          <a:p>
            <a:pPr>
              <a:spcBef>
                <a:spcPts val="400"/>
              </a:spcBef>
              <a:spcAft>
                <a:spcPts val="500"/>
              </a:spcAft>
              <a:defRPr sz="2000" b="1" i="0">
                <a:solidFill>
                  <a:srgbClr val="000000"/>
                </a:solidFill>
                <a:latin typeface="Arial Black"/>
              </a:defRPr>
            </a:pPr>
            <a:r>
              <a:t>Churchgoers: Thanks be to God.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Final Blessing</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To Jesus Christ, Our Sovereign King</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TO JESUS CHRIST, OUR SOVEREIGN KING,</a:t>
            </a:r>
          </a:p>
          <a:p>
            <a:pPr algn="ctr">
              <a:lnSpc>
                <a:spcPct val="105000"/>
              </a:lnSpc>
              <a:spcAft>
                <a:spcPts val="1000"/>
              </a:spcAft>
              <a:defRPr sz="3800" b="1" i="0">
                <a:solidFill>
                  <a:srgbClr val="FFFFFF"/>
                </a:solidFill>
                <a:latin typeface="Arial Black"/>
              </a:defRPr>
            </a:pPr>
            <a:r>
              <a:t>WHO IS THE WORLD'S SALVATION,</a:t>
            </a:r>
          </a:p>
          <a:p>
            <a:pPr algn="ctr">
              <a:lnSpc>
                <a:spcPct val="105000"/>
              </a:lnSpc>
              <a:spcAft>
                <a:spcPts val="1000"/>
              </a:spcAft>
              <a:defRPr sz="3800" b="1" i="0">
                <a:solidFill>
                  <a:srgbClr val="FFFFFF"/>
                </a:solidFill>
                <a:latin typeface="Arial Black"/>
              </a:defRPr>
            </a:pPr>
            <a:r>
              <a:t>ALL PRAISE AND HOMAGE DO WE BRING,</a:t>
            </a:r>
          </a:p>
          <a:p>
            <a:pPr algn="ctr">
              <a:lnSpc>
                <a:spcPct val="105000"/>
              </a:lnSpc>
              <a:spcAft>
                <a:spcPts val="1000"/>
              </a:spcAft>
              <a:defRPr sz="3800" b="1" i="0">
                <a:solidFill>
                  <a:srgbClr val="FFFFFF"/>
                </a:solidFill>
                <a:latin typeface="Arial Black"/>
              </a:defRPr>
            </a:pPr>
            <a:r>
              <a:t>AND THANKS AND ADORATION.</a:t>
            </a:r>
          </a:p>
          <a:p>
            <a:pPr algn="ctr">
              <a:lnSpc>
                <a:spcPct val="105000"/>
              </a:lnSpc>
              <a:spcAft>
                <a:spcPts val="1000"/>
              </a:spcAft>
              <a:defRPr sz="3800" b="1" i="0">
                <a:solidFill>
                  <a:srgbClr val="FFFFFF"/>
                </a:solidFill>
                <a:latin typeface="Arial Black"/>
              </a:defRPr>
            </a:pPr>
            <a:r>
              <a:t>CHRIST JESUS, VICTOR!</a:t>
            </a:r>
          </a:p>
          <a:p>
            <a:pPr algn="ctr">
              <a:lnSpc>
                <a:spcPct val="105000"/>
              </a:lnSpc>
              <a:spcAft>
                <a:spcPts val="1000"/>
              </a:spcAft>
              <a:defRPr sz="3800" b="1" i="0">
                <a:solidFill>
                  <a:srgbClr val="FFFFFF"/>
                </a:solidFill>
                <a:latin typeface="Arial Black"/>
              </a:defRPr>
            </a:pPr>
            <a:r>
              <a:t>CHRIST JESUS, RULER!</a:t>
            </a:r>
          </a:p>
          <a:p>
            <a:pPr algn="ctr">
              <a:lnSpc>
                <a:spcPct val="105000"/>
              </a:lnSpc>
              <a:spcAft>
                <a:spcPts val="1000"/>
              </a:spcAft>
              <a:defRPr sz="3800" b="1" i="0">
                <a:solidFill>
                  <a:srgbClr val="FFFFFF"/>
                </a:solidFill>
                <a:latin typeface="Arial Black"/>
              </a:defRPr>
            </a:pPr>
            <a:r>
              <a:t>CHRIST JESUS, LORD AND REDEEMER!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Recessional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YOUR REIGN EXTEND, O KING BENIGN,</a:t>
            </a:r>
          </a:p>
          <a:p>
            <a:pPr algn="ctr">
              <a:lnSpc>
                <a:spcPct val="105000"/>
              </a:lnSpc>
              <a:spcAft>
                <a:spcPts val="1000"/>
              </a:spcAft>
              <a:defRPr sz="3800" b="1" i="0">
                <a:solidFill>
                  <a:srgbClr val="FFFFFF"/>
                </a:solidFill>
                <a:latin typeface="Arial Black"/>
              </a:defRPr>
            </a:pPr>
            <a:r>
              <a:t>TO EVERY LAND AND NATION,</a:t>
            </a:r>
          </a:p>
          <a:p>
            <a:pPr algn="ctr">
              <a:lnSpc>
                <a:spcPct val="105000"/>
              </a:lnSpc>
              <a:spcAft>
                <a:spcPts val="1000"/>
              </a:spcAft>
              <a:defRPr sz="3800" b="1" i="0">
                <a:solidFill>
                  <a:srgbClr val="FFFFFF"/>
                </a:solidFill>
                <a:latin typeface="Arial Black"/>
              </a:defRPr>
            </a:pPr>
            <a:r>
              <a:t>FOR IN YOUR KINGDOM, LORD DIVINE,</a:t>
            </a:r>
          </a:p>
          <a:p>
            <a:pPr algn="ctr">
              <a:lnSpc>
                <a:spcPct val="105000"/>
              </a:lnSpc>
              <a:spcAft>
                <a:spcPts val="1000"/>
              </a:spcAft>
              <a:defRPr sz="3800" b="1" i="0">
                <a:solidFill>
                  <a:srgbClr val="FFFFFF"/>
                </a:solidFill>
                <a:latin typeface="Arial Black"/>
              </a:defRPr>
            </a:pPr>
            <a:r>
              <a:t>ALONE WE FIND SALVATION.</a:t>
            </a:r>
          </a:p>
          <a:p>
            <a:pPr algn="ctr">
              <a:lnSpc>
                <a:spcPct val="105000"/>
              </a:lnSpc>
              <a:spcAft>
                <a:spcPts val="1000"/>
              </a:spcAft>
              <a:defRPr sz="3800" b="1" i="0">
                <a:solidFill>
                  <a:srgbClr val="FFFFFF"/>
                </a:solidFill>
                <a:latin typeface="Arial Black"/>
              </a:defRPr>
            </a:pPr>
            <a:r>
              <a:t>CHRIST JESUS, VICTOR!</a:t>
            </a:r>
          </a:p>
          <a:p>
            <a:pPr algn="ctr">
              <a:lnSpc>
                <a:spcPct val="105000"/>
              </a:lnSpc>
              <a:spcAft>
                <a:spcPts val="1000"/>
              </a:spcAft>
              <a:defRPr sz="3800" b="1" i="0">
                <a:solidFill>
                  <a:srgbClr val="FFFFFF"/>
                </a:solidFill>
                <a:latin typeface="Arial Black"/>
              </a:defRPr>
            </a:pPr>
            <a:r>
              <a:t>CHRIST JESUS, RULER!</a:t>
            </a:r>
          </a:p>
          <a:p>
            <a:pPr algn="ctr">
              <a:lnSpc>
                <a:spcPct val="105000"/>
              </a:lnSpc>
              <a:spcAft>
                <a:spcPts val="1000"/>
              </a:spcAft>
              <a:defRPr sz="3800" b="1" i="0">
                <a:solidFill>
                  <a:srgbClr val="FFFFFF"/>
                </a:solidFill>
                <a:latin typeface="Arial Black"/>
              </a:defRPr>
            </a:pPr>
            <a:r>
              <a:t>CHRIST JESUS, LORD AND REDEEMER!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Recessional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Arial Black"/>
              </a:defRPr>
            </a:pPr>
            <a:r>
              <a:t>Gwangju Filipino Catholic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WHEN THIS OUR LIFE OF TRIALS IS PAST,</a:t>
            </a:r>
          </a:p>
          <a:p>
            <a:pPr algn="ctr">
              <a:lnSpc>
                <a:spcPct val="105000"/>
              </a:lnSpc>
              <a:spcAft>
                <a:spcPts val="1000"/>
              </a:spcAft>
              <a:defRPr sz="3800" b="1" i="0">
                <a:solidFill>
                  <a:srgbClr val="FFFFFF"/>
                </a:solidFill>
                <a:latin typeface="Arial Black"/>
              </a:defRPr>
            </a:pPr>
            <a:r>
              <a:t>BRING US TO YOUR KINGDOM,</a:t>
            </a:r>
          </a:p>
          <a:p>
            <a:pPr algn="ctr">
              <a:lnSpc>
                <a:spcPct val="105000"/>
              </a:lnSpc>
              <a:spcAft>
                <a:spcPts val="1000"/>
              </a:spcAft>
              <a:defRPr sz="3800" b="1" i="0">
                <a:solidFill>
                  <a:srgbClr val="FFFFFF"/>
                </a:solidFill>
                <a:latin typeface="Arial Black"/>
              </a:defRPr>
            </a:pPr>
            <a:r>
              <a:t>WHERE GLORY, JOY AND PEACE WILL LAST,</a:t>
            </a:r>
          </a:p>
          <a:p>
            <a:pPr algn="ctr">
              <a:lnSpc>
                <a:spcPct val="105000"/>
              </a:lnSpc>
              <a:spcAft>
                <a:spcPts val="1000"/>
              </a:spcAft>
              <a:defRPr sz="3800" b="1" i="0">
                <a:solidFill>
                  <a:srgbClr val="FFFFFF"/>
                </a:solidFill>
                <a:latin typeface="Arial Black"/>
              </a:defRPr>
            </a:pPr>
            <a:r>
              <a:t>FOR ALL WHO KNOW YOUR FREEDOM.</a:t>
            </a:r>
          </a:p>
          <a:p>
            <a:pPr algn="ctr">
              <a:lnSpc>
                <a:spcPct val="105000"/>
              </a:lnSpc>
              <a:spcAft>
                <a:spcPts val="1000"/>
              </a:spcAft>
              <a:defRPr sz="3800" b="1" i="0">
                <a:solidFill>
                  <a:srgbClr val="FFFFFF"/>
                </a:solidFill>
                <a:latin typeface="Arial Black"/>
              </a:defRPr>
            </a:pPr>
            <a:r>
              <a:t>CHRIST JESUS, VICTOR!</a:t>
            </a:r>
          </a:p>
          <a:p>
            <a:pPr algn="ctr">
              <a:lnSpc>
                <a:spcPct val="105000"/>
              </a:lnSpc>
              <a:spcAft>
                <a:spcPts val="1000"/>
              </a:spcAft>
              <a:defRPr sz="3800" b="1" i="0">
                <a:solidFill>
                  <a:srgbClr val="FFFFFF"/>
                </a:solidFill>
                <a:latin typeface="Arial Black"/>
              </a:defRPr>
            </a:pPr>
            <a:r>
              <a:t>CHRIST JESUS, RULER!</a:t>
            </a:r>
          </a:p>
          <a:p>
            <a:pPr algn="ctr">
              <a:lnSpc>
                <a:spcPct val="105000"/>
              </a:lnSpc>
              <a:spcAft>
                <a:spcPts val="1000"/>
              </a:spcAft>
              <a:defRPr sz="3800" b="1" i="0">
                <a:solidFill>
                  <a:srgbClr val="FFFFFF"/>
                </a:solidFill>
                <a:latin typeface="Arial Black"/>
              </a:defRPr>
            </a:pPr>
            <a:r>
              <a:t>CHRIST JESUS, LORD AND REDEEMER!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Arial Black"/>
              </a:defRPr>
            </a:pPr>
            <a:r>
              <a:t>Gwangju Filipino Catholic Community</a:t>
            </a:r>
          </a:p>
          <a:p>
            <a:pPr>
              <a:spcBef>
                <a:spcPts val="200"/>
              </a:spcBef>
              <a:defRPr sz="1200" b="0" i="0">
                <a:solidFill>
                  <a:srgbClr val="FFCC4D"/>
                </a:solidFill>
                <a:latin typeface="Arial Black"/>
              </a:defRPr>
            </a:pPr>
            <a:r>
              <a:t>Recessional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000000"/>
                </a:solidFill>
                <a:latin typeface="Arial Black"/>
              </a:defRPr>
            </a:pPr>
            <a:r>
              <a:t>Gwangju Filipino Catholic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A06E13"/>
                </a:solidFill>
                <a:latin typeface="Arial Black"/>
              </a:defRPr>
            </a:pPr>
            <a:r>
              <a:t>MASS CELEBRANT:</a:t>
            </a:r>
          </a:p>
          <a:p>
            <a:pPr>
              <a:spcAft>
                <a:spcPts val="300"/>
              </a:spcAft>
              <a:defRPr sz="2100" b="0" i="0">
                <a:solidFill>
                  <a:srgbClr val="000000"/>
                </a:solidFill>
                <a:latin typeface="Arial Black"/>
              </a:defRPr>
            </a:pPr>
            <a:r>
              <a:t>Rev. Fr. Jonrey Lauron, RCJ</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Gwangju</a:t>
            </a:r>
            <a:br/>
            <a:r>
              <a:t>Filipino</a:t>
            </a:r>
            <a:br/>
            <a:r>
              <a:t>Catholic</a:t>
            </a:r>
            <a:br/>
            <a:r>
              <a:t>Community</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Gospel (Matthew 24:37-44)</a:t>
            </a:r>
          </a:p>
          <a:p>
            <a:pPr>
              <a:spcAft>
                <a:spcPts val="300"/>
              </a:spcAft>
              <a:defRPr sz="2100" b="0" i="0">
                <a:solidFill>
                  <a:srgbClr val="000000"/>
                </a:solidFill>
                <a:latin typeface="Arial Black"/>
              </a:defRPr>
            </a:pPr>
            <a:r>
              <a:t>“As it was in the days of Noah, so it will be at the coming of the Son of Man.”</a:t>
            </a:r>
          </a:p>
          <a:p>
            <a:pPr>
              <a:spcAft>
                <a:spcPts val="300"/>
              </a:spcAft>
              <a:defRPr sz="2100" b="0" i="0">
                <a:solidFill>
                  <a:srgbClr val="000000"/>
                </a:solidFill>
                <a:latin typeface="Arial Black"/>
              </a:defRPr>
            </a:pPr>
          </a:p>
          <a:p>
            <a:pPr>
              <a:spcAft>
                <a:spcPts val="300"/>
              </a:spcAft>
              <a:defRPr sz="2100" b="0" i="0">
                <a:solidFill>
                  <a:srgbClr val="000000"/>
                </a:solidFill>
                <a:latin typeface="Arial Black"/>
              </a:defRPr>
            </a:pPr>
            <a:r>
              <a:t>YEAR A</a:t>
            </a:r>
          </a:p>
          <a:p>
            <a:pPr>
              <a:spcAft>
                <a:spcPts val="300"/>
              </a:spcAft>
              <a:defRPr sz="2100" b="0" i="0">
                <a:solidFill>
                  <a:srgbClr val="000000"/>
                </a:solidFill>
                <a:latin typeface="Arial Black"/>
              </a:defRPr>
            </a:pPr>
            <a:r>
              <a:t>2025-11-30 · Advent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F15F3A"/>
                </a:solidFill>
                <a:latin typeface="Arial Black"/>
              </a:defRPr>
            </a:pPr>
            <a:r>
              <a:t>Gwangju Filipino Catholic Community</a:t>
            </a:r>
          </a:p>
          <a:p>
            <a:pPr>
              <a:spcBef>
                <a:spcPts val="200"/>
              </a:spcBef>
              <a:defRPr sz="1200" b="0" i="0">
                <a:solidFill>
                  <a:srgbClr val="A06E13"/>
                </a:solidFill>
                <a:latin typeface="Arial Black"/>
              </a:defRPr>
            </a:pPr>
            <a:r>
              <a:t>Mass poster / divider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30Nov2025_Advent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