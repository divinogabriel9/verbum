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E190E"/>
            </a:gs>
            <a:gs pos="100000">
              <a:srgbClr val="327228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6171" y="1269187"/>
            <a:ext cx="10943539" cy="6128308"/>
          </a:xfrm>
          <a:prstGeom prst="rect">
            <a:avLst/>
          </a:prstGeom>
          <a:solidFill>
            <a:srgbClr val="124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684" y="8503005"/>
            <a:ext cx="16486632" cy="1112824"/>
          </a:xfrm>
          <a:prstGeom prst="rect">
            <a:avLst/>
          </a:prstGeom>
          <a:solidFill>
            <a:srgbClr val="0F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4732" y="2390241"/>
            <a:ext cx="4209897" cy="638251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3700" b="1" i="0">
                <a:solidFill>
                  <a:srgbClr val="67EDB0"/>
                </a:solidFill>
                <a:latin typeface="Calibri"/>
              </a:defRPr>
            </a:pPr>
            <a:r>
              <a:t>MASS CELEBRANT: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" y="3053181"/>
            <a:ext cx="6589166" cy="1057046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5800" b="1" i="0">
                <a:solidFill>
                  <a:srgbClr val="F5F5F5"/>
                </a:solidFill>
                <a:latin typeface="Calibri"/>
              </a:defRPr>
            </a:pPr>
            <a:r>
              <a:t>Fr. Michael Hwang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3041" y="4429353"/>
            <a:ext cx="3161995" cy="1591056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4900" b="1" i="1">
                <a:solidFill>
                  <a:srgbClr val="FFFFFF"/>
                </a:solidFill>
                <a:latin typeface="Calibri"/>
              </a:defRPr>
            </a:pPr>
            <a:r>
              <a:t>YEAR A</a:t>
            </a:r>
          </a:p>
          <a:p>
            <a:pPr algn="ctr">
              <a:lnSpc>
                <a:spcPct val="108000"/>
              </a:lnSpc>
              <a:defRPr sz="4900" b="0" i="1">
                <a:solidFill>
                  <a:srgbClr val="FFFFFF"/>
                </a:solidFill>
                <a:latin typeface="Calibri"/>
              </a:defRPr>
            </a:pPr>
            <a:r>
              <a:t>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0062" y="2390241"/>
            <a:ext cx="10775289" cy="2422245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3200" b="0" i="0">
                <a:solidFill>
                  <a:srgbClr val="F0F0F0"/>
                </a:solidFill>
                <a:latin typeface="Calibri"/>
              </a:defRPr>
            </a:pPr>
            <a:r>
              <a:t>“I am the living bread that came down from heaven;</a:t>
            </a:r>
          </a:p>
          <a:p>
            <a:pPr algn="ctr">
              <a:lnSpc>
                <a:spcPct val="108000"/>
              </a:lnSpc>
              <a:defRPr sz="3200" b="0" i="0">
                <a:solidFill>
                  <a:srgbClr val="F0F0F0"/>
                </a:solidFill>
                <a:latin typeface="Calibri"/>
              </a:defRPr>
            </a:pPr>
            <a:r>
              <a:t>whoever eats this bread will live forever;</a:t>
            </a:r>
          </a:p>
          <a:p>
            <a:pPr algn="ctr">
              <a:lnSpc>
                <a:spcPct val="108000"/>
              </a:lnSpc>
              <a:defRPr sz="3200" b="0" i="0">
                <a:solidFill>
                  <a:srgbClr val="F0F0F0"/>
                </a:solidFill>
                <a:latin typeface="Calibri"/>
              </a:defRPr>
            </a:pPr>
            <a:r>
              <a:t>and the bread that I will give is my flesh for the life of the world.”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8086" y="5801868"/>
            <a:ext cx="5819241" cy="705002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4100" b="1" i="0">
                <a:solidFill>
                  <a:srgbClr val="3FC788"/>
                </a:solidFill>
                <a:latin typeface="Calibri"/>
              </a:defRPr>
            </a:pPr>
            <a:r>
              <a:t>GOSPEL (JOHN 6:51–58)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5828" y="8411565"/>
            <a:ext cx="12362688" cy="1162202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noAutofit/>
          </a:bodyPr>
          <a:lstStyle/>
          <a:p>
            <a:pPr algn="ctr">
              <a:lnSpc>
                <a:spcPct val="108000"/>
              </a:lnSpc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Solemnity of the Most Holy Body and Blood of Christ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