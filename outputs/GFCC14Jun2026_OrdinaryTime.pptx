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defRPr/>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defRPr/>
            </a:pPr>
            <a:r>
              <a:rPr b="0" i="1" lang="en-US" sz="4700" u="none" cap="none" strike="noStrike">
                <a:solidFill>
                  <a:srgbClr val="FFDA91"/>
                </a:solidFill>
                <a:latin typeface="Calibri"/>
                <a:ea typeface="Calibri"/>
                <a:cs typeface="Calibri"/>
                <a:sym typeface="Calibri"/>
              </a:rPr>
              <a:t>Thank you.</a:t>
            </a:r>
            <a:endParaRPr sz="4600"/>
          </a:p>
        </p:txBody>
      </p:sp>
      <p:sp>
        <p:nvSpPr>
          <p:cNvPr id="88" name="TextBox 87"/>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667512"/>
            <a:ext cx="16459200" cy="960120"/>
          </a:xfrm>
          <a:prstGeom prst="rect">
            <a:avLst/>
          </a:prstGeom>
          <a:noFill/>
        </p:spPr>
        <p:txBody>
          <a:bodyPr wrap="square" lIns="109728" rIns="109728" tIns="73152" bIns="73152">
            <a:noAutofit/>
          </a:bodyPr>
          <a:lstStyle/>
          <a:p>
            <a:pPr algn="ctr">
              <a:defRPr sz="3800" b="1" i="0">
                <a:solidFill>
                  <a:srgbClr val="86EFAC"/>
                </a:solidFill>
                <a:latin typeface="Inter"/>
              </a:defRPr>
            </a:pPr>
            <a:r>
              <a:t>Ordinary Time Celebration</a:t>
            </a:r>
          </a:p>
        </p:txBody>
      </p:sp>
      <p:sp>
        <p:nvSpPr>
          <p:cNvPr id="3" name="TextBox 2"/>
          <p:cNvSpPr txBox="1"/>
          <p:nvPr/>
        </p:nvSpPr>
        <p:spPr>
          <a:xfrm>
            <a:off x="914400" y="1719072"/>
            <a:ext cx="16459200" cy="3108960"/>
          </a:xfrm>
          <a:prstGeom prst="rect">
            <a:avLst/>
          </a:prstGeom>
          <a:noFill/>
        </p:spPr>
        <p:txBody>
          <a:bodyPr wrap="square" lIns="109728" rIns="109728" tIns="73152" bIns="73152">
            <a:noAutofit/>
          </a:bodyPr>
          <a:lstStyle/>
          <a:p>
            <a:pPr>
              <a:spcAft>
                <a:spcPts val="500"/>
              </a:spcAft>
              <a:defRPr sz="2100" b="0" i="0">
                <a:solidFill>
                  <a:srgbClr val="F0FDF4"/>
                </a:solidFill>
                <a:latin typeface="Inter"/>
              </a:defRPr>
            </a:pPr>
            <a:r>
              <a:t>2026-06-14</a:t>
            </a:r>
          </a:p>
          <a:p>
            <a:pPr>
              <a:spcAft>
                <a:spcPts val="500"/>
              </a:spcAft>
              <a:defRPr sz="2100" b="0" i="0">
                <a:solidFill>
                  <a:srgbClr val="F0FDF4"/>
                </a:solidFill>
                <a:latin typeface="Inter"/>
              </a:defRPr>
            </a:pPr>
            <a:r>
              <a:t>Celebrant: Rev. Fr. Jonrey Lauron, RCJ</a:t>
            </a:r>
          </a:p>
          <a:p>
            <a:pPr>
              <a:spcAft>
                <a:spcPts val="500"/>
              </a:spcAft>
              <a:defRPr sz="2100" b="0" i="0">
                <a:solidFill>
                  <a:srgbClr val="F0FDF4"/>
                </a:solidFill>
                <a:latin typeface="Inter"/>
              </a:defRPr>
            </a:pPr>
            <a:r>
              <a:t>Gospel: Matthew 9:36—10:8</a:t>
            </a:r>
            <a:br/>
            <a:r>
              <a:t>Season: Ordinary Time · Sunday Lectionary Year A</a:t>
            </a:r>
          </a:p>
          <a:p>
            <a:pPr>
              <a:spcAft>
                <a:spcPts val="500"/>
              </a:spcAft>
              <a:defRPr sz="2100" b="0" i="0">
                <a:solidFill>
                  <a:srgbClr val="F0FDF4"/>
                </a:solidFill>
                <a:latin typeface="Inter"/>
              </a:defRPr>
            </a:pPr>
            <a:r>
              <a:t>Excerpt:</a:t>
            </a:r>
            <a:br/>
            <a:r>
              <a:t>“Do not go into pagan territory or enter a Samaritan town.”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600" b="1" i="0">
                <a:solidFill>
                  <a:srgbClr val="FFCC4D"/>
                </a:solidFill>
                <a:latin typeface="Georgia"/>
              </a:defRPr>
            </a:pPr>
            <a:r>
              <a:t>Sing a New Song</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YAHWEH'S PEOPLE DANCE FOR JOY</a:t>
            </a:r>
          </a:p>
          <a:p>
            <a:pPr algn="ctr">
              <a:lnSpc>
                <a:spcPct val="100000"/>
              </a:lnSpc>
              <a:spcAft>
                <a:spcPts val="600"/>
              </a:spcAft>
              <a:defRPr sz="5200" b="1" i="0">
                <a:solidFill>
                  <a:srgbClr val="FFFFFF"/>
                </a:solidFill>
                <a:latin typeface="Arial Black"/>
              </a:defRPr>
            </a:pPr>
            <a:r>
              <a:t>O COME BEFORE THE LORD</a:t>
            </a:r>
          </a:p>
          <a:p>
            <a:pPr algn="ctr">
              <a:lnSpc>
                <a:spcPct val="100000"/>
              </a:lnSpc>
              <a:spcAft>
                <a:spcPts val="600"/>
              </a:spcAft>
              <a:defRPr sz="5200" b="1" i="0">
                <a:solidFill>
                  <a:srgbClr val="FFFFFF"/>
                </a:solidFill>
                <a:latin typeface="Arial Black"/>
              </a:defRPr>
            </a:pPr>
            <a:r>
              <a:t>AND PLAY FOR HIM ON GLAD TAMBOURINES</a:t>
            </a:r>
          </a:p>
          <a:p>
            <a:pPr algn="ctr">
              <a:lnSpc>
                <a:spcPct val="100000"/>
              </a:lnSpc>
              <a:spcAft>
                <a:spcPts val="600"/>
              </a:spcAft>
              <a:defRPr sz="5200" b="1" i="0">
                <a:solidFill>
                  <a:srgbClr val="FFFFFF"/>
                </a:solidFill>
                <a:latin typeface="Arial Black"/>
              </a:defRPr>
            </a:pPr>
            <a:r>
              <a:t>AND LET YOUR TRUMPET SOUND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RISE, O CHILDREN, FROM YOUR SLEEP;</a:t>
            </a:r>
          </a:p>
          <a:p>
            <a:pPr algn="ctr">
              <a:lnSpc>
                <a:spcPct val="100000"/>
              </a:lnSpc>
              <a:spcAft>
                <a:spcPts val="600"/>
              </a:spcAft>
              <a:defRPr sz="5200" b="1" i="0">
                <a:solidFill>
                  <a:srgbClr val="FFFFFF"/>
                </a:solidFill>
                <a:latin typeface="Arial Black"/>
              </a:defRPr>
            </a:pPr>
            <a:r>
              <a:t>YOUR SAVIOR NOW HAS COME</a:t>
            </a:r>
          </a:p>
          <a:p>
            <a:pPr algn="ctr">
              <a:lnSpc>
                <a:spcPct val="100000"/>
              </a:lnSpc>
              <a:spcAft>
                <a:spcPts val="600"/>
              </a:spcAft>
              <a:defRPr sz="5200" b="1" i="0">
                <a:solidFill>
                  <a:srgbClr val="FFFFFF"/>
                </a:solidFill>
                <a:latin typeface="Arial Black"/>
              </a:defRPr>
            </a:pPr>
            <a:r>
              <a:t>HE HAS TURNED YOUR SORROW TO JOY</a:t>
            </a:r>
          </a:p>
          <a:p>
            <a:pPr algn="ctr">
              <a:lnSpc>
                <a:spcPct val="100000"/>
              </a:lnSpc>
              <a:spcAft>
                <a:spcPts val="600"/>
              </a:spcAft>
              <a:defRPr sz="5200" b="1" i="0">
                <a:solidFill>
                  <a:srgbClr val="FFFFFF"/>
                </a:solidFill>
                <a:latin typeface="Arial Black"/>
              </a:defRPr>
            </a:pPr>
            <a:r>
              <a:t>AND FILLED YOUR SOUL WITH SONG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LET YOUR SONG BE SUNG FROM MOUNTAINS HIGH</a:t>
            </a:r>
          </a:p>
          <a:p>
            <a:pPr algn="ctr">
              <a:lnSpc>
                <a:spcPct val="100000"/>
              </a:lnSpc>
              <a:spcAft>
                <a:spcPts val="600"/>
              </a:spcAft>
              <a:defRPr sz="5200" b="1" i="0">
                <a:solidFill>
                  <a:srgbClr val="FFFFFF"/>
                </a:solidFill>
                <a:latin typeface="Arial Black"/>
              </a:defRPr>
            </a:pPr>
            <a:r>
              <a:t>SING A NEW SONG UNTO THE LORD</a:t>
            </a:r>
          </a:p>
          <a:p>
            <a:pPr algn="ctr">
              <a:lnSpc>
                <a:spcPct val="100000"/>
              </a:lnSpc>
              <a:spcAft>
                <a:spcPts val="600"/>
              </a:spcAft>
              <a:defRPr sz="5200" b="1" i="0">
                <a:solidFill>
                  <a:srgbClr val="FFFFFF"/>
                </a:solidFill>
                <a:latin typeface="Arial Black"/>
              </a:defRPr>
            </a:pPr>
            <a:r>
              <a:t>SINGING ALLELUIA</a:t>
            </a:r>
          </a:p>
          <a:p>
            <a:pPr algn="ctr">
              <a:lnSpc>
                <a:spcPct val="100000"/>
              </a:lnSpc>
              <a:spcAft>
                <a:spcPts val="600"/>
              </a:spcAft>
              <a:defRPr sz="5200" b="1" i="0">
                <a:solidFill>
                  <a:srgbClr val="FFFFFF"/>
                </a:solidFill>
                <a:latin typeface="Arial Black"/>
              </a:defRPr>
            </a:pPr>
            <a:r>
              <a:t>SINGING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In the Name of the Father, and of the Son, and of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Introductory Rites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defRPr/>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defRPr/>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defRPr/>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defRPr/>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sp>
        <p:nvSpPr>
          <p:cNvPr id="151" name="TextBox 150"/>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defRPr/>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defRPr/>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defRPr/>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sp>
        <p:nvSpPr>
          <p:cNvPr id="165" name="TextBox 164"/>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Penitential Act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defRPr/>
            </a:pPr>
            <a:r>
              <a:rPr b="1" i="0" lang="en-US" sz="8400" u="none" cap="none" strike="noStrike">
                <a:solidFill>
                  <a:srgbClr val="FAF8F4"/>
                </a:solidFill>
                <a:latin typeface="Calibri"/>
                <a:ea typeface="Calibri"/>
                <a:cs typeface="Calibri"/>
                <a:sym typeface="Calibri"/>
              </a:rPr>
              <a:t>Lord, have mercy.</a:t>
            </a:r>
            <a:endParaRPr sz="8400"/>
          </a:p>
        </p:txBody>
      </p:sp>
      <p:sp>
        <p:nvSpPr>
          <p:cNvPr id="170" name="TextBox 169"/>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Kyrie Eleison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Glory to God in the highest,</a:t>
            </a:r>
          </a:p>
          <a:p>
            <a:pPr algn="ctr">
              <a:spcAft>
                <a:spcPts val="800"/>
              </a:spcAft>
              <a:defRPr sz="5000" b="0" i="0">
                <a:solidFill>
                  <a:srgbClr val="F0FDF4"/>
                </a:solidFill>
                <a:latin typeface="Inter"/>
              </a:defRPr>
            </a:pPr>
            <a:r>
              <a:t>and on earth peace to people of good will.</a:t>
            </a:r>
          </a:p>
          <a:p>
            <a:pPr algn="ctr">
              <a:spcAft>
                <a:spcPts val="800"/>
              </a:spcAft>
              <a:defRPr sz="5000" b="0" i="0">
                <a:solidFill>
                  <a:srgbClr val="F0FDF4"/>
                </a:solidFill>
                <a:latin typeface="Inter"/>
              </a:defRPr>
            </a:pPr>
            <a:r>
              <a:t>We praise you, we bless you, we adore you,</a:t>
            </a:r>
          </a:p>
          <a:p>
            <a:pPr algn="ctr">
              <a:spcAft>
                <a:spcPts val="800"/>
              </a:spcAft>
              <a:defRPr sz="5000" b="0" i="0">
                <a:solidFill>
                  <a:srgbClr val="F0FDF4"/>
                </a:solidFill>
                <a:latin typeface="Inter"/>
              </a:defRPr>
            </a:pPr>
            <a:r>
              <a:t>we glorify you, we give you thanks</a:t>
            </a:r>
          </a:p>
          <a:p>
            <a:pPr algn="ctr">
              <a:spcAft>
                <a:spcPts val="800"/>
              </a:spcAft>
              <a:defRPr sz="5000" b="0" i="0">
                <a:solidFill>
                  <a:srgbClr val="F0FDF4"/>
                </a:solidFill>
                <a:latin typeface="Inter"/>
              </a:defRPr>
            </a:pPr>
            <a:r>
              <a:t>for your great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Lord God, heavenly King, O God, almighty Father.</a:t>
            </a:r>
          </a:p>
          <a:p>
            <a:pPr algn="ctr">
              <a:spcAft>
                <a:spcPts val="800"/>
              </a:spcAft>
              <a:defRPr sz="5000" b="0" i="0">
                <a:solidFill>
                  <a:srgbClr val="F0FDF4"/>
                </a:solidFill>
                <a:latin typeface="Inter"/>
              </a:defRPr>
            </a:pPr>
            <a:r>
              <a:t>Lord Jesus Christ, Only Begotten Son,</a:t>
            </a:r>
          </a:p>
          <a:p>
            <a:pPr algn="ctr">
              <a:spcAft>
                <a:spcPts val="800"/>
              </a:spcAft>
              <a:defRPr sz="5000" b="0" i="0">
                <a:solidFill>
                  <a:srgbClr val="F0FDF4"/>
                </a:solidFill>
                <a:latin typeface="Inter"/>
              </a:defRPr>
            </a:pPr>
            <a:r>
              <a:t>Lord God, Lamb of God, Son of the Father,</a:t>
            </a:r>
          </a:p>
          <a:p>
            <a:pPr algn="ctr">
              <a:spcAft>
                <a:spcPts val="800"/>
              </a:spcAft>
              <a:defRPr sz="5000" b="0" i="0">
                <a:solidFill>
                  <a:srgbClr val="F0FDF4"/>
                </a:solidFill>
                <a:latin typeface="Inter"/>
              </a:defRPr>
            </a:pPr>
            <a:r>
              <a:t>you take away the sins of the world, have mercy on us;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 receive our prayer;</a:t>
            </a:r>
          </a:p>
          <a:p>
            <a:pPr algn="ctr">
              <a:spcAft>
                <a:spcPts val="800"/>
              </a:spcAft>
              <a:defRPr sz="5000" b="0" i="0">
                <a:solidFill>
                  <a:srgbClr val="F0FDF4"/>
                </a:solidFill>
                <a:latin typeface="Inter"/>
              </a:defRPr>
            </a:pPr>
            <a:r>
              <a:t>you are seated at the right hand of the Father, have mercy on us.</a:t>
            </a:r>
          </a:p>
          <a:p>
            <a:pPr algn="ctr">
              <a:spcAft>
                <a:spcPts val="800"/>
              </a:spcAft>
              <a:defRPr sz="5000" b="0" i="0">
                <a:solidFill>
                  <a:srgbClr val="F0FDF4"/>
                </a:solidFill>
                <a:latin typeface="Inter"/>
              </a:defRPr>
            </a:pPr>
            <a:r>
              <a:t>For you alone are the Holy One,</a:t>
            </a:r>
          </a:p>
          <a:p>
            <a:pPr algn="ctr">
              <a:spcAft>
                <a:spcPts val="800"/>
              </a:spcAft>
              <a:defRPr sz="5000" b="0" i="0">
                <a:solidFill>
                  <a:srgbClr val="F0FDF4"/>
                </a:solidFill>
                <a:latin typeface="Inter"/>
              </a:defRPr>
            </a:pPr>
            <a:r>
              <a:t>you alone are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(3/4)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alone are the Most High,</a:t>
            </a:r>
          </a:p>
          <a:p>
            <a:pPr algn="ctr">
              <a:spcAft>
                <a:spcPts val="800"/>
              </a:spcAft>
              <a:defRPr sz="5000" b="0" i="0">
                <a:solidFill>
                  <a:srgbClr val="F0FDF4"/>
                </a:solidFill>
                <a:latin typeface="Inter"/>
              </a:defRPr>
            </a:pPr>
            <a:r>
              <a:t>Jesus Christ,</a:t>
            </a:r>
          </a:p>
          <a:p>
            <a:pPr algn="ctr">
              <a:spcAft>
                <a:spcPts val="800"/>
              </a:spcAft>
              <a:defRPr sz="5000" b="0" i="0">
                <a:solidFill>
                  <a:srgbClr val="F0FDF4"/>
                </a:solidFill>
                <a:latin typeface="Inter"/>
              </a:defRPr>
            </a:pPr>
            <a:r>
              <a:t>with the Holy Spirit,</a:t>
            </a:r>
          </a:p>
          <a:p>
            <a:pPr algn="ctr">
              <a:spcAft>
                <a:spcPts val="800"/>
              </a:spcAft>
              <a:defRPr sz="5000" b="0" i="0">
                <a:solidFill>
                  <a:srgbClr val="F0FDF4"/>
                </a:solidFill>
                <a:latin typeface="Inter"/>
              </a:defRPr>
            </a:pPr>
            <a:r>
              <a:t>in the glory of God the Father.</a:t>
            </a:r>
          </a:p>
          <a:p>
            <a:pPr algn="ctr">
              <a:spcAft>
                <a:spcPts val="800"/>
              </a:spcAft>
              <a:defRPr sz="5000" b="0" i="0">
                <a:solidFill>
                  <a:srgbClr val="F0FDF4"/>
                </a:solidFill>
                <a:latin typeface="Inter"/>
              </a:defRPr>
            </a:pPr>
            <a:r>
              <a:t>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Gloria (4/4)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WORD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600"/>
              </a:spcAft>
              <a:defRPr sz="5000" b="1" i="0">
                <a:solidFill>
                  <a:srgbClr val="86EFAC"/>
                </a:solidFill>
                <a:latin typeface="Inter"/>
              </a:defRPr>
            </a:pPr>
            <a:r>
              <a:t>First Reading</a:t>
            </a:r>
          </a:p>
          <a:p>
            <a:pPr algn="ctr">
              <a:defRPr sz="6500" b="0" i="0">
                <a:solidFill>
                  <a:srgbClr val="F0FDF4"/>
                </a:solidFill>
                <a:latin typeface="Inter"/>
              </a:defRPr>
            </a:pPr>
            <a:r>
              <a:t>Exodus 19:2-6a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200"/>
              </a:spcAft>
              <a:defRPr sz="5000" b="1" i="0">
                <a:solidFill>
                  <a:srgbClr val="86EFAC"/>
                </a:solidFill>
                <a:latin typeface="Inter"/>
              </a:defRPr>
            </a:pPr>
            <a:r>
              <a:t>Responsorial Psalm</a:t>
            </a:r>
            <a:br/>
            <a:r>
              <a:t>(Psalm 100:1-2, 3, 5)</a:t>
            </a:r>
          </a:p>
          <a:p>
            <a:pPr algn="ctr">
              <a:spcAft>
                <a:spcPts val="800"/>
              </a:spcAft>
              <a:defRPr sz="6500" b="0" i="0">
                <a:solidFill>
                  <a:srgbClr val="F0FDF4"/>
                </a:solidFill>
                <a:latin typeface="Inter"/>
              </a:defRPr>
            </a:pPr>
            <a:r>
              <a:t>R. We are his people: the sheep of his flock.</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1000"/>
              </a:spcAft>
              <a:defRPr sz="5000" b="1" i="0">
                <a:solidFill>
                  <a:srgbClr val="86EFAC"/>
                </a:solidFill>
                <a:latin typeface="Inter"/>
              </a:defRPr>
            </a:pPr>
            <a:r>
              <a:t>Liturgy of the Word</a:t>
            </a:r>
          </a:p>
          <a:p>
            <a:pPr algn="ctr">
              <a:spcAft>
                <a:spcPts val="1600"/>
              </a:spcAft>
              <a:defRPr sz="5000" b="1" i="0">
                <a:solidFill>
                  <a:srgbClr val="86EFAC"/>
                </a:solidFill>
                <a:latin typeface="Inter"/>
              </a:defRPr>
            </a:pPr>
            <a:r>
              <a:t>Second Reading</a:t>
            </a:r>
          </a:p>
          <a:p>
            <a:pPr algn="ctr">
              <a:defRPr sz="6500" b="0" i="0">
                <a:solidFill>
                  <a:srgbClr val="F0FDF4"/>
                </a:solidFill>
                <a:latin typeface="Inter"/>
              </a:defRPr>
            </a:pPr>
            <a:r>
              <a:t>Romans 5:6-11</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ALLELUIA! ALLELUIA! ALLELUIA! ALLELUIA!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F0FDF4"/>
                </a:solidFill>
                <a:latin typeface="Inter"/>
              </a:defRPr>
            </a:pPr>
            <a:r>
              <a:t>All: Glory to you, O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Gospel of the Lord.</a:t>
            </a:r>
          </a:p>
          <a:p>
            <a:pPr algn="ctr">
              <a:spcBef>
                <a:spcPts val="400"/>
              </a:spcBef>
              <a:spcAft>
                <a:spcPts val="500"/>
              </a:spcAft>
              <a:defRPr sz="2000" b="1" i="0">
                <a:solidFill>
                  <a:srgbClr val="F0FDF4"/>
                </a:solidFill>
                <a:latin typeface="Inter"/>
              </a:defRPr>
            </a:pPr>
            <a:r>
              <a:t>All: Praise to you,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All: I believe in one God,</a:t>
            </a:r>
          </a:p>
          <a:p>
            <a:pPr algn="ctr">
              <a:spcAft>
                <a:spcPts val="800"/>
              </a:spcAft>
              <a:defRPr sz="5000" b="0" i="0">
                <a:solidFill>
                  <a:srgbClr val="F0FDF4"/>
                </a:solidFill>
                <a:latin typeface="Inter"/>
              </a:defRPr>
            </a:pPr>
            <a:r>
              <a:t>the Father almighty,</a:t>
            </a:r>
          </a:p>
          <a:p>
            <a:pPr algn="ctr">
              <a:spcAft>
                <a:spcPts val="800"/>
              </a:spcAft>
              <a:defRPr sz="5000" b="0" i="0">
                <a:solidFill>
                  <a:srgbClr val="F0FDF4"/>
                </a:solidFill>
                <a:latin typeface="Inter"/>
              </a:defRPr>
            </a:pPr>
            <a:r>
              <a:t>maker of heaven and earth,</a:t>
            </a:r>
          </a:p>
          <a:p>
            <a:pPr algn="ctr">
              <a:spcAft>
                <a:spcPts val="800"/>
              </a:spcAft>
              <a:defRPr sz="5000" b="0" i="0">
                <a:solidFill>
                  <a:srgbClr val="F0FDF4"/>
                </a:solidFill>
                <a:latin typeface="Inter"/>
              </a:defRPr>
            </a:pPr>
            <a:r>
              <a:t>of all things visible and invisible.</a:t>
            </a:r>
          </a:p>
          <a:p>
            <a:pPr algn="ctr">
              <a:spcAft>
                <a:spcPts val="800"/>
              </a:spcAft>
              <a:defRPr sz="5000" b="0" i="0">
                <a:solidFill>
                  <a:srgbClr val="F0FDF4"/>
                </a:solidFill>
                <a:latin typeface="Inter"/>
              </a:defRPr>
            </a:pPr>
            <a:r>
              <a:t>I believe in one Lord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(1/8)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the Only Begotten Son of God,</a:t>
            </a:r>
          </a:p>
          <a:p>
            <a:pPr algn="ctr">
              <a:spcAft>
                <a:spcPts val="800"/>
              </a:spcAft>
              <a:defRPr sz="5000" b="0" i="0">
                <a:solidFill>
                  <a:srgbClr val="F0FDF4"/>
                </a:solidFill>
                <a:latin typeface="Inter"/>
              </a:defRPr>
            </a:pPr>
            <a:r>
              <a:t>born of the Father before all ages.</a:t>
            </a:r>
          </a:p>
          <a:p>
            <a:pPr algn="ctr">
              <a:spcAft>
                <a:spcPts val="800"/>
              </a:spcAft>
              <a:defRPr sz="5000" b="0" i="0">
                <a:solidFill>
                  <a:srgbClr val="F0FDF4"/>
                </a:solidFill>
                <a:latin typeface="Inter"/>
              </a:defRPr>
            </a:pPr>
            <a:r>
              <a:t>God from God, Light from Light,</a:t>
            </a:r>
          </a:p>
          <a:p>
            <a:pPr algn="ctr">
              <a:spcAft>
                <a:spcPts val="800"/>
              </a:spcAft>
              <a:defRPr sz="5000" b="0" i="0">
                <a:solidFill>
                  <a:srgbClr val="F0FDF4"/>
                </a:solidFill>
                <a:latin typeface="Inter"/>
              </a:defRPr>
            </a:pPr>
            <a:r>
              <a:t>true God from true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begotten, not made, consubstantial with the Father;</a:t>
            </a:r>
          </a:p>
          <a:p>
            <a:pPr algn="ctr">
              <a:spcAft>
                <a:spcPts val="800"/>
              </a:spcAft>
              <a:defRPr sz="5000" b="0" i="0">
                <a:solidFill>
                  <a:srgbClr val="F0FDF4"/>
                </a:solidFill>
                <a:latin typeface="Inter"/>
              </a:defRPr>
            </a:pPr>
            <a:r>
              <a:t>through him all things were made.</a:t>
            </a:r>
          </a:p>
          <a:p>
            <a:pPr algn="ctr">
              <a:spcAft>
                <a:spcPts val="800"/>
              </a:spcAft>
              <a:defRPr sz="5000" b="0" i="0">
                <a:solidFill>
                  <a:srgbClr val="F0FDF4"/>
                </a:solidFill>
                <a:latin typeface="Inter"/>
              </a:defRPr>
            </a:pPr>
            <a:r>
              <a:t>For us men and for our salvation</a:t>
            </a:r>
          </a:p>
          <a:p>
            <a:pPr algn="ctr">
              <a:spcAft>
                <a:spcPts val="800"/>
              </a:spcAft>
              <a:defRPr sz="5000" b="0" i="0">
                <a:solidFill>
                  <a:srgbClr val="F0FDF4"/>
                </a:solidFill>
                <a:latin typeface="Inter"/>
              </a:defRPr>
            </a:pPr>
            <a:r>
              <a:t>he came down from heaven,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by the Holy Spirit was incarnate of the Virgin Mary,</a:t>
            </a:r>
          </a:p>
          <a:p>
            <a:pPr algn="ctr">
              <a:spcAft>
                <a:spcPts val="800"/>
              </a:spcAft>
              <a:defRPr sz="5000" b="0" i="0">
                <a:solidFill>
                  <a:srgbClr val="F0FDF4"/>
                </a:solidFill>
                <a:latin typeface="Inter"/>
              </a:defRPr>
            </a:pPr>
            <a:r>
              <a:t>and became man.</a:t>
            </a:r>
          </a:p>
          <a:p>
            <a:pPr algn="ctr">
              <a:spcAft>
                <a:spcPts val="800"/>
              </a:spcAft>
              <a:defRPr sz="5000" b="0" i="0">
                <a:solidFill>
                  <a:srgbClr val="F0FDF4"/>
                </a:solidFill>
                <a:latin typeface="Inter"/>
              </a:defRPr>
            </a:pPr>
            <a:r>
              <a:t>For our sake he was crucified under Pontius Pilate,</a:t>
            </a:r>
          </a:p>
          <a:p>
            <a:pPr algn="ctr">
              <a:spcAft>
                <a:spcPts val="800"/>
              </a:spcAft>
              <a:defRPr sz="5000" b="0" i="0">
                <a:solidFill>
                  <a:srgbClr val="F0FDF4"/>
                </a:solidFill>
                <a:latin typeface="Inter"/>
              </a:defRPr>
            </a:pPr>
            <a:r>
              <a:t>he suffered death and was buried,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(4/8)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rose again on the third day</a:t>
            </a:r>
          </a:p>
          <a:p>
            <a:pPr algn="ctr">
              <a:spcAft>
                <a:spcPts val="800"/>
              </a:spcAft>
              <a:defRPr sz="5000" b="0" i="0">
                <a:solidFill>
                  <a:srgbClr val="F0FDF4"/>
                </a:solidFill>
                <a:latin typeface="Inter"/>
              </a:defRPr>
            </a:pPr>
            <a:r>
              <a:t>in accordance with the Scriptures.</a:t>
            </a:r>
          </a:p>
          <a:p>
            <a:pPr algn="ctr">
              <a:spcAft>
                <a:spcPts val="800"/>
              </a:spcAft>
              <a:defRPr sz="5000" b="0" i="0">
                <a:solidFill>
                  <a:srgbClr val="F0FDF4"/>
                </a:solidFill>
                <a:latin typeface="Inter"/>
              </a:defRPr>
            </a:pPr>
            <a:r>
              <a:t>He ascended into heaven</a:t>
            </a:r>
          </a:p>
          <a:p>
            <a:pPr algn="ctr">
              <a:spcAft>
                <a:spcPts val="800"/>
              </a:spcAft>
              <a:defRPr sz="5000" b="0" i="0">
                <a:solidFill>
                  <a:srgbClr val="F0FDF4"/>
                </a:solidFill>
                <a:latin typeface="Inter"/>
              </a:defRPr>
            </a:pPr>
            <a:r>
              <a:t>and is seated at the right hand of the Father.</a:t>
            </a:r>
          </a:p>
          <a:p>
            <a:pPr algn="ctr">
              <a:spcAft>
                <a:spcPts val="800"/>
              </a:spcAft>
              <a:defRPr sz="5000" b="0" i="0">
                <a:solidFill>
                  <a:srgbClr val="F0FDF4"/>
                </a:solidFill>
                <a:latin typeface="Inter"/>
              </a:defRPr>
            </a:pPr>
            <a:r>
              <a:t>He will come again in glory</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(5/8)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to judge the living and the dead</a:t>
            </a:r>
          </a:p>
          <a:p>
            <a:pPr algn="ctr">
              <a:spcAft>
                <a:spcPts val="800"/>
              </a:spcAft>
              <a:defRPr sz="5000" b="0" i="0">
                <a:solidFill>
                  <a:srgbClr val="F0FDF4"/>
                </a:solidFill>
                <a:latin typeface="Inter"/>
              </a:defRPr>
            </a:pPr>
            <a:r>
              <a:t>and his kingdom will have no end.</a:t>
            </a:r>
          </a:p>
          <a:p>
            <a:pPr algn="ctr">
              <a:spcAft>
                <a:spcPts val="800"/>
              </a:spcAft>
              <a:defRPr sz="5000" b="0" i="0">
                <a:solidFill>
                  <a:srgbClr val="F0FDF4"/>
                </a:solidFill>
                <a:latin typeface="Inter"/>
              </a:defRPr>
            </a:pPr>
            <a:r>
              <a:t>I believe in the Holy Spirit, the Lord, the giver of life,</a:t>
            </a:r>
          </a:p>
          <a:p>
            <a:pPr algn="ctr">
              <a:spcAft>
                <a:spcPts val="800"/>
              </a:spcAft>
              <a:defRPr sz="5000" b="0" i="0">
                <a:solidFill>
                  <a:srgbClr val="F0FDF4"/>
                </a:solidFill>
                <a:latin typeface="Inter"/>
              </a:defRPr>
            </a:pPr>
            <a:r>
              <a:t>who proceeds from the Father and the Son,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who with the Father and the Son is adored and glorified,</a:t>
            </a:r>
          </a:p>
          <a:p>
            <a:pPr algn="ctr">
              <a:spcAft>
                <a:spcPts val="800"/>
              </a:spcAft>
              <a:defRPr sz="5000" b="0" i="0">
                <a:solidFill>
                  <a:srgbClr val="F0FDF4"/>
                </a:solidFill>
                <a:latin typeface="Inter"/>
              </a:defRPr>
            </a:pPr>
            <a:r>
              <a:t>who has spoken through the prophets.</a:t>
            </a:r>
          </a:p>
          <a:p>
            <a:pPr algn="ctr">
              <a:spcAft>
                <a:spcPts val="800"/>
              </a:spcAft>
              <a:defRPr sz="5000" b="0" i="0">
                <a:solidFill>
                  <a:srgbClr val="F0FDF4"/>
                </a:solidFill>
                <a:latin typeface="Inter"/>
              </a:defRPr>
            </a:pPr>
            <a:r>
              <a:t>I believe in one, holy, catholic and apostolic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(7/8)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I confess one Baptism for the forgiveness of sins</a:t>
            </a:r>
          </a:p>
          <a:p>
            <a:pPr algn="ctr">
              <a:spcAft>
                <a:spcPts val="800"/>
              </a:spcAft>
              <a:defRPr sz="5000" b="0" i="0">
                <a:solidFill>
                  <a:srgbClr val="F0FDF4"/>
                </a:solidFill>
                <a:latin typeface="Inter"/>
              </a:defRPr>
            </a:pPr>
            <a:r>
              <a:t>and I look forward to the resurrection of the dead</a:t>
            </a:r>
          </a:p>
          <a:p>
            <a:pPr algn="ctr">
              <a:spcAft>
                <a:spcPts val="800"/>
              </a:spcAft>
              <a:defRPr sz="5000" b="0" i="0">
                <a:solidFill>
                  <a:srgbClr val="F0FDF4"/>
                </a:solidFill>
                <a:latin typeface="Inter"/>
              </a:defRPr>
            </a:pPr>
            <a:r>
              <a:t>and the life of the world to come.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Nicene Creed (8/8)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For the holy Church of God throughout the world, that the Lord may guard her and grant her peace and unity according to his will: let us pray to the Lord.</a:t>
            </a:r>
          </a:p>
          <a:p>
            <a:pPr algn="ctr">
              <a:spcBef>
                <a:spcPts val="400"/>
              </a:spcBef>
              <a:spcAft>
                <a:spcPts val="500"/>
              </a:spcAft>
              <a:defRPr sz="2000" b="1" i="0">
                <a:solidFill>
                  <a:srgbClr val="F0FDF4"/>
                </a:solidFill>
                <a:latin typeface="Inter"/>
              </a:defRPr>
            </a:pPr>
            <a:r>
              <a:t>All: Lord, hear our prayer.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Priest concludes the Prayer of the Faithful with a prayer in full, for example:</a:t>
            </a:r>
          </a:p>
          <a:p>
            <a:pPr algn="ctr">
              <a:spcBef>
                <a:spcPts val="400"/>
              </a:spcBef>
              <a:spcAft>
                <a:spcPts val="500"/>
              </a:spcAft>
              <a:defRPr sz="2000" b="1" i="0">
                <a:solidFill>
                  <a:srgbClr val="86EFAC"/>
                </a:solidFill>
                <a:latin typeface="Inter"/>
              </a:defRPr>
            </a:pPr>
            <a:r>
              <a:t>Priest: Heavenly Father, hear the prayers of the Church, which we make through Christ our Lord.</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Prayer of the Faithful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Gift of Finest Wheat</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YOU SATISFY THE HUNGRY HEART</a:t>
            </a:r>
          </a:p>
          <a:p>
            <a:pPr algn="ctr">
              <a:lnSpc>
                <a:spcPct val="100000"/>
              </a:lnSpc>
              <a:spcAft>
                <a:spcPts val="600"/>
              </a:spcAft>
              <a:defRPr sz="5500" b="1" i="0">
                <a:solidFill>
                  <a:srgbClr val="FFFFFF"/>
                </a:solidFill>
                <a:latin typeface="Arial Black"/>
              </a:defRPr>
            </a:pPr>
            <a:r>
              <a:t>WITH GIFT OF FINEST WHEAT,</a:t>
            </a:r>
          </a:p>
          <a:p>
            <a:pPr algn="ctr">
              <a:lnSpc>
                <a:spcPct val="100000"/>
              </a:lnSpc>
              <a:spcAft>
                <a:spcPts val="600"/>
              </a:spcAft>
              <a:defRPr sz="5500" b="1" i="0">
                <a:solidFill>
                  <a:srgbClr val="FFFFFF"/>
                </a:solidFill>
                <a:latin typeface="Arial Black"/>
              </a:defRPr>
            </a:pPr>
            <a:r>
              <a:t>COME GIVE TO US, O SAVING LORD,</a:t>
            </a:r>
          </a:p>
          <a:p>
            <a:pPr algn="ctr">
              <a:lnSpc>
                <a:spcPct val="100000"/>
              </a:lnSpc>
              <a:spcAft>
                <a:spcPts val="600"/>
              </a:spcAft>
              <a:defRPr sz="5500" b="1" i="0">
                <a:solidFill>
                  <a:srgbClr val="FFFFFF"/>
                </a:solidFill>
                <a:latin typeface="Arial Black"/>
              </a:defRPr>
            </a:pPr>
            <a:r>
              <a:t>THE BREAD OF LIFE TO EAT.</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AS WHEN THE GRAIN BY SAINTS BELIEVED</a:t>
            </a:r>
          </a:p>
          <a:p>
            <a:pPr algn="ctr">
              <a:lnSpc>
                <a:spcPct val="100000"/>
              </a:lnSpc>
              <a:spcAft>
                <a:spcPts val="600"/>
              </a:spcAft>
              <a:defRPr sz="5500" b="1" i="0">
                <a:solidFill>
                  <a:srgbClr val="FFFFFF"/>
                </a:solidFill>
                <a:latin typeface="Arial Black"/>
              </a:defRPr>
            </a:pPr>
            <a:r>
              <a:t>WAS BLESSED AND BROKEN, LORD,</a:t>
            </a:r>
          </a:p>
          <a:p>
            <a:pPr algn="ctr">
              <a:lnSpc>
                <a:spcPct val="100000"/>
              </a:lnSpc>
              <a:spcAft>
                <a:spcPts val="600"/>
              </a:spcAft>
              <a:defRPr sz="5500" b="1" i="0">
                <a:solidFill>
                  <a:srgbClr val="FFFFFF"/>
                </a:solidFill>
                <a:latin typeface="Arial Black"/>
              </a:defRPr>
            </a:pPr>
            <a:r>
              <a:t>SO MAY YOUR CHURCH IN LANDS TODAY</a:t>
            </a:r>
          </a:p>
          <a:p>
            <a:pPr algn="ctr">
              <a:lnSpc>
                <a:spcPct val="100000"/>
              </a:lnSpc>
              <a:spcAft>
                <a:spcPts val="600"/>
              </a:spcAft>
              <a:defRPr sz="5500" b="1" i="0">
                <a:solidFill>
                  <a:srgbClr val="FFFFFF"/>
                </a:solidFill>
                <a:latin typeface="Arial Black"/>
              </a:defRPr>
            </a:pPr>
            <a:r>
              <a:t>BE FED, YOUR PRAISE RESTORED.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 LORD OF HARVEST, GRANT THAT WE</a:t>
            </a:r>
          </a:p>
          <a:p>
            <a:pPr algn="ctr">
              <a:lnSpc>
                <a:spcPct val="100000"/>
              </a:lnSpc>
              <a:spcAft>
                <a:spcPts val="600"/>
              </a:spcAft>
              <a:defRPr sz="5500" b="1" i="0">
                <a:solidFill>
                  <a:srgbClr val="FFFFFF"/>
                </a:solidFill>
                <a:latin typeface="Arial Black"/>
              </a:defRPr>
            </a:pPr>
            <a:r>
              <a:t>WHO SHARE THIS MYSTERY HERE</a:t>
            </a:r>
          </a:p>
          <a:p>
            <a:pPr algn="ctr">
              <a:lnSpc>
                <a:spcPct val="100000"/>
              </a:lnSpc>
              <a:spcAft>
                <a:spcPts val="600"/>
              </a:spcAft>
              <a:defRPr sz="5500" b="1" i="0">
                <a:solidFill>
                  <a:srgbClr val="FFFFFF"/>
                </a:solidFill>
                <a:latin typeface="Arial Black"/>
              </a:defRPr>
            </a:pPr>
            <a:r>
              <a:t>MAY FOLLOW YOU UNCEASINGLY</a:t>
            </a:r>
          </a:p>
          <a:p>
            <a:pPr algn="ctr">
              <a:lnSpc>
                <a:spcPct val="100000"/>
              </a:lnSpc>
              <a:spcAft>
                <a:spcPts val="600"/>
              </a:spcAft>
              <a:defRPr sz="5500" b="1" i="0">
                <a:solidFill>
                  <a:srgbClr val="FFFFFF"/>
                </a:solidFill>
                <a:latin typeface="Arial Black"/>
              </a:defRPr>
            </a:pPr>
            <a:r>
              <a:t>IN PRAISE, IN LOVE, IN FEAR.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ONE BREAD, ONE CUP, ONE LIFE, ONE LORD—</a:t>
            </a:r>
          </a:p>
          <a:p>
            <a:pPr algn="ctr">
              <a:lnSpc>
                <a:spcPct val="100000"/>
              </a:lnSpc>
              <a:spcAft>
                <a:spcPts val="600"/>
              </a:spcAft>
              <a:defRPr sz="5500" b="1" i="0">
                <a:solidFill>
                  <a:srgbClr val="FFFFFF"/>
                </a:solidFill>
                <a:latin typeface="Arial Black"/>
              </a:defRPr>
            </a:pPr>
            <a:r>
              <a:t>WE OFFER, CHRIST, TO YOU;</a:t>
            </a:r>
          </a:p>
          <a:p>
            <a:pPr algn="ctr">
              <a:lnSpc>
                <a:spcPct val="100000"/>
              </a:lnSpc>
              <a:spcAft>
                <a:spcPts val="600"/>
              </a:spcAft>
              <a:defRPr sz="5500" b="1" i="0">
                <a:solidFill>
                  <a:srgbClr val="FFFFFF"/>
                </a:solidFill>
                <a:latin typeface="Arial Black"/>
              </a:defRPr>
            </a:pPr>
            <a:r>
              <a:t>UNTIL WE SHARE YOUR BANQUET BOARD</a:t>
            </a:r>
          </a:p>
          <a:p>
            <a:pPr algn="ctr">
              <a:lnSpc>
                <a:spcPct val="100000"/>
              </a:lnSpc>
              <a:spcAft>
                <a:spcPts val="600"/>
              </a:spcAft>
              <a:defRPr sz="5500" b="1" i="0">
                <a:solidFill>
                  <a:srgbClr val="FFFFFF"/>
                </a:solidFill>
                <a:latin typeface="Arial Black"/>
              </a:defRPr>
            </a:pPr>
            <a:r>
              <a:t>WHERE ALL THE WORLD IS NEW.</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Pray, brethren, that my sacrifice and yours may be acceptable to God, the almighty Father.</a:t>
            </a:r>
          </a:p>
          <a:p>
            <a:pPr algn="ctr">
              <a:spcBef>
                <a:spcPts val="400"/>
              </a:spcBef>
              <a:spcAft>
                <a:spcPts val="500"/>
              </a:spcAft>
              <a:defRPr sz="2000" b="1" i="0">
                <a:solidFill>
                  <a:srgbClr val="F0FDF4"/>
                </a:solidFill>
                <a:latin typeface="Inter"/>
              </a:defRPr>
            </a:pPr>
            <a:r>
              <a:t>All: May the Lord accept the sacrifice at your hands, for the praise and glory of his name, for our good and the good of all his holy Church.</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Lift up your hearts.</a:t>
            </a:r>
          </a:p>
          <a:p>
            <a:pPr algn="ctr">
              <a:spcBef>
                <a:spcPts val="400"/>
              </a:spcBef>
              <a:spcAft>
                <a:spcPts val="500"/>
              </a:spcAft>
              <a:defRPr sz="2000" b="1" i="0">
                <a:solidFill>
                  <a:srgbClr val="F0FDF4"/>
                </a:solidFill>
                <a:latin typeface="Inter"/>
              </a:defRPr>
            </a:pPr>
            <a:r>
              <a:t>All: We lift them up to the Lord.</a:t>
            </a:r>
          </a:p>
          <a:p>
            <a:pPr algn="ctr">
              <a:spcBef>
                <a:spcPts val="400"/>
              </a:spcBef>
              <a:spcAft>
                <a:spcPts val="500"/>
              </a:spcAft>
              <a:defRPr sz="2000" b="1" i="0">
                <a:solidFill>
                  <a:srgbClr val="86EFAC"/>
                </a:solidFill>
                <a:latin typeface="Inter"/>
              </a:defRPr>
            </a:pPr>
            <a:r>
              <a:t>Priest: Let us give thanks to the Lord our God.</a:t>
            </a:r>
          </a:p>
          <a:p>
            <a:pPr algn="ctr">
              <a:spcBef>
                <a:spcPts val="400"/>
              </a:spcBef>
              <a:spcAft>
                <a:spcPts val="500"/>
              </a:spcAft>
              <a:defRPr sz="2000" b="1" i="0">
                <a:solidFill>
                  <a:srgbClr val="F0FDF4"/>
                </a:solidFill>
                <a:latin typeface="Inter"/>
              </a:defRPr>
            </a:pPr>
            <a:r>
              <a:t>All: It is right and just.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Holy, Holy, Holy Lord God of hosts.</a:t>
            </a:r>
          </a:p>
          <a:p>
            <a:pPr algn="ctr">
              <a:spcAft>
                <a:spcPts val="800"/>
              </a:spcAft>
              <a:defRPr sz="5000" b="0" i="0">
                <a:solidFill>
                  <a:srgbClr val="F0FDF4"/>
                </a:solidFill>
                <a:latin typeface="Inter"/>
              </a:defRPr>
            </a:pPr>
            <a:r>
              <a:t>Heaven and earth are full of your glory.</a:t>
            </a:r>
          </a:p>
          <a:p>
            <a:pPr algn="ctr">
              <a:spcAft>
                <a:spcPts val="800"/>
              </a:spcAft>
              <a:defRPr sz="5000" b="0" i="0">
                <a:solidFill>
                  <a:srgbClr val="F0FDF4"/>
                </a:solidFill>
                <a:latin typeface="Inter"/>
              </a:defRPr>
            </a:pPr>
            <a:r>
              <a:t>Hosanna in the highest.</a:t>
            </a:r>
          </a:p>
          <a:p>
            <a:pPr algn="ctr">
              <a:spcAft>
                <a:spcPts val="800"/>
              </a:spcAft>
              <a:defRPr sz="5000" b="0" i="0">
                <a:solidFill>
                  <a:srgbClr val="F0FDF4"/>
                </a:solidFill>
                <a:latin typeface="Inter"/>
              </a:defRPr>
            </a:pPr>
            <a:r>
              <a:t>Blessed is he who comes in the name of the Lord.</a:t>
            </a:r>
          </a:p>
          <a:p>
            <a:pPr algn="ctr">
              <a:spcAft>
                <a:spcPts val="800"/>
              </a:spcAft>
              <a:defRPr sz="5000" b="0" i="0">
                <a:solidFill>
                  <a:srgbClr val="F0FDF4"/>
                </a:solidFill>
                <a:latin typeface="Inter"/>
              </a:defRPr>
            </a:pPr>
            <a:r>
              <a:t>Hosanna in the highest.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Sanctus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We proclaim your Death, O Lord,</a:t>
            </a:r>
          </a:p>
          <a:p>
            <a:pPr algn="ctr">
              <a:spcAft>
                <a:spcPts val="500"/>
              </a:spcAft>
              <a:defRPr sz="1900" b="0" i="0">
                <a:solidFill>
                  <a:srgbClr val="F0FDF4"/>
                </a:solidFill>
                <a:latin typeface="Inter"/>
              </a:defRPr>
            </a:pPr>
            <a:r>
              <a:t>and profess your Resurrection</a:t>
            </a:r>
          </a:p>
          <a:p>
            <a:pPr algn="ctr">
              <a:spcAft>
                <a:spcPts val="500"/>
              </a:spcAft>
              <a:defRPr sz="1900" b="0" i="0">
                <a:solidFill>
                  <a:srgbClr val="F0FDF4"/>
                </a:solidFill>
                <a:latin typeface="Inter"/>
              </a:defRPr>
            </a:pPr>
            <a:r>
              <a:t>until you come again.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Eucharistic Prayer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758952"/>
            <a:ext cx="16459200" cy="4114800"/>
          </a:xfrm>
          <a:prstGeom prst="rect">
            <a:avLst/>
          </a:prstGeom>
          <a:noFill/>
        </p:spPr>
        <p:txBody>
          <a:bodyPr wrap="square" lIns="109728" rIns="109728" tIns="73152" bIns="73152">
            <a:noAutofit/>
          </a:bodyPr>
          <a:lstStyle/>
          <a:p>
            <a:pPr algn="ctr">
              <a:defRPr sz="4400" b="1" i="0">
                <a:solidFill>
                  <a:srgbClr val="86EFAC"/>
                </a:solidFill>
                <a:latin typeface="Inter"/>
              </a:defRPr>
            </a:pPr>
            <a:r>
              <a:t>LITURGY OF</a:t>
            </a:r>
            <a:br/>
            <a:r>
              <a:t>THE EUCHARIST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Great Amen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Our Father, who art in heaven,</a:t>
            </a:r>
          </a:p>
          <a:p>
            <a:pPr algn="ctr">
              <a:spcAft>
                <a:spcPts val="800"/>
              </a:spcAft>
              <a:defRPr sz="5000" b="0" i="0">
                <a:solidFill>
                  <a:srgbClr val="F0FDF4"/>
                </a:solidFill>
                <a:latin typeface="Inter"/>
              </a:defRPr>
            </a:pPr>
            <a:r>
              <a:t>hallowed be thy name;</a:t>
            </a:r>
          </a:p>
          <a:p>
            <a:pPr algn="ctr">
              <a:spcAft>
                <a:spcPts val="800"/>
              </a:spcAft>
              <a:defRPr sz="5000" b="0" i="0">
                <a:solidFill>
                  <a:srgbClr val="F0FDF4"/>
                </a:solidFill>
                <a:latin typeface="Inter"/>
              </a:defRPr>
            </a:pPr>
            <a:r>
              <a:t>thy kingdom come,</a:t>
            </a:r>
          </a:p>
          <a:p>
            <a:pPr algn="ctr">
              <a:spcAft>
                <a:spcPts val="800"/>
              </a:spcAft>
              <a:defRPr sz="5000" b="0" i="0">
                <a:solidFill>
                  <a:srgbClr val="F0FDF4"/>
                </a:solidFill>
                <a:latin typeface="Inter"/>
              </a:defRPr>
            </a:pPr>
            <a:r>
              <a:t>thy will be done,</a:t>
            </a:r>
          </a:p>
          <a:p>
            <a:pPr algn="ctr">
              <a:spcAft>
                <a:spcPts val="800"/>
              </a:spcAft>
              <a:defRPr sz="5000" b="0" i="0">
                <a:solidFill>
                  <a:srgbClr val="F0FDF4"/>
                </a:solidFill>
                <a:latin typeface="Inter"/>
              </a:defRPr>
            </a:pPr>
            <a:r>
              <a:t>on earth as it is in heaven.</a:t>
            </a:r>
          </a:p>
          <a:p>
            <a:pPr algn="ctr">
              <a:spcAft>
                <a:spcPts val="800"/>
              </a:spcAft>
              <a:defRPr sz="5000" b="0" i="0">
                <a:solidFill>
                  <a:srgbClr val="F0FDF4"/>
                </a:solidFill>
                <a:latin typeface="Inter"/>
              </a:defRPr>
            </a:pPr>
            <a:r>
              <a:t>Give us this day our daily bread;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(1/4)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and forgive us our trespasses,</a:t>
            </a:r>
          </a:p>
          <a:p>
            <a:pPr algn="ctr">
              <a:spcAft>
                <a:spcPts val="800"/>
              </a:spcAft>
              <a:defRPr sz="5000" b="0" i="0">
                <a:solidFill>
                  <a:srgbClr val="F0FDF4"/>
                </a:solidFill>
                <a:latin typeface="Inter"/>
              </a:defRPr>
            </a:pPr>
            <a:r>
              <a:t>as we forgive those who trespass against us;</a:t>
            </a:r>
          </a:p>
          <a:p>
            <a:pPr algn="ctr">
              <a:spcAft>
                <a:spcPts val="800"/>
              </a:spcAft>
              <a:defRPr sz="5000" b="0" i="0">
                <a:solidFill>
                  <a:srgbClr val="F0FDF4"/>
                </a:solidFill>
                <a:latin typeface="Inter"/>
              </a:defRPr>
            </a:pPr>
            <a:r>
              <a:t>and lead us not into temptation,</a:t>
            </a:r>
          </a:p>
          <a:p>
            <a:pPr algn="ctr">
              <a:spcAft>
                <a:spcPts val="800"/>
              </a:spcAft>
              <a:defRPr sz="5000" b="0" i="0">
                <a:solidFill>
                  <a:srgbClr val="F0FDF4"/>
                </a:solidFill>
                <a:latin typeface="Inter"/>
              </a:defRPr>
            </a:pPr>
            <a:r>
              <a:t>but deliver us from evil.</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(2/4)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86EFAC"/>
                </a:solidFill>
                <a:latin typeface="Inter"/>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(3/4)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For the kingdom, the power, and the glory are yours now and for ever.</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Our Father (4/4)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peace of the Lord be with you always.</a:t>
            </a:r>
          </a:p>
          <a:p>
            <a:pPr algn="ctr">
              <a:spcBef>
                <a:spcPts val="400"/>
              </a:spcBef>
              <a:spcAft>
                <a:spcPts val="500"/>
              </a:spcAft>
              <a:defRPr sz="2000" b="1" i="0">
                <a:solidFill>
                  <a:srgbClr val="F0FDF4"/>
                </a:solidFill>
                <a:latin typeface="Inter"/>
              </a:defRPr>
            </a:pPr>
            <a:r>
              <a:t>All: And with your spirit.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Sign of Peace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have mercy on us.</a:t>
            </a:r>
          </a:p>
          <a:p>
            <a:pPr algn="ctr">
              <a:spcAft>
                <a:spcPts val="800"/>
              </a:spcAft>
              <a:defRPr sz="5000" b="0" i="0">
                <a:solidFill>
                  <a:srgbClr val="F0FDF4"/>
                </a:solidFill>
                <a:latin typeface="Inter"/>
              </a:defRPr>
            </a:pPr>
            <a:r>
              <a:t>Lamb of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(1/2)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chor="ctr">
            <a:noAutofit/>
          </a:bodyPr>
          <a:lstStyle/>
          <a:p>
            <a:pPr algn="ctr">
              <a:spcAft>
                <a:spcPts val="800"/>
              </a:spcAft>
              <a:defRPr sz="5000" b="0" i="0">
                <a:solidFill>
                  <a:srgbClr val="F0FDF4"/>
                </a:solidFill>
                <a:latin typeface="Inter"/>
              </a:defRPr>
            </a:pPr>
            <a:r>
              <a:t>you take away the sins of the world,</a:t>
            </a:r>
          </a:p>
          <a:p>
            <a:pPr algn="ctr">
              <a:spcAft>
                <a:spcPts val="800"/>
              </a:spcAft>
              <a:defRPr sz="5000" b="0" i="0">
                <a:solidFill>
                  <a:srgbClr val="F0FDF4"/>
                </a:solidFill>
                <a:latin typeface="Inter"/>
              </a:defRPr>
            </a:pPr>
            <a:r>
              <a:t>grant us peace.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Lamb of God (2/2)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Behold the Lamb of God, behold him who takes away the sins of the world. Blessed are those called to the supper of the Lamb.</a:t>
            </a:r>
          </a:p>
          <a:p>
            <a:pPr algn="ctr">
              <a:spcBef>
                <a:spcPts val="400"/>
              </a:spcBef>
              <a:spcAft>
                <a:spcPts val="500"/>
              </a:spcAft>
              <a:defRPr sz="2000" b="1" i="0">
                <a:solidFill>
                  <a:srgbClr val="F0FDF4"/>
                </a:solidFill>
                <a:latin typeface="Inter"/>
              </a:defRPr>
            </a:pPr>
            <a:r>
              <a:t>All: Lord, I am not worthy that you should enter under my roof, but only say the word and my soul shall be healed.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Manalig Ka</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ILUOM LAHAT NG TAKOT SA IYONG DAMDAMIN</a:t>
            </a:r>
          </a:p>
          <a:p>
            <a:pPr algn="ctr">
              <a:lnSpc>
                <a:spcPct val="100000"/>
              </a:lnSpc>
              <a:spcAft>
                <a:spcPts val="600"/>
              </a:spcAft>
              <a:defRPr sz="5500" b="1" i="0">
                <a:solidFill>
                  <a:srgbClr val="FFFFFF"/>
                </a:solidFill>
                <a:latin typeface="Arial Black"/>
              </a:defRPr>
            </a:pPr>
            <a:r>
              <a:t>ANG PANGALAN N'YA LAGI ANG TAWAGIN</a:t>
            </a:r>
          </a:p>
          <a:p>
            <a:pPr algn="ctr">
              <a:lnSpc>
                <a:spcPct val="100000"/>
              </a:lnSpc>
              <a:spcAft>
                <a:spcPts val="600"/>
              </a:spcAft>
              <a:defRPr sz="5500" b="1" i="0">
                <a:solidFill>
                  <a:srgbClr val="FFFFFF"/>
                </a:solidFill>
                <a:latin typeface="Arial Black"/>
              </a:defRPr>
            </a:pPr>
            <a:r>
              <a:t>AT SIYA'Y NAKIKINIG</a:t>
            </a:r>
          </a:p>
          <a:p>
            <a:pPr algn="ctr">
              <a:lnSpc>
                <a:spcPct val="100000"/>
              </a:lnSpc>
              <a:spcAft>
                <a:spcPts val="600"/>
              </a:spcAft>
              <a:defRPr sz="5500" b="1" i="0">
                <a:solidFill>
                  <a:srgbClr val="FFFFFF"/>
                </a:solidFill>
                <a:latin typeface="Arial Black"/>
              </a:defRPr>
            </a:pPr>
            <a:r>
              <a:t>SA BAWAT HINAING</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MAGMASID</a:t>
            </a:r>
          </a:p>
          <a:p>
            <a:pPr algn="ctr">
              <a:lnSpc>
                <a:spcPct val="100000"/>
              </a:lnSpc>
              <a:spcAft>
                <a:spcPts val="600"/>
              </a:spcAft>
              <a:defRPr sz="5500" b="1" i="0">
                <a:solidFill>
                  <a:srgbClr val="FFFFFF"/>
                </a:solidFill>
                <a:latin typeface="Arial Black"/>
              </a:defRPr>
            </a:pPr>
            <a:r>
              <a:t>AT MAMULAT SA KANYANG KAPANGYARIHAN</a:t>
            </a:r>
          </a:p>
          <a:p>
            <a:pPr algn="ctr">
              <a:lnSpc>
                <a:spcPct val="100000"/>
              </a:lnSpc>
              <a:spcAft>
                <a:spcPts val="600"/>
              </a:spcAft>
              <a:defRPr sz="5500" b="1" i="0">
                <a:solidFill>
                  <a:srgbClr val="FFFFFF"/>
                </a:solidFill>
                <a:latin typeface="Arial Black"/>
              </a:defRPr>
            </a:pPr>
            <a:r>
              <a:t>NABATID MO BA NA SIYA'Y NAGLALAAN</a:t>
            </a:r>
          </a:p>
          <a:p>
            <a:pPr algn="ctr">
              <a:lnSpc>
                <a:spcPct val="100000"/>
              </a:lnSpc>
              <a:spcAft>
                <a:spcPts val="600"/>
              </a:spcAft>
              <a:defRPr sz="5500" b="1" i="0">
                <a:solidFill>
                  <a:srgbClr val="FFFFFF"/>
                </a:solidFill>
                <a:latin typeface="Arial Black"/>
              </a:defRPr>
            </a:pPr>
            <a:r>
              <a:t>PATULOY NA NAGHAHATID NG TUNAY NA KALAYAAN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ANG NGAYON TILA WALANG MARARATING NA BUKAS</a:t>
            </a:r>
          </a:p>
          <a:p>
            <a:pPr algn="ctr">
              <a:lnSpc>
                <a:spcPct val="100000"/>
              </a:lnSpc>
              <a:spcAft>
                <a:spcPts val="600"/>
              </a:spcAft>
              <a:defRPr sz="5500" b="1" i="0">
                <a:solidFill>
                  <a:srgbClr val="FFFFFF"/>
                </a:solidFill>
                <a:latin typeface="Arial Black"/>
              </a:defRPr>
            </a:pPr>
            <a:r>
              <a:t>NGUNIT KUNG SIYA ANG ATING HAYAANG MAGLANDAS</a:t>
            </a:r>
          </a:p>
          <a:p>
            <a:pPr algn="ctr">
              <a:lnSpc>
                <a:spcPct val="100000"/>
              </a:lnSpc>
              <a:spcAft>
                <a:spcPts val="600"/>
              </a:spcAft>
              <a:defRPr sz="5500" b="1" i="0">
                <a:solidFill>
                  <a:srgbClr val="FFFFFF"/>
                </a:solidFill>
                <a:latin typeface="Arial Black"/>
              </a:defRPr>
            </a:pPr>
            <a:r>
              <a:t>PAG-ASA AY MULING MABIBIGKAS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PANAGINIP</a:t>
            </a:r>
          </a:p>
          <a:p>
            <a:pPr algn="ctr">
              <a:lnSpc>
                <a:spcPct val="100000"/>
              </a:lnSpc>
              <a:spcAft>
                <a:spcPts val="600"/>
              </a:spcAft>
              <a:defRPr sz="5500" b="1" i="0">
                <a:solidFill>
                  <a:srgbClr val="FFFFFF"/>
                </a:solidFill>
                <a:latin typeface="Arial Black"/>
              </a:defRPr>
            </a:pPr>
            <a:r>
              <a:t>HINDI SIYA ISANG PANGARAP</a:t>
            </a:r>
          </a:p>
          <a:p>
            <a:pPr algn="ctr">
              <a:lnSpc>
                <a:spcPct val="100000"/>
              </a:lnSpc>
              <a:spcAft>
                <a:spcPts val="600"/>
              </a:spcAft>
              <a:defRPr sz="5500" b="1" i="0">
                <a:solidFill>
                  <a:srgbClr val="FFFFFF"/>
                </a:solidFill>
                <a:latin typeface="Arial Black"/>
              </a:defRPr>
            </a:pPr>
            <a:r>
              <a:t>SIYA AY BUHAY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MANALIG KA</a:t>
            </a:r>
          </a:p>
          <a:p>
            <a:pPr algn="ctr">
              <a:lnSpc>
                <a:spcPct val="100000"/>
              </a:lnSpc>
              <a:spcAft>
                <a:spcPts val="600"/>
              </a:spcAft>
              <a:defRPr sz="5500" b="1" i="0">
                <a:solidFill>
                  <a:srgbClr val="FFFFFF"/>
                </a:solidFill>
                <a:latin typeface="Arial Black"/>
              </a:defRPr>
            </a:pPr>
            <a:r>
              <a:t>TUYUIN ANG LUHA SA MGA MATA</a:t>
            </a:r>
          </a:p>
          <a:p>
            <a:pPr algn="ctr">
              <a:lnSpc>
                <a:spcPct val="100000"/>
              </a:lnSpc>
              <a:spcAft>
                <a:spcPts val="600"/>
              </a:spcAft>
              <a:defRPr sz="5500" b="1" i="0">
                <a:solidFill>
                  <a:srgbClr val="FFFFFF"/>
                </a:solidFill>
                <a:latin typeface="Arial Black"/>
              </a:defRPr>
            </a:pPr>
            <a:r>
              <a:t>HINDI SIYA NATUTULOG</a:t>
            </a:r>
          </a:p>
          <a:p>
            <a:pPr algn="ctr">
              <a:lnSpc>
                <a:spcPct val="100000"/>
              </a:lnSpc>
              <a:spcAft>
                <a:spcPts val="600"/>
              </a:spcAft>
              <a:defRPr sz="5500" b="1" i="0">
                <a:solidFill>
                  <a:srgbClr val="FFFFFF"/>
                </a:solidFill>
                <a:latin typeface="Arial Black"/>
              </a:defRPr>
            </a:pPr>
            <a:r>
              <a:t>HINDI NAKAKALIMOT</a:t>
            </a:r>
          </a:p>
          <a:p>
            <a:pPr algn="ctr">
              <a:lnSpc>
                <a:spcPct val="100000"/>
              </a:lnSpc>
              <a:spcAft>
                <a:spcPts val="600"/>
              </a:spcAft>
              <a:defRPr sz="5500" b="1" i="0">
                <a:solidFill>
                  <a:srgbClr val="FFFFFF"/>
                </a:solidFill>
                <a:latin typeface="Arial Black"/>
              </a:defRPr>
            </a:pPr>
            <a:r>
              <a:t>KAY HESUS MANALIG KA</a:t>
            </a:r>
          </a:p>
          <a:p>
            <a:pPr algn="ctr">
              <a:lnSpc>
                <a:spcPct val="100000"/>
              </a:lnSpc>
              <a:spcAft>
                <a:spcPts val="600"/>
              </a:spcAft>
              <a:defRPr sz="5500" b="1" i="0">
                <a:solidFill>
                  <a:srgbClr val="FFFFFF"/>
                </a:solidFill>
                <a:latin typeface="Arial Black"/>
              </a:defRPr>
            </a:pPr>
            <a:r>
              <a:t>KAY HESUS MANALIG KA</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Pananagutan</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(NO LYRICS IN LIBRARY FOR THIS HYMN.)</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Communion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Let us pray.</a:t>
            </a:r>
          </a:p>
          <a:p>
            <a:pPr algn="ctr">
              <a:spcBef>
                <a:spcPts val="400"/>
              </a:spcBef>
              <a:spcAft>
                <a:spcPts val="500"/>
              </a:spcAft>
              <a:defRPr sz="2000" b="1" i="0">
                <a:solidFill>
                  <a:srgbClr val="F0FDF4"/>
                </a:solidFill>
                <a:latin typeface="Inter"/>
              </a:defRPr>
            </a:pPr>
            <a:r>
              <a:t>All: Amen.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The Communion Rite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MASS COLLECTION</a:t>
            </a:r>
          </a:p>
          <a:p>
            <a:pPr algn="ctr">
              <a:spcAft>
                <a:spcPts val="500"/>
              </a:spcAft>
              <a:defRPr sz="1900" b="0" i="0">
                <a:solidFill>
                  <a:srgbClr val="F0FDF4"/>
                </a:solidFill>
                <a:latin typeface="Inter"/>
              </a:defRPr>
            </a:pPr>
            <a:r>
              <a:t>Thank you for your generosity.</a:t>
            </a:r>
          </a:p>
          <a:p>
            <a:pPr algn="ctr">
              <a:spcAft>
                <a:spcPts val="500"/>
              </a:spcAft>
              <a:defRPr sz="1900" b="0" i="0">
                <a:solidFill>
                  <a:srgbClr val="F0FDF4"/>
                </a:solidFill>
                <a:latin typeface="Inter"/>
              </a:defRPr>
            </a:pPr>
            <a:r>
              <a:t>Date: Sunday, May 31, 2026</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Collection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FOOD SPONSORS</a:t>
            </a:r>
          </a:p>
          <a:p>
            <a:pPr algn="ctr">
              <a:spcAft>
                <a:spcPts val="500"/>
              </a:spcAft>
              <a:defRPr sz="1900" b="0" i="0">
                <a:solidFill>
                  <a:srgbClr val="F0FDF4"/>
                </a:solidFill>
                <a:latin typeface="Inter"/>
              </a:defRPr>
            </a:pPr>
            <a:r>
              <a:t>The community thanks our food sponsors.</a:t>
            </a:r>
          </a:p>
          <a:p>
            <a:pPr algn="ctr">
              <a:spcAft>
                <a:spcPts val="500"/>
              </a:spcAft>
              <a:defRPr sz="1900" b="0" i="0">
                <a:solidFill>
                  <a:srgbClr val="F0FDF4"/>
                </a:solidFill>
                <a:latin typeface="Inter"/>
              </a:defRPr>
            </a:pPr>
            <a:r>
              <a:t>• keshi j</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Food Sponsors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CHURCH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Welcome newcomers!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Sacrament of Confession</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Aft>
                <a:spcPts val="500"/>
              </a:spcAft>
              <a:defRPr sz="1900" b="1" i="0">
                <a:solidFill>
                  <a:srgbClr val="F0FDF4"/>
                </a:solidFill>
                <a:latin typeface="Inter"/>
              </a:defRPr>
            </a:pPr>
            <a:r>
              <a:t>Updates and Announcements</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0251C"/>
        </a:solidFill>
        <a:effectLst/>
      </p:bgPr>
    </p:bg>
    <p:spTree>
      <p:nvGrpSpPr>
        <p:cNvPr id="1" name=""/>
        <p:cNvGrpSpPr/>
        <p:nvPr/>
      </p:nvGrpSpPr>
      <p:grpSpPr/>
      <p:sp>
        <p:nvSpPr>
          <p:cNvPr id="2" name="TextBox 1"/>
          <p:cNvSpPr txBox="1"/>
          <p:nvPr/>
        </p:nvSpPr>
        <p:spPr>
          <a:xfrm>
            <a:off x="914400" y="530352"/>
            <a:ext cx="16459200" cy="8750808"/>
          </a:xfrm>
          <a:prstGeom prst="rect">
            <a:avLst/>
          </a:prstGeom>
          <a:noFill/>
        </p:spPr>
        <p:txBody>
          <a:bodyPr wrap="square" lIns="109728" rIns="109728" tIns="73152" bIns="73152">
            <a:noAutofit/>
          </a:bodyPr>
          <a:lstStyle/>
          <a:p>
            <a:pPr algn="ctr">
              <a:spcBef>
                <a:spcPts val="400"/>
              </a:spcBef>
              <a:spcAft>
                <a:spcPts val="500"/>
              </a:spcAft>
              <a:defRPr sz="2000" b="1" i="0">
                <a:solidFill>
                  <a:srgbClr val="86EFAC"/>
                </a:solidFill>
                <a:latin typeface="Inter"/>
              </a:defRPr>
            </a:pPr>
            <a:r>
              <a:t>Priest: The Lord be with you.</a:t>
            </a:r>
          </a:p>
          <a:p>
            <a:pPr algn="ctr">
              <a:spcBef>
                <a:spcPts val="400"/>
              </a:spcBef>
              <a:spcAft>
                <a:spcPts val="500"/>
              </a:spcAft>
              <a:defRPr sz="2000" b="1" i="0">
                <a:solidFill>
                  <a:srgbClr val="F0FDF4"/>
                </a:solidFill>
                <a:latin typeface="Inter"/>
              </a:defRPr>
            </a:pPr>
            <a:r>
              <a:t>All: And with your spirit.</a:t>
            </a:r>
          </a:p>
          <a:p>
            <a:pPr algn="ctr">
              <a:spcBef>
                <a:spcPts val="400"/>
              </a:spcBef>
              <a:spcAft>
                <a:spcPts val="500"/>
              </a:spcAft>
              <a:defRPr sz="2000" b="1" i="0">
                <a:solidFill>
                  <a:srgbClr val="86EFAC"/>
                </a:solidFill>
                <a:latin typeface="Inter"/>
              </a:defRPr>
            </a:pPr>
            <a:r>
              <a:t>Priest: May almighty God bless you, the Father, and the Son, and the Holy Spirit.</a:t>
            </a:r>
          </a:p>
          <a:p>
            <a:pPr algn="ctr">
              <a:spcBef>
                <a:spcPts val="400"/>
              </a:spcBef>
              <a:spcAft>
                <a:spcPts val="500"/>
              </a:spcAft>
              <a:defRPr sz="2000" b="1" i="0">
                <a:solidFill>
                  <a:srgbClr val="F0FDF4"/>
                </a:solidFill>
                <a:latin typeface="Inter"/>
              </a:defRPr>
            </a:pPr>
            <a:r>
              <a:t>All: Amen.</a:t>
            </a:r>
          </a:p>
          <a:p>
            <a:pPr algn="ctr">
              <a:spcBef>
                <a:spcPts val="400"/>
              </a:spcBef>
              <a:spcAft>
                <a:spcPts val="500"/>
              </a:spcAft>
              <a:defRPr sz="2000" b="1" i="0">
                <a:solidFill>
                  <a:srgbClr val="86EFAC"/>
                </a:solidFill>
                <a:latin typeface="Inter"/>
              </a:defRPr>
            </a:pPr>
            <a:r>
              <a:t>Priest: Go in peace, glorifying the Lord by your life.</a:t>
            </a:r>
          </a:p>
          <a:p>
            <a:pPr algn="ctr">
              <a:spcBef>
                <a:spcPts val="400"/>
              </a:spcBef>
              <a:spcAft>
                <a:spcPts val="500"/>
              </a:spcAft>
              <a:defRPr sz="2000" b="1" i="0">
                <a:solidFill>
                  <a:srgbClr val="F0FDF4"/>
                </a:solidFill>
                <a:latin typeface="Inter"/>
              </a:defRPr>
            </a:pPr>
            <a:r>
              <a:t>All: Thanks be to God.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Final Blessing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14400" y="109728"/>
            <a:ext cx="16459200" cy="868680"/>
          </a:xfrm>
          <a:prstGeom prst="rect">
            <a:avLst/>
          </a:prstGeom>
          <a:noFill/>
        </p:spPr>
        <p:txBody>
          <a:bodyPr wrap="square" lIns="109728" rIns="109728" tIns="73152" bIns="73152">
            <a:noAutofit/>
          </a:bodyPr>
          <a:lstStyle/>
          <a:p>
            <a:pPr algn="ctr">
              <a:defRPr sz="3850" b="1" i="0">
                <a:solidFill>
                  <a:srgbClr val="FFCC4D"/>
                </a:solidFill>
                <a:latin typeface="Georgia"/>
              </a:defRPr>
            </a:pPr>
            <a:r>
              <a:t>We Are Called</a:t>
            </a:r>
          </a:p>
        </p:txBody>
      </p:sp>
      <p:sp>
        <p:nvSpPr>
          <p:cNvPr id="3" name="TextBox 2"/>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WE ARE CALLED TO ACT WITH JUSTICE,</a:t>
            </a:r>
          </a:p>
          <a:p>
            <a:pPr algn="ctr">
              <a:lnSpc>
                <a:spcPct val="100000"/>
              </a:lnSpc>
              <a:spcAft>
                <a:spcPts val="600"/>
              </a:spcAft>
              <a:defRPr sz="5500" b="1" i="0">
                <a:solidFill>
                  <a:srgbClr val="FFFFFF"/>
                </a:solidFill>
                <a:latin typeface="Arial Black"/>
              </a:defRPr>
            </a:pPr>
            <a:r>
              <a:t>WE ARE CALLED TO LOVE TENDERLY;</a:t>
            </a:r>
          </a:p>
          <a:p>
            <a:pPr algn="ctr">
              <a:lnSpc>
                <a:spcPct val="100000"/>
              </a:lnSpc>
              <a:spcAft>
                <a:spcPts val="600"/>
              </a:spcAft>
              <a:defRPr sz="5500" b="1" i="0">
                <a:solidFill>
                  <a:srgbClr val="FFFFFF"/>
                </a:solidFill>
                <a:latin typeface="Arial Black"/>
              </a:defRPr>
            </a:pPr>
            <a:r>
              <a:t>WE ARE CALLED TO SERVE ONE ANOTHER,</a:t>
            </a:r>
          </a:p>
          <a:p>
            <a:pPr algn="ctr">
              <a:lnSpc>
                <a:spcPct val="100000"/>
              </a:lnSpc>
              <a:spcAft>
                <a:spcPts val="600"/>
              </a:spcAft>
              <a:defRPr sz="5500" b="1" i="0">
                <a:solidFill>
                  <a:srgbClr val="FFFFFF"/>
                </a:solidFill>
                <a:latin typeface="Arial Black"/>
              </a:defRPr>
            </a:pPr>
            <a:r>
              <a:t>TO WALK HUMBLY WITH GOD.</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a:p>
            <a:pPr algn="ctr">
              <a:lnSpc>
                <a:spcPct val="100000"/>
              </a:lnSpc>
              <a:spcAft>
                <a:spcPts val="600"/>
              </a:spcAft>
              <a:defRPr sz="5500" b="1" i="0">
                <a:solidFill>
                  <a:srgbClr val="FFFFFF"/>
                </a:solidFill>
                <a:latin typeface="Arial Black"/>
              </a:defRPr>
            </a:pPr>
            <a:r>
              <a:t>SHINE WITH THE JOY AND THE LOVE OF THE LORD!</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DAYBREAK, GOD OF SHADOW,</a:t>
            </a:r>
          </a:p>
          <a:p>
            <a:pPr algn="ctr">
              <a:lnSpc>
                <a:spcPct val="100000"/>
              </a:lnSpc>
              <a:spcAft>
                <a:spcPts val="600"/>
              </a:spcAft>
              <a:defRPr sz="5500" b="1" i="0">
                <a:solidFill>
                  <a:srgbClr val="FFFFFF"/>
                </a:solidFill>
                <a:latin typeface="Arial Black"/>
              </a:defRPr>
            </a:pPr>
            <a:r>
              <a:t>COME INTO OUR RESTLESS LIVES;</a:t>
            </a:r>
          </a:p>
          <a:p>
            <a:pPr algn="ctr">
              <a:lnSpc>
                <a:spcPct val="100000"/>
              </a:lnSpc>
              <a:spcAft>
                <a:spcPts val="600"/>
              </a:spcAft>
              <a:defRPr sz="5500" b="1" i="0">
                <a:solidFill>
                  <a:srgbClr val="FFFFFF"/>
                </a:solidFill>
                <a:latin typeface="Arial Black"/>
              </a:defRPr>
            </a:pPr>
            <a:r>
              <a:t>LIFT FROM US THE FEAR OF SHADOWS,</a:t>
            </a:r>
          </a:p>
          <a:p>
            <a:pPr algn="ctr">
              <a:lnSpc>
                <a:spcPct val="100000"/>
              </a:lnSpc>
              <a:spcAft>
                <a:spcPts val="600"/>
              </a:spcAft>
              <a:defRPr sz="5500" b="1" i="0">
                <a:solidFill>
                  <a:srgbClr val="FFFFFF"/>
                </a:solidFill>
                <a:latin typeface="Arial Black"/>
              </a:defRPr>
            </a:pPr>
            <a:r>
              <a:t>THAT WE MAY ARISE WITH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GOD OF NEWNESS, GOD OF FRESHNESS,</a:t>
            </a:r>
          </a:p>
          <a:p>
            <a:pPr algn="ctr">
              <a:lnSpc>
                <a:spcPct val="100000"/>
              </a:lnSpc>
              <a:spcAft>
                <a:spcPts val="600"/>
              </a:spcAft>
              <a:defRPr sz="5500" b="1" i="0">
                <a:solidFill>
                  <a:srgbClr val="FFFFFF"/>
                </a:solidFill>
                <a:latin typeface="Arial Black"/>
              </a:defRPr>
            </a:pPr>
            <a:r>
              <a:t>COME INTO OUR MORNING SONG:</a:t>
            </a:r>
          </a:p>
          <a:p>
            <a:pPr algn="ctr">
              <a:lnSpc>
                <a:spcPct val="100000"/>
              </a:lnSpc>
              <a:spcAft>
                <a:spcPts val="600"/>
              </a:spcAft>
              <a:defRPr sz="5500" b="1" i="0">
                <a:solidFill>
                  <a:srgbClr val="FFFFFF"/>
                </a:solidFill>
                <a:latin typeface="Arial Black"/>
              </a:defRPr>
            </a:pPr>
            <a:r>
              <a:t>GIVE TO US A NEW BEGINNING,</a:t>
            </a:r>
          </a:p>
          <a:p>
            <a:pPr algn="ctr">
              <a:lnSpc>
                <a:spcPct val="100000"/>
              </a:lnSpc>
              <a:spcAft>
                <a:spcPts val="600"/>
              </a:spcAft>
              <a:defRPr sz="5500" b="1" i="0">
                <a:solidFill>
                  <a:srgbClr val="FFFFFF"/>
                </a:solidFill>
                <a:latin typeface="Arial Black"/>
              </a:defRPr>
            </a:pPr>
            <a:r>
              <a:t>SEND US FORTH WITH HEARTS MADE STRONG.</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WE ARE CALLED TO ACT WITH JUSTICE...</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COME! LIVE IN THE LIGHT!...</a:t>
            </a:r>
          </a:p>
        </p:txBody>
      </p:sp>
      <p:sp>
        <p:nvSpPr>
          <p:cNvPr id="3" name="TextBox 2"/>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FFCC4D"/>
                </a:solidFill>
                <a:latin typeface="Inter"/>
              </a:defRPr>
            </a:pPr>
            <a:r>
              <a:t>Recessional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GFCC14Jun2026_OrdinaryTime_16x9.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850392"/>
            <a:ext cx="16459200" cy="5943600"/>
          </a:xfrm>
          <a:prstGeom prst="rect">
            <a:avLst/>
          </a:prstGeom>
          <a:noFill/>
        </p:spPr>
        <p:txBody>
          <a:bodyPr wrap="square" lIns="109728" rIns="109728" tIns="73152" bIns="73152">
            <a:noAutofit/>
          </a:bodyPr>
          <a:lstStyle/>
          <a:p>
            <a:pPr>
              <a:spcAft>
                <a:spcPts val="300"/>
              </a:spcAft>
              <a:defRPr sz="2100" b="1" i="0">
                <a:solidFill>
                  <a:srgbClr val="86EFAC"/>
                </a:solidFill>
                <a:latin typeface="Inter"/>
              </a:defRPr>
            </a:pPr>
            <a:r>
              <a:t>MASS CELEBRANT:</a:t>
            </a:r>
          </a:p>
          <a:p>
            <a:pPr>
              <a:spcAft>
                <a:spcPts val="300"/>
              </a:spcAft>
              <a:defRPr sz="2100" b="0" i="0">
                <a:solidFill>
                  <a:srgbClr val="F0FDF4"/>
                </a:solidFill>
                <a:latin typeface="Inter"/>
              </a:defRPr>
            </a:pPr>
            <a:r>
              <a:t>Rev. Fr. Jonrey Lauron, RCJ</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Gospel (Matthew 9:36—10:8)</a:t>
            </a:r>
          </a:p>
          <a:p>
            <a:pPr>
              <a:spcAft>
                <a:spcPts val="300"/>
              </a:spcAft>
              <a:defRPr sz="2100" b="0" i="0">
                <a:solidFill>
                  <a:srgbClr val="F0FDF4"/>
                </a:solidFill>
                <a:latin typeface="Inter"/>
              </a:defRPr>
            </a:pPr>
            <a:r>
              <a:t>“Do not go into pagan territory or enter a Samaritan town.”</a:t>
            </a:r>
          </a:p>
          <a:p>
            <a:pPr>
              <a:spcAft>
                <a:spcPts val="300"/>
              </a:spcAft>
              <a:defRPr sz="2100" b="0" i="0">
                <a:solidFill>
                  <a:srgbClr val="F0FDF4"/>
                </a:solidFill>
                <a:latin typeface="Inter"/>
              </a:defRPr>
            </a:pPr>
          </a:p>
          <a:p>
            <a:pPr>
              <a:spcAft>
                <a:spcPts val="300"/>
              </a:spcAft>
              <a:defRPr sz="2100" b="0" i="0">
                <a:solidFill>
                  <a:srgbClr val="F0FDF4"/>
                </a:solidFill>
                <a:latin typeface="Inter"/>
              </a:defRPr>
            </a:pPr>
            <a:r>
              <a:t>YEAR A</a:t>
            </a:r>
          </a:p>
          <a:p>
            <a:pPr>
              <a:spcAft>
                <a:spcPts val="300"/>
              </a:spcAft>
              <a:defRPr sz="2100" b="0" i="0">
                <a:solidFill>
                  <a:srgbClr val="F0FDF4"/>
                </a:solidFill>
                <a:latin typeface="Inter"/>
              </a:defRPr>
            </a:pPr>
            <a:r>
              <a:t>2026-06-14 · Ordinary Time</a:t>
            </a:r>
          </a:p>
        </p:txBody>
      </p:sp>
      <p:sp>
        <p:nvSpPr>
          <p:cNvPr id="4" name="TextBox 3"/>
          <p:cNvSpPr txBox="1"/>
          <p:nvPr/>
        </p:nvSpPr>
        <p:spPr>
          <a:xfrm>
            <a:off x="914400" y="9418320"/>
            <a:ext cx="16459200" cy="777240"/>
          </a:xfrm>
          <a:prstGeom prst="rect">
            <a:avLst/>
          </a:prstGeom>
          <a:noFill/>
        </p:spPr>
        <p:txBody>
          <a:bodyPr wrap="square" lIns="109728" rIns="109728" tIns="73152" bIns="73152">
            <a:noAutofit/>
          </a:bodyPr>
          <a:lstStyle/>
          <a:p/>
          <a:p>
            <a:pPr>
              <a:spcBef>
                <a:spcPts val="200"/>
              </a:spcBef>
              <a:defRPr sz="1200" b="0" i="0">
                <a:solidFill>
                  <a:srgbClr val="86EFAC"/>
                </a:solidFill>
                <a:latin typeface="Inter"/>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