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PUT YOUR CELLPHONE ON SILENT MODE DURING THE MASS.</a:t>
            </a:r>
          </a:p>
          <a:p>
            <a:pPr>
              <a:spcAft>
                <a:spcPts val="500"/>
              </a:spcAft>
              <a:defRPr sz="1500" b="0" i="1">
                <a:solidFill>
                  <a:srgbClr val="86EFAC"/>
                </a:solidFill>
                <a:latin typeface="Inter"/>
              </a:defRPr>
            </a:pPr>
            <a:r>
              <a:t>Thank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4" name="TextBox 3"/>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2026-05-27</a:t>
            </a:r>
          </a:p>
          <a:p>
            <a:pPr>
              <a:spcAft>
                <a:spcPts val="500"/>
              </a:spcAft>
              <a:defRPr sz="2100" b="0" i="0">
                <a:solidFill>
                  <a:srgbClr val="F0FDF4"/>
                </a:solidFill>
                <a:latin typeface="Inter"/>
              </a:defRPr>
            </a:pPr>
            <a:r>
              <a:t>Celebrant: hhh</a:t>
            </a:r>
          </a:p>
          <a:p>
            <a:pPr>
              <a:spcAft>
                <a:spcPts val="500"/>
              </a:spcAft>
              <a:defRPr sz="2100" b="0" i="0">
                <a:solidFill>
                  <a:srgbClr val="F0FDF4"/>
                </a:solidFill>
                <a:latin typeface="Inter"/>
              </a:defRPr>
            </a:pPr>
            <a:r>
              <a:t>Gospel: Mark 10:32-45</a:t>
            </a:r>
            <a:br/>
            <a:r>
              <a:t>Season: Ordinary Time · Sunday Lectionary Year A</a:t>
            </a:r>
          </a:p>
          <a:p>
            <a:pPr>
              <a:spcAft>
                <a:spcPts val="500"/>
              </a:spcAft>
              <a:defRPr sz="2100" b="0" i="0">
                <a:solidFill>
                  <a:srgbClr val="F0FDF4"/>
                </a:solidFill>
                <a:latin typeface="Inter"/>
              </a:defRPr>
            </a:pPr>
            <a:r>
              <a:t>Excerpt:</a:t>
            </a:r>
            <a:br/>
            <a:r>
              <a:t>“You do not know what you are asking.”</a:t>
            </a:r>
          </a:p>
          <a:p>
            <a:pPr>
              <a:spcAft>
                <a:spcPts val="500"/>
              </a:spcAft>
              <a:defRPr sz="2100" b="0" i="0">
                <a:solidFill>
                  <a:srgbClr val="F0FDF4"/>
                </a:solidFill>
                <a:latin typeface="Inter"/>
              </a:defRPr>
            </a:pPr>
            <a:r>
              <a:t>Liturgical color: Green (ordinary_time)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Welcome to the celebration of the Holy Eucharist.</a:t>
            </a:r>
          </a:p>
          <a:p>
            <a:pPr>
              <a:spcAft>
                <a:spcPts val="500"/>
              </a:spcAft>
              <a:defRPr sz="1500" b="0" i="1">
                <a:solidFill>
                  <a:srgbClr val="86EFAC"/>
                </a:solidFill>
                <a:latin typeface="Inter"/>
              </a:defRPr>
            </a:pPr>
            <a:r>
              <a:t>Please stand and join in singing the Entrance hymn.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Sing a New Song</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REFRAIN:</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LET YOUR SONG BE SUNG FROM MOUNTAINS HIGH.</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YAHWEH'S PEOPLE DANCE FOR JOY.</a:t>
            </a:r>
          </a:p>
          <a:p>
            <a:pPr algn="ctr">
              <a:lnSpc>
                <a:spcPct val="105000"/>
              </a:lnSpc>
              <a:spcAft>
                <a:spcPts val="1000"/>
              </a:spcAft>
              <a:defRPr sz="3800" b="1" i="0">
                <a:solidFill>
                  <a:srgbClr val="FFFFFF"/>
                </a:solidFill>
                <a:latin typeface="Arial Black"/>
              </a:defRPr>
            </a:pPr>
            <a:r>
              <a:t>O COME BEFORE THE LORD,</a:t>
            </a:r>
          </a:p>
          <a:p>
            <a:pPr algn="ctr">
              <a:lnSpc>
                <a:spcPct val="105000"/>
              </a:lnSpc>
              <a:spcAft>
                <a:spcPts val="1000"/>
              </a:spcAft>
              <a:defRPr sz="3800" b="1" i="0">
                <a:solidFill>
                  <a:srgbClr val="FFFFFF"/>
                </a:solidFill>
                <a:latin typeface="Arial Black"/>
              </a:defRPr>
            </a:pPr>
            <a:r>
              <a:t>AND PLAY FOR HIM ON GLAD TAMBOURINES</a:t>
            </a:r>
          </a:p>
          <a:p>
            <a:pPr algn="ctr">
              <a:lnSpc>
                <a:spcPct val="105000"/>
              </a:lnSpc>
              <a:spcAft>
                <a:spcPts val="1000"/>
              </a:spcAft>
              <a:defRPr sz="3800" b="1" i="0">
                <a:solidFill>
                  <a:srgbClr val="FFFFFF"/>
                </a:solidFill>
                <a:latin typeface="Arial Black"/>
              </a:defRPr>
            </a:pPr>
            <a:r>
              <a:t>AND LET YOUR TRUMPET SOUND.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RISE, O RISE, IN SPLENDOR:</a:t>
            </a:r>
          </a:p>
          <a:p>
            <a:pPr algn="ctr">
              <a:lnSpc>
                <a:spcPct val="105000"/>
              </a:lnSpc>
              <a:spcAft>
                <a:spcPts val="1000"/>
              </a:spcAft>
              <a:defRPr sz="3800" b="1" i="0">
                <a:solidFill>
                  <a:srgbClr val="FFFFFF"/>
                </a:solidFill>
                <a:latin typeface="Arial Black"/>
              </a:defRPr>
            </a:pPr>
            <a:r>
              <a:t>DARKNESS NOW DISSOLVES AWAY,</a:t>
            </a:r>
          </a:p>
          <a:p>
            <a:pPr algn="ctr">
              <a:lnSpc>
                <a:spcPct val="105000"/>
              </a:lnSpc>
              <a:spcAft>
                <a:spcPts val="1000"/>
              </a:spcAft>
              <a:defRPr sz="3800" b="1" i="0">
                <a:solidFill>
                  <a:srgbClr val="FFFFFF"/>
                </a:solidFill>
                <a:latin typeface="Arial Black"/>
              </a:defRPr>
            </a:pPr>
            <a:r>
              <a:t>AS ALL CREATION JOINS TO SAY,</a:t>
            </a:r>
          </a:p>
          <a:p>
            <a:pPr algn="ctr">
              <a:lnSpc>
                <a:spcPct val="105000"/>
              </a:lnSpc>
              <a:spcAft>
                <a:spcPts val="1000"/>
              </a:spcAft>
              <a:defRPr sz="3800" b="1" i="0">
                <a:solidFill>
                  <a:srgbClr val="FFFFFF"/>
                </a:solidFill>
                <a:latin typeface="Arial Black"/>
              </a:defRPr>
            </a:pPr>
            <a:r>
              <a:t>"ALLELUIA!"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PRAISE TO YAHWEH, LIGHT OF DAWN,</a:t>
            </a:r>
          </a:p>
          <a:p>
            <a:pPr algn="ctr">
              <a:lnSpc>
                <a:spcPct val="105000"/>
              </a:lnSpc>
              <a:spcAft>
                <a:spcPts val="1000"/>
              </a:spcAft>
              <a:defRPr sz="3800" b="1" i="0">
                <a:solidFill>
                  <a:srgbClr val="FFFFFF"/>
                </a:solidFill>
                <a:latin typeface="Arial Black"/>
              </a:defRPr>
            </a:pPr>
            <a:r>
              <a:t>ROCK AND FORTRESS, SAVING SON,</a:t>
            </a:r>
          </a:p>
          <a:p>
            <a:pPr algn="ctr">
              <a:lnSpc>
                <a:spcPct val="105000"/>
              </a:lnSpc>
              <a:spcAft>
                <a:spcPts val="1000"/>
              </a:spcAft>
              <a:defRPr sz="3800" b="1" i="0">
                <a:solidFill>
                  <a:srgbClr val="FFFFFF"/>
                </a:solidFill>
                <a:latin typeface="Arial Black"/>
              </a:defRPr>
            </a:pPr>
            <a:r>
              <a:t>FROM THE SLAVE LAND LET US RUN,</a:t>
            </a:r>
          </a:p>
          <a:p>
            <a:pPr algn="ctr">
              <a:lnSpc>
                <a:spcPct val="105000"/>
              </a:lnSpc>
              <a:spcAft>
                <a:spcPts val="1000"/>
              </a:spcAft>
              <a:defRPr sz="3800" b="1" i="0">
                <a:solidFill>
                  <a:srgbClr val="FFFFFF"/>
                </a:solidFill>
                <a:latin typeface="Arial Black"/>
              </a:defRPr>
            </a:pPr>
            <a:r>
              <a:t>SINGING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In the Name of the Father, and of the Son, and of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Brethren (brothers and sisters), let us acknowledge our sins, and so prepare ourselves to celebrate the sacred mysteries.</a:t>
            </a:r>
          </a:p>
          <a:p>
            <a:pPr>
              <a:spcAft>
                <a:spcPts val="500"/>
              </a:spcAft>
              <a:defRPr sz="2000" b="1" i="0">
                <a:solidFill>
                  <a:srgbClr val="F0FDF4"/>
                </a:solidFill>
                <a:latin typeface="Inter"/>
              </a:defRPr>
            </a:pPr>
            <a:r>
              <a:t>I confess to almighty God</a:t>
            </a:r>
          </a:p>
          <a:p>
            <a:pPr>
              <a:spcAft>
                <a:spcPts val="500"/>
              </a:spcAft>
              <a:defRPr sz="1900" b="0" i="0">
                <a:solidFill>
                  <a:srgbClr val="F0FDF4"/>
                </a:solidFill>
                <a:latin typeface="Inter"/>
              </a:defRPr>
            </a:pPr>
            <a:r>
              <a:t>and to you, my brothers and sisters,</a:t>
            </a:r>
          </a:p>
          <a:p>
            <a:pPr>
              <a:spcAft>
                <a:spcPts val="500"/>
              </a:spcAft>
              <a:defRPr sz="1900" b="0" i="0">
                <a:solidFill>
                  <a:srgbClr val="F0FDF4"/>
                </a:solidFill>
                <a:latin typeface="Inter"/>
              </a:defRPr>
            </a:pPr>
            <a:r>
              <a:t>that I have greatly sinned,</a:t>
            </a:r>
          </a:p>
          <a:p>
            <a:pPr>
              <a:spcAft>
                <a:spcPts val="500"/>
              </a:spcAft>
              <a:defRPr sz="1900" b="0" i="0">
                <a:solidFill>
                  <a:srgbClr val="F0FDF4"/>
                </a:solidFill>
                <a:latin typeface="Inter"/>
              </a:defRPr>
            </a:pPr>
            <a:r>
              <a:t>in my thoughts and in my words,</a:t>
            </a:r>
          </a:p>
          <a:p>
            <a:pPr>
              <a:spcAft>
                <a:spcPts val="500"/>
              </a:spcAft>
              <a:defRPr sz="1900" b="0" i="0">
                <a:solidFill>
                  <a:srgbClr val="F0FDF4"/>
                </a:solidFill>
                <a:latin typeface="Inter"/>
              </a:defRPr>
            </a:pPr>
            <a:r>
              <a:t>in what I have done and in what I have failed to do,</a:t>
            </a:r>
          </a:p>
          <a:p>
            <a:pPr>
              <a:spcAft>
                <a:spcPts val="500"/>
              </a:spcAft>
              <a:defRPr sz="1900" b="0" i="0">
                <a:solidFill>
                  <a:srgbClr val="F0FDF4"/>
                </a:solidFill>
                <a:latin typeface="Inter"/>
              </a:defRPr>
            </a:pPr>
            <a:r>
              <a:t>through my fault, through my fault,</a:t>
            </a:r>
          </a:p>
          <a:p>
            <a:pPr>
              <a:spcAft>
                <a:spcPts val="500"/>
              </a:spcAft>
              <a:defRPr sz="1900" b="0" i="0">
                <a:solidFill>
                  <a:srgbClr val="F0FDF4"/>
                </a:solidFill>
                <a:latin typeface="Inter"/>
              </a:defRPr>
            </a:pPr>
            <a:r>
              <a:t>through my most grievous fault;</a:t>
            </a:r>
          </a:p>
          <a:p>
            <a:pPr>
              <a:spcAft>
                <a:spcPts val="500"/>
              </a:spcAft>
              <a:defRPr sz="1900" b="0" i="0">
                <a:solidFill>
                  <a:srgbClr val="F0FDF4"/>
                </a:solidFill>
                <a:latin typeface="Inter"/>
              </a:defRPr>
            </a:pPr>
            <a:r>
              <a:t>therefore I ask blessed Mary ever-Virgin,</a:t>
            </a:r>
          </a:p>
          <a:p>
            <a:pPr>
              <a:spcAft>
                <a:spcPts val="500"/>
              </a:spcAft>
              <a:defRPr sz="1900" b="0" i="0">
                <a:solidFill>
                  <a:srgbClr val="F0FDF4"/>
                </a:solidFill>
                <a:latin typeface="Inter"/>
              </a:defRPr>
            </a:pPr>
            <a:r>
              <a:t>all the Angels and Saints,</a:t>
            </a:r>
          </a:p>
          <a:p>
            <a:pPr>
              <a:spcAft>
                <a:spcPts val="500"/>
              </a:spcAft>
              <a:defRPr sz="1900" b="0" i="0">
                <a:solidFill>
                  <a:srgbClr val="F0FDF4"/>
                </a:solidFill>
                <a:latin typeface="Inter"/>
              </a:defRPr>
            </a:pPr>
            <a:r>
              <a:t>and you, my brothers and sisters,</a:t>
            </a:r>
          </a:p>
          <a:p>
            <a:pPr>
              <a:spcAft>
                <a:spcPts val="500"/>
              </a:spcAft>
              <a:defRPr sz="1900" b="0" i="0">
                <a:solidFill>
                  <a:srgbClr val="F0FDF4"/>
                </a:solidFill>
                <a:latin typeface="Inter"/>
              </a:defRPr>
            </a:pPr>
            <a:r>
              <a:t>to pray for me to the Lord our God.</a:t>
            </a:r>
          </a:p>
          <a:p>
            <a:pPr>
              <a:spcAft>
                <a:spcPts val="500"/>
              </a:spcAft>
              <a:defRPr sz="2000" b="1" i="0">
                <a:solidFill>
                  <a:srgbClr val="86EFAC"/>
                </a:solidFill>
                <a:latin typeface="Inter"/>
              </a:defRPr>
            </a:pPr>
            <a:r>
              <a:t>May almighty God have mercy on us, forgive us our sins, and bring us to everlasting life.</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1500" b="0" i="1">
                <a:solidFill>
                  <a:srgbClr val="86EFAC"/>
                </a:solidFill>
                <a:latin typeface="Inter"/>
              </a:defRPr>
            </a:pPr>
            <a:r>
              <a:t>This acclamation may also be sung, or the invocations from the Missal or approved pastoral practice may be used in full.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Glory to God in the highest,</a:t>
            </a:r>
          </a:p>
          <a:p>
            <a:pPr>
              <a:spcAft>
                <a:spcPts val="500"/>
              </a:spcAft>
              <a:defRPr sz="1900" b="0" i="0">
                <a:solidFill>
                  <a:srgbClr val="F0FDF4"/>
                </a:solidFill>
                <a:latin typeface="Inter"/>
              </a:defRPr>
            </a:pPr>
            <a:r>
              <a:t>and on earth peace to people of good will.</a:t>
            </a:r>
          </a:p>
          <a:p>
            <a:pPr>
              <a:spcAft>
                <a:spcPts val="500"/>
              </a:spcAft>
              <a:defRPr sz="1900" b="0" i="0">
                <a:solidFill>
                  <a:srgbClr val="F0FDF4"/>
                </a:solidFill>
                <a:latin typeface="Inter"/>
              </a:defRPr>
            </a:pPr>
            <a:r>
              <a:t>We praise you, we bless you, we adore you,</a:t>
            </a:r>
          </a:p>
          <a:p>
            <a:pPr>
              <a:spcAft>
                <a:spcPts val="500"/>
              </a:spcAft>
              <a:defRPr sz="1900" b="0" i="0">
                <a:solidFill>
                  <a:srgbClr val="F0FDF4"/>
                </a:solidFill>
                <a:latin typeface="Inter"/>
              </a:defRPr>
            </a:pPr>
            <a:r>
              <a:t>we glorify you, we give you thanks</a:t>
            </a:r>
          </a:p>
          <a:p>
            <a:pPr>
              <a:spcAft>
                <a:spcPts val="500"/>
              </a:spcAft>
              <a:defRPr sz="1900" b="0" i="0">
                <a:solidFill>
                  <a:srgbClr val="F0FDF4"/>
                </a:solidFill>
                <a:latin typeface="Inter"/>
              </a:defRPr>
            </a:pPr>
            <a:r>
              <a:t>for your great glory,</a:t>
            </a:r>
          </a:p>
          <a:p>
            <a:pPr>
              <a:spcAft>
                <a:spcPts val="500"/>
              </a:spcAft>
              <a:defRPr sz="1900" b="0" i="0">
                <a:solidFill>
                  <a:srgbClr val="F0FDF4"/>
                </a:solidFill>
                <a:latin typeface="Inter"/>
              </a:defRPr>
            </a:pPr>
            <a:r>
              <a:t>Lord God, heavenly King, O God, almighty Father.</a:t>
            </a:r>
          </a:p>
          <a:p>
            <a:pPr>
              <a:spcAft>
                <a:spcPts val="500"/>
              </a:spcAft>
              <a:defRPr sz="1900" b="0" i="0">
                <a:solidFill>
                  <a:srgbClr val="F0FDF4"/>
                </a:solidFill>
                <a:latin typeface="Inter"/>
              </a:defRPr>
            </a:pPr>
            <a:r>
              <a:t>Lord Jesus Christ, Only Begotten Son,</a:t>
            </a:r>
          </a:p>
          <a:p>
            <a:pPr>
              <a:spcAft>
                <a:spcPts val="500"/>
              </a:spcAft>
              <a:defRPr sz="1900" b="0" i="0">
                <a:solidFill>
                  <a:srgbClr val="F0FDF4"/>
                </a:solidFill>
                <a:latin typeface="Inter"/>
              </a:defRPr>
            </a:pPr>
            <a:r>
              <a:t>Lord God, Lamb of God, Son of the Father,</a:t>
            </a:r>
          </a:p>
          <a:p>
            <a:pPr>
              <a:spcAft>
                <a:spcPts val="500"/>
              </a:spcAft>
              <a:defRPr sz="1900" b="0" i="0">
                <a:solidFill>
                  <a:srgbClr val="F0FDF4"/>
                </a:solidFill>
                <a:latin typeface="Inter"/>
              </a:defRPr>
            </a:pPr>
            <a:r>
              <a:t>you take away the sins of the world, have mercy on us;</a:t>
            </a:r>
          </a:p>
          <a:p>
            <a:pPr>
              <a:spcAft>
                <a:spcPts val="500"/>
              </a:spcAft>
              <a:defRPr sz="1900" b="0" i="0">
                <a:solidFill>
                  <a:srgbClr val="F0FDF4"/>
                </a:solidFill>
                <a:latin typeface="Inter"/>
              </a:defRPr>
            </a:pPr>
            <a:r>
              <a:t>you take away the sins of the world, receive our prayer;</a:t>
            </a:r>
          </a:p>
          <a:p>
            <a:pPr>
              <a:spcAft>
                <a:spcPts val="500"/>
              </a:spcAft>
              <a:defRPr sz="1900" b="0" i="0">
                <a:solidFill>
                  <a:srgbClr val="F0FDF4"/>
                </a:solidFill>
                <a:latin typeface="Inter"/>
              </a:defRPr>
            </a:pPr>
            <a:r>
              <a:t>you are seated at the right hand of the Father, have mercy on us.</a:t>
            </a:r>
          </a:p>
          <a:p>
            <a:pPr>
              <a:spcAft>
                <a:spcPts val="500"/>
              </a:spcAft>
              <a:defRPr sz="1900" b="0" i="0">
                <a:solidFill>
                  <a:srgbClr val="F0FDF4"/>
                </a:solidFill>
                <a:latin typeface="Inter"/>
              </a:defRPr>
            </a:pPr>
            <a:r>
              <a:t>For you alone are the Holy One,</a:t>
            </a:r>
          </a:p>
          <a:p>
            <a:pPr>
              <a:spcAft>
                <a:spcPts val="500"/>
              </a:spcAft>
              <a:defRPr sz="1900" b="0" i="0">
                <a:solidFill>
                  <a:srgbClr val="F0FDF4"/>
                </a:solidFill>
                <a:latin typeface="Inter"/>
              </a:defRPr>
            </a:pPr>
            <a:r>
              <a:t>you alone are the Lord,</a:t>
            </a:r>
          </a:p>
          <a:p>
            <a:pPr>
              <a:spcAft>
                <a:spcPts val="500"/>
              </a:spcAft>
              <a:defRPr sz="1900" b="0" i="0">
                <a:solidFill>
                  <a:srgbClr val="F0FDF4"/>
                </a:solidFill>
                <a:latin typeface="Inter"/>
              </a:defRPr>
            </a:pPr>
            <a:r>
              <a:t>you alone are the Most High,</a:t>
            </a:r>
          </a:p>
          <a:p>
            <a:pPr>
              <a:spcAft>
                <a:spcPts val="500"/>
              </a:spcAft>
              <a:defRPr sz="1900" b="0" i="0">
                <a:solidFill>
                  <a:srgbClr val="F0FDF4"/>
                </a:solidFill>
                <a:latin typeface="Inter"/>
              </a:defRPr>
            </a:pPr>
            <a:r>
              <a:t>Jesus Christ,</a:t>
            </a:r>
          </a:p>
          <a:p>
            <a:pPr>
              <a:spcAft>
                <a:spcPts val="500"/>
              </a:spcAft>
              <a:defRPr sz="1900" b="0" i="0">
                <a:solidFill>
                  <a:srgbClr val="F0FDF4"/>
                </a:solidFill>
                <a:latin typeface="Inter"/>
              </a:defRPr>
            </a:pPr>
            <a:r>
              <a:t>with the Holy Spirit,</a:t>
            </a:r>
          </a:p>
          <a:p>
            <a:pPr>
              <a:spcAft>
                <a:spcPts val="500"/>
              </a:spcAft>
              <a:defRPr sz="1900" b="0" i="0">
                <a:solidFill>
                  <a:srgbClr val="F0FDF4"/>
                </a:solidFill>
                <a:latin typeface="Inter"/>
              </a:defRPr>
            </a:pPr>
            <a:r>
              <a:t>in the glory of God the Father.</a:t>
            </a:r>
          </a:p>
          <a:p>
            <a:pPr>
              <a:spcAft>
                <a:spcPts val="500"/>
              </a:spcAft>
              <a:defRPr sz="1900" b="0"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FIRST</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First Reading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First Reading (1 Peter 1:18-25)</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Beloved: Realize that you were ransomed from your futile conduct, handed on by your ancestors, not with perishable things like silver or gold but with the precious Blood of Christ as of a spotless unblemished Lamb. He was known before the foundation of the world but revealed in the final time for you, who through him believe in God who raised him from the dead and gave him glory, so that your faith and hope are in God. Since you have purified yourselves by obedience to the truth for sincere brotherly love, love one another intensely from a pure heart. You have been born anew, not from perishable but from imperishable seed, through the living and abiding word of God, for: "All flesh is like grass, and all its glory like the flower of the field; the grass withers, and the flower wilts; but the word of the Lord remains forever." This is the word that has been proclaimed to you.</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RESPONSORIAL</a:t>
            </a:r>
            <a:br/>
            <a:r>
              <a:t>PSALM</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Responsorial Psalm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Responsorial Psalm (Psalm 147:12-13, 14-15, 19-20)</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R. (12a) Praise the Lord, Jerusalem. or: R. Alleluia. Glorify the LORD, O Jerusalem; praise your God, O Zion. For he has strengthened the bars of your gates; he has blessed your children within you. R. Praise the Lord, Jerusalem. or: R. Alleluia. He has granted peace in your borders; with the best of wheat he fills you. He sends forth his command to the earth; swiftly runs his word! R. Praise the Lord, Jerusalem. or: R. Alleluia. He has proclaimed his word to Jacob, his statutes and his ordinances to Israel. He has not done thus for any other nation; his ordinances he has not made known to them. Alleluia. R. Praise the Lord, Jerusalem. or: R.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ALLELUIA! ALLELUIA! ALLELUIA! ALLELUIA!</a:t>
            </a:r>
          </a:p>
          <a:p>
            <a:pPr>
              <a:spcAft>
                <a:spcPts val="500"/>
              </a:spcAft>
              <a:defRPr sz="1500" b="0" i="1">
                <a:solidFill>
                  <a:srgbClr val="86EFAC"/>
                </a:solidFill>
                <a:latin typeface="Inter"/>
              </a:defRPr>
            </a:pPr>
            <a:r>
              <a:t>Sing the verse of the Gospel Acclamation given in the Lectionary for this Mass in full, not shortened.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F0FDF4"/>
                </a:solidFill>
                <a:latin typeface="Inter"/>
              </a:defRPr>
            </a:pPr>
            <a:r>
              <a:t>Glory to you, O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Mark 10:32-45</a:t>
            </a:r>
          </a:p>
          <a:p>
            <a:pPr>
              <a:spcAft>
                <a:spcPts val="500"/>
              </a:spcAft>
              <a:defRPr sz="1500" b="0" i="1">
                <a:solidFill>
                  <a:srgbClr val="86EFAC"/>
                </a:solidFill>
                <a:latin typeface="Inter"/>
              </a:defRPr>
            </a:pPr>
          </a:p>
          <a:p>
            <a:pPr>
              <a:spcAft>
                <a:spcPts val="500"/>
              </a:spcAft>
              <a:defRPr sz="2000" b="1" i="0">
                <a:solidFill>
                  <a:srgbClr val="F0FDF4"/>
                </a:solidFill>
                <a:latin typeface="Inter"/>
              </a:defRPr>
            </a:pPr>
            <a:r>
              <a:t>“You do not know what you are asking.”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Mark 10:32-45  ·  slide 1 of 2</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The disciples were on the way, going up to Jerusalem, and Jesus went ahead of them. They were amazed, and those who followed were afraid. Taking the Twelve aside again, he began to tell them what was going to happen to him. "Behold, we are going up to Jerusalem, and the Son of Man will be handed over to the chief priests and the scribes, and they will condemn him to death and hand him over to the Gentiles who will mock him, spit upon him, scourge him, and put him to death, but after three days he will rise." Then James and John, the sons of Zebedee, came to Jesus and said to him, "Teacher, we want you to do for us whatever we ask of you." He replied, "What do you wish me to do for you?" They answered him, "Grant that in your glory we may sit one at your right and the other at your left." Jesus said to them, "You do not know what you are asking.</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 (continued)</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Mark 10:32-45  ·  slide 2 of 2</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Can you drink the chalice that I drink or be baptized with the baptism with which I am baptized?" They said to him, "We can." Jesus said to them, "The chalice that I drink, you will drink, and with the baptism with which I am baptized, you will be baptized; but to sit at my right or at my left is not mine to give but is for those for whom it has been prepared." When the ten heard this, they became indignant at James and John. Jesus summoned them and said to them, "You know that those who are recognized as rulers over the Gentiles lord it over them, and their great ones make their authority over them felt. But it shall not be so among you. Rather, whoever wishes to be great among you will be your servant; whoever wishes to be first among you will be the slave of all. For the Son of Man did not come to be served but to serve and to give his life as a ransom for many."</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Gospel of the Lord.</a:t>
            </a:r>
          </a:p>
          <a:p>
            <a:pPr>
              <a:spcAft>
                <a:spcPts val="500"/>
              </a:spcAft>
              <a:defRPr sz="2000" b="1" i="0">
                <a:solidFill>
                  <a:srgbClr val="F0FDF4"/>
                </a:solidFill>
                <a:latin typeface="Inter"/>
              </a:defRPr>
            </a:pPr>
            <a:r>
              <a:t>Praise to you, Lord Jesus Christ.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Time for the homily — Father will now preach.</a:t>
            </a:r>
          </a:p>
          <a:p>
            <a:pPr>
              <a:spcAft>
                <a:spcPts val="500"/>
              </a:spcAft>
              <a:defRPr sz="1500" b="0" i="1">
                <a:solidFill>
                  <a:srgbClr val="86EFAC"/>
                </a:solidFill>
                <a:latin typeface="Inter"/>
              </a:defRPr>
            </a:pPr>
            <a:r>
              <a:t>Commentator may introduce the theme.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I believe in one God,</a:t>
            </a:r>
          </a:p>
          <a:p>
            <a:pPr>
              <a:spcAft>
                <a:spcPts val="500"/>
              </a:spcAft>
              <a:defRPr sz="1900" b="0" i="0">
                <a:solidFill>
                  <a:srgbClr val="F0FDF4"/>
                </a:solidFill>
                <a:latin typeface="Inter"/>
              </a:defRPr>
            </a:pPr>
            <a:r>
              <a:t>the Father almighty,</a:t>
            </a:r>
          </a:p>
          <a:p>
            <a:pPr>
              <a:spcAft>
                <a:spcPts val="500"/>
              </a:spcAft>
              <a:defRPr sz="1900" b="0" i="0">
                <a:solidFill>
                  <a:srgbClr val="F0FDF4"/>
                </a:solidFill>
                <a:latin typeface="Inter"/>
              </a:defRPr>
            </a:pPr>
            <a:r>
              <a:t>maker of heaven and earth,</a:t>
            </a:r>
          </a:p>
          <a:p>
            <a:pPr>
              <a:spcAft>
                <a:spcPts val="500"/>
              </a:spcAft>
              <a:defRPr sz="1900" b="0" i="0">
                <a:solidFill>
                  <a:srgbClr val="F0FDF4"/>
                </a:solidFill>
                <a:latin typeface="Inter"/>
              </a:defRPr>
            </a:pPr>
            <a:r>
              <a:t>of all things visible and invisible.</a:t>
            </a:r>
          </a:p>
          <a:p>
            <a:pPr>
              <a:spcAft>
                <a:spcPts val="500"/>
              </a:spcAft>
              <a:defRPr sz="1900" b="0" i="0">
                <a:solidFill>
                  <a:srgbClr val="F0FDF4"/>
                </a:solidFill>
                <a:latin typeface="Inter"/>
              </a:defRPr>
            </a:pPr>
            <a:r>
              <a:t>I believe in one Lord Jesus Christ,</a:t>
            </a:r>
          </a:p>
          <a:p>
            <a:pPr>
              <a:spcAft>
                <a:spcPts val="500"/>
              </a:spcAft>
              <a:defRPr sz="1900" b="0" i="0">
                <a:solidFill>
                  <a:srgbClr val="F0FDF4"/>
                </a:solidFill>
                <a:latin typeface="Inter"/>
              </a:defRPr>
            </a:pPr>
            <a:r>
              <a:t>the Only Begotten Son of God,</a:t>
            </a:r>
          </a:p>
          <a:p>
            <a:pPr>
              <a:spcAft>
                <a:spcPts val="500"/>
              </a:spcAft>
              <a:defRPr sz="1900" b="0" i="0">
                <a:solidFill>
                  <a:srgbClr val="F0FDF4"/>
                </a:solidFill>
                <a:latin typeface="Inter"/>
              </a:defRPr>
            </a:pPr>
            <a:r>
              <a:t>born of the Father before all ages.</a:t>
            </a:r>
          </a:p>
          <a:p>
            <a:pPr>
              <a:spcAft>
                <a:spcPts val="500"/>
              </a:spcAft>
              <a:defRPr sz="1900" b="0" i="0">
                <a:solidFill>
                  <a:srgbClr val="F0FDF4"/>
                </a:solidFill>
                <a:latin typeface="Inter"/>
              </a:defRPr>
            </a:pPr>
            <a:r>
              <a:t>God from God, Light from Light,</a:t>
            </a:r>
          </a:p>
          <a:p>
            <a:pPr>
              <a:spcAft>
                <a:spcPts val="500"/>
              </a:spcAft>
              <a:defRPr sz="1900" b="0" i="0">
                <a:solidFill>
                  <a:srgbClr val="F0FDF4"/>
                </a:solidFill>
                <a:latin typeface="Inter"/>
              </a:defRPr>
            </a:pPr>
            <a:r>
              <a:t>true God from true God,</a:t>
            </a:r>
          </a:p>
          <a:p>
            <a:pPr>
              <a:spcAft>
                <a:spcPts val="500"/>
              </a:spcAft>
              <a:defRPr sz="1900" b="0" i="0">
                <a:solidFill>
                  <a:srgbClr val="F0FDF4"/>
                </a:solidFill>
                <a:latin typeface="Inter"/>
              </a:defRPr>
            </a:pPr>
            <a:r>
              <a:t>begotten, not made, consubstantial with the Father;</a:t>
            </a:r>
          </a:p>
          <a:p>
            <a:pPr>
              <a:spcAft>
                <a:spcPts val="500"/>
              </a:spcAft>
              <a:defRPr sz="1900" b="0" i="0">
                <a:solidFill>
                  <a:srgbClr val="F0FDF4"/>
                </a:solidFill>
                <a:latin typeface="Inter"/>
              </a:defRPr>
            </a:pPr>
            <a:r>
              <a:t>through him all things were made.</a:t>
            </a:r>
          </a:p>
          <a:p>
            <a:pPr>
              <a:spcAft>
                <a:spcPts val="500"/>
              </a:spcAft>
              <a:defRPr sz="1900" b="0" i="0">
                <a:solidFill>
                  <a:srgbClr val="F0FDF4"/>
                </a:solidFill>
                <a:latin typeface="Inter"/>
              </a:defRPr>
            </a:pPr>
            <a:r>
              <a:t>For us men and for our salvation</a:t>
            </a:r>
          </a:p>
          <a:p>
            <a:pPr>
              <a:spcAft>
                <a:spcPts val="500"/>
              </a:spcAft>
              <a:defRPr sz="1900" b="0" i="0">
                <a:solidFill>
                  <a:srgbClr val="F0FDF4"/>
                </a:solidFill>
                <a:latin typeface="Inter"/>
              </a:defRPr>
            </a:pPr>
            <a:r>
              <a:t>he came down from heaven,</a:t>
            </a:r>
          </a:p>
          <a:p>
            <a:pPr>
              <a:spcAft>
                <a:spcPts val="500"/>
              </a:spcAft>
              <a:defRPr sz="1900" b="0" i="0">
                <a:solidFill>
                  <a:srgbClr val="F0FDF4"/>
                </a:solidFill>
                <a:latin typeface="Inter"/>
              </a:defRPr>
            </a:pPr>
            <a:r>
              <a:t>and by the Holy Spirit was incarnate of the Virgin Mary,</a:t>
            </a:r>
          </a:p>
          <a:p>
            <a:pPr>
              <a:spcAft>
                <a:spcPts val="500"/>
              </a:spcAft>
              <a:defRPr sz="1900" b="0" i="0">
                <a:solidFill>
                  <a:srgbClr val="F0FDF4"/>
                </a:solidFill>
                <a:latin typeface="Inter"/>
              </a:defRPr>
            </a:pPr>
            <a:r>
              <a:t>and became man.</a:t>
            </a:r>
          </a:p>
          <a:p>
            <a:pPr>
              <a:spcAft>
                <a:spcPts val="500"/>
              </a:spcAft>
              <a:defRPr sz="1900" b="0" i="0">
                <a:solidFill>
                  <a:srgbClr val="F0FDF4"/>
                </a:solidFill>
                <a:latin typeface="Inter"/>
              </a:defRPr>
            </a:pPr>
            <a:r>
              <a:t>For our sake he was crucified under Pontius Pilate,</a:t>
            </a:r>
          </a:p>
          <a:p>
            <a:pPr>
              <a:spcAft>
                <a:spcPts val="500"/>
              </a:spcAft>
              <a:defRPr sz="1900" b="0" i="0">
                <a:solidFill>
                  <a:srgbClr val="F0FDF4"/>
                </a:solidFill>
                <a:latin typeface="Inter"/>
              </a:defRPr>
            </a:pPr>
            <a:r>
              <a:t>he suffered death and was buried,</a:t>
            </a:r>
          </a:p>
          <a:p>
            <a:pPr>
              <a:spcAft>
                <a:spcPts val="500"/>
              </a:spcAft>
              <a:defRPr sz="1900" b="0" i="0">
                <a:solidFill>
                  <a:srgbClr val="F0FDF4"/>
                </a:solidFill>
                <a:latin typeface="Inter"/>
              </a:defRPr>
            </a:pPr>
            <a:r>
              <a:t>and rose again on the third day</a:t>
            </a:r>
          </a:p>
          <a:p>
            <a:pPr>
              <a:spcAft>
                <a:spcPts val="500"/>
              </a:spcAft>
              <a:defRPr sz="1900" b="0" i="0">
                <a:solidFill>
                  <a:srgbClr val="F0FDF4"/>
                </a:solidFill>
                <a:latin typeface="Inter"/>
              </a:defRPr>
            </a:pPr>
            <a:r>
              <a:t>in accordance with the Scriptures.</a:t>
            </a:r>
          </a:p>
          <a:p>
            <a:pPr>
              <a:spcAft>
                <a:spcPts val="500"/>
              </a:spcAft>
              <a:defRPr sz="1900" b="0" i="0">
                <a:solidFill>
                  <a:srgbClr val="F0FDF4"/>
                </a:solidFill>
                <a:latin typeface="Inter"/>
              </a:defRPr>
            </a:pPr>
            <a:r>
              <a:t>He ascended into heaven</a:t>
            </a:r>
          </a:p>
          <a:p>
            <a:pPr>
              <a:spcAft>
                <a:spcPts val="500"/>
              </a:spcAft>
              <a:defRPr sz="1900" b="0" i="0">
                <a:solidFill>
                  <a:srgbClr val="F0FDF4"/>
                </a:solidFill>
                <a:latin typeface="Inter"/>
              </a:defRPr>
            </a:pPr>
            <a:r>
              <a:t>and is seated at the right hand of the Father.</a:t>
            </a:r>
          </a:p>
          <a:p>
            <a:pPr>
              <a:spcAft>
                <a:spcPts val="500"/>
              </a:spcAft>
              <a:defRPr sz="1900" b="0" i="0">
                <a:solidFill>
                  <a:srgbClr val="F0FDF4"/>
                </a:solidFill>
                <a:latin typeface="Inter"/>
              </a:defRPr>
            </a:pPr>
            <a:r>
              <a:t>He will come again in glory</a:t>
            </a:r>
          </a:p>
          <a:p>
            <a:pPr>
              <a:spcAft>
                <a:spcPts val="500"/>
              </a:spcAft>
              <a:defRPr sz="1900" b="0" i="0">
                <a:solidFill>
                  <a:srgbClr val="F0FDF4"/>
                </a:solidFill>
                <a:latin typeface="Inter"/>
              </a:defRPr>
            </a:pPr>
            <a:r>
              <a:t>to judge the living and the dead</a:t>
            </a:r>
          </a:p>
          <a:p>
            <a:pPr>
              <a:spcAft>
                <a:spcPts val="500"/>
              </a:spcAft>
              <a:defRPr sz="1900" b="0" i="0">
                <a:solidFill>
                  <a:srgbClr val="F0FDF4"/>
                </a:solidFill>
                <a:latin typeface="Inter"/>
              </a:defRPr>
            </a:pPr>
            <a:r>
              <a:t>and his kingdom will have no end.</a:t>
            </a:r>
          </a:p>
          <a:p>
            <a:pPr>
              <a:spcAft>
                <a:spcPts val="500"/>
              </a:spcAft>
              <a:defRPr sz="1900" b="0" i="0">
                <a:solidFill>
                  <a:srgbClr val="F0FDF4"/>
                </a:solidFill>
                <a:latin typeface="Inter"/>
              </a:defRPr>
            </a:pPr>
            <a:r>
              <a:t>I believe in the Holy Spirit, the Lord, the giver of life,</a:t>
            </a:r>
          </a:p>
          <a:p>
            <a:pPr>
              <a:spcAft>
                <a:spcPts val="500"/>
              </a:spcAft>
              <a:defRPr sz="1900" b="0" i="0">
                <a:solidFill>
                  <a:srgbClr val="F0FDF4"/>
                </a:solidFill>
                <a:latin typeface="Inter"/>
              </a:defRPr>
            </a:pPr>
            <a:r>
              <a:t>who proceeds from the Father and the Son,</a:t>
            </a:r>
          </a:p>
          <a:p>
            <a:pPr>
              <a:spcAft>
                <a:spcPts val="500"/>
              </a:spcAft>
              <a:defRPr sz="1900" b="0" i="0">
                <a:solidFill>
                  <a:srgbClr val="F0FDF4"/>
                </a:solidFill>
                <a:latin typeface="Inter"/>
              </a:defRPr>
            </a:pPr>
            <a:r>
              <a:t>who with the Father and the Son is adored and glorified,</a:t>
            </a:r>
          </a:p>
          <a:p>
            <a:pPr>
              <a:spcAft>
                <a:spcPts val="500"/>
              </a:spcAft>
              <a:defRPr sz="1900" b="0" i="0">
                <a:solidFill>
                  <a:srgbClr val="F0FDF4"/>
                </a:solidFill>
                <a:latin typeface="Inter"/>
              </a:defRPr>
            </a:pPr>
            <a:r>
              <a:t>who has spoken through the prophets.</a:t>
            </a:r>
          </a:p>
          <a:p>
            <a:pPr>
              <a:spcAft>
                <a:spcPts val="500"/>
              </a:spcAft>
              <a:defRPr sz="1900" b="0" i="0">
                <a:solidFill>
                  <a:srgbClr val="F0FDF4"/>
                </a:solidFill>
                <a:latin typeface="Inter"/>
              </a:defRPr>
            </a:pPr>
            <a:r>
              <a:t>I believe in one, holy, catholic and apostolic Church.</a:t>
            </a:r>
          </a:p>
          <a:p>
            <a:pPr>
              <a:spcAft>
                <a:spcPts val="500"/>
              </a:spcAft>
              <a:defRPr sz="1900" b="0" i="0">
                <a:solidFill>
                  <a:srgbClr val="F0FDF4"/>
                </a:solidFill>
                <a:latin typeface="Inter"/>
              </a:defRPr>
            </a:pPr>
            <a:r>
              <a:t>I confess one Baptism for the forgiveness of sins</a:t>
            </a:r>
          </a:p>
          <a:p>
            <a:pPr>
              <a:spcAft>
                <a:spcPts val="500"/>
              </a:spcAft>
              <a:defRPr sz="1900" b="0" i="0">
                <a:solidFill>
                  <a:srgbClr val="F0FDF4"/>
                </a:solidFill>
                <a:latin typeface="Inter"/>
              </a:defRPr>
            </a:pPr>
            <a:r>
              <a:t>and I look forward to the resurrection of the dead</a:t>
            </a:r>
          </a:p>
          <a:p>
            <a:pPr>
              <a:spcAft>
                <a:spcPts val="500"/>
              </a:spcAft>
              <a:defRPr sz="1900" b="0" i="0">
                <a:solidFill>
                  <a:srgbClr val="F0FDF4"/>
                </a:solidFill>
                <a:latin typeface="Inter"/>
              </a:defRPr>
            </a:pPr>
            <a:r>
              <a:t>and the life of the world to come.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Nicene Creed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86EFAC"/>
                </a:solidFill>
                <a:latin typeface="Inter"/>
              </a:defRPr>
            </a:pPr>
            <a:r>
              <a:t>For the holy Church of God throughout the world, that the Lord may guard her and grant her peace and unity according to his will: let us pray to the Lord.</a:t>
            </a:r>
          </a:p>
          <a:p>
            <a:pPr>
              <a:spcAft>
                <a:spcPts val="500"/>
              </a:spcAft>
              <a:defRPr sz="2000" b="1" i="0">
                <a:solidFill>
                  <a:srgbClr val="F0FDF4"/>
                </a:solidFill>
                <a:latin typeface="Inter"/>
              </a:defRPr>
            </a:pPr>
            <a:r>
              <a:t>Lord, hear our prayer.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Priest concludes the Prayer of the Faithful with a prayer in full, for example:</a:t>
            </a:r>
          </a:p>
          <a:p>
            <a:pPr>
              <a:spcAft>
                <a:spcPts val="500"/>
              </a:spcAft>
              <a:defRPr sz="2000" b="1" i="0">
                <a:solidFill>
                  <a:srgbClr val="86EFAC"/>
                </a:solidFill>
                <a:latin typeface="Inter"/>
              </a:defRPr>
            </a:pPr>
            <a:r>
              <a:t>Heavenly Father, hear the prayers of the Church, which we make through Christ our Lord.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Gift of Finest Wheat</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YOU SATISFY THE HUNGRY HEART</a:t>
            </a:r>
          </a:p>
          <a:p>
            <a:pPr algn="ctr">
              <a:lnSpc>
                <a:spcPct val="105000"/>
              </a:lnSpc>
              <a:spcAft>
                <a:spcPts val="1000"/>
              </a:spcAft>
              <a:defRPr sz="3800" b="1" i="0">
                <a:solidFill>
                  <a:srgbClr val="FFFFFF"/>
                </a:solidFill>
                <a:latin typeface="Arial Black"/>
              </a:defRPr>
            </a:pPr>
            <a:r>
              <a:t>WITH GIFT OF FINEST WHEAT,</a:t>
            </a:r>
          </a:p>
          <a:p>
            <a:pPr algn="ctr">
              <a:lnSpc>
                <a:spcPct val="105000"/>
              </a:lnSpc>
              <a:spcAft>
                <a:spcPts val="1000"/>
              </a:spcAft>
              <a:defRPr sz="3800" b="1" i="0">
                <a:solidFill>
                  <a:srgbClr val="FFFFFF"/>
                </a:solidFill>
                <a:latin typeface="Arial Black"/>
              </a:defRPr>
            </a:pPr>
            <a:r>
              <a:t>COME GIVE TO US, O SAVING LORD,</a:t>
            </a:r>
          </a:p>
          <a:p>
            <a:pPr algn="ctr">
              <a:lnSpc>
                <a:spcPct val="105000"/>
              </a:lnSpc>
              <a:spcAft>
                <a:spcPts val="1000"/>
              </a:spcAft>
              <a:defRPr sz="3800" b="1" i="0">
                <a:solidFill>
                  <a:srgbClr val="FFFFFF"/>
                </a:solidFill>
                <a:latin typeface="Arial Black"/>
              </a:defRPr>
            </a:pPr>
            <a:r>
              <a:t>THE BREAD OF LIFE TO EAT.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AS WHEN THE GRAIN BY SAINTS BELIEVED</a:t>
            </a:r>
          </a:p>
          <a:p>
            <a:pPr algn="ctr">
              <a:lnSpc>
                <a:spcPct val="105000"/>
              </a:lnSpc>
              <a:spcAft>
                <a:spcPts val="1000"/>
              </a:spcAft>
              <a:defRPr sz="3800" b="1" i="0">
                <a:solidFill>
                  <a:srgbClr val="FFFFFF"/>
                </a:solidFill>
                <a:latin typeface="Arial Black"/>
              </a:defRPr>
            </a:pPr>
            <a:r>
              <a:t>WAS BLESSED AND BROKEN, LORD,</a:t>
            </a:r>
          </a:p>
          <a:p>
            <a:pPr algn="ctr">
              <a:lnSpc>
                <a:spcPct val="105000"/>
              </a:lnSpc>
              <a:spcAft>
                <a:spcPts val="1000"/>
              </a:spcAft>
              <a:defRPr sz="3800" b="1" i="0">
                <a:solidFill>
                  <a:srgbClr val="FFFFFF"/>
                </a:solidFill>
                <a:latin typeface="Arial Black"/>
              </a:defRPr>
            </a:pPr>
            <a:r>
              <a:t>SO MAY YOUR CHURCH IN LANDS TODAY</a:t>
            </a:r>
          </a:p>
          <a:p>
            <a:pPr algn="ctr">
              <a:lnSpc>
                <a:spcPct val="105000"/>
              </a:lnSpc>
              <a:spcAft>
                <a:spcPts val="1000"/>
              </a:spcAft>
              <a:defRPr sz="3800" b="1" i="0">
                <a:solidFill>
                  <a:srgbClr val="FFFFFF"/>
                </a:solidFill>
                <a:latin typeface="Arial Black"/>
              </a:defRPr>
            </a:pPr>
            <a:r>
              <a:t>BE FED, YOUR PRAISE RESTORED.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 LORD OF HARVEST, GRANT THAT WE</a:t>
            </a:r>
          </a:p>
          <a:p>
            <a:pPr algn="ctr">
              <a:lnSpc>
                <a:spcPct val="105000"/>
              </a:lnSpc>
              <a:spcAft>
                <a:spcPts val="1000"/>
              </a:spcAft>
              <a:defRPr sz="3800" b="1" i="0">
                <a:solidFill>
                  <a:srgbClr val="FFFFFF"/>
                </a:solidFill>
                <a:latin typeface="Arial Black"/>
              </a:defRPr>
            </a:pPr>
            <a:r>
              <a:t>WHO SHARE THIS MYSTERY HERE</a:t>
            </a:r>
          </a:p>
          <a:p>
            <a:pPr algn="ctr">
              <a:lnSpc>
                <a:spcPct val="105000"/>
              </a:lnSpc>
              <a:spcAft>
                <a:spcPts val="1000"/>
              </a:spcAft>
              <a:defRPr sz="3800" b="1" i="0">
                <a:solidFill>
                  <a:srgbClr val="FFFFFF"/>
                </a:solidFill>
                <a:latin typeface="Arial Black"/>
              </a:defRPr>
            </a:pPr>
            <a:r>
              <a:t>MAY FOLLOW YOU UNCEASINGLY</a:t>
            </a:r>
          </a:p>
          <a:p>
            <a:pPr algn="ctr">
              <a:lnSpc>
                <a:spcPct val="105000"/>
              </a:lnSpc>
              <a:spcAft>
                <a:spcPts val="1000"/>
              </a:spcAft>
              <a:defRPr sz="3800" b="1" i="0">
                <a:solidFill>
                  <a:srgbClr val="FFFFFF"/>
                </a:solidFill>
                <a:latin typeface="Arial Black"/>
              </a:defRPr>
            </a:pPr>
            <a:r>
              <a:t>IN PRAISE, IN LOVE, IN FEAR.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ONE BREAD, ONE CUP, ONE LIFE, ONE LORD—</a:t>
            </a:r>
          </a:p>
          <a:p>
            <a:pPr algn="ctr">
              <a:lnSpc>
                <a:spcPct val="105000"/>
              </a:lnSpc>
              <a:spcAft>
                <a:spcPts val="1000"/>
              </a:spcAft>
              <a:defRPr sz="3800" b="1" i="0">
                <a:solidFill>
                  <a:srgbClr val="FFFFFF"/>
                </a:solidFill>
                <a:latin typeface="Arial Black"/>
              </a:defRPr>
            </a:pPr>
            <a:r>
              <a:t>WE OFFER, CHRIST, TO YOU;</a:t>
            </a:r>
          </a:p>
          <a:p>
            <a:pPr algn="ctr">
              <a:lnSpc>
                <a:spcPct val="105000"/>
              </a:lnSpc>
              <a:spcAft>
                <a:spcPts val="1000"/>
              </a:spcAft>
              <a:defRPr sz="3800" b="1" i="0">
                <a:solidFill>
                  <a:srgbClr val="FFFFFF"/>
                </a:solidFill>
                <a:latin typeface="Arial Black"/>
              </a:defRPr>
            </a:pPr>
            <a:r>
              <a:t>UNTIL WE SHARE YOUR BANQUET BOARD</a:t>
            </a:r>
          </a:p>
          <a:p>
            <a:pPr algn="ctr">
              <a:lnSpc>
                <a:spcPct val="105000"/>
              </a:lnSpc>
              <a:spcAft>
                <a:spcPts val="1000"/>
              </a:spcAft>
              <a:defRPr sz="3800" b="1" i="0">
                <a:solidFill>
                  <a:srgbClr val="FFFFFF"/>
                </a:solidFill>
                <a:latin typeface="Arial Black"/>
              </a:defRPr>
            </a:pPr>
            <a:r>
              <a:t>WHERE ALL THE WORLD IS NEW.</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Pray, brethren, that my sacrifice and yours may be acceptable to God, the almighty Father.</a:t>
            </a:r>
          </a:p>
          <a:p>
            <a:pPr>
              <a:spcAft>
                <a:spcPts val="500"/>
              </a:spcAft>
              <a:defRPr sz="2000" b="1" i="0">
                <a:solidFill>
                  <a:srgbClr val="F0FDF4"/>
                </a:solidFill>
                <a:latin typeface="Inter"/>
              </a:defRPr>
            </a:pPr>
            <a:r>
              <a:t>May the Lord accept the sacrifice at your hands, for the praise and glory of his name, for our good and the good of all his holy Church.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Lift up your hearts.</a:t>
            </a:r>
          </a:p>
          <a:p>
            <a:pPr>
              <a:spcAft>
                <a:spcPts val="500"/>
              </a:spcAft>
              <a:defRPr sz="2000" b="1" i="0">
                <a:solidFill>
                  <a:srgbClr val="F0FDF4"/>
                </a:solidFill>
                <a:latin typeface="Inter"/>
              </a:defRPr>
            </a:pPr>
            <a:r>
              <a:t>We lift them up to the Lord.</a:t>
            </a:r>
          </a:p>
          <a:p>
            <a:pPr>
              <a:spcAft>
                <a:spcPts val="500"/>
              </a:spcAft>
              <a:defRPr sz="2000" b="1" i="0">
                <a:solidFill>
                  <a:srgbClr val="86EFAC"/>
                </a:solidFill>
                <a:latin typeface="Inter"/>
              </a:defRPr>
            </a:pPr>
            <a:r>
              <a:t>Let us give thanks to the Lord our God.</a:t>
            </a:r>
          </a:p>
          <a:p>
            <a:pPr>
              <a:spcAft>
                <a:spcPts val="500"/>
              </a:spcAft>
              <a:defRPr sz="2000" b="1" i="0">
                <a:solidFill>
                  <a:srgbClr val="F0FDF4"/>
                </a:solidFill>
                <a:latin typeface="Inter"/>
              </a:defRPr>
            </a:pPr>
            <a:r>
              <a:t>It is right and just.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Holy, Holy, Holy Lord God of hosts.</a:t>
            </a:r>
          </a:p>
          <a:p>
            <a:pPr>
              <a:spcAft>
                <a:spcPts val="500"/>
              </a:spcAft>
              <a:defRPr sz="1900" b="0" i="0">
                <a:solidFill>
                  <a:srgbClr val="F0FDF4"/>
                </a:solidFill>
                <a:latin typeface="Inter"/>
              </a:defRPr>
            </a:pPr>
            <a:r>
              <a:t>Heaven and earth are full of your glory.</a:t>
            </a:r>
          </a:p>
          <a:p>
            <a:pPr>
              <a:spcAft>
                <a:spcPts val="500"/>
              </a:spcAft>
              <a:defRPr sz="1900" b="0" i="0">
                <a:solidFill>
                  <a:srgbClr val="F0FDF4"/>
                </a:solidFill>
                <a:latin typeface="Inter"/>
              </a:defRPr>
            </a:pPr>
            <a:r>
              <a:t>Hosanna in the highest.</a:t>
            </a:r>
          </a:p>
          <a:p>
            <a:pPr>
              <a:spcAft>
                <a:spcPts val="500"/>
              </a:spcAft>
              <a:defRPr sz="1900" b="0" i="0">
                <a:solidFill>
                  <a:srgbClr val="F0FDF4"/>
                </a:solidFill>
                <a:latin typeface="Inter"/>
              </a:defRPr>
            </a:pPr>
            <a:r>
              <a:t>Blessed is he who comes in the name of the Lord.</a:t>
            </a:r>
          </a:p>
          <a:p>
            <a:pPr>
              <a:spcAft>
                <a:spcPts val="500"/>
              </a:spcAft>
              <a:defRPr sz="1900" b="0" i="0">
                <a:solidFill>
                  <a:srgbClr val="F0FDF4"/>
                </a:solidFill>
                <a:latin typeface="Inter"/>
              </a:defRPr>
            </a:pPr>
            <a:r>
              <a:t>Hosanna in the highest.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Sanctus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We proclaim your Death, O Lord,</a:t>
            </a:r>
          </a:p>
          <a:p>
            <a:pPr>
              <a:spcAft>
                <a:spcPts val="500"/>
              </a:spcAft>
              <a:defRPr sz="1900" b="0" i="0">
                <a:solidFill>
                  <a:srgbClr val="F0FDF4"/>
                </a:solidFill>
                <a:latin typeface="Inter"/>
              </a:defRPr>
            </a:pPr>
            <a:r>
              <a:t>and profess your Resurrection</a:t>
            </a:r>
          </a:p>
          <a:p>
            <a:pPr>
              <a:spcAft>
                <a:spcPts val="500"/>
              </a:spcAft>
              <a:defRPr sz="1900" b="0" i="0">
                <a:solidFill>
                  <a:srgbClr val="F0FDF4"/>
                </a:solidFill>
                <a:latin typeface="Inter"/>
              </a:defRPr>
            </a:pPr>
            <a:r>
              <a:t>until you come again.</a:t>
            </a:r>
          </a:p>
          <a:p>
            <a:pPr>
              <a:spcAft>
                <a:spcPts val="500"/>
              </a:spcAft>
              <a:defRPr sz="1500" b="0" i="1">
                <a:solidFill>
                  <a:srgbClr val="86EFAC"/>
                </a:solidFill>
                <a:latin typeface="Inter"/>
              </a:defRPr>
            </a:pPr>
            <a:r>
              <a:t>(Alternate forms may be used as approved by the Conference of Bishops.)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Eucharistic Prayer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Amen.</a:t>
            </a:r>
          </a:p>
          <a:p>
            <a:pP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Great Amen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Our Father, who art in heaven,</a:t>
            </a:r>
          </a:p>
          <a:p>
            <a:pPr>
              <a:spcAft>
                <a:spcPts val="500"/>
              </a:spcAft>
              <a:defRPr sz="1900" b="0" i="0">
                <a:solidFill>
                  <a:srgbClr val="F0FDF4"/>
                </a:solidFill>
                <a:latin typeface="Inter"/>
              </a:defRPr>
            </a:pPr>
            <a:r>
              <a:t>hallowed be thy name;</a:t>
            </a:r>
          </a:p>
          <a:p>
            <a:pPr>
              <a:spcAft>
                <a:spcPts val="500"/>
              </a:spcAft>
              <a:defRPr sz="1900" b="0" i="0">
                <a:solidFill>
                  <a:srgbClr val="F0FDF4"/>
                </a:solidFill>
                <a:latin typeface="Inter"/>
              </a:defRPr>
            </a:pPr>
            <a:r>
              <a:t>thy kingdom come,</a:t>
            </a:r>
          </a:p>
          <a:p>
            <a:pPr>
              <a:spcAft>
                <a:spcPts val="500"/>
              </a:spcAft>
              <a:defRPr sz="1900" b="0" i="0">
                <a:solidFill>
                  <a:srgbClr val="F0FDF4"/>
                </a:solidFill>
                <a:latin typeface="Inter"/>
              </a:defRPr>
            </a:pPr>
            <a:r>
              <a:t>thy will be done,</a:t>
            </a:r>
          </a:p>
          <a:p>
            <a:pPr>
              <a:spcAft>
                <a:spcPts val="500"/>
              </a:spcAft>
              <a:defRPr sz="1900" b="0" i="0">
                <a:solidFill>
                  <a:srgbClr val="F0FDF4"/>
                </a:solidFill>
                <a:latin typeface="Inter"/>
              </a:defRPr>
            </a:pPr>
            <a:r>
              <a:t>on earth as it is in heaven.</a:t>
            </a:r>
          </a:p>
          <a:p>
            <a:pPr>
              <a:spcAft>
                <a:spcPts val="500"/>
              </a:spcAft>
              <a:defRPr sz="1900" b="0" i="0">
                <a:solidFill>
                  <a:srgbClr val="F0FDF4"/>
                </a:solidFill>
                <a:latin typeface="Inter"/>
              </a:defRPr>
            </a:pPr>
            <a:r>
              <a:t>Give us this day our daily bread;</a:t>
            </a:r>
          </a:p>
          <a:p>
            <a:pPr>
              <a:spcAft>
                <a:spcPts val="500"/>
              </a:spcAft>
              <a:defRPr sz="1900" b="0" i="0">
                <a:solidFill>
                  <a:srgbClr val="F0FDF4"/>
                </a:solidFill>
                <a:latin typeface="Inter"/>
              </a:defRPr>
            </a:pPr>
            <a:r>
              <a:t>and forgive us our trespasses,</a:t>
            </a:r>
          </a:p>
          <a:p>
            <a:pPr>
              <a:spcAft>
                <a:spcPts val="500"/>
              </a:spcAft>
              <a:defRPr sz="1900" b="0" i="0">
                <a:solidFill>
                  <a:srgbClr val="F0FDF4"/>
                </a:solidFill>
                <a:latin typeface="Inter"/>
              </a:defRPr>
            </a:pPr>
            <a:r>
              <a:t>as we forgive those who trespass against us;</a:t>
            </a:r>
          </a:p>
          <a:p>
            <a:pPr>
              <a:spcAft>
                <a:spcPts val="500"/>
              </a:spcAft>
              <a:defRPr sz="1900" b="0" i="0">
                <a:solidFill>
                  <a:srgbClr val="F0FDF4"/>
                </a:solidFill>
                <a:latin typeface="Inter"/>
              </a:defRPr>
            </a:pPr>
            <a:r>
              <a:t>and lead us not into temptation,</a:t>
            </a:r>
          </a:p>
          <a:p>
            <a:pPr>
              <a:spcAft>
                <a:spcPts val="500"/>
              </a:spcAft>
              <a:defRPr sz="1900" b="0" i="0">
                <a:solidFill>
                  <a:srgbClr val="F0FDF4"/>
                </a:solidFill>
                <a:latin typeface="Inter"/>
              </a:defRPr>
            </a:pPr>
            <a:r>
              <a:t>but deliver us from evil.</a:t>
            </a:r>
          </a:p>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Our Father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peace of the Lord be with you always.</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Let us offer each other the sign of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Sign of Peace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grant us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Lamb of God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Behold the Lamb of God, behold him who takes away the sins of the world. Blessed are those called to the supper of the Lamb.</a:t>
            </a:r>
          </a:p>
          <a:p>
            <a:pPr>
              <a:spcAft>
                <a:spcPts val="500"/>
              </a:spcAft>
              <a:defRPr sz="2000" b="1" i="0">
                <a:solidFill>
                  <a:srgbClr val="F0FDF4"/>
                </a:solidFill>
                <a:latin typeface="Inter"/>
              </a:defRPr>
            </a:pPr>
            <a:r>
              <a:t>Lord, I am not worthy that you should enter under my roof, but only say the word and my soul shall be healed.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Communion (2)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The Priest says the Post- Communion Prayer for the day in full from the Roman Missal.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CHURCH ANNOUNCEMENTS</a:t>
            </a:r>
          </a:p>
          <a:p>
            <a:pPr>
              <a:spcAft>
                <a:spcPts val="500"/>
              </a:spcAft>
              <a:defRPr sz="1500" b="0" i="1">
                <a:solidFill>
                  <a:srgbClr val="86EFAC"/>
                </a:solidFill>
                <a:latin typeface="Inter"/>
              </a:defRPr>
            </a:pPr>
            <a:r>
              <a:t>Insert bulletin points with complete sentences on the following slides or edit this deck.</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Welcome newcomers!</a:t>
            </a:r>
          </a:p>
          <a:p>
            <a:pPr>
              <a:spcAft>
                <a:spcPts val="500"/>
              </a:spcAft>
              <a:defRPr sz="1500" b="0" i="1">
                <a:solidFill>
                  <a:srgbClr val="86EFAC"/>
                </a:solidFill>
                <a:latin typeface="Inter"/>
              </a:defRPr>
            </a:pPr>
            <a:r>
              <a:t>Photo collage optional.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Sacrament of Confession</a:t>
            </a:r>
          </a:p>
          <a:p>
            <a:pPr>
              <a:spcAft>
                <a:spcPts val="500"/>
              </a:spcAft>
              <a:defRPr sz="1500" b="0" i="1">
                <a:solidFill>
                  <a:srgbClr val="86EFAC"/>
                </a:solidFill>
                <a:latin typeface="Inter"/>
              </a:defRPr>
            </a:pPr>
            <a:r>
              <a:t>The Lord never tires of forgiving us; we are the ones who tire of seeking his mercy. — Pope Francis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Mass Collection</a:t>
            </a:r>
          </a:p>
          <a:p>
            <a:pPr>
              <a:spcAft>
                <a:spcPts val="500"/>
              </a:spcAft>
              <a:defRPr sz="1500" b="0" i="1">
                <a:solidFill>
                  <a:srgbClr val="86EFAC"/>
                </a:solidFill>
                <a:latin typeface="Inter"/>
              </a:defRPr>
            </a:pPr>
            <a:r>
              <a:t>State the purpose and date in full words. You may add Second Letter to the Corinthians, chapter 9, verse 7 if you include the full quotation.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Food or Mass Sponsorship</a:t>
            </a:r>
          </a:p>
          <a:p>
            <a:pPr>
              <a:spcAft>
                <a:spcPts val="500"/>
              </a:spcAft>
              <a:defRPr sz="1500" b="0" i="1">
                <a:solidFill>
                  <a:srgbClr val="86EFAC"/>
                </a:solidFill>
                <a:latin typeface="Inter"/>
              </a:defRPr>
            </a:pPr>
            <a:r>
              <a:t>Give the parish coordinator’s complete contact information in words, not abbreviations.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Updates and Announcements</a:t>
            </a:r>
          </a:p>
          <a:p>
            <a:pPr>
              <a:spcAft>
                <a:spcPts val="500"/>
              </a:spcAft>
              <a:defRPr sz="1500" b="0" i="1">
                <a:solidFill>
                  <a:srgbClr val="86EFAC"/>
                </a:solidFill>
                <a:latin typeface="Inter"/>
              </a:defRPr>
            </a:pPr>
            <a:r>
              <a:t>Name your community page and invitation to follow in full; add a QR code to the slide master if you wish.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May almighty God bless you, the Father, and the Son, and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Go in peace, glorifying the Lord by your life.</a:t>
            </a:r>
          </a:p>
          <a:p>
            <a:pPr>
              <a:spcAft>
                <a:spcPts val="500"/>
              </a:spcAft>
              <a:defRPr sz="2000" b="1" i="0">
                <a:solidFill>
                  <a:srgbClr val="F0FDF4"/>
                </a:solidFill>
                <a:latin typeface="Inter"/>
              </a:defRPr>
            </a:pPr>
            <a:r>
              <a:t>Thanks be to God.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Final Blessing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We Are Called</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a:p>
            <a:pPr algn="ctr">
              <a:lnSpc>
                <a:spcPct val="105000"/>
              </a:lnSpc>
              <a:spcAft>
                <a:spcPts val="1000"/>
              </a:spcAft>
              <a:defRPr sz="3800" b="1" i="0">
                <a:solidFill>
                  <a:srgbClr val="FFFFFF"/>
                </a:solidFill>
                <a:latin typeface="Arial Black"/>
              </a:defRPr>
            </a:pPr>
            <a:r>
              <a:t>WE ARE CALLED TO LOVE TENDERLY;</a:t>
            </a:r>
          </a:p>
          <a:p>
            <a:pPr algn="ctr">
              <a:lnSpc>
                <a:spcPct val="105000"/>
              </a:lnSpc>
              <a:spcAft>
                <a:spcPts val="1000"/>
              </a:spcAft>
              <a:defRPr sz="3800" b="1" i="0">
                <a:solidFill>
                  <a:srgbClr val="FFFFFF"/>
                </a:solidFill>
                <a:latin typeface="Arial Black"/>
              </a:defRPr>
            </a:pPr>
            <a:r>
              <a:t>WE ARE CALLED TO SERVE ONE ANOTHER,</a:t>
            </a:r>
          </a:p>
          <a:p>
            <a:pPr algn="ctr">
              <a:lnSpc>
                <a:spcPct val="105000"/>
              </a:lnSpc>
              <a:spcAft>
                <a:spcPts val="1000"/>
              </a:spcAft>
              <a:defRPr sz="3800" b="1" i="0">
                <a:solidFill>
                  <a:srgbClr val="FFFFFF"/>
                </a:solidFill>
                <a:latin typeface="Arial Black"/>
              </a:defRPr>
            </a:pPr>
            <a:r>
              <a:t>TO WALK HUMBLY WITH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COME! LIVE IN THE LIGHT!</a:t>
            </a:r>
          </a:p>
          <a:p>
            <a:pPr algn="ctr">
              <a:lnSpc>
                <a:spcPct val="105000"/>
              </a:lnSpc>
              <a:spcAft>
                <a:spcPts val="1000"/>
              </a:spcAft>
              <a:defRPr sz="3400" b="1" i="0">
                <a:solidFill>
                  <a:srgbClr val="FFFFFF"/>
                </a:solidFill>
                <a:latin typeface="Arial Black"/>
              </a:defRPr>
            </a:pPr>
            <a:r>
              <a:t>SHINE WITH THE JOY AND THE LOVE OF THE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GOD OF DAYBREAK, GOD OF SHADOW,</a:t>
            </a:r>
          </a:p>
          <a:p>
            <a:pPr algn="ctr">
              <a:lnSpc>
                <a:spcPct val="105000"/>
              </a:lnSpc>
              <a:spcAft>
                <a:spcPts val="1000"/>
              </a:spcAft>
              <a:defRPr sz="3800" b="1" i="0">
                <a:solidFill>
                  <a:srgbClr val="FFFFFF"/>
                </a:solidFill>
                <a:latin typeface="Arial Black"/>
              </a:defRPr>
            </a:pPr>
            <a:r>
              <a:t>COME INTO OUR RESTLESS LIVES;</a:t>
            </a:r>
          </a:p>
          <a:p>
            <a:pPr algn="ctr">
              <a:lnSpc>
                <a:spcPct val="105000"/>
              </a:lnSpc>
              <a:spcAft>
                <a:spcPts val="1000"/>
              </a:spcAft>
              <a:defRPr sz="3800" b="1" i="0">
                <a:solidFill>
                  <a:srgbClr val="FFFFFF"/>
                </a:solidFill>
                <a:latin typeface="Arial Black"/>
              </a:defRPr>
            </a:pPr>
            <a:r>
              <a:t>LIFT FROM US THE FEAR OF SHADOWS,</a:t>
            </a:r>
          </a:p>
          <a:p>
            <a:pPr algn="ctr">
              <a:lnSpc>
                <a:spcPct val="105000"/>
              </a:lnSpc>
              <a:spcAft>
                <a:spcPts val="1000"/>
              </a:spcAft>
              <a:defRPr sz="3800" b="1" i="0">
                <a:solidFill>
                  <a:srgbClr val="FFFFFF"/>
                </a:solidFill>
                <a:latin typeface="Arial Black"/>
              </a:defRPr>
            </a:pPr>
            <a:r>
              <a:t>THAT WE MAY ARISE WITH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COME! LIVE IN THE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GOD OF NEWNESS, GOD OF FRESHNESS,</a:t>
            </a:r>
          </a:p>
          <a:p>
            <a:pPr algn="ctr">
              <a:lnSpc>
                <a:spcPct val="105000"/>
              </a:lnSpc>
              <a:spcAft>
                <a:spcPts val="1000"/>
              </a:spcAft>
              <a:defRPr sz="3800" b="1" i="0">
                <a:solidFill>
                  <a:srgbClr val="FFFFFF"/>
                </a:solidFill>
                <a:latin typeface="Arial Black"/>
              </a:defRPr>
            </a:pPr>
            <a:r>
              <a:t>COME INTO OUR MORNING SONG:</a:t>
            </a:r>
          </a:p>
          <a:p>
            <a:pPr algn="ctr">
              <a:lnSpc>
                <a:spcPct val="105000"/>
              </a:lnSpc>
              <a:spcAft>
                <a:spcPts val="1000"/>
              </a:spcAft>
              <a:defRPr sz="3800" b="1" i="0">
                <a:solidFill>
                  <a:srgbClr val="FFFFFF"/>
                </a:solidFill>
                <a:latin typeface="Arial Black"/>
              </a:defRPr>
            </a:pPr>
            <a:r>
              <a:t>GIVE TO US A NEW BEGINNING,</a:t>
            </a:r>
          </a:p>
          <a:p>
            <a:pPr algn="ctr">
              <a:lnSpc>
                <a:spcPct val="105000"/>
              </a:lnSpc>
              <a:spcAft>
                <a:spcPts val="1000"/>
              </a:spcAft>
              <a:defRPr sz="3800" b="1" i="0">
                <a:solidFill>
                  <a:srgbClr val="FFFFFF"/>
                </a:solidFill>
                <a:latin typeface="Arial Black"/>
              </a:defRPr>
            </a:pPr>
            <a:r>
              <a:t>SEND US FORTH WITH HEARTS MADE STRONG.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COME! LIVE IN THE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27May2026_OrdinaryTim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