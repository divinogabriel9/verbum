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PUT YOUR CELLPHONE ON SILENT MODE DURING THE MASS.</a:t>
            </a:r>
          </a:p>
          <a:p>
            <a:pPr algn="just">
              <a:lnSpc>
                <a:spcPct val="140000"/>
              </a:lnSpc>
              <a:spcAft>
                <a:spcPts val="800"/>
              </a:spcAft>
              <a:defRPr sz="4500" b="0" i="1">
                <a:solidFill>
                  <a:srgbClr val="FFDE59"/>
                </a:solidFill>
                <a:latin typeface="Lora"/>
              </a:defRPr>
            </a:pPr>
            <a:r>
              <a:t>Thank you.</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1032294"/>
            <a:ext cx="16253615" cy="1051560"/>
          </a:xfrm>
          <a:prstGeom prst="rect">
            <a:avLst/>
          </a:prstGeom>
          <a:noFill/>
        </p:spPr>
        <p:txBody>
          <a:bodyPr wrap="square" lIns="0" rIns="0" tIns="0" bIns="0">
            <a:noAutofit/>
          </a:bodyPr>
          <a:lstStyle/>
          <a:p>
            <a:pPr algn="ctr">
              <a:lnSpc>
                <a:spcPct val="140000"/>
              </a:lnSpc>
              <a:defRPr sz="4400" b="0" i="0">
                <a:solidFill>
                  <a:srgbClr val="D8B4FE"/>
                </a:solidFill>
                <a:latin typeface="Lora"/>
              </a:defRPr>
            </a:pPr>
            <a:r>
              <a:t>Lent Celebration</a:t>
            </a:r>
          </a:p>
        </p:txBody>
      </p:sp>
      <p:sp>
        <p:nvSpPr>
          <p:cNvPr id="5" name="TextBox 4"/>
          <p:cNvSpPr txBox="1"/>
          <p:nvPr/>
        </p:nvSpPr>
        <p:spPr>
          <a:xfrm>
            <a:off x="1163709" y="2147862"/>
            <a:ext cx="16253615" cy="3246120"/>
          </a:xfrm>
          <a:prstGeom prst="rect">
            <a:avLst/>
          </a:prstGeom>
          <a:noFill/>
        </p:spPr>
        <p:txBody>
          <a:bodyPr wrap="square" lIns="0" rIns="0" tIns="0" bIns="0">
            <a:noAutofit/>
          </a:bodyPr>
          <a:lstStyle/>
          <a:p>
            <a:pPr algn="ctr">
              <a:spcAft>
                <a:spcPts val="500"/>
              </a:spcAft>
              <a:defRPr sz="2100" b="0" i="0">
                <a:solidFill>
                  <a:srgbClr val="FFFFFF"/>
                </a:solidFill>
                <a:latin typeface="Poppins"/>
              </a:defRPr>
            </a:pPr>
            <a:r>
              <a:t>2026-03-08</a:t>
            </a:r>
          </a:p>
          <a:p>
            <a:pPr algn="ctr">
              <a:spcAft>
                <a:spcPts val="500"/>
              </a:spcAft>
              <a:defRPr sz="2100" b="0" i="0">
                <a:solidFill>
                  <a:srgbClr val="FFFFFF"/>
                </a:solidFill>
                <a:latin typeface="Poppins"/>
              </a:defRPr>
            </a:pPr>
            <a:r>
              <a:t>Celebrant: Rev.Fr. Jonrey Lauron, RCJ</a:t>
            </a:r>
          </a:p>
          <a:p>
            <a:pPr algn="ctr">
              <a:spcAft>
                <a:spcPts val="500"/>
              </a:spcAft>
              <a:defRPr sz="2100" b="0" i="0">
                <a:solidFill>
                  <a:srgbClr val="FFFFFF"/>
                </a:solidFill>
                <a:latin typeface="Poppins"/>
              </a:defRPr>
            </a:pPr>
            <a:r>
              <a:t>Gospel: John 4:5-42</a:t>
            </a:r>
            <a:br/>
            <a:r>
              <a:t>Season: Lent · Sunday Lectionary Year A</a:t>
            </a:r>
          </a:p>
          <a:p>
            <a:pPr algn="ctr">
              <a:spcAft>
                <a:spcPts val="500"/>
              </a:spcAft>
              <a:defRPr sz="2100" b="0" i="0">
                <a:solidFill>
                  <a:srgbClr val="FFFFFF"/>
                </a:solidFill>
                <a:latin typeface="Poppins"/>
              </a:defRPr>
            </a:pPr>
            <a:r>
              <a:t>Excerpt:</a:t>
            </a:r>
            <a:br/>
            <a:r>
              <a:t>“Give me a drink.”</a:t>
            </a:r>
          </a:p>
          <a:p>
            <a:pPr algn="ctr">
              <a:spcAft>
                <a:spcPts val="500"/>
              </a:spcAft>
              <a:defRPr sz="2100" b="0" i="0">
                <a:solidFill>
                  <a:srgbClr val="FFFFFF"/>
                </a:solidFill>
                <a:latin typeface="Poppins"/>
              </a:defRPr>
            </a:pPr>
            <a:r>
              <a:t>Liturgical color: Purple (lent)</a:t>
            </a:r>
          </a:p>
        </p:txBody>
      </p:sp>
      <p:sp>
        <p:nvSpPr>
          <p:cNvPr id="6" name="TextBox 5"/>
          <p:cNvSpPr txBox="1"/>
          <p:nvPr/>
        </p:nvSpPr>
        <p:spPr>
          <a:xfrm>
            <a:off x="1163709" y="9189720"/>
            <a:ext cx="16253615" cy="685800"/>
          </a:xfrm>
          <a:prstGeom prst="rect">
            <a:avLst/>
          </a:prstGeom>
          <a:noFill/>
        </p:spPr>
        <p:txBody>
          <a:bodyPr wrap="square" lIns="0" rIns="0" tIns="0" bIns="0">
            <a:noAutofit/>
          </a:bodyPr>
          <a:lstStyle/>
          <a:p>
            <a:pPr>
              <a:spcAft>
                <a:spcPts val="500"/>
              </a:spcAft>
              <a:defRPr sz="1400" b="0" i="1">
                <a:solidFill>
                  <a:srgbClr val="F8C66A"/>
                </a:solidFill>
                <a:latin typeface="Poppins"/>
              </a:defRPr>
            </a:pPr>
            <a:r>
              <a:t>Below: World English Bible (WEB) fallback — verify NABRE on bible.usccb.org.</a:t>
            </a:r>
          </a:p>
        </p:txBody>
      </p:sp>
      <p:sp>
        <p:nvSpPr>
          <p:cNvPr id="7" name="TextBox 6"/>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Welcome to the celebration of the Holy Eucharist.</a:t>
            </a:r>
          </a:p>
          <a:p>
            <a:pPr algn="just">
              <a:lnSpc>
                <a:spcPct val="140000"/>
              </a:lnSpc>
              <a:spcAft>
                <a:spcPts val="800"/>
              </a:spcAft>
              <a:defRPr sz="4500" b="0" i="1">
                <a:solidFill>
                  <a:srgbClr val="FFDE59"/>
                </a:solidFill>
                <a:latin typeface="Lora"/>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Sing a New Song</a:t>
            </a:r>
          </a:p>
        </p:txBody>
      </p:sp>
      <p:sp>
        <p:nvSpPr>
          <p:cNvPr id="5" name="TextBox 4"/>
          <p:cNvSpPr txBox="1"/>
          <p:nvPr/>
        </p:nvSpPr>
        <p:spPr>
          <a:xfrm>
            <a:off x="685800" y="1974126"/>
            <a:ext cx="16916400" cy="7444194"/>
          </a:xfrm>
          <a:prstGeom prst="rect">
            <a:avLst/>
          </a:prstGeom>
          <a:noFill/>
        </p:spPr>
        <p:txBody>
          <a:bodyPr wrap="square" lIns="0" rIns="0" tIns="0" bIns="0" anchor="ctr">
            <a:noAutofit/>
          </a:bodyPr>
          <a:lstStyle/>
          <a:p>
            <a:pPr algn="ctr">
              <a:lnSpc>
                <a:spcPct val="140000"/>
              </a:lnSpc>
              <a:spcAft>
                <a:spcPts val="1000"/>
              </a:spcAft>
              <a:defRPr sz="5600" b="1" i="0">
                <a:solidFill>
                  <a:srgbClr val="FFFFFF"/>
                </a:solidFill>
                <a:latin typeface="Poppins"/>
              </a:defRPr>
            </a:pPr>
            <a:r>
              <a:t>REFRAIN:</a:t>
            </a:r>
          </a:p>
          <a:p>
            <a:pPr algn="ctr">
              <a:lnSpc>
                <a:spcPct val="140000"/>
              </a:lnSpc>
              <a:spcAft>
                <a:spcPts val="1000"/>
              </a:spcAft>
              <a:defRPr sz="5600" b="1" i="0">
                <a:solidFill>
                  <a:srgbClr val="FFFFFF"/>
                </a:solidFill>
                <a:latin typeface="Poppins"/>
              </a:defRPr>
            </a:pPr>
            <a:r>
              <a:t>Sing a new song unto the Lord,</a:t>
            </a:r>
          </a:p>
          <a:p>
            <a:pPr algn="ctr">
              <a:lnSpc>
                <a:spcPct val="140000"/>
              </a:lnSpc>
              <a:spcAft>
                <a:spcPts val="1000"/>
              </a:spcAft>
              <a:defRPr sz="5600" b="1" i="0">
                <a:solidFill>
                  <a:srgbClr val="FFFFFF"/>
                </a:solidFill>
                <a:latin typeface="Poppins"/>
              </a:defRPr>
            </a:pPr>
            <a:r>
              <a:t>let your song be sung from mountains high.</a:t>
            </a:r>
          </a:p>
          <a:p>
            <a:pPr algn="ctr">
              <a:lnSpc>
                <a:spcPct val="140000"/>
              </a:lnSpc>
              <a:spcAft>
                <a:spcPts val="1000"/>
              </a:spcAft>
              <a:defRPr sz="5600" b="1" i="0">
                <a:solidFill>
                  <a:srgbClr val="FFFFFF"/>
                </a:solidFill>
                <a:latin typeface="Poppins"/>
              </a:defRPr>
            </a:pPr>
            <a:r>
              <a:t>Sing a new song unto the Lord,</a:t>
            </a:r>
          </a:p>
          <a:p>
            <a:pPr algn="ctr">
              <a:lnSpc>
                <a:spcPct val="140000"/>
              </a:lnSpc>
              <a:spcAft>
                <a:spcPts val="1000"/>
              </a:spcAft>
              <a:defRPr sz="5600" b="1" i="0">
                <a:solidFill>
                  <a:srgbClr val="FFFFFF"/>
                </a:solidFill>
                <a:latin typeface="Poppins"/>
              </a:defRPr>
            </a:pPr>
            <a:r>
              <a:t>singing alleluia.</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Yahweh's people dance for joy.</a:t>
            </a:r>
          </a:p>
          <a:p>
            <a:pPr algn="ctr">
              <a:lnSpc>
                <a:spcPct val="140000"/>
              </a:lnSpc>
              <a:spcAft>
                <a:spcPts val="1000"/>
              </a:spcAft>
              <a:defRPr sz="6900" b="1" i="0">
                <a:solidFill>
                  <a:srgbClr val="FFFFFF"/>
                </a:solidFill>
                <a:latin typeface="Poppins"/>
              </a:defRPr>
            </a:pPr>
            <a:r>
              <a:t>O come before the Lord,</a:t>
            </a:r>
          </a:p>
          <a:p>
            <a:pPr algn="ctr">
              <a:lnSpc>
                <a:spcPct val="140000"/>
              </a:lnSpc>
              <a:spcAft>
                <a:spcPts val="1000"/>
              </a:spcAft>
              <a:defRPr sz="6900" b="1" i="0">
                <a:solidFill>
                  <a:srgbClr val="FFFFFF"/>
                </a:solidFill>
                <a:latin typeface="Poppins"/>
              </a:defRPr>
            </a:pPr>
            <a:r>
              <a:t>and play for him on glad tambourines</a:t>
            </a:r>
          </a:p>
          <a:p>
            <a:pPr algn="ctr">
              <a:lnSpc>
                <a:spcPct val="140000"/>
              </a:lnSpc>
              <a:spcAft>
                <a:spcPts val="1000"/>
              </a:spcAft>
              <a:defRPr sz="6900" b="1" i="0">
                <a:solidFill>
                  <a:srgbClr val="FFFFFF"/>
                </a:solidFill>
                <a:latin typeface="Poppins"/>
              </a:defRPr>
            </a:pPr>
            <a:r>
              <a:t>and let your trumpet sound.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REFRAIN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Rise, O rise, in splendor:</a:t>
            </a:r>
          </a:p>
          <a:p>
            <a:pPr algn="ctr">
              <a:lnSpc>
                <a:spcPct val="140000"/>
              </a:lnSpc>
              <a:spcAft>
                <a:spcPts val="1000"/>
              </a:spcAft>
              <a:defRPr sz="6900" b="1" i="0">
                <a:solidFill>
                  <a:srgbClr val="FFFFFF"/>
                </a:solidFill>
                <a:latin typeface="Poppins"/>
              </a:defRPr>
            </a:pPr>
            <a:r>
              <a:t>darkness now dissolves away,</a:t>
            </a:r>
          </a:p>
          <a:p>
            <a:pPr algn="ctr">
              <a:lnSpc>
                <a:spcPct val="140000"/>
              </a:lnSpc>
              <a:spcAft>
                <a:spcPts val="1000"/>
              </a:spcAft>
              <a:defRPr sz="6900" b="1" i="0">
                <a:solidFill>
                  <a:srgbClr val="FFFFFF"/>
                </a:solidFill>
                <a:latin typeface="Poppins"/>
              </a:defRPr>
            </a:pPr>
            <a:r>
              <a:t>as all creation joins to say,</a:t>
            </a:r>
          </a:p>
          <a:p>
            <a:pPr algn="ctr">
              <a:lnSpc>
                <a:spcPct val="140000"/>
              </a:lnSpc>
              <a:spcAft>
                <a:spcPts val="1000"/>
              </a:spcAft>
              <a:defRPr sz="6900" b="1" i="0">
                <a:solidFill>
                  <a:srgbClr val="FFFFFF"/>
                </a:solidFill>
                <a:latin typeface="Poppins"/>
              </a:defRPr>
            </a:pPr>
            <a:r>
              <a:t>"Alleluia!"</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REFRAIN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Praise to Yahweh, light of dawn,</a:t>
            </a:r>
          </a:p>
          <a:p>
            <a:pPr algn="ctr">
              <a:lnSpc>
                <a:spcPct val="140000"/>
              </a:lnSpc>
              <a:spcAft>
                <a:spcPts val="1000"/>
              </a:spcAft>
              <a:defRPr sz="6900" b="1" i="0">
                <a:solidFill>
                  <a:srgbClr val="FFFFFF"/>
                </a:solidFill>
                <a:latin typeface="Poppins"/>
              </a:defRPr>
            </a:pPr>
            <a:r>
              <a:t>rock and fortress, saving Son,</a:t>
            </a:r>
          </a:p>
          <a:p>
            <a:pPr algn="ctr">
              <a:lnSpc>
                <a:spcPct val="140000"/>
              </a:lnSpc>
              <a:spcAft>
                <a:spcPts val="1000"/>
              </a:spcAft>
              <a:defRPr sz="6900" b="1" i="0">
                <a:solidFill>
                  <a:srgbClr val="FFFFFF"/>
                </a:solidFill>
                <a:latin typeface="Poppins"/>
              </a:defRPr>
            </a:pPr>
            <a:r>
              <a:t>from the slave land let us run,</a:t>
            </a:r>
          </a:p>
          <a:p>
            <a:pPr algn="ctr">
              <a:lnSpc>
                <a:spcPct val="140000"/>
              </a:lnSpc>
              <a:spcAft>
                <a:spcPts val="1000"/>
              </a:spcAft>
              <a:defRPr sz="6900" b="1" i="0">
                <a:solidFill>
                  <a:srgbClr val="FFFFFF"/>
                </a:solidFill>
                <a:latin typeface="Poppins"/>
              </a:defRPr>
            </a:pPr>
            <a:r>
              <a:t>singing alleluia.</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REFRAIN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In the Name of the Father, and of the Son, and of the Holy Spirit.</a:t>
            </a:r>
          </a:p>
          <a:p>
            <a:pPr algn="l">
              <a:lnSpc>
                <a:spcPct val="140000"/>
              </a:lnSpc>
              <a:spcBef>
                <a:spcPts val="600"/>
              </a:spcBef>
              <a:spcAft>
                <a:spcPts val="800"/>
              </a:spcAft>
            </a:pPr>
            <a:r>
              <a:rPr sz="5400" b="1" i="0">
                <a:solidFill>
                  <a:srgbClr val="FFFFFF"/>
                </a:solidFill>
                <a:latin typeface="Poppins Black"/>
              </a:rPr>
              <a:t>ALL: Amen.</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Introductory Rites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Brethren (brothers and sisters), let us acknowledge our sins, and so prepare ourselves to celebrate the sacred mysteries.</a:t>
            </a:r>
          </a:p>
          <a:p>
            <a:pPr algn="l">
              <a:lnSpc>
                <a:spcPct val="140000"/>
              </a:lnSpc>
              <a:spcBef>
                <a:spcPts val="600"/>
              </a:spcBef>
              <a:spcAft>
                <a:spcPts val="800"/>
              </a:spcAft>
            </a:pPr>
            <a:r>
              <a:rPr sz="5400" b="1" i="0">
                <a:solidFill>
                  <a:srgbClr val="FFFFFF"/>
                </a:solidFill>
                <a:latin typeface="Poppins Black"/>
              </a:rPr>
              <a:t>ALL: I confess to almighty God</a:t>
            </a:r>
          </a:p>
          <a:p>
            <a:pPr algn="l">
              <a:lnSpc>
                <a:spcPct val="140000"/>
              </a:lnSpc>
              <a:spcAft>
                <a:spcPts val="800"/>
              </a:spcAft>
              <a:defRPr sz="5400" b="1" i="0">
                <a:solidFill>
                  <a:srgbClr val="FFFFFF"/>
                </a:solidFill>
                <a:latin typeface="Poppins SemiBold"/>
              </a:defRPr>
            </a:pPr>
            <a:r>
              <a:t>and to you, my brothers and sisters,</a:t>
            </a:r>
          </a:p>
          <a:p>
            <a:pPr algn="l">
              <a:lnSpc>
                <a:spcPct val="140000"/>
              </a:lnSpc>
              <a:spcAft>
                <a:spcPts val="800"/>
              </a:spcAft>
              <a:defRPr sz="5400" b="1" i="0">
                <a:solidFill>
                  <a:srgbClr val="FFFFFF"/>
                </a:solidFill>
                <a:latin typeface="Poppins SemiBold"/>
              </a:defRPr>
            </a:pPr>
            <a:r>
              <a:t>that I have greatly sinned,</a:t>
            </a:r>
          </a:p>
          <a:p>
            <a:pPr algn="l">
              <a:lnSpc>
                <a:spcPct val="140000"/>
              </a:lnSpc>
              <a:spcAft>
                <a:spcPts val="800"/>
              </a:spcAft>
              <a:defRPr sz="5400" b="1" i="0">
                <a:solidFill>
                  <a:srgbClr val="FFFFFF"/>
                </a:solidFill>
                <a:latin typeface="Poppins SemiBold"/>
              </a:defRPr>
            </a:pPr>
            <a:r>
              <a:t>in my thoughts and in my words,</a:t>
            </a:r>
          </a:p>
          <a:p>
            <a:pPr algn="l">
              <a:lnSpc>
                <a:spcPct val="140000"/>
              </a:lnSpc>
              <a:spcAft>
                <a:spcPts val="800"/>
              </a:spcAft>
              <a:defRPr sz="5400" b="1" i="0">
                <a:solidFill>
                  <a:srgbClr val="FFFFFF"/>
                </a:solidFill>
                <a:latin typeface="Poppins SemiBold"/>
              </a:defRPr>
            </a:pPr>
            <a:r>
              <a:t>in what I have done and in what I have failed to do,</a:t>
            </a:r>
          </a:p>
          <a:p>
            <a:pPr algn="l">
              <a:lnSpc>
                <a:spcPct val="140000"/>
              </a:lnSpc>
              <a:spcAft>
                <a:spcPts val="800"/>
              </a:spcAft>
              <a:defRPr sz="5400" b="1" i="0">
                <a:solidFill>
                  <a:srgbClr val="FFFFFF"/>
                </a:solidFill>
                <a:latin typeface="Poppins SemiBold"/>
              </a:defRPr>
            </a:pPr>
            <a:r>
              <a:t>through my fault, through my fault,</a:t>
            </a:r>
          </a:p>
          <a:p>
            <a:pPr algn="l">
              <a:lnSpc>
                <a:spcPct val="140000"/>
              </a:lnSpc>
              <a:spcAft>
                <a:spcPts val="800"/>
              </a:spcAft>
              <a:defRPr sz="5400" b="1" i="0">
                <a:solidFill>
                  <a:srgbClr val="FFFFFF"/>
                </a:solidFill>
                <a:latin typeface="Poppins SemiBold"/>
              </a:defRPr>
            </a:pPr>
            <a:r>
              <a:t>through my most grievous fault;</a:t>
            </a:r>
          </a:p>
          <a:p>
            <a:pPr algn="l">
              <a:lnSpc>
                <a:spcPct val="140000"/>
              </a:lnSpc>
              <a:spcAft>
                <a:spcPts val="800"/>
              </a:spcAft>
              <a:defRPr sz="5400" b="1" i="0">
                <a:solidFill>
                  <a:srgbClr val="FFFFFF"/>
                </a:solidFill>
                <a:latin typeface="Poppins SemiBold"/>
              </a:defRPr>
            </a:pPr>
            <a:r>
              <a:t>therefore I ask blessed Mary ever-Virgin,</a:t>
            </a:r>
          </a:p>
          <a:p>
            <a:pPr algn="l">
              <a:lnSpc>
                <a:spcPct val="140000"/>
              </a:lnSpc>
              <a:spcAft>
                <a:spcPts val="800"/>
              </a:spcAft>
              <a:defRPr sz="5400" b="1" i="0">
                <a:solidFill>
                  <a:srgbClr val="FFFFFF"/>
                </a:solidFill>
                <a:latin typeface="Poppins SemiBold"/>
              </a:defRPr>
            </a:pPr>
            <a:r>
              <a:t>all the Angels and Saints,</a:t>
            </a:r>
          </a:p>
          <a:p>
            <a:pPr algn="l">
              <a:lnSpc>
                <a:spcPct val="140000"/>
              </a:lnSpc>
              <a:spcAft>
                <a:spcPts val="800"/>
              </a:spcAft>
              <a:defRPr sz="5400" b="1" i="0">
                <a:solidFill>
                  <a:srgbClr val="FFFFFF"/>
                </a:solidFill>
                <a:latin typeface="Poppins SemiBold"/>
              </a:defRPr>
            </a:pPr>
            <a:r>
              <a:t>and you, my brothers and sisters,</a:t>
            </a:r>
          </a:p>
          <a:p>
            <a:pPr algn="l">
              <a:lnSpc>
                <a:spcPct val="140000"/>
              </a:lnSpc>
              <a:spcAft>
                <a:spcPts val="800"/>
              </a:spcAft>
              <a:defRPr sz="5400" b="1" i="0">
                <a:solidFill>
                  <a:srgbClr val="FFFFFF"/>
                </a:solidFill>
                <a:latin typeface="Poppins SemiBold"/>
              </a:defRPr>
            </a:pPr>
            <a:r>
              <a:t>to pray for me to the Lord our God.</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May almighty God have mercy on us, forgive us our sins, and bring us to everlasting life.</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Penitential Act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Lord, have mercy.</a:t>
            </a:r>
          </a:p>
          <a:p>
            <a:pPr algn="l">
              <a:lnSpc>
                <a:spcPct val="140000"/>
              </a:lnSpc>
              <a:spcBef>
                <a:spcPts val="600"/>
              </a:spcBef>
              <a:spcAft>
                <a:spcPts val="800"/>
              </a:spcAft>
            </a:pPr>
            <a:r>
              <a:rPr sz="5400" b="1" i="0">
                <a:solidFill>
                  <a:srgbClr val="FFFFFF"/>
                </a:solidFill>
                <a:latin typeface="Poppins Black"/>
              </a:rPr>
              <a:t>ALL: Lord, have mercy.</a:t>
            </a:r>
          </a:p>
          <a:p>
            <a:pPr algn="l">
              <a:lnSpc>
                <a:spcPct val="140000"/>
              </a:lnSpc>
              <a:spcBef>
                <a:spcPts val="600"/>
              </a:spcBef>
              <a:spcAft>
                <a:spcPts val="800"/>
              </a:spcAft>
            </a:pPr>
            <a:r>
              <a:rPr sz="5400" b="1" i="0">
                <a:solidFill>
                  <a:srgbClr val="FFFFFF"/>
                </a:solidFill>
                <a:latin typeface="Poppins Black"/>
              </a:rPr>
              <a:t>ALL: Christ, have mercy.</a:t>
            </a:r>
          </a:p>
          <a:p>
            <a:pPr algn="l">
              <a:lnSpc>
                <a:spcPct val="140000"/>
              </a:lnSpc>
              <a:spcBef>
                <a:spcPts val="600"/>
              </a:spcBef>
              <a:spcAft>
                <a:spcPts val="800"/>
              </a:spcAft>
            </a:pPr>
            <a:r>
              <a:rPr sz="5400" b="1" i="0">
                <a:solidFill>
                  <a:srgbClr val="FFFFFF"/>
                </a:solidFill>
                <a:latin typeface="Poppins Black"/>
              </a:rPr>
              <a:t>ALL: Christ, have mercy.</a:t>
            </a:r>
          </a:p>
          <a:p>
            <a:pPr algn="l">
              <a:lnSpc>
                <a:spcPct val="140000"/>
              </a:lnSpc>
              <a:spcBef>
                <a:spcPts val="600"/>
              </a:spcBef>
              <a:spcAft>
                <a:spcPts val="800"/>
              </a:spcAft>
            </a:pPr>
            <a:r>
              <a:rPr sz="5400" b="1" i="0">
                <a:solidFill>
                  <a:srgbClr val="FFFFFF"/>
                </a:solidFill>
                <a:latin typeface="Poppins Black"/>
              </a:rPr>
              <a:t>ALL: Lord, have mercy.</a:t>
            </a:r>
          </a:p>
          <a:p>
            <a:pPr algn="l">
              <a:lnSpc>
                <a:spcPct val="140000"/>
              </a:lnSpc>
              <a:spcBef>
                <a:spcPts val="600"/>
              </a:spcBef>
              <a:spcAft>
                <a:spcPts val="800"/>
              </a:spcAft>
            </a:pPr>
            <a:r>
              <a:rPr sz="5400" b="1" i="0">
                <a:solidFill>
                  <a:srgbClr val="FFFFFF"/>
                </a:solidFill>
                <a:latin typeface="Poppins Black"/>
              </a:rPr>
              <a:t>ALL: Lord, have mercy.</a:t>
            </a:r>
          </a:p>
          <a:p>
            <a:pPr algn="just">
              <a:lnSpc>
                <a:spcPct val="140000"/>
              </a:lnSpc>
              <a:spcAft>
                <a:spcPts val="800"/>
              </a:spcAft>
              <a:defRPr sz="4500" b="0" i="1">
                <a:solidFill>
                  <a:srgbClr val="FFDE59"/>
                </a:solidFill>
                <a:latin typeface="Lora"/>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Kyrie Eleison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Glory to God in the highest,</a:t>
            </a:r>
          </a:p>
          <a:p>
            <a:pPr algn="l">
              <a:lnSpc>
                <a:spcPct val="140000"/>
              </a:lnSpc>
              <a:spcAft>
                <a:spcPts val="800"/>
              </a:spcAft>
              <a:defRPr sz="5400" b="1" i="0">
                <a:solidFill>
                  <a:srgbClr val="FFFFFF"/>
                </a:solidFill>
                <a:latin typeface="Poppins SemiBold"/>
              </a:defRPr>
            </a:pPr>
            <a:r>
              <a:t>and on earth peace to people of good will.</a:t>
            </a:r>
          </a:p>
          <a:p>
            <a:pPr algn="l">
              <a:lnSpc>
                <a:spcPct val="140000"/>
              </a:lnSpc>
              <a:spcAft>
                <a:spcPts val="800"/>
              </a:spcAft>
              <a:defRPr sz="5400" b="1" i="0">
                <a:solidFill>
                  <a:srgbClr val="FFFFFF"/>
                </a:solidFill>
                <a:latin typeface="Poppins SemiBold"/>
              </a:defRPr>
            </a:pPr>
            <a:r>
              <a:t>We praise you, we bless you, we adore you,</a:t>
            </a:r>
          </a:p>
          <a:p>
            <a:pPr algn="l">
              <a:lnSpc>
                <a:spcPct val="140000"/>
              </a:lnSpc>
              <a:spcAft>
                <a:spcPts val="800"/>
              </a:spcAft>
              <a:defRPr sz="5400" b="1" i="0">
                <a:solidFill>
                  <a:srgbClr val="FFFFFF"/>
                </a:solidFill>
                <a:latin typeface="Poppins SemiBold"/>
              </a:defRPr>
            </a:pPr>
            <a:r>
              <a:t>we glorify you, we give you thanks</a:t>
            </a:r>
          </a:p>
          <a:p>
            <a:pPr algn="l">
              <a:lnSpc>
                <a:spcPct val="140000"/>
              </a:lnSpc>
              <a:spcAft>
                <a:spcPts val="800"/>
              </a:spcAft>
              <a:defRPr sz="5400" b="1" i="0">
                <a:solidFill>
                  <a:srgbClr val="FFFFFF"/>
                </a:solidFill>
                <a:latin typeface="Poppins SemiBold"/>
              </a:defRPr>
            </a:pPr>
            <a:r>
              <a:t>for your great glory,</a:t>
            </a:r>
          </a:p>
          <a:p>
            <a:pPr algn="l">
              <a:lnSpc>
                <a:spcPct val="140000"/>
              </a:lnSpc>
              <a:spcAft>
                <a:spcPts val="800"/>
              </a:spcAft>
              <a:defRPr sz="5400" b="1" i="0">
                <a:solidFill>
                  <a:srgbClr val="FFFFFF"/>
                </a:solidFill>
                <a:latin typeface="Poppins SemiBold"/>
              </a:defRPr>
            </a:pPr>
            <a:r>
              <a:t>Lord God, heavenly King, O God, almighty Father.</a:t>
            </a:r>
          </a:p>
          <a:p>
            <a:pPr algn="l">
              <a:lnSpc>
                <a:spcPct val="140000"/>
              </a:lnSpc>
              <a:spcAft>
                <a:spcPts val="800"/>
              </a:spcAft>
              <a:defRPr sz="5400" b="1" i="0">
                <a:solidFill>
                  <a:srgbClr val="FFFFFF"/>
                </a:solidFill>
                <a:latin typeface="Poppins SemiBold"/>
              </a:defRPr>
            </a:pPr>
            <a:r>
              <a:t>Lord Jesus Christ, Only Begotten Son,</a:t>
            </a:r>
          </a:p>
          <a:p>
            <a:pPr algn="l">
              <a:lnSpc>
                <a:spcPct val="140000"/>
              </a:lnSpc>
              <a:spcAft>
                <a:spcPts val="800"/>
              </a:spcAft>
              <a:defRPr sz="5400" b="1" i="0">
                <a:solidFill>
                  <a:srgbClr val="FFFFFF"/>
                </a:solidFill>
                <a:latin typeface="Poppins SemiBold"/>
              </a:defRPr>
            </a:pPr>
            <a:r>
              <a:t>Lord God, Lamb of God, Son of the Father,</a:t>
            </a:r>
          </a:p>
          <a:p>
            <a:pPr algn="l">
              <a:lnSpc>
                <a:spcPct val="140000"/>
              </a:lnSpc>
              <a:spcAft>
                <a:spcPts val="800"/>
              </a:spcAft>
              <a:defRPr sz="5400" b="1" i="0">
                <a:solidFill>
                  <a:srgbClr val="FFFFFF"/>
                </a:solidFill>
                <a:latin typeface="Poppins SemiBold"/>
              </a:defRPr>
            </a:pPr>
            <a:r>
              <a:t>you take away the sins of the world, have mercy on us;</a:t>
            </a:r>
          </a:p>
          <a:p>
            <a:pPr algn="l">
              <a:lnSpc>
                <a:spcPct val="140000"/>
              </a:lnSpc>
              <a:spcAft>
                <a:spcPts val="800"/>
              </a:spcAft>
              <a:defRPr sz="5400" b="1" i="0">
                <a:solidFill>
                  <a:srgbClr val="FFFFFF"/>
                </a:solidFill>
                <a:latin typeface="Poppins SemiBold"/>
              </a:defRPr>
            </a:pPr>
            <a:r>
              <a:t>you take away the sins of the world, receive our prayer;</a:t>
            </a:r>
          </a:p>
          <a:p>
            <a:pPr algn="l">
              <a:lnSpc>
                <a:spcPct val="140000"/>
              </a:lnSpc>
              <a:spcAft>
                <a:spcPts val="800"/>
              </a:spcAft>
              <a:defRPr sz="5400" b="1" i="0">
                <a:solidFill>
                  <a:srgbClr val="FFFFFF"/>
                </a:solidFill>
                <a:latin typeface="Poppins SemiBold"/>
              </a:defRPr>
            </a:pPr>
            <a:r>
              <a:t>you are seated at the right hand of the Father, have mercy on us.</a:t>
            </a:r>
          </a:p>
          <a:p>
            <a:pPr algn="l">
              <a:lnSpc>
                <a:spcPct val="140000"/>
              </a:lnSpc>
              <a:spcAft>
                <a:spcPts val="800"/>
              </a:spcAft>
              <a:defRPr sz="5400" b="1" i="0">
                <a:solidFill>
                  <a:srgbClr val="FFFFFF"/>
                </a:solidFill>
                <a:latin typeface="Poppins SemiBold"/>
              </a:defRPr>
            </a:pPr>
            <a:r>
              <a:t>For you alone are the Holy One,</a:t>
            </a:r>
          </a:p>
          <a:p>
            <a:pPr algn="l">
              <a:lnSpc>
                <a:spcPct val="140000"/>
              </a:lnSpc>
              <a:spcAft>
                <a:spcPts val="800"/>
              </a:spcAft>
              <a:defRPr sz="5400" b="1" i="0">
                <a:solidFill>
                  <a:srgbClr val="FFFFFF"/>
                </a:solidFill>
                <a:latin typeface="Poppins SemiBold"/>
              </a:defRPr>
            </a:pPr>
            <a:r>
              <a:t>you alone are the Lord,</a:t>
            </a:r>
          </a:p>
          <a:p>
            <a:pPr algn="l">
              <a:lnSpc>
                <a:spcPct val="140000"/>
              </a:lnSpc>
              <a:spcAft>
                <a:spcPts val="800"/>
              </a:spcAft>
              <a:defRPr sz="5400" b="1" i="0">
                <a:solidFill>
                  <a:srgbClr val="FFFFFF"/>
                </a:solidFill>
                <a:latin typeface="Poppins SemiBold"/>
              </a:defRPr>
            </a:pPr>
            <a:r>
              <a:t>you alone are the Most High,</a:t>
            </a:r>
          </a:p>
          <a:p>
            <a:pPr algn="l">
              <a:lnSpc>
                <a:spcPct val="140000"/>
              </a:lnSpc>
              <a:spcAft>
                <a:spcPts val="800"/>
              </a:spcAft>
              <a:defRPr sz="5400" b="1" i="0">
                <a:solidFill>
                  <a:srgbClr val="FFFFFF"/>
                </a:solidFill>
                <a:latin typeface="Poppins SemiBold"/>
              </a:defRPr>
            </a:pPr>
            <a:r>
              <a:t>Jesus Christ,</a:t>
            </a:r>
          </a:p>
          <a:p>
            <a:pPr algn="l">
              <a:lnSpc>
                <a:spcPct val="140000"/>
              </a:lnSpc>
              <a:spcAft>
                <a:spcPts val="800"/>
              </a:spcAft>
              <a:defRPr sz="5400" b="1" i="0">
                <a:solidFill>
                  <a:srgbClr val="FFFFFF"/>
                </a:solidFill>
                <a:latin typeface="Poppins SemiBold"/>
              </a:defRPr>
            </a:pPr>
            <a:r>
              <a:t>with the Holy Spirit,</a:t>
            </a:r>
          </a:p>
          <a:p>
            <a:pPr algn="l">
              <a:lnSpc>
                <a:spcPct val="140000"/>
              </a:lnSpc>
              <a:spcAft>
                <a:spcPts val="800"/>
              </a:spcAft>
              <a:defRPr sz="5400" b="1" i="0">
                <a:solidFill>
                  <a:srgbClr val="FFFFFF"/>
                </a:solidFill>
                <a:latin typeface="Poppins SemiBold"/>
              </a:defRPr>
            </a:pPr>
            <a:r>
              <a:t>in the glory of God the Father.</a:t>
            </a:r>
          </a:p>
          <a:p>
            <a:pPr algn="l">
              <a:lnSpc>
                <a:spcPct val="140000"/>
              </a:lnSpc>
              <a:spcAft>
                <a:spcPts val="800"/>
              </a:spcAft>
              <a:defRPr sz="5400" b="1" i="0">
                <a:solidFill>
                  <a:srgbClr val="FFFFFF"/>
                </a:solidFill>
                <a:latin typeface="Poppins SemiBold"/>
              </a:defRPr>
            </a:pPr>
            <a:r>
              <a:t>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Gloria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Let us pray.</a:t>
            </a:r>
          </a:p>
          <a:p>
            <a:pPr algn="just">
              <a:lnSpc>
                <a:spcPct val="140000"/>
              </a:lnSpc>
              <a:spcAft>
                <a:spcPts val="800"/>
              </a:spcAft>
              <a:defRPr sz="4500" b="0" i="1">
                <a:solidFill>
                  <a:srgbClr val="FFDE59"/>
                </a:solidFill>
                <a:latin typeface="Lora"/>
              </a:defRPr>
            </a:pPr>
            <a:r>
              <a:t>All pray silently with the Priest for a moment. Then the Priest says the Collect for the day, that is, the Opening Prayer, in full from the Roman Missal for this celebration—nothing abbreviated. The people respond at the end.</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Autofit/>
          </a:bodyPr>
          <a:lstStyle/>
          <a:p>
            <a:pPr algn="ctr">
              <a:lnSpc>
                <a:spcPct val="140000"/>
              </a:lnSpc>
              <a:defRPr sz="5600" b="1" i="0">
                <a:solidFill>
                  <a:srgbClr val="FFFFFF"/>
                </a:solidFill>
                <a:latin typeface="Alegreya Sans SC"/>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First Reading (Exodus 17:3-7)</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Exodus 17:3-7</a:t>
            </a:r>
          </a:p>
        </p:txBody>
      </p:sp>
      <p:sp>
        <p:nvSpPr>
          <p:cNvPr id="7" name="TextBox 6"/>
          <p:cNvSpPr txBox="1"/>
          <p:nvPr/>
        </p:nvSpPr>
        <p:spPr>
          <a:xfrm>
            <a:off x="1163709" y="3592614"/>
            <a:ext cx="16253615" cy="5779986"/>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Full text was not loaded from bible.usccb.org. Open today’s readings for this date and paste if needed.</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Responsorial Psalm (Psalm 95:1-2, 6-7, 8-9)</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Psalm 95:1-2, 6-7, 8-9</a:t>
            </a:r>
          </a:p>
        </p:txBody>
      </p:sp>
      <p:sp>
        <p:nvSpPr>
          <p:cNvPr id="7" name="TextBox 6"/>
          <p:cNvSpPr txBox="1"/>
          <p:nvPr/>
        </p:nvSpPr>
        <p:spPr>
          <a:xfrm>
            <a:off x="1163709" y="3592614"/>
            <a:ext cx="16253615" cy="5779986"/>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Full text was not loaded from bible.usccb.org. Open today’s readings for this date and paste if needed.</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1097280"/>
          </a:xfrm>
          <a:prstGeom prst="rect">
            <a:avLst/>
          </a:prstGeom>
          <a:noFill/>
        </p:spPr>
        <p:txBody>
          <a:bodyPr wrap="square" lIns="0" rIns="0" tIns="0" bIns="0">
            <a:noAutofit/>
          </a:bodyPr>
          <a:lstStyle/>
          <a:p>
            <a:pPr algn="ctr">
              <a:lnSpc>
                <a:spcPct val="140000"/>
              </a:lnSpc>
              <a:defRPr sz="5200" b="1" i="0">
                <a:solidFill>
                  <a:srgbClr val="FFFFFF"/>
                </a:solidFill>
                <a:latin typeface="Alegreya Sans SC"/>
              </a:defRPr>
            </a:pPr>
            <a:r>
              <a:t>Liturgy of the Word</a:t>
            </a:r>
          </a:p>
        </p:txBody>
      </p:sp>
      <p:sp>
        <p:nvSpPr>
          <p:cNvPr id="5" name="TextBox 4"/>
          <p:cNvSpPr txBox="1"/>
          <p:nvPr/>
        </p:nvSpPr>
        <p:spPr>
          <a:xfrm>
            <a:off x="1163709" y="2147862"/>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Second Reading (Romans 5:1-2, 5-8)</a:t>
            </a:r>
          </a:p>
        </p:txBody>
      </p:sp>
      <p:sp>
        <p:nvSpPr>
          <p:cNvPr id="6" name="TextBox 5"/>
          <p:cNvSpPr txBox="1"/>
          <p:nvPr/>
        </p:nvSpPr>
        <p:spPr>
          <a:xfrm>
            <a:off x="1163709" y="3007398"/>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Romans 5:1-2, 5-8</a:t>
            </a:r>
          </a:p>
        </p:txBody>
      </p:sp>
      <p:sp>
        <p:nvSpPr>
          <p:cNvPr id="7" name="TextBox 6"/>
          <p:cNvSpPr txBox="1"/>
          <p:nvPr/>
        </p:nvSpPr>
        <p:spPr>
          <a:xfrm>
            <a:off x="1163709" y="3592614"/>
            <a:ext cx="16253615" cy="5779986"/>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Full text was not loaded from bible.usccb.org. Open today’s readings for this date and paste if needed.</a:t>
            </a:r>
          </a:p>
        </p:txBody>
      </p:sp>
      <p:sp>
        <p:nvSpPr>
          <p:cNvPr id="8" name="TextBox 7"/>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ALLELUIA! ALLELUIA! ALLELUIA! ALLELUIA!</a:t>
            </a:r>
          </a:p>
          <a:p>
            <a:pPr algn="just">
              <a:lnSpc>
                <a:spcPct val="140000"/>
              </a:lnSpc>
              <a:spcAft>
                <a:spcPts val="800"/>
              </a:spcAft>
              <a:defRPr sz="4500" b="0" i="1">
                <a:solidFill>
                  <a:srgbClr val="FFDE59"/>
                </a:solidFill>
                <a:latin typeface="Lora"/>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a:p>
            <a:pPr algn="just">
              <a:lnSpc>
                <a:spcPct val="140000"/>
              </a:lnSpc>
              <a:spcAft>
                <a:spcPts val="800"/>
              </a:spcAft>
              <a:defRPr sz="4500" b="0" i="1">
                <a:solidFill>
                  <a:srgbClr val="FFDE59"/>
                </a:solidFill>
                <a:latin typeface="Lora"/>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l">
              <a:lnSpc>
                <a:spcPct val="140000"/>
              </a:lnSpc>
              <a:spcBef>
                <a:spcPts val="600"/>
              </a:spcBef>
              <a:spcAft>
                <a:spcPts val="800"/>
              </a:spcAft>
            </a:pPr>
            <a:r>
              <a:rPr sz="5400" b="1" i="0">
                <a:solidFill>
                  <a:srgbClr val="FFFFFF"/>
                </a:solidFill>
                <a:latin typeface="Poppins Black"/>
              </a:rPr>
              <a:t>ALL: Glory to you, O Lord.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John 4:5-42</a:t>
            </a:r>
          </a:p>
          <a:p>
            <a:pPr algn="just">
              <a:lnSpc>
                <a:spcPct val="140000"/>
              </a:lnSpc>
              <a:spcAft>
                <a:spcPts val="800"/>
              </a:spcAft>
              <a:defRPr sz="4500" b="0" i="1">
                <a:solidFill>
                  <a:srgbClr val="FFDE59"/>
                </a:solidFill>
                <a:latin typeface="Lora"/>
              </a:defRPr>
            </a:pPr>
          </a:p>
          <a:p>
            <a:pPr algn="l">
              <a:lnSpc>
                <a:spcPct val="140000"/>
              </a:lnSpc>
              <a:spcBef>
                <a:spcPts val="600"/>
              </a:spcBef>
              <a:spcAft>
                <a:spcPts val="800"/>
              </a:spcAft>
            </a:pPr>
            <a:r>
              <a:rPr sz="5400" b="1" i="0">
                <a:solidFill>
                  <a:srgbClr val="FFFFFF"/>
                </a:solidFill>
                <a:latin typeface="Poppins Black"/>
              </a:rPr>
              <a:t>ALL: “Give me a drink.”</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a:t>
            </a:r>
          </a:p>
        </p:txBody>
      </p:sp>
      <p:sp>
        <p:nvSpPr>
          <p:cNvPr id="5" name="TextBox 4"/>
          <p:cNvSpPr txBox="1"/>
          <p:nvPr/>
        </p:nvSpPr>
        <p:spPr>
          <a:xfrm>
            <a:off x="1163709" y="1836966"/>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John 4:5-42  ·  slide 1 of 5</a:t>
            </a:r>
          </a:p>
        </p:txBody>
      </p:sp>
      <p:sp>
        <p:nvSpPr>
          <p:cNvPr id="6" name="TextBox 5"/>
          <p:cNvSpPr txBox="1"/>
          <p:nvPr/>
        </p:nvSpPr>
        <p:spPr>
          <a:xfrm>
            <a:off x="1163709" y="2422182"/>
            <a:ext cx="16253615" cy="6950418"/>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So he came to a city of Samaria, called Sychar, near the parcel of ground that Jacob gave to his son, Joseph. Jacob’s well was there. Jesus therefore, being tired from his journey, sat down by the well. It was about the sixth hour. A woman of Samaria came to draw water. Jesus said to her, “Give me a drink.” For his disciples had gone away into the city to buy food. The Samaritan woman therefore said to him, “How is it that you, being a Jew, ask for a drink from me, a Samaritan woman?” (For Jews have no dealings with Samaritans.) Jesus answered her, “If you knew the gift of God, and who it is who says to you, ‘Give me a drink,’ you would have asked him, and he would have given you living water.” The woman said to him, “Sir, you have nothing to draw with, and the well is deep. So where do you get that living water?</a:t>
            </a:r>
          </a:p>
        </p:txBody>
      </p:sp>
      <p:sp>
        <p:nvSpPr>
          <p:cNvPr id="7" name="TextBox 6"/>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 (continued)</a:t>
            </a:r>
          </a:p>
        </p:txBody>
      </p:sp>
      <p:sp>
        <p:nvSpPr>
          <p:cNvPr id="5" name="TextBox 4"/>
          <p:cNvSpPr txBox="1"/>
          <p:nvPr/>
        </p:nvSpPr>
        <p:spPr>
          <a:xfrm>
            <a:off x="1163709" y="1836966"/>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John 4:5-42  ·  slide 2 of 5</a:t>
            </a:r>
          </a:p>
        </p:txBody>
      </p:sp>
      <p:sp>
        <p:nvSpPr>
          <p:cNvPr id="6" name="TextBox 5"/>
          <p:cNvSpPr txBox="1"/>
          <p:nvPr/>
        </p:nvSpPr>
        <p:spPr>
          <a:xfrm>
            <a:off x="1163709" y="2422182"/>
            <a:ext cx="16253615" cy="6950418"/>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Are you greater than our father, Jacob, who gave us the well, and drank of it himself, as did his children, and his livestock?” Jesus answered her, “Everyone who drinks of this water will thirst again, but whoever drinks of the water that I will give him will never thirst again; but the water that I will give him will become in him a well of water springing up to eternal life.” The woman said to him, “Sir, give me this water, so that I don’t get thirsty, neither come all the way here to draw.” Jesus said to her, “Go, call your husband, and come here.” The woman answered, “I have no husband.” Jesus said to her, “You said well, ‘I have no husband,’ for you have had five husbands; and he whom you now have is not your husband. This you have said truly.” The woman said to him, “Sir, I perceive that you are a prophet.</a:t>
            </a:r>
          </a:p>
        </p:txBody>
      </p:sp>
      <p:sp>
        <p:nvSpPr>
          <p:cNvPr id="7" name="TextBox 6"/>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 (continued)</a:t>
            </a:r>
          </a:p>
        </p:txBody>
      </p:sp>
      <p:sp>
        <p:nvSpPr>
          <p:cNvPr id="5" name="TextBox 4"/>
          <p:cNvSpPr txBox="1"/>
          <p:nvPr/>
        </p:nvSpPr>
        <p:spPr>
          <a:xfrm>
            <a:off x="1163709" y="1836966"/>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John 4:5-42  ·  slide 3 of 5</a:t>
            </a:r>
          </a:p>
        </p:txBody>
      </p:sp>
      <p:sp>
        <p:nvSpPr>
          <p:cNvPr id="6" name="TextBox 5"/>
          <p:cNvSpPr txBox="1"/>
          <p:nvPr/>
        </p:nvSpPr>
        <p:spPr>
          <a:xfrm>
            <a:off x="1163709" y="2422182"/>
            <a:ext cx="16253615" cy="6950418"/>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Our fathers worshiped in this mountain, and you Jews say that in Jerusalem is the place where people ought to worship.” Jesus said to her, “Woman, believe me, the hour comes, when neither in this mountain, nor in Jerusalem, will you worship the Father. You worship that which you don’t know. We worship that which we know; for salvation is from the Jews. But the hour comes, and now is, when the true worshipers will worship the Father in spirit and truth, for the Father seeks such to be his worshipers. God is spirit, and those who worship him must worship in spirit and truth.” The woman said to him, “I know that Messiah comes, he who is called Christ. When he has come, he will declare to us all things.” Jesus said to her, “I am he, the one who speaks to you.” At this, his disciples came.</a:t>
            </a:r>
          </a:p>
        </p:txBody>
      </p:sp>
      <p:sp>
        <p:nvSpPr>
          <p:cNvPr id="7" name="TextBox 6"/>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 (continued)</a:t>
            </a:r>
          </a:p>
        </p:txBody>
      </p:sp>
      <p:sp>
        <p:nvSpPr>
          <p:cNvPr id="5" name="TextBox 4"/>
          <p:cNvSpPr txBox="1"/>
          <p:nvPr/>
        </p:nvSpPr>
        <p:spPr>
          <a:xfrm>
            <a:off x="1163709" y="1836966"/>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John 4:5-42  ·  slide 4 of 5</a:t>
            </a:r>
          </a:p>
        </p:txBody>
      </p:sp>
      <p:sp>
        <p:nvSpPr>
          <p:cNvPr id="6" name="TextBox 5"/>
          <p:cNvSpPr txBox="1"/>
          <p:nvPr/>
        </p:nvSpPr>
        <p:spPr>
          <a:xfrm>
            <a:off x="1163709" y="2422182"/>
            <a:ext cx="16253615" cy="6950418"/>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They marveled that he was speaking with a woman; yet no one said, “What are you looking for?” or, “Why do you speak with her?” So the woman left her water pot, and went away into the city, and said to the people, “Come, see a man who told me everything that I did. Can this be the Christ?” They went out of the city, and were coming to him. In the meanwhile, the disciples urged him, saying, “Rabbi, eat.” But he said to them, “I have food to eat that you don’t know about.” The disciples therefore said to one another, “Has anyone brought him something to eat?” Jesus said to them, “My food is to do the will of him who sent me, and to accomplish his work. Don’t you say, ‘There are yet four months until the harvest?’ Behold, I tell you, lift up your eyes, and look at the fields, that they are white for harvest already.</a:t>
            </a:r>
          </a:p>
        </p:txBody>
      </p:sp>
      <p:sp>
        <p:nvSpPr>
          <p:cNvPr id="7" name="TextBox 6"/>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77430"/>
            <a:ext cx="16253615" cy="804672"/>
          </a:xfrm>
          <a:prstGeom prst="rect">
            <a:avLst/>
          </a:prstGeom>
          <a:noFill/>
        </p:spPr>
        <p:txBody>
          <a:bodyPr wrap="square" lIns="0" rIns="0" tIns="0" bIns="0">
            <a:noAutofit/>
          </a:bodyPr>
          <a:lstStyle/>
          <a:p>
            <a:pPr algn="ctr">
              <a:defRPr sz="4600" b="1" i="0">
                <a:solidFill>
                  <a:srgbClr val="FFB800"/>
                </a:solidFill>
                <a:latin typeface="Poppins"/>
              </a:defRPr>
            </a:pPr>
            <a:r>
              <a:t>Gospel (continued)</a:t>
            </a:r>
          </a:p>
        </p:txBody>
      </p:sp>
      <p:sp>
        <p:nvSpPr>
          <p:cNvPr id="5" name="TextBox 4"/>
          <p:cNvSpPr txBox="1"/>
          <p:nvPr/>
        </p:nvSpPr>
        <p:spPr>
          <a:xfrm>
            <a:off x="1163709" y="1836966"/>
            <a:ext cx="16253615" cy="475488"/>
          </a:xfrm>
          <a:prstGeom prst="rect">
            <a:avLst/>
          </a:prstGeom>
          <a:noFill/>
        </p:spPr>
        <p:txBody>
          <a:bodyPr wrap="square" lIns="0" rIns="0" tIns="0" bIns="0">
            <a:noAutofit/>
          </a:bodyPr>
          <a:lstStyle/>
          <a:p>
            <a:pPr algn="ctr">
              <a:defRPr sz="2200" b="0" i="0">
                <a:solidFill>
                  <a:srgbClr val="FFFFFF"/>
                </a:solidFill>
                <a:latin typeface="Poppins"/>
              </a:defRPr>
            </a:pPr>
            <a:r>
              <a:t>John 4:5-42  ·  slide 5 of 5</a:t>
            </a:r>
          </a:p>
        </p:txBody>
      </p:sp>
      <p:sp>
        <p:nvSpPr>
          <p:cNvPr id="6" name="TextBox 5"/>
          <p:cNvSpPr txBox="1"/>
          <p:nvPr/>
        </p:nvSpPr>
        <p:spPr>
          <a:xfrm>
            <a:off x="1163709" y="2422182"/>
            <a:ext cx="16253615" cy="6950418"/>
          </a:xfrm>
          <a:prstGeom prst="rect">
            <a:avLst/>
          </a:prstGeom>
          <a:noFill/>
        </p:spPr>
        <p:txBody>
          <a:bodyPr wrap="square" lIns="0" rIns="0" tIns="0" bIns="0">
            <a:noAutofit/>
          </a:bodyPr>
          <a:lstStyle/>
          <a:p>
            <a:pPr algn="ctr">
              <a:lnSpc>
                <a:spcPct val="140000"/>
              </a:lnSpc>
              <a:spcAft>
                <a:spcPts val="500"/>
              </a:spcAft>
              <a:defRPr sz="4400" b="0" i="1">
                <a:solidFill>
                  <a:srgbClr val="FFF8EB"/>
                </a:solidFill>
                <a:latin typeface="Alice"/>
              </a:defRPr>
            </a:pPr>
            <a:r>
              <a:t>He who reaps receives wages, and gathers fruit to eternal life; that both he who sows and he who reaps may rejoice together. For in this the saying is true, ‘One sows, and another reaps.’ I sent you to reap that for which you haven’t labored. Others have labored, and you have entered into their labor.” From that city many of the Samaritans believed in him because of the word of the woman, who testified, “He told me everything that I did.” So when the Samaritans came to him, they begged him to stay with them. He stayed there two days. Many more believed because of his word. They said to the woman, “Now we believe, not because of your speaking; for we have heard for ourselves, and know that this is indeed the Christ, the Savior of the world.”</a:t>
            </a:r>
          </a:p>
        </p:txBody>
      </p:sp>
      <p:sp>
        <p:nvSpPr>
          <p:cNvPr id="7" name="TextBox 6"/>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Gospel of the Lord.</a:t>
            </a:r>
          </a:p>
          <a:p>
            <a:pPr algn="l">
              <a:lnSpc>
                <a:spcPct val="140000"/>
              </a:lnSpc>
              <a:spcBef>
                <a:spcPts val="600"/>
              </a:spcBef>
              <a:spcAft>
                <a:spcPts val="800"/>
              </a:spcAft>
            </a:pPr>
            <a:r>
              <a:rPr sz="5400" b="1" i="0">
                <a:solidFill>
                  <a:srgbClr val="FFFFFF"/>
                </a:solidFill>
                <a:latin typeface="Poppins Black"/>
              </a:rPr>
              <a:t>ALL: Praise to you, Lord Jesus Christ.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Gospel Acclamation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Time for the homily — Father will now preach.</a:t>
            </a:r>
          </a:p>
          <a:p>
            <a:pPr algn="just">
              <a:lnSpc>
                <a:spcPct val="140000"/>
              </a:lnSpc>
              <a:spcAft>
                <a:spcPts val="800"/>
              </a:spcAft>
              <a:defRPr sz="4500" b="0" i="1">
                <a:solidFill>
                  <a:srgbClr val="FFDE59"/>
                </a:solidFill>
                <a:latin typeface="Lora"/>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Homily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I believe in one God,</a:t>
            </a:r>
          </a:p>
          <a:p>
            <a:pPr algn="l">
              <a:lnSpc>
                <a:spcPct val="140000"/>
              </a:lnSpc>
              <a:spcAft>
                <a:spcPts val="800"/>
              </a:spcAft>
              <a:defRPr sz="5400" b="1" i="0">
                <a:solidFill>
                  <a:srgbClr val="FFFFFF"/>
                </a:solidFill>
                <a:latin typeface="Poppins SemiBold"/>
              </a:defRPr>
            </a:pPr>
            <a:r>
              <a:t>the Father almighty,</a:t>
            </a:r>
          </a:p>
          <a:p>
            <a:pPr algn="l">
              <a:lnSpc>
                <a:spcPct val="140000"/>
              </a:lnSpc>
              <a:spcAft>
                <a:spcPts val="800"/>
              </a:spcAft>
              <a:defRPr sz="5400" b="1" i="0">
                <a:solidFill>
                  <a:srgbClr val="FFFFFF"/>
                </a:solidFill>
                <a:latin typeface="Poppins SemiBold"/>
              </a:defRPr>
            </a:pPr>
            <a:r>
              <a:t>maker of heaven and earth,</a:t>
            </a:r>
          </a:p>
          <a:p>
            <a:pPr algn="l">
              <a:lnSpc>
                <a:spcPct val="140000"/>
              </a:lnSpc>
              <a:spcAft>
                <a:spcPts val="800"/>
              </a:spcAft>
              <a:defRPr sz="5400" b="1" i="0">
                <a:solidFill>
                  <a:srgbClr val="FFFFFF"/>
                </a:solidFill>
                <a:latin typeface="Poppins SemiBold"/>
              </a:defRPr>
            </a:pPr>
            <a:r>
              <a:t>of all things visible and invisible.</a:t>
            </a:r>
          </a:p>
          <a:p>
            <a:pPr algn="l">
              <a:lnSpc>
                <a:spcPct val="140000"/>
              </a:lnSpc>
              <a:spcAft>
                <a:spcPts val="800"/>
              </a:spcAft>
              <a:defRPr sz="5400" b="1" i="0">
                <a:solidFill>
                  <a:srgbClr val="FFFFFF"/>
                </a:solidFill>
                <a:latin typeface="Poppins SemiBold"/>
              </a:defRPr>
            </a:pPr>
            <a:r>
              <a:t>I believe in one Lord Jesus Christ,</a:t>
            </a:r>
          </a:p>
          <a:p>
            <a:pPr algn="l">
              <a:lnSpc>
                <a:spcPct val="140000"/>
              </a:lnSpc>
              <a:spcAft>
                <a:spcPts val="800"/>
              </a:spcAft>
              <a:defRPr sz="5400" b="1" i="0">
                <a:solidFill>
                  <a:srgbClr val="FFFFFF"/>
                </a:solidFill>
                <a:latin typeface="Poppins SemiBold"/>
              </a:defRPr>
            </a:pPr>
            <a:r>
              <a:t>the Only Begotten Son of God,</a:t>
            </a:r>
          </a:p>
          <a:p>
            <a:pPr algn="l">
              <a:lnSpc>
                <a:spcPct val="140000"/>
              </a:lnSpc>
              <a:spcAft>
                <a:spcPts val="800"/>
              </a:spcAft>
              <a:defRPr sz="5400" b="1" i="0">
                <a:solidFill>
                  <a:srgbClr val="FFFFFF"/>
                </a:solidFill>
                <a:latin typeface="Poppins SemiBold"/>
              </a:defRPr>
            </a:pPr>
            <a:r>
              <a:t>born of the Father before all ages.</a:t>
            </a:r>
          </a:p>
          <a:p>
            <a:pPr algn="l">
              <a:lnSpc>
                <a:spcPct val="140000"/>
              </a:lnSpc>
              <a:spcAft>
                <a:spcPts val="800"/>
              </a:spcAft>
              <a:defRPr sz="5400" b="1" i="0">
                <a:solidFill>
                  <a:srgbClr val="FFFFFF"/>
                </a:solidFill>
                <a:latin typeface="Poppins SemiBold"/>
              </a:defRPr>
            </a:pPr>
            <a:r>
              <a:t>God from God, Light from Light,</a:t>
            </a:r>
          </a:p>
          <a:p>
            <a:pPr algn="l">
              <a:lnSpc>
                <a:spcPct val="140000"/>
              </a:lnSpc>
              <a:spcAft>
                <a:spcPts val="800"/>
              </a:spcAft>
              <a:defRPr sz="5400" b="1" i="0">
                <a:solidFill>
                  <a:srgbClr val="FFFFFF"/>
                </a:solidFill>
                <a:latin typeface="Poppins SemiBold"/>
              </a:defRPr>
            </a:pPr>
            <a:r>
              <a:t>true God from true God,</a:t>
            </a:r>
          </a:p>
          <a:p>
            <a:pPr algn="l">
              <a:lnSpc>
                <a:spcPct val="140000"/>
              </a:lnSpc>
              <a:spcAft>
                <a:spcPts val="800"/>
              </a:spcAft>
              <a:defRPr sz="5400" b="1" i="0">
                <a:solidFill>
                  <a:srgbClr val="FFFFFF"/>
                </a:solidFill>
                <a:latin typeface="Poppins SemiBold"/>
              </a:defRPr>
            </a:pPr>
            <a:r>
              <a:t>begotten, not made, consubstantial with the Father;</a:t>
            </a:r>
          </a:p>
          <a:p>
            <a:pPr algn="l">
              <a:lnSpc>
                <a:spcPct val="140000"/>
              </a:lnSpc>
              <a:spcAft>
                <a:spcPts val="800"/>
              </a:spcAft>
              <a:defRPr sz="5400" b="1" i="0">
                <a:solidFill>
                  <a:srgbClr val="FFFFFF"/>
                </a:solidFill>
                <a:latin typeface="Poppins SemiBold"/>
              </a:defRPr>
            </a:pPr>
            <a:r>
              <a:t>through him all things were made.</a:t>
            </a:r>
          </a:p>
          <a:p>
            <a:pPr algn="l">
              <a:lnSpc>
                <a:spcPct val="140000"/>
              </a:lnSpc>
              <a:spcAft>
                <a:spcPts val="800"/>
              </a:spcAft>
              <a:defRPr sz="5400" b="1" i="0">
                <a:solidFill>
                  <a:srgbClr val="FFFFFF"/>
                </a:solidFill>
                <a:latin typeface="Poppins SemiBold"/>
              </a:defRPr>
            </a:pPr>
            <a:r>
              <a:t>For us men and for our salvation</a:t>
            </a:r>
          </a:p>
          <a:p>
            <a:pPr algn="l">
              <a:lnSpc>
                <a:spcPct val="140000"/>
              </a:lnSpc>
              <a:spcAft>
                <a:spcPts val="800"/>
              </a:spcAft>
              <a:defRPr sz="5400" b="1" i="0">
                <a:solidFill>
                  <a:srgbClr val="FFFFFF"/>
                </a:solidFill>
                <a:latin typeface="Poppins SemiBold"/>
              </a:defRPr>
            </a:pPr>
            <a:r>
              <a:t>he came down from heaven,</a:t>
            </a:r>
          </a:p>
          <a:p>
            <a:pPr algn="l">
              <a:lnSpc>
                <a:spcPct val="140000"/>
              </a:lnSpc>
              <a:spcAft>
                <a:spcPts val="800"/>
              </a:spcAft>
              <a:defRPr sz="5400" b="1" i="0">
                <a:solidFill>
                  <a:srgbClr val="FFFFFF"/>
                </a:solidFill>
                <a:latin typeface="Poppins SemiBold"/>
              </a:defRPr>
            </a:pPr>
            <a:r>
              <a:t>and by the Holy Spirit was incarnate of the Virgin Mary,</a:t>
            </a:r>
          </a:p>
          <a:p>
            <a:pPr algn="l">
              <a:lnSpc>
                <a:spcPct val="140000"/>
              </a:lnSpc>
              <a:spcAft>
                <a:spcPts val="800"/>
              </a:spcAft>
              <a:defRPr sz="5400" b="1" i="0">
                <a:solidFill>
                  <a:srgbClr val="FFFFFF"/>
                </a:solidFill>
                <a:latin typeface="Poppins SemiBold"/>
              </a:defRPr>
            </a:pPr>
            <a:r>
              <a:t>and became man.</a:t>
            </a:r>
          </a:p>
          <a:p>
            <a:pPr algn="l">
              <a:lnSpc>
                <a:spcPct val="140000"/>
              </a:lnSpc>
              <a:spcAft>
                <a:spcPts val="800"/>
              </a:spcAft>
              <a:defRPr sz="5400" b="1" i="0">
                <a:solidFill>
                  <a:srgbClr val="FFFFFF"/>
                </a:solidFill>
                <a:latin typeface="Poppins SemiBold"/>
              </a:defRPr>
            </a:pPr>
            <a:r>
              <a:t>For our sake he was crucified under Pontius Pilate,</a:t>
            </a:r>
          </a:p>
          <a:p>
            <a:pPr algn="l">
              <a:lnSpc>
                <a:spcPct val="140000"/>
              </a:lnSpc>
              <a:spcAft>
                <a:spcPts val="800"/>
              </a:spcAft>
              <a:defRPr sz="5400" b="1" i="0">
                <a:solidFill>
                  <a:srgbClr val="FFFFFF"/>
                </a:solidFill>
                <a:latin typeface="Poppins SemiBold"/>
              </a:defRPr>
            </a:pPr>
            <a:r>
              <a:t>he suffered death and was buried,</a:t>
            </a:r>
          </a:p>
          <a:p>
            <a:pPr algn="l">
              <a:lnSpc>
                <a:spcPct val="140000"/>
              </a:lnSpc>
              <a:spcAft>
                <a:spcPts val="800"/>
              </a:spcAft>
              <a:defRPr sz="5400" b="1" i="0">
                <a:solidFill>
                  <a:srgbClr val="FFFFFF"/>
                </a:solidFill>
                <a:latin typeface="Poppins SemiBold"/>
              </a:defRPr>
            </a:pPr>
            <a:r>
              <a:t>and rose again on the third day</a:t>
            </a:r>
          </a:p>
          <a:p>
            <a:pPr algn="l">
              <a:lnSpc>
                <a:spcPct val="140000"/>
              </a:lnSpc>
              <a:spcAft>
                <a:spcPts val="800"/>
              </a:spcAft>
              <a:defRPr sz="5400" b="1" i="0">
                <a:solidFill>
                  <a:srgbClr val="FFFFFF"/>
                </a:solidFill>
                <a:latin typeface="Poppins SemiBold"/>
              </a:defRPr>
            </a:pPr>
            <a:r>
              <a:t>in accordance with the Scriptures.</a:t>
            </a:r>
          </a:p>
          <a:p>
            <a:pPr algn="l">
              <a:lnSpc>
                <a:spcPct val="140000"/>
              </a:lnSpc>
              <a:spcAft>
                <a:spcPts val="800"/>
              </a:spcAft>
              <a:defRPr sz="5400" b="1" i="0">
                <a:solidFill>
                  <a:srgbClr val="FFFFFF"/>
                </a:solidFill>
                <a:latin typeface="Poppins SemiBold"/>
              </a:defRPr>
            </a:pPr>
            <a:r>
              <a:t>He ascended into heaven</a:t>
            </a:r>
          </a:p>
          <a:p>
            <a:pPr algn="l">
              <a:lnSpc>
                <a:spcPct val="140000"/>
              </a:lnSpc>
              <a:spcAft>
                <a:spcPts val="800"/>
              </a:spcAft>
              <a:defRPr sz="5400" b="1" i="0">
                <a:solidFill>
                  <a:srgbClr val="FFFFFF"/>
                </a:solidFill>
                <a:latin typeface="Poppins SemiBold"/>
              </a:defRPr>
            </a:pPr>
            <a:r>
              <a:t>and is seated at the right hand of the Father.</a:t>
            </a:r>
          </a:p>
          <a:p>
            <a:pPr algn="l">
              <a:lnSpc>
                <a:spcPct val="140000"/>
              </a:lnSpc>
              <a:spcAft>
                <a:spcPts val="800"/>
              </a:spcAft>
              <a:defRPr sz="5400" b="1" i="0">
                <a:solidFill>
                  <a:srgbClr val="FFFFFF"/>
                </a:solidFill>
                <a:latin typeface="Poppins SemiBold"/>
              </a:defRPr>
            </a:pPr>
            <a:r>
              <a:t>He will come again in glory</a:t>
            </a:r>
          </a:p>
          <a:p>
            <a:pPr algn="l">
              <a:lnSpc>
                <a:spcPct val="140000"/>
              </a:lnSpc>
              <a:spcAft>
                <a:spcPts val="800"/>
              </a:spcAft>
              <a:defRPr sz="5400" b="1" i="0">
                <a:solidFill>
                  <a:srgbClr val="FFFFFF"/>
                </a:solidFill>
                <a:latin typeface="Poppins SemiBold"/>
              </a:defRPr>
            </a:pPr>
            <a:r>
              <a:t>to judge the living and the dead</a:t>
            </a:r>
          </a:p>
          <a:p>
            <a:pPr algn="l">
              <a:lnSpc>
                <a:spcPct val="140000"/>
              </a:lnSpc>
              <a:spcAft>
                <a:spcPts val="800"/>
              </a:spcAft>
              <a:defRPr sz="5400" b="1" i="0">
                <a:solidFill>
                  <a:srgbClr val="FFFFFF"/>
                </a:solidFill>
                <a:latin typeface="Poppins SemiBold"/>
              </a:defRPr>
            </a:pPr>
            <a:r>
              <a:t>and his kingdom will have no end.</a:t>
            </a:r>
          </a:p>
          <a:p>
            <a:pPr algn="l">
              <a:lnSpc>
                <a:spcPct val="140000"/>
              </a:lnSpc>
              <a:spcAft>
                <a:spcPts val="800"/>
              </a:spcAft>
              <a:defRPr sz="5400" b="1" i="0">
                <a:solidFill>
                  <a:srgbClr val="FFFFFF"/>
                </a:solidFill>
                <a:latin typeface="Poppins SemiBold"/>
              </a:defRPr>
            </a:pPr>
            <a:r>
              <a:t>I believe in the Holy Spirit, the Lord, the giver of life,</a:t>
            </a:r>
          </a:p>
          <a:p>
            <a:pPr algn="l">
              <a:lnSpc>
                <a:spcPct val="140000"/>
              </a:lnSpc>
              <a:spcAft>
                <a:spcPts val="800"/>
              </a:spcAft>
              <a:defRPr sz="5400" b="1" i="0">
                <a:solidFill>
                  <a:srgbClr val="FFFFFF"/>
                </a:solidFill>
                <a:latin typeface="Poppins SemiBold"/>
              </a:defRPr>
            </a:pPr>
            <a:r>
              <a:t>who proceeds from the Father and the Son,</a:t>
            </a:r>
          </a:p>
          <a:p>
            <a:pPr algn="l">
              <a:lnSpc>
                <a:spcPct val="140000"/>
              </a:lnSpc>
              <a:spcAft>
                <a:spcPts val="800"/>
              </a:spcAft>
              <a:defRPr sz="5400" b="1" i="0">
                <a:solidFill>
                  <a:srgbClr val="FFFFFF"/>
                </a:solidFill>
                <a:latin typeface="Poppins SemiBold"/>
              </a:defRPr>
            </a:pPr>
            <a:r>
              <a:t>who with the Father and the Son is adored and glorified,</a:t>
            </a:r>
          </a:p>
          <a:p>
            <a:pPr algn="l">
              <a:lnSpc>
                <a:spcPct val="140000"/>
              </a:lnSpc>
              <a:spcAft>
                <a:spcPts val="800"/>
              </a:spcAft>
              <a:defRPr sz="5400" b="1" i="0">
                <a:solidFill>
                  <a:srgbClr val="FFFFFF"/>
                </a:solidFill>
                <a:latin typeface="Poppins SemiBold"/>
              </a:defRPr>
            </a:pPr>
            <a:r>
              <a:t>who has spoken through the prophets.</a:t>
            </a:r>
          </a:p>
          <a:p>
            <a:pPr algn="l">
              <a:lnSpc>
                <a:spcPct val="140000"/>
              </a:lnSpc>
              <a:spcAft>
                <a:spcPts val="800"/>
              </a:spcAft>
              <a:defRPr sz="5400" b="1" i="0">
                <a:solidFill>
                  <a:srgbClr val="FFFFFF"/>
                </a:solidFill>
                <a:latin typeface="Poppins SemiBold"/>
              </a:defRPr>
            </a:pPr>
            <a:r>
              <a:t>I believe in one, holy, catholic and apostolic Church.</a:t>
            </a:r>
          </a:p>
          <a:p>
            <a:pPr algn="l">
              <a:lnSpc>
                <a:spcPct val="140000"/>
              </a:lnSpc>
              <a:spcAft>
                <a:spcPts val="800"/>
              </a:spcAft>
              <a:defRPr sz="5400" b="1" i="0">
                <a:solidFill>
                  <a:srgbClr val="FFFFFF"/>
                </a:solidFill>
                <a:latin typeface="Poppins SemiBold"/>
              </a:defRPr>
            </a:pPr>
            <a:r>
              <a:t>I confess one Baptism for the forgiveness of sins</a:t>
            </a:r>
          </a:p>
          <a:p>
            <a:pPr algn="l">
              <a:lnSpc>
                <a:spcPct val="140000"/>
              </a:lnSpc>
              <a:spcAft>
                <a:spcPts val="800"/>
              </a:spcAft>
              <a:defRPr sz="5400" b="1" i="0">
                <a:solidFill>
                  <a:srgbClr val="FFFFFF"/>
                </a:solidFill>
                <a:latin typeface="Poppins SemiBold"/>
              </a:defRPr>
            </a:pPr>
            <a:r>
              <a:t>and I look forward to the resurrection of the dead</a:t>
            </a:r>
          </a:p>
          <a:p>
            <a:pPr algn="l">
              <a:lnSpc>
                <a:spcPct val="140000"/>
              </a:lnSpc>
              <a:spcAft>
                <a:spcPts val="800"/>
              </a:spcAft>
              <a:defRPr sz="5400" b="1" i="0">
                <a:solidFill>
                  <a:srgbClr val="FFFFFF"/>
                </a:solidFill>
                <a:latin typeface="Poppins SemiBold"/>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Nicene Creed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The Universal Prayer is led so that each petition is spoken in full and each response by the people is sung or said in full (for example, “Lord, hear our prayer”), never abbreviated.</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For the holy Church of God throughout the world, that the Lord may guard her and grant her peace and unity according to his will: let us pray to the Lord.</a:t>
            </a:r>
          </a:p>
          <a:p>
            <a:pPr algn="l">
              <a:lnSpc>
                <a:spcPct val="140000"/>
              </a:lnSpc>
              <a:spcBef>
                <a:spcPts val="600"/>
              </a:spcBef>
              <a:spcAft>
                <a:spcPts val="800"/>
              </a:spcAft>
            </a:pPr>
            <a:r>
              <a:rPr sz="5400" b="1" i="0">
                <a:solidFill>
                  <a:srgbClr val="FFFFFF"/>
                </a:solidFill>
                <a:latin typeface="Poppins Black"/>
              </a:rPr>
              <a:t>ALL: Lord, hear our prayer.</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Priest concludes the Prayer of the Faithful with a prayer in full, for example:</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Heavenly Father, hear the prayers of the Church, which we make through Christ our Lord.</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Prayer of the Faithful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I Am the Bread of Life</a:t>
            </a:r>
          </a:p>
        </p:txBody>
      </p:sp>
      <p:sp>
        <p:nvSpPr>
          <p:cNvPr id="5" name="TextBox 4"/>
          <p:cNvSpPr txBox="1"/>
          <p:nvPr/>
        </p:nvSpPr>
        <p:spPr>
          <a:xfrm>
            <a:off x="685800" y="1974126"/>
            <a:ext cx="16916400" cy="744419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I am the Bread of life;</a:t>
            </a:r>
          </a:p>
          <a:p>
            <a:pPr algn="ctr">
              <a:lnSpc>
                <a:spcPct val="140000"/>
              </a:lnSpc>
              <a:spcAft>
                <a:spcPts val="1000"/>
              </a:spcAft>
              <a:defRPr sz="6900" b="1" i="0">
                <a:solidFill>
                  <a:srgbClr val="FFFFFF"/>
                </a:solidFill>
                <a:latin typeface="Poppins"/>
              </a:defRPr>
            </a:pPr>
            <a:r>
              <a:t>all who come to me shall not hunger,</a:t>
            </a:r>
          </a:p>
          <a:p>
            <a:pPr algn="ctr">
              <a:lnSpc>
                <a:spcPct val="140000"/>
              </a:lnSpc>
              <a:spcAft>
                <a:spcPts val="1000"/>
              </a:spcAft>
              <a:defRPr sz="6900" b="1" i="0">
                <a:solidFill>
                  <a:srgbClr val="FFFFFF"/>
                </a:solidFill>
                <a:latin typeface="Poppins"/>
              </a:defRPr>
            </a:pPr>
            <a:r>
              <a:t>and who believe in me shall not thirst.</a:t>
            </a:r>
          </a:p>
          <a:p>
            <a:pPr algn="ctr">
              <a:lnSpc>
                <a:spcPct val="140000"/>
              </a:lnSpc>
              <a:spcAft>
                <a:spcPts val="1000"/>
              </a:spcAft>
              <a:defRPr sz="6900" b="1" i="0">
                <a:solidFill>
                  <a:srgbClr val="FFFFFF"/>
                </a:solidFill>
                <a:latin typeface="Poppins"/>
              </a:defRPr>
            </a:pPr>
            <a:r>
              <a:t>No one can come to me unless</a:t>
            </a:r>
          </a:p>
          <a:p>
            <a:pPr algn="ctr">
              <a:lnSpc>
                <a:spcPct val="140000"/>
              </a:lnSpc>
              <a:spcAft>
                <a:spcPts val="1000"/>
              </a:spcAft>
              <a:defRPr sz="6900" b="1" i="0">
                <a:solidFill>
                  <a:srgbClr val="FFFFFF"/>
                </a:solidFill>
                <a:latin typeface="Poppins"/>
              </a:defRPr>
            </a:pPr>
            <a:r>
              <a:t>my Father beckons.</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The bread that I will give</a:t>
            </a:r>
          </a:p>
          <a:p>
            <a:pPr algn="ctr">
              <a:lnSpc>
                <a:spcPct val="140000"/>
              </a:lnSpc>
              <a:spcAft>
                <a:spcPts val="1000"/>
              </a:spcAft>
              <a:defRPr sz="6900" b="1" i="0">
                <a:solidFill>
                  <a:srgbClr val="FFFFFF"/>
                </a:solidFill>
                <a:latin typeface="Poppins"/>
              </a:defRPr>
            </a:pPr>
            <a:r>
              <a:t>is my flesh for the life of the world</a:t>
            </a:r>
          </a:p>
          <a:p>
            <a:pPr algn="ctr">
              <a:lnSpc>
                <a:spcPct val="140000"/>
              </a:lnSpc>
              <a:spcAft>
                <a:spcPts val="1000"/>
              </a:spcAft>
              <a:defRPr sz="6900" b="1" i="0">
                <a:solidFill>
                  <a:srgbClr val="FFFFFF"/>
                </a:solidFill>
                <a:latin typeface="Poppins"/>
              </a:defRPr>
            </a:pPr>
            <a:r>
              <a:t>and if you eat of this bread,</a:t>
            </a:r>
          </a:p>
          <a:p>
            <a:pPr algn="ctr">
              <a:lnSpc>
                <a:spcPct val="140000"/>
              </a:lnSpc>
              <a:spcAft>
                <a:spcPts val="1000"/>
              </a:spcAft>
              <a:defRPr sz="6900" b="1" i="0">
                <a:solidFill>
                  <a:srgbClr val="FFFFFF"/>
                </a:solidFill>
                <a:latin typeface="Poppins"/>
              </a:defRPr>
            </a:pPr>
            <a:r>
              <a:t>you shall live forever,</a:t>
            </a:r>
          </a:p>
          <a:p>
            <a:pPr algn="ctr">
              <a:lnSpc>
                <a:spcPct val="140000"/>
              </a:lnSpc>
              <a:spcAft>
                <a:spcPts val="1000"/>
              </a:spcAft>
              <a:defRPr sz="6900" b="1" i="0">
                <a:solidFill>
                  <a:srgbClr val="FFFFFF"/>
                </a:solidFill>
                <a:latin typeface="Poppins"/>
              </a:defRPr>
            </a:pPr>
            <a:r>
              <a:t>yes, live forever.</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Unless you eat</a:t>
            </a:r>
          </a:p>
          <a:p>
            <a:pPr algn="ctr">
              <a:lnSpc>
                <a:spcPct val="140000"/>
              </a:lnSpc>
              <a:spcAft>
                <a:spcPts val="1000"/>
              </a:spcAft>
              <a:defRPr sz="6900" b="1" i="0">
                <a:solidFill>
                  <a:srgbClr val="FFFFFF"/>
                </a:solidFill>
                <a:latin typeface="Poppins"/>
              </a:defRPr>
            </a:pPr>
            <a:r>
              <a:t>of the flesh of the Son of Man</a:t>
            </a:r>
          </a:p>
          <a:p>
            <a:pPr algn="ctr">
              <a:lnSpc>
                <a:spcPct val="140000"/>
              </a:lnSpc>
              <a:spcAft>
                <a:spcPts val="1000"/>
              </a:spcAft>
              <a:defRPr sz="6900" b="1" i="0">
                <a:solidFill>
                  <a:srgbClr val="FFFFFF"/>
                </a:solidFill>
                <a:latin typeface="Poppins"/>
              </a:defRPr>
            </a:pPr>
            <a:r>
              <a:t>and drink of his blood,</a:t>
            </a:r>
          </a:p>
          <a:p>
            <a:pPr algn="ctr">
              <a:lnSpc>
                <a:spcPct val="140000"/>
              </a:lnSpc>
              <a:spcAft>
                <a:spcPts val="1000"/>
              </a:spcAft>
              <a:defRPr sz="6900" b="1" i="0">
                <a:solidFill>
                  <a:srgbClr val="FFFFFF"/>
                </a:solidFill>
                <a:latin typeface="Poppins"/>
              </a:defRPr>
            </a:pPr>
            <a:r>
              <a:t>and drink of his blood,</a:t>
            </a:r>
          </a:p>
          <a:p>
            <a:pPr algn="ctr">
              <a:lnSpc>
                <a:spcPct val="140000"/>
              </a:lnSpc>
              <a:spcAft>
                <a:spcPts val="1000"/>
              </a:spcAft>
              <a:defRPr sz="6900" b="1" i="0">
                <a:solidFill>
                  <a:srgbClr val="FFFFFF"/>
                </a:solidFill>
                <a:latin typeface="Poppins"/>
              </a:defRPr>
            </a:pPr>
            <a:r>
              <a:t>there is no life in you,</a:t>
            </a:r>
          </a:p>
          <a:p>
            <a:pPr algn="ctr">
              <a:lnSpc>
                <a:spcPct val="140000"/>
              </a:lnSpc>
              <a:spcAft>
                <a:spcPts val="1000"/>
              </a:spcAft>
              <a:defRPr sz="6900" b="1" i="0">
                <a:solidFill>
                  <a:srgbClr val="FFFFFF"/>
                </a:solidFill>
                <a:latin typeface="Poppins"/>
              </a:defRPr>
            </a:pPr>
            <a:r>
              <a:t>there is no life in you.</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a:t>
            </a:r>
          </a:p>
          <a:p>
            <a:pPr algn="ctr">
              <a:lnSpc>
                <a:spcPct val="140000"/>
              </a:lnSpc>
              <a:spcAft>
                <a:spcPts val="1000"/>
              </a:spcAft>
              <a:defRPr sz="5600" b="1" i="0">
                <a:solidFill>
                  <a:srgbClr val="FFFFFF"/>
                </a:solidFill>
                <a:latin typeface="Poppins"/>
              </a:defRPr>
            </a:pPr>
            <a:r>
              <a:t>and I will raise them up on the last day.</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Pray, brethren, that my sacrifice and yours may be acceptable to God, the almighty Father.</a:t>
            </a:r>
          </a:p>
          <a:p>
            <a:pPr algn="l">
              <a:lnSpc>
                <a:spcPct val="140000"/>
              </a:lnSpc>
              <a:spcBef>
                <a:spcPts val="600"/>
              </a:spcBef>
              <a:spcAft>
                <a:spcPts val="800"/>
              </a:spcAft>
            </a:pPr>
            <a:r>
              <a:rPr sz="5400" b="1" i="0">
                <a:solidFill>
                  <a:srgbClr val="FFFFFF"/>
                </a:solidFill>
                <a:latin typeface="Poppins Black"/>
              </a:rPr>
              <a:t>ALL: 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Lift up your hearts.</a:t>
            </a:r>
          </a:p>
          <a:p>
            <a:pPr algn="l">
              <a:lnSpc>
                <a:spcPct val="140000"/>
              </a:lnSpc>
              <a:spcBef>
                <a:spcPts val="600"/>
              </a:spcBef>
              <a:spcAft>
                <a:spcPts val="800"/>
              </a:spcAft>
            </a:pPr>
            <a:r>
              <a:rPr sz="5400" b="1" i="0">
                <a:solidFill>
                  <a:srgbClr val="FFFFFF"/>
                </a:solidFill>
                <a:latin typeface="Poppins Black"/>
              </a:rPr>
              <a:t>ALL: We lift them up to the Lord.</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Let us give thanks to the Lord our God.</a:t>
            </a:r>
          </a:p>
          <a:p>
            <a:pPr algn="l">
              <a:lnSpc>
                <a:spcPct val="140000"/>
              </a:lnSpc>
              <a:spcBef>
                <a:spcPts val="600"/>
              </a:spcBef>
              <a:spcAft>
                <a:spcPts val="800"/>
              </a:spcAft>
            </a:pPr>
            <a:r>
              <a:rPr sz="5400" b="1" i="0">
                <a:solidFill>
                  <a:srgbClr val="FFFFFF"/>
                </a:solidFill>
                <a:latin typeface="Poppins Black"/>
              </a:rPr>
              <a:t>ALL: It is right and just.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Holy, Holy, Holy Lord God of hosts.</a:t>
            </a:r>
          </a:p>
          <a:p>
            <a:pPr algn="l">
              <a:lnSpc>
                <a:spcPct val="140000"/>
              </a:lnSpc>
              <a:spcAft>
                <a:spcPts val="800"/>
              </a:spcAft>
              <a:defRPr sz="5400" b="1" i="0">
                <a:solidFill>
                  <a:srgbClr val="FFFFFF"/>
                </a:solidFill>
                <a:latin typeface="Poppins SemiBold"/>
              </a:defRPr>
            </a:pPr>
            <a:r>
              <a:t>Heaven and earth are full of your glory.</a:t>
            </a:r>
          </a:p>
          <a:p>
            <a:pPr algn="l">
              <a:lnSpc>
                <a:spcPct val="140000"/>
              </a:lnSpc>
              <a:spcAft>
                <a:spcPts val="800"/>
              </a:spcAft>
              <a:defRPr sz="5400" b="1" i="0">
                <a:solidFill>
                  <a:srgbClr val="FFFFFF"/>
                </a:solidFill>
                <a:latin typeface="Poppins SemiBold"/>
              </a:defRPr>
            </a:pPr>
            <a:r>
              <a:t>Hosanna in the highest.</a:t>
            </a:r>
          </a:p>
          <a:p>
            <a:pPr algn="l">
              <a:lnSpc>
                <a:spcPct val="140000"/>
              </a:lnSpc>
              <a:spcAft>
                <a:spcPts val="800"/>
              </a:spcAft>
              <a:defRPr sz="5400" b="1" i="0">
                <a:solidFill>
                  <a:srgbClr val="FFFFFF"/>
                </a:solidFill>
                <a:latin typeface="Poppins SemiBold"/>
              </a:defRPr>
            </a:pPr>
            <a:r>
              <a:t>Blessed is he who comes in the name of the Lord.</a:t>
            </a:r>
          </a:p>
          <a:p>
            <a:pPr algn="l">
              <a:lnSpc>
                <a:spcPct val="140000"/>
              </a:lnSpc>
              <a:spcAft>
                <a:spcPts val="800"/>
              </a:spcAft>
              <a:defRPr sz="5400" b="1" i="0">
                <a:solidFill>
                  <a:srgbClr val="FFFFFF"/>
                </a:solidFill>
                <a:latin typeface="Poppins SemiBold"/>
              </a:defRPr>
            </a:pPr>
            <a:r>
              <a:t>Hosanna in the highest.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Sanctus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We proclaim your Death, O Lord,</a:t>
            </a:r>
          </a:p>
          <a:p>
            <a:pPr algn="l">
              <a:lnSpc>
                <a:spcPct val="140000"/>
              </a:lnSpc>
              <a:spcAft>
                <a:spcPts val="800"/>
              </a:spcAft>
              <a:defRPr sz="5400" b="1" i="0">
                <a:solidFill>
                  <a:srgbClr val="FFFFFF"/>
                </a:solidFill>
                <a:latin typeface="Poppins SemiBold"/>
              </a:defRPr>
            </a:pPr>
            <a:r>
              <a:t>and profess your Resurrection</a:t>
            </a:r>
          </a:p>
          <a:p>
            <a:pPr algn="l">
              <a:lnSpc>
                <a:spcPct val="140000"/>
              </a:lnSpc>
              <a:spcAft>
                <a:spcPts val="800"/>
              </a:spcAft>
              <a:defRPr sz="5400" b="1" i="0">
                <a:solidFill>
                  <a:srgbClr val="FFFFFF"/>
                </a:solidFill>
                <a:latin typeface="Poppins SemiBold"/>
              </a:defRPr>
            </a:pPr>
            <a:r>
              <a:t>until you come again.</a:t>
            </a:r>
          </a:p>
          <a:p>
            <a:pPr algn="just">
              <a:lnSpc>
                <a:spcPct val="140000"/>
              </a:lnSpc>
              <a:spcAft>
                <a:spcPts val="800"/>
              </a:spcAft>
              <a:defRPr sz="4500" b="0" i="1">
                <a:solidFill>
                  <a:srgbClr val="FFDE59"/>
                </a:solidFill>
                <a:latin typeface="Lora"/>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The Eucharistic Prayer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1242606"/>
            <a:ext cx="16253615" cy="4389120"/>
          </a:xfrm>
          <a:prstGeom prst="rect">
            <a:avLst/>
          </a:prstGeom>
          <a:noFill/>
        </p:spPr>
        <p:txBody>
          <a:bodyPr wrap="square" lIns="0" rIns="0" tIns="0" bIns="0">
            <a:noAutofit/>
          </a:bodyPr>
          <a:lstStyle/>
          <a:p>
            <a:pPr algn="ctr">
              <a:lnSpc>
                <a:spcPct val="140000"/>
              </a:lnSpc>
              <a:defRPr sz="5600" b="1" i="0">
                <a:solidFill>
                  <a:srgbClr val="FFFFFF"/>
                </a:solidFill>
                <a:latin typeface="Alegreya Sans SC"/>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Amen.</a:t>
            </a:r>
          </a:p>
          <a:p>
            <a:pPr algn="just">
              <a:lnSpc>
                <a:spcPct val="140000"/>
              </a:lnSpc>
              <a:spcAft>
                <a:spcPts val="800"/>
              </a:spcAft>
              <a:defRPr sz="4500" b="0" i="1">
                <a:solidFill>
                  <a:srgbClr val="FFDE59"/>
                </a:solidFill>
                <a:latin typeface="Lora"/>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Great Amen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Our Father, who art in heaven,</a:t>
            </a:r>
          </a:p>
          <a:p>
            <a:pPr algn="l">
              <a:lnSpc>
                <a:spcPct val="140000"/>
              </a:lnSpc>
              <a:spcAft>
                <a:spcPts val="800"/>
              </a:spcAft>
              <a:defRPr sz="5400" b="1" i="0">
                <a:solidFill>
                  <a:srgbClr val="FFFFFF"/>
                </a:solidFill>
                <a:latin typeface="Poppins SemiBold"/>
              </a:defRPr>
            </a:pPr>
            <a:r>
              <a:t>hallowed be thy name;</a:t>
            </a:r>
          </a:p>
          <a:p>
            <a:pPr algn="l">
              <a:lnSpc>
                <a:spcPct val="140000"/>
              </a:lnSpc>
              <a:spcAft>
                <a:spcPts val="800"/>
              </a:spcAft>
              <a:defRPr sz="5400" b="1" i="0">
                <a:solidFill>
                  <a:srgbClr val="FFFFFF"/>
                </a:solidFill>
                <a:latin typeface="Poppins SemiBold"/>
              </a:defRPr>
            </a:pPr>
            <a:r>
              <a:t>thy kingdom come,</a:t>
            </a:r>
          </a:p>
          <a:p>
            <a:pPr algn="l">
              <a:lnSpc>
                <a:spcPct val="140000"/>
              </a:lnSpc>
              <a:spcAft>
                <a:spcPts val="800"/>
              </a:spcAft>
              <a:defRPr sz="5400" b="1" i="0">
                <a:solidFill>
                  <a:srgbClr val="FFFFFF"/>
                </a:solidFill>
                <a:latin typeface="Poppins SemiBold"/>
              </a:defRPr>
            </a:pPr>
            <a:r>
              <a:t>thy will be done,</a:t>
            </a:r>
          </a:p>
          <a:p>
            <a:pPr algn="l">
              <a:lnSpc>
                <a:spcPct val="140000"/>
              </a:lnSpc>
              <a:spcAft>
                <a:spcPts val="800"/>
              </a:spcAft>
              <a:defRPr sz="5400" b="1" i="0">
                <a:solidFill>
                  <a:srgbClr val="FFFFFF"/>
                </a:solidFill>
                <a:latin typeface="Poppins SemiBold"/>
              </a:defRPr>
            </a:pPr>
            <a:r>
              <a:t>on earth as it is in heaven.</a:t>
            </a:r>
          </a:p>
          <a:p>
            <a:pPr algn="l">
              <a:lnSpc>
                <a:spcPct val="140000"/>
              </a:lnSpc>
              <a:spcAft>
                <a:spcPts val="800"/>
              </a:spcAft>
              <a:defRPr sz="5400" b="1" i="0">
                <a:solidFill>
                  <a:srgbClr val="FFFFFF"/>
                </a:solidFill>
                <a:latin typeface="Poppins SemiBold"/>
              </a:defRPr>
            </a:pPr>
            <a:r>
              <a:t>Give us this day our daily bread;</a:t>
            </a:r>
          </a:p>
          <a:p>
            <a:pPr algn="l">
              <a:lnSpc>
                <a:spcPct val="140000"/>
              </a:lnSpc>
              <a:spcAft>
                <a:spcPts val="800"/>
              </a:spcAft>
              <a:defRPr sz="5400" b="1" i="0">
                <a:solidFill>
                  <a:srgbClr val="FFFFFF"/>
                </a:solidFill>
                <a:latin typeface="Poppins SemiBold"/>
              </a:defRPr>
            </a:pPr>
            <a:r>
              <a:t>and forgive us our trespasses,</a:t>
            </a:r>
          </a:p>
          <a:p>
            <a:pPr algn="l">
              <a:lnSpc>
                <a:spcPct val="140000"/>
              </a:lnSpc>
              <a:spcAft>
                <a:spcPts val="800"/>
              </a:spcAft>
              <a:defRPr sz="5400" b="1" i="0">
                <a:solidFill>
                  <a:srgbClr val="FFFFFF"/>
                </a:solidFill>
                <a:latin typeface="Poppins SemiBold"/>
              </a:defRPr>
            </a:pPr>
            <a:r>
              <a:t>as we forgive those who trespass against us;</a:t>
            </a:r>
          </a:p>
          <a:p>
            <a:pPr algn="l">
              <a:lnSpc>
                <a:spcPct val="140000"/>
              </a:lnSpc>
              <a:spcAft>
                <a:spcPts val="800"/>
              </a:spcAft>
              <a:defRPr sz="5400" b="1" i="0">
                <a:solidFill>
                  <a:srgbClr val="FFFFFF"/>
                </a:solidFill>
                <a:latin typeface="Poppins SemiBold"/>
              </a:defRPr>
            </a:pPr>
            <a:r>
              <a:t>and lead us not into temptation,</a:t>
            </a:r>
          </a:p>
          <a:p>
            <a:pPr algn="l">
              <a:lnSpc>
                <a:spcPct val="140000"/>
              </a:lnSpc>
              <a:spcAft>
                <a:spcPts val="800"/>
              </a:spcAft>
              <a:defRPr sz="5400" b="1" i="0">
                <a:solidFill>
                  <a:srgbClr val="FFFFFF"/>
                </a:solidFill>
                <a:latin typeface="Poppins SemiBold"/>
              </a:defRPr>
            </a:pPr>
            <a:r>
              <a:t>but deliver us from evil.</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Deliver us, Lord, we pray, from every evil, graciously grant peace in our days, that, by the help of your mercy, we may be always free from sin and safe from all distress, as we await the blessed hope and the coming of our Savior, Jesus Christ.</a:t>
            </a:r>
          </a:p>
          <a:p>
            <a:pPr algn="l">
              <a:lnSpc>
                <a:spcPct val="140000"/>
              </a:lnSpc>
              <a:spcBef>
                <a:spcPts val="600"/>
              </a:spcBef>
              <a:spcAft>
                <a:spcPts val="800"/>
              </a:spcAft>
            </a:pPr>
            <a:r>
              <a:rPr sz="5400" b="1" i="0">
                <a:solidFill>
                  <a:srgbClr val="FFFFFF"/>
                </a:solidFill>
                <a:latin typeface="Poppins Black"/>
              </a:rPr>
              <a:t>ALL: 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Our Father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Deliver us, Lord, we pray, from every evil, graciously grant peace in our days, that, by the help of your mercy, we may be always free from sin and safe from all distress, as we await the blessed hope and the coming of our Savior, Jesus Christ.</a:t>
            </a:r>
          </a:p>
          <a:p>
            <a:pPr algn="l">
              <a:lnSpc>
                <a:spcPct val="140000"/>
              </a:lnSpc>
              <a:spcBef>
                <a:spcPts val="600"/>
              </a:spcBef>
              <a:spcAft>
                <a:spcPts val="800"/>
              </a:spcAft>
            </a:pPr>
            <a:r>
              <a:rPr sz="5400" b="1" i="0">
                <a:solidFill>
                  <a:srgbClr val="FFFFFF"/>
                </a:solidFill>
                <a:latin typeface="Poppins Black"/>
              </a:rPr>
              <a:t>ALL: 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peace of the Lord be with you always.</a:t>
            </a:r>
          </a:p>
          <a:p>
            <a:pPr algn="l">
              <a:lnSpc>
                <a:spcPct val="140000"/>
              </a:lnSpc>
              <a:spcBef>
                <a:spcPts val="600"/>
              </a:spcBef>
              <a:spcAft>
                <a:spcPts val="800"/>
              </a:spcAft>
            </a:pPr>
            <a:r>
              <a:rPr sz="5400" b="1" i="0">
                <a:solidFill>
                  <a:srgbClr val="FFFFFF"/>
                </a:solidFill>
                <a:latin typeface="Poppins Black"/>
              </a:rPr>
              <a:t>ALL: And with your spirit.</a:t>
            </a:r>
          </a:p>
          <a:p>
            <a:pPr algn="just">
              <a:lnSpc>
                <a:spcPct val="140000"/>
              </a:lnSpc>
              <a:spcAft>
                <a:spcPts val="800"/>
              </a:spcAft>
              <a:defRPr sz="4500" b="0" i="1">
                <a:solidFill>
                  <a:srgbClr val="FFDE59"/>
                </a:solidFill>
                <a:latin typeface="Lora"/>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Sign of Peace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FFFF"/>
                </a:solidFill>
                <a:latin typeface="Poppins Black"/>
              </a:rPr>
              <a:t>ALL: Lamb of God,</a:t>
            </a:r>
          </a:p>
          <a:p>
            <a:pPr algn="l">
              <a:lnSpc>
                <a:spcPct val="140000"/>
              </a:lnSpc>
              <a:spcAft>
                <a:spcPts val="800"/>
              </a:spcAft>
              <a:defRPr sz="5400" b="1" i="0">
                <a:solidFill>
                  <a:srgbClr val="FFFFFF"/>
                </a:solidFill>
                <a:latin typeface="Poppins SemiBold"/>
              </a:defRPr>
            </a:pPr>
            <a:r>
              <a:t>you take away the sins of the world,</a:t>
            </a:r>
          </a:p>
          <a:p>
            <a:pPr algn="l">
              <a:lnSpc>
                <a:spcPct val="140000"/>
              </a:lnSpc>
              <a:spcAft>
                <a:spcPts val="800"/>
              </a:spcAft>
              <a:defRPr sz="5400" b="1" i="0">
                <a:solidFill>
                  <a:srgbClr val="FFFFFF"/>
                </a:solidFill>
                <a:latin typeface="Poppins SemiBold"/>
              </a:defRPr>
            </a:pPr>
            <a:r>
              <a:t>have mercy on us.</a:t>
            </a:r>
          </a:p>
          <a:p>
            <a:pPr algn="l">
              <a:lnSpc>
                <a:spcPct val="140000"/>
              </a:lnSpc>
              <a:spcAft>
                <a:spcPts val="800"/>
              </a:spcAft>
              <a:defRPr sz="5400" b="1" i="0">
                <a:solidFill>
                  <a:srgbClr val="FFFFFF"/>
                </a:solidFill>
                <a:latin typeface="Poppins SemiBold"/>
              </a:defRPr>
            </a:pPr>
            <a:r>
              <a:t>Lamb of God,</a:t>
            </a:r>
          </a:p>
          <a:p>
            <a:pPr algn="l">
              <a:lnSpc>
                <a:spcPct val="140000"/>
              </a:lnSpc>
              <a:spcAft>
                <a:spcPts val="800"/>
              </a:spcAft>
              <a:defRPr sz="5400" b="1" i="0">
                <a:solidFill>
                  <a:srgbClr val="FFFFFF"/>
                </a:solidFill>
                <a:latin typeface="Poppins SemiBold"/>
              </a:defRPr>
            </a:pPr>
            <a:r>
              <a:t>you take away the sins of the world,</a:t>
            </a:r>
          </a:p>
          <a:p>
            <a:pPr algn="l">
              <a:lnSpc>
                <a:spcPct val="140000"/>
              </a:lnSpc>
              <a:spcAft>
                <a:spcPts val="800"/>
              </a:spcAft>
              <a:defRPr sz="5400" b="1" i="0">
                <a:solidFill>
                  <a:srgbClr val="FFFFFF"/>
                </a:solidFill>
                <a:latin typeface="Poppins SemiBold"/>
              </a:defRPr>
            </a:pPr>
            <a:r>
              <a:t>have mercy on us.</a:t>
            </a:r>
          </a:p>
          <a:p>
            <a:pPr algn="l">
              <a:lnSpc>
                <a:spcPct val="140000"/>
              </a:lnSpc>
              <a:spcAft>
                <a:spcPts val="800"/>
              </a:spcAft>
              <a:defRPr sz="5400" b="1" i="0">
                <a:solidFill>
                  <a:srgbClr val="FFFFFF"/>
                </a:solidFill>
                <a:latin typeface="Poppins SemiBold"/>
              </a:defRPr>
            </a:pPr>
            <a:r>
              <a:t>Lamb of God,</a:t>
            </a:r>
          </a:p>
          <a:p>
            <a:pPr algn="l">
              <a:lnSpc>
                <a:spcPct val="140000"/>
              </a:lnSpc>
              <a:spcAft>
                <a:spcPts val="800"/>
              </a:spcAft>
              <a:defRPr sz="5400" b="1" i="0">
                <a:solidFill>
                  <a:srgbClr val="FFFFFF"/>
                </a:solidFill>
                <a:latin typeface="Poppins SemiBold"/>
              </a:defRPr>
            </a:pPr>
            <a:r>
              <a:t>you take away the sins of the world,</a:t>
            </a:r>
          </a:p>
          <a:p>
            <a:pPr algn="l">
              <a:lnSpc>
                <a:spcPct val="140000"/>
              </a:lnSpc>
              <a:spcAft>
                <a:spcPts val="800"/>
              </a:spcAft>
              <a:defRPr sz="5400" b="1" i="0">
                <a:solidFill>
                  <a:srgbClr val="FFFFFF"/>
                </a:solidFill>
                <a:latin typeface="Poppins SemiBold"/>
              </a:defRPr>
            </a:pPr>
            <a:r>
              <a:t>grant us peace.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Lamb of God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Behold the Lamb of God, behold him who takes away the sins of the world. Blessed are those called to the supper of the Lamb.</a:t>
            </a:r>
          </a:p>
          <a:p>
            <a:pPr algn="l">
              <a:lnSpc>
                <a:spcPct val="140000"/>
              </a:lnSpc>
              <a:spcBef>
                <a:spcPts val="600"/>
              </a:spcBef>
              <a:spcAft>
                <a:spcPts val="800"/>
              </a:spcAft>
            </a:pPr>
            <a:r>
              <a:rPr sz="5400" b="1" i="0">
                <a:solidFill>
                  <a:srgbClr val="FFFFFF"/>
                </a:solidFill>
                <a:latin typeface="Poppins Black"/>
              </a:rPr>
              <a:t>ALL: 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The Communion Rite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Panis Angelicus</a:t>
            </a:r>
          </a:p>
        </p:txBody>
      </p:sp>
      <p:sp>
        <p:nvSpPr>
          <p:cNvPr id="5" name="TextBox 4"/>
          <p:cNvSpPr txBox="1"/>
          <p:nvPr/>
        </p:nvSpPr>
        <p:spPr>
          <a:xfrm>
            <a:off x="685800" y="1974126"/>
            <a:ext cx="16916400" cy="744419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Panis angelicus</a:t>
            </a:r>
          </a:p>
          <a:p>
            <a:pPr algn="ctr">
              <a:lnSpc>
                <a:spcPct val="140000"/>
              </a:lnSpc>
              <a:spcAft>
                <a:spcPts val="1000"/>
              </a:spcAft>
              <a:defRPr sz="6900" b="1" i="0">
                <a:solidFill>
                  <a:srgbClr val="FFFFFF"/>
                </a:solidFill>
                <a:latin typeface="Poppins"/>
              </a:defRPr>
            </a:pPr>
            <a:r>
              <a:t>fit panis hominum;</a:t>
            </a:r>
          </a:p>
          <a:p>
            <a:pPr algn="ctr">
              <a:lnSpc>
                <a:spcPct val="140000"/>
              </a:lnSpc>
              <a:spcAft>
                <a:spcPts val="1000"/>
              </a:spcAft>
              <a:defRPr sz="6900" b="1" i="0">
                <a:solidFill>
                  <a:srgbClr val="FFFFFF"/>
                </a:solidFill>
                <a:latin typeface="Poppins"/>
              </a:defRPr>
            </a:pPr>
            <a:r>
              <a:t>dat panis caelicus</a:t>
            </a:r>
          </a:p>
          <a:p>
            <a:pPr algn="ctr">
              <a:lnSpc>
                <a:spcPct val="140000"/>
              </a:lnSpc>
              <a:spcAft>
                <a:spcPts val="1000"/>
              </a:spcAft>
              <a:defRPr sz="6900" b="1" i="0">
                <a:solidFill>
                  <a:srgbClr val="FFFFFF"/>
                </a:solidFill>
                <a:latin typeface="Poppins"/>
              </a:defRPr>
            </a:pPr>
            <a:r>
              <a:t>figuris terminum.</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O res mirabilis!</a:t>
            </a:r>
          </a:p>
          <a:p>
            <a:pPr algn="ctr">
              <a:lnSpc>
                <a:spcPct val="140000"/>
              </a:lnSpc>
              <a:spcAft>
                <a:spcPts val="1000"/>
              </a:spcAft>
              <a:defRPr sz="6900" b="1" i="0">
                <a:solidFill>
                  <a:srgbClr val="FFFFFF"/>
                </a:solidFill>
                <a:latin typeface="Poppins"/>
              </a:defRPr>
            </a:pPr>
            <a:r>
              <a:t>Manducat Dominum</a:t>
            </a:r>
          </a:p>
          <a:p>
            <a:pPr algn="ctr">
              <a:lnSpc>
                <a:spcPct val="140000"/>
              </a:lnSpc>
              <a:spcAft>
                <a:spcPts val="1000"/>
              </a:spcAft>
              <a:defRPr sz="6900" b="1" i="0">
                <a:solidFill>
                  <a:srgbClr val="FFFFFF"/>
                </a:solidFill>
                <a:latin typeface="Poppins"/>
              </a:defRPr>
            </a:pPr>
            <a:r>
              <a:t>pauper, servus et humilis.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Te trina Deitas</a:t>
            </a:r>
          </a:p>
          <a:p>
            <a:pPr algn="ctr">
              <a:lnSpc>
                <a:spcPct val="140000"/>
              </a:lnSpc>
              <a:spcAft>
                <a:spcPts val="1000"/>
              </a:spcAft>
              <a:defRPr sz="6900" b="1" i="0">
                <a:solidFill>
                  <a:srgbClr val="FFFFFF"/>
                </a:solidFill>
                <a:latin typeface="Poppins"/>
              </a:defRPr>
            </a:pPr>
            <a:r>
              <a:t>unaque poscimus,</a:t>
            </a:r>
          </a:p>
          <a:p>
            <a:pPr algn="ctr">
              <a:lnSpc>
                <a:spcPct val="140000"/>
              </a:lnSpc>
              <a:spcAft>
                <a:spcPts val="1000"/>
              </a:spcAft>
              <a:defRPr sz="6900" b="1" i="0">
                <a:solidFill>
                  <a:srgbClr val="FFFFFF"/>
                </a:solidFill>
                <a:latin typeface="Poppins"/>
              </a:defRPr>
            </a:pPr>
            <a:r>
              <a:t>sic nos tu visita,</a:t>
            </a:r>
          </a:p>
          <a:p>
            <a:pPr algn="ctr">
              <a:lnSpc>
                <a:spcPct val="140000"/>
              </a:lnSpc>
              <a:spcAft>
                <a:spcPts val="1000"/>
              </a:spcAft>
              <a:defRPr sz="6900" b="1" i="0">
                <a:solidFill>
                  <a:srgbClr val="FFFFFF"/>
                </a:solidFill>
                <a:latin typeface="Poppins"/>
              </a:defRPr>
            </a:pPr>
            <a:r>
              <a:t>sicut te colimus.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Per huius viam ductus</a:t>
            </a:r>
          </a:p>
          <a:p>
            <a:pPr algn="ctr">
              <a:lnSpc>
                <a:spcPct val="140000"/>
              </a:lnSpc>
              <a:spcAft>
                <a:spcPts val="1000"/>
              </a:spcAft>
              <a:defRPr sz="6900" b="1" i="0">
                <a:solidFill>
                  <a:srgbClr val="FFFFFF"/>
                </a:solidFill>
                <a:latin typeface="Poppins"/>
              </a:defRPr>
            </a:pPr>
            <a:r>
              <a:t>tendimus ad lucem,</a:t>
            </a:r>
          </a:p>
          <a:p>
            <a:pPr algn="ctr">
              <a:lnSpc>
                <a:spcPct val="140000"/>
              </a:lnSpc>
              <a:spcAft>
                <a:spcPts val="1000"/>
              </a:spcAft>
              <a:defRPr sz="6900" b="1" i="0">
                <a:solidFill>
                  <a:srgbClr val="FFFFFF"/>
                </a:solidFill>
                <a:latin typeface="Poppins"/>
              </a:defRPr>
            </a:pPr>
            <a:r>
              <a:t>quam in habitatione</a:t>
            </a:r>
          </a:p>
          <a:p>
            <a:pPr algn="ctr">
              <a:lnSpc>
                <a:spcPct val="140000"/>
              </a:lnSpc>
              <a:spcAft>
                <a:spcPts val="1000"/>
              </a:spcAft>
              <a:defRPr sz="6900" b="1" i="0">
                <a:solidFill>
                  <a:srgbClr val="FFFFFF"/>
                </a:solidFill>
                <a:latin typeface="Poppins"/>
              </a:defRPr>
            </a:pPr>
            <a:r>
              <a:t>sancta tu inhabitas.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4400" b="1" i="0">
                <a:solidFill>
                  <a:srgbClr val="FFFFFF"/>
                </a:solidFill>
                <a:latin typeface="Poppins"/>
              </a:defRPr>
            </a:pPr>
            <a:r>
              <a:t>(English singing translation, if used:</a:t>
            </a:r>
          </a:p>
          <a:p>
            <a:pPr algn="ctr">
              <a:lnSpc>
                <a:spcPct val="140000"/>
              </a:lnSpc>
              <a:spcAft>
                <a:spcPts val="1000"/>
              </a:spcAft>
              <a:defRPr sz="4400" b="1" i="0">
                <a:solidFill>
                  <a:srgbClr val="FFFFFF"/>
                </a:solidFill>
                <a:latin typeface="Poppins"/>
              </a:defRPr>
            </a:pPr>
            <a:r>
              <a:t>Bread of angels, become bread for mortals;</a:t>
            </a:r>
          </a:p>
          <a:p>
            <a:pPr algn="ctr">
              <a:lnSpc>
                <a:spcPct val="140000"/>
              </a:lnSpc>
              <a:spcAft>
                <a:spcPts val="1000"/>
              </a:spcAft>
              <a:defRPr sz="4400" b="1" i="0">
                <a:solidFill>
                  <a:srgbClr val="FFFFFF"/>
                </a:solidFill>
                <a:latin typeface="Poppins"/>
              </a:defRPr>
            </a:pPr>
            <a:r>
              <a:t>this heavenly bread ends our symbols.</a:t>
            </a:r>
          </a:p>
          <a:p>
            <a:pPr algn="ctr">
              <a:lnSpc>
                <a:spcPct val="140000"/>
              </a:lnSpc>
              <a:spcAft>
                <a:spcPts val="1000"/>
              </a:spcAft>
              <a:defRPr sz="4400" b="1" i="0">
                <a:solidFill>
                  <a:srgbClr val="FFFFFF"/>
                </a:solidFill>
                <a:latin typeface="Poppins"/>
              </a:defRPr>
            </a:pPr>
            <a:r>
              <a:t>O wondrous thing! The poor, lowly servant eats the Lord.)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Eat This Bread</a:t>
            </a:r>
          </a:p>
        </p:txBody>
      </p:sp>
      <p:sp>
        <p:nvSpPr>
          <p:cNvPr id="5" name="TextBox 4"/>
          <p:cNvSpPr txBox="1"/>
          <p:nvPr/>
        </p:nvSpPr>
        <p:spPr>
          <a:xfrm>
            <a:off x="685800" y="1974126"/>
            <a:ext cx="16916400" cy="744419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Eat this bread,</a:t>
            </a:r>
          </a:p>
          <a:p>
            <a:pPr algn="ctr">
              <a:lnSpc>
                <a:spcPct val="140000"/>
              </a:lnSpc>
              <a:spcAft>
                <a:spcPts val="1000"/>
              </a:spcAft>
              <a:defRPr sz="6900" b="1" i="0">
                <a:solidFill>
                  <a:srgbClr val="FFFFFF"/>
                </a:solidFill>
                <a:latin typeface="Poppins"/>
              </a:defRPr>
            </a:pPr>
            <a:r>
              <a:t>drink this cup,</a:t>
            </a:r>
          </a:p>
          <a:p>
            <a:pPr algn="ctr">
              <a:lnSpc>
                <a:spcPct val="140000"/>
              </a:lnSpc>
              <a:spcAft>
                <a:spcPts val="1000"/>
              </a:spcAft>
              <a:defRPr sz="6900" b="1" i="0">
                <a:solidFill>
                  <a:srgbClr val="FFFFFF"/>
                </a:solidFill>
                <a:latin typeface="Poppins"/>
              </a:defRPr>
            </a:pPr>
            <a:r>
              <a:t>come to me and never be hungry.</a:t>
            </a:r>
          </a:p>
          <a:p>
            <a:pPr algn="ctr">
              <a:lnSpc>
                <a:spcPct val="140000"/>
              </a:lnSpc>
              <a:spcAft>
                <a:spcPts val="1000"/>
              </a:spcAft>
              <a:defRPr sz="6900" b="1" i="0">
                <a:solidFill>
                  <a:srgbClr val="FFFFFF"/>
                </a:solidFill>
                <a:latin typeface="Poppins"/>
              </a:defRPr>
            </a:pPr>
            <a:r>
              <a:t>Eat this bread,</a:t>
            </a:r>
          </a:p>
          <a:p>
            <a:pPr algn="ctr">
              <a:lnSpc>
                <a:spcPct val="140000"/>
              </a:lnSpc>
              <a:spcAft>
                <a:spcPts val="1000"/>
              </a:spcAft>
              <a:defRPr sz="6900" b="1" i="0">
                <a:solidFill>
                  <a:srgbClr val="FFFFFF"/>
                </a:solidFill>
                <a:latin typeface="Poppins"/>
              </a:defRPr>
            </a:pPr>
            <a:r>
              <a:t>drink this cup,</a:t>
            </a:r>
          </a:p>
          <a:p>
            <a:pPr algn="ctr">
              <a:lnSpc>
                <a:spcPct val="140000"/>
              </a:lnSpc>
              <a:spcAft>
                <a:spcPts val="1000"/>
              </a:spcAft>
              <a:defRPr sz="6900" b="1" i="0">
                <a:solidFill>
                  <a:srgbClr val="FFFFFF"/>
                </a:solidFill>
                <a:latin typeface="Poppins"/>
              </a:defRPr>
            </a:pPr>
            <a:r>
              <a:t>trust in me and you will not thirst.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5600" b="1" i="0">
                <a:solidFill>
                  <a:srgbClr val="FFFFFF"/>
                </a:solidFill>
                <a:latin typeface="Poppins"/>
              </a:defRPr>
            </a:pPr>
            <a:r>
              <a:t>If you eat this bread,</a:t>
            </a:r>
          </a:p>
          <a:p>
            <a:pPr algn="ctr">
              <a:lnSpc>
                <a:spcPct val="140000"/>
              </a:lnSpc>
              <a:spcAft>
                <a:spcPts val="1000"/>
              </a:spcAft>
              <a:defRPr sz="5600" b="1" i="0">
                <a:solidFill>
                  <a:srgbClr val="FFFFFF"/>
                </a:solidFill>
                <a:latin typeface="Poppins"/>
              </a:defRPr>
            </a:pPr>
            <a:r>
              <a:t>if you drink this cup,</a:t>
            </a:r>
          </a:p>
          <a:p>
            <a:pPr algn="ctr">
              <a:lnSpc>
                <a:spcPct val="140000"/>
              </a:lnSpc>
              <a:spcAft>
                <a:spcPts val="1000"/>
              </a:spcAft>
              <a:defRPr sz="5600" b="1" i="0">
                <a:solidFill>
                  <a:srgbClr val="FFFFFF"/>
                </a:solidFill>
                <a:latin typeface="Poppins"/>
              </a:defRPr>
            </a:pPr>
            <a:r>
              <a:t>you will have eternal life, eternal life.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Eat this bread,</a:t>
            </a:r>
          </a:p>
          <a:p>
            <a:pPr algn="ctr">
              <a:lnSpc>
                <a:spcPct val="140000"/>
              </a:lnSpc>
              <a:spcAft>
                <a:spcPts val="1000"/>
              </a:spcAft>
              <a:defRPr sz="6900" b="1" i="0">
                <a:solidFill>
                  <a:srgbClr val="FFFFFF"/>
                </a:solidFill>
                <a:latin typeface="Poppins"/>
              </a:defRPr>
            </a:pPr>
            <a:r>
              <a:t>drink this cup,</a:t>
            </a:r>
          </a:p>
          <a:p>
            <a:pPr algn="ctr">
              <a:lnSpc>
                <a:spcPct val="140000"/>
              </a:lnSpc>
              <a:spcAft>
                <a:spcPts val="1000"/>
              </a:spcAft>
              <a:defRPr sz="6900" b="1" i="0">
                <a:solidFill>
                  <a:srgbClr val="FFFFFF"/>
                </a:solidFill>
                <a:latin typeface="Poppins"/>
              </a:defRPr>
            </a:pPr>
            <a:r>
              <a:t>come to me and never be hungry.</a:t>
            </a:r>
          </a:p>
          <a:p>
            <a:pPr algn="ctr">
              <a:lnSpc>
                <a:spcPct val="140000"/>
              </a:lnSpc>
              <a:spcAft>
                <a:spcPts val="1000"/>
              </a:spcAft>
              <a:defRPr sz="6900" b="1" i="0">
                <a:solidFill>
                  <a:srgbClr val="FFFFFF"/>
                </a:solidFill>
                <a:latin typeface="Poppins"/>
              </a:defRPr>
            </a:pPr>
            <a:r>
              <a:t>Eat this bread,</a:t>
            </a:r>
          </a:p>
          <a:p>
            <a:pPr algn="ctr">
              <a:lnSpc>
                <a:spcPct val="140000"/>
              </a:lnSpc>
              <a:spcAft>
                <a:spcPts val="1000"/>
              </a:spcAft>
              <a:defRPr sz="6900" b="1" i="0">
                <a:solidFill>
                  <a:srgbClr val="FFFFFF"/>
                </a:solidFill>
                <a:latin typeface="Poppins"/>
              </a:defRPr>
            </a:pPr>
            <a:r>
              <a:t>drink this cup,</a:t>
            </a:r>
          </a:p>
          <a:p>
            <a:pPr algn="ctr">
              <a:lnSpc>
                <a:spcPct val="140000"/>
              </a:lnSpc>
              <a:spcAft>
                <a:spcPts val="1000"/>
              </a:spcAft>
              <a:defRPr sz="6900" b="1" i="0">
                <a:solidFill>
                  <a:srgbClr val="FFFFFF"/>
                </a:solidFill>
                <a:latin typeface="Poppins"/>
              </a:defRPr>
            </a:pPr>
            <a:r>
              <a:t>trust in me and you will not thirst.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Come! Come! Come to the feast of life.</a:t>
            </a:r>
          </a:p>
          <a:p>
            <a:pPr algn="ctr">
              <a:lnSpc>
                <a:spcPct val="140000"/>
              </a:lnSpc>
              <a:spcAft>
                <a:spcPts val="1000"/>
              </a:spcAft>
              <a:defRPr sz="6900" b="1" i="0">
                <a:solidFill>
                  <a:srgbClr val="FFFFFF"/>
                </a:solidFill>
                <a:latin typeface="Poppins"/>
              </a:defRPr>
            </a:pPr>
            <a:r>
              <a:t>Come! Come! Come to the Father's table.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Eat this bread,</a:t>
            </a:r>
          </a:p>
          <a:p>
            <a:pPr algn="ctr">
              <a:lnSpc>
                <a:spcPct val="140000"/>
              </a:lnSpc>
              <a:spcAft>
                <a:spcPts val="1000"/>
              </a:spcAft>
              <a:defRPr sz="6900" b="1" i="0">
                <a:solidFill>
                  <a:srgbClr val="FFFFFF"/>
                </a:solidFill>
                <a:latin typeface="Poppins"/>
              </a:defRPr>
            </a:pPr>
            <a:r>
              <a:t>drink this cup,</a:t>
            </a:r>
          </a:p>
          <a:p>
            <a:pPr algn="ctr">
              <a:lnSpc>
                <a:spcPct val="140000"/>
              </a:lnSpc>
              <a:spcAft>
                <a:spcPts val="1000"/>
              </a:spcAft>
              <a:defRPr sz="6900" b="1" i="0">
                <a:solidFill>
                  <a:srgbClr val="FFFFFF"/>
                </a:solidFill>
                <a:latin typeface="Poppins"/>
              </a:defRPr>
            </a:pPr>
            <a:r>
              <a:t>come to me and never be hungry.</a:t>
            </a:r>
          </a:p>
          <a:p>
            <a:pPr algn="ctr">
              <a:lnSpc>
                <a:spcPct val="140000"/>
              </a:lnSpc>
              <a:spcAft>
                <a:spcPts val="1000"/>
              </a:spcAft>
              <a:defRPr sz="6900" b="1" i="0">
                <a:solidFill>
                  <a:srgbClr val="FFFFFF"/>
                </a:solidFill>
                <a:latin typeface="Poppins"/>
              </a:defRPr>
            </a:pPr>
            <a:r>
              <a:t>Eat this bread,</a:t>
            </a:r>
          </a:p>
          <a:p>
            <a:pPr algn="ctr">
              <a:lnSpc>
                <a:spcPct val="140000"/>
              </a:lnSpc>
              <a:spcAft>
                <a:spcPts val="1000"/>
              </a:spcAft>
              <a:defRPr sz="6900" b="1" i="0">
                <a:solidFill>
                  <a:srgbClr val="FFFFFF"/>
                </a:solidFill>
                <a:latin typeface="Poppins"/>
              </a:defRPr>
            </a:pPr>
            <a:r>
              <a:t>drink this cup,</a:t>
            </a:r>
          </a:p>
          <a:p>
            <a:pPr algn="ctr">
              <a:lnSpc>
                <a:spcPct val="140000"/>
              </a:lnSpc>
              <a:spcAft>
                <a:spcPts val="1000"/>
              </a:spcAft>
              <a:defRPr sz="6900" b="1" i="0">
                <a:solidFill>
                  <a:srgbClr val="FFFFFF"/>
                </a:solidFill>
                <a:latin typeface="Poppins"/>
              </a:defRPr>
            </a:pPr>
            <a:r>
              <a:t>trust in me and you will not thirst.</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Communion (2)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Let us pray.</a:t>
            </a:r>
          </a:p>
          <a:p>
            <a:pPr algn="just">
              <a:lnSpc>
                <a:spcPct val="140000"/>
              </a:lnSpc>
              <a:spcAft>
                <a:spcPts val="800"/>
              </a:spcAft>
              <a:defRPr sz="4500" b="0" i="1">
                <a:solidFill>
                  <a:srgbClr val="FFDE59"/>
                </a:solidFill>
                <a:latin typeface="Lora"/>
              </a:defRPr>
            </a:pPr>
            <a:r>
              <a:t>The Priest says the Post- Communion Prayer for the day in full from the Roman Missal. The people respond at the end.</a:t>
            </a:r>
          </a:p>
          <a:p>
            <a:pPr algn="l">
              <a:lnSpc>
                <a:spcPct val="140000"/>
              </a:lnSpc>
              <a:spcBef>
                <a:spcPts val="600"/>
              </a:spcBef>
              <a:spcAft>
                <a:spcPts val="800"/>
              </a:spcAft>
            </a:pPr>
            <a:r>
              <a:rPr sz="5400" b="1" i="0">
                <a:solidFill>
                  <a:srgbClr val="FFFFFF"/>
                </a:solidFill>
                <a:latin typeface="Poppins Black"/>
              </a:rPr>
              <a:t>ALL: Amen.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The Communion Rite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CHURCH ANNOUNCEMENTS</a:t>
            </a:r>
          </a:p>
          <a:p>
            <a:pPr algn="just">
              <a:lnSpc>
                <a:spcPct val="140000"/>
              </a:lnSpc>
              <a:spcAft>
                <a:spcPts val="800"/>
              </a:spcAft>
              <a:defRPr sz="4500" b="0" i="1">
                <a:solidFill>
                  <a:srgbClr val="FFDE59"/>
                </a:solidFill>
                <a:latin typeface="Lora"/>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Welcome newcomers!</a:t>
            </a:r>
          </a:p>
          <a:p>
            <a:pPr algn="just">
              <a:lnSpc>
                <a:spcPct val="140000"/>
              </a:lnSpc>
              <a:spcAft>
                <a:spcPts val="800"/>
              </a:spcAft>
              <a:defRPr sz="4500" b="0" i="1">
                <a:solidFill>
                  <a:srgbClr val="FFDE59"/>
                </a:solidFill>
                <a:latin typeface="Lora"/>
              </a:defRPr>
            </a:pPr>
            <a:r>
              <a:t>Photo collage optional.</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Sacrament of Confession</a:t>
            </a:r>
          </a:p>
          <a:p>
            <a:pPr algn="just">
              <a:lnSpc>
                <a:spcPct val="140000"/>
              </a:lnSpc>
              <a:spcAft>
                <a:spcPts val="800"/>
              </a:spcAft>
              <a:defRPr sz="4500" b="0" i="1">
                <a:solidFill>
                  <a:srgbClr val="FFDE59"/>
                </a:solidFill>
                <a:latin typeface="Lora"/>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Mass Collection</a:t>
            </a:r>
          </a:p>
          <a:p>
            <a:pPr algn="just">
              <a:lnSpc>
                <a:spcPct val="140000"/>
              </a:lnSpc>
              <a:spcAft>
                <a:spcPts val="800"/>
              </a:spcAft>
              <a:defRPr sz="4500" b="0" i="1">
                <a:solidFill>
                  <a:srgbClr val="FFDE59"/>
                </a:solidFill>
                <a:latin typeface="Lora"/>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Food or Mass Sponsorship</a:t>
            </a:r>
          </a:p>
          <a:p>
            <a:pPr algn="just">
              <a:lnSpc>
                <a:spcPct val="140000"/>
              </a:lnSpc>
              <a:spcAft>
                <a:spcPts val="800"/>
              </a:spcAft>
              <a:defRPr sz="4500" b="0" i="1">
                <a:solidFill>
                  <a:srgbClr val="FFDE59"/>
                </a:solidFill>
                <a:latin typeface="Lora"/>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Aft>
                <a:spcPts val="800"/>
              </a:spcAft>
              <a:defRPr sz="5400" b="1" i="0">
                <a:solidFill>
                  <a:srgbClr val="FFFFFF"/>
                </a:solidFill>
                <a:latin typeface="Poppins"/>
              </a:defRPr>
            </a:pPr>
            <a:r>
              <a:t>Updates and Announcements</a:t>
            </a:r>
          </a:p>
          <a:p>
            <a:pPr algn="just">
              <a:lnSpc>
                <a:spcPct val="140000"/>
              </a:lnSpc>
              <a:spcAft>
                <a:spcPts val="800"/>
              </a:spcAft>
              <a:defRPr sz="4500" b="0" i="1">
                <a:solidFill>
                  <a:srgbClr val="FFDE59"/>
                </a:solidFill>
                <a:latin typeface="Lora"/>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Announcements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The Lord be with you.</a:t>
            </a:r>
          </a:p>
          <a:p>
            <a:pPr algn="l">
              <a:lnSpc>
                <a:spcPct val="140000"/>
              </a:lnSpc>
              <a:spcBef>
                <a:spcPts val="600"/>
              </a:spcBef>
              <a:spcAft>
                <a:spcPts val="800"/>
              </a:spcAft>
            </a:pPr>
            <a:r>
              <a:rPr sz="5400" b="1" i="0">
                <a:solidFill>
                  <a:srgbClr val="FFFFFF"/>
                </a:solidFill>
                <a:latin typeface="Poppins Black"/>
              </a:rPr>
              <a:t>ALL: And with your spirit.</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May almighty God bless you, the Father, and the Son, and the Holy Spirit.</a:t>
            </a:r>
          </a:p>
          <a:p>
            <a:pPr algn="l">
              <a:lnSpc>
                <a:spcPct val="140000"/>
              </a:lnSpc>
              <a:spcBef>
                <a:spcPts val="600"/>
              </a:spcBef>
              <a:spcAft>
                <a:spcPts val="800"/>
              </a:spcAft>
            </a:pPr>
            <a:r>
              <a:rPr sz="5400" b="1" i="0">
                <a:solidFill>
                  <a:srgbClr val="FFFFFF"/>
                </a:solidFill>
                <a:latin typeface="Poppins Black"/>
              </a:rPr>
              <a:t>ALL: Amen.</a:t>
            </a:r>
          </a:p>
          <a:p>
            <a:pPr algn="l">
              <a:lnSpc>
                <a:spcPct val="140000"/>
              </a:lnSpc>
              <a:spcBef>
                <a:spcPts val="600"/>
              </a:spcBef>
              <a:spcAft>
                <a:spcPts val="800"/>
              </a:spcAft>
            </a:pPr>
            <a:r>
              <a:rPr sz="5400" b="1" i="0">
                <a:solidFill>
                  <a:srgbClr val="FFB800"/>
                </a:solidFill>
                <a:latin typeface="Poppins SemiBold"/>
              </a:rPr>
              <a:t>Priest</a:t>
            </a:r>
            <a:r>
              <a:rPr sz="5400" b="1" i="0">
                <a:solidFill>
                  <a:srgbClr val="FFFFFF"/>
                </a:solidFill>
                <a:latin typeface="Poppins SemiBold"/>
              </a:rPr>
              <a:t>: Go in peace, glorifying the Lord by your life.</a:t>
            </a:r>
          </a:p>
          <a:p>
            <a:pPr algn="l">
              <a:lnSpc>
                <a:spcPct val="140000"/>
              </a:lnSpc>
              <a:spcBef>
                <a:spcPts val="600"/>
              </a:spcBef>
              <a:spcAft>
                <a:spcPts val="800"/>
              </a:spcAft>
            </a:pPr>
            <a:r>
              <a:rPr sz="5400" b="1" i="0">
                <a:solidFill>
                  <a:srgbClr val="FFFFFF"/>
                </a:solidFill>
                <a:latin typeface="Poppins Black"/>
              </a:rPr>
              <a:t>ALL: Thanks be to God.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Final Blessing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960120"/>
          </a:xfrm>
          <a:prstGeom prst="rect">
            <a:avLst/>
          </a:prstGeom>
          <a:noFill/>
        </p:spPr>
        <p:txBody>
          <a:bodyPr wrap="square" lIns="0" rIns="0" tIns="0" bIns="0">
            <a:noAutofit/>
          </a:bodyPr>
          <a:lstStyle/>
          <a:p>
            <a:pPr algn="ctr">
              <a:lnSpc>
                <a:spcPct val="140000"/>
              </a:lnSpc>
              <a:defRPr sz="7300" b="0" i="0">
                <a:solidFill>
                  <a:srgbClr val="FFB800"/>
                </a:solidFill>
                <a:latin typeface="Lora"/>
              </a:defRPr>
            </a:pPr>
            <a:r>
              <a:t>Alleluia! Sing to Jesus</a:t>
            </a:r>
          </a:p>
        </p:txBody>
      </p:sp>
      <p:sp>
        <p:nvSpPr>
          <p:cNvPr id="5" name="TextBox 4"/>
          <p:cNvSpPr txBox="1"/>
          <p:nvPr/>
        </p:nvSpPr>
        <p:spPr>
          <a:xfrm>
            <a:off x="685800" y="1974126"/>
            <a:ext cx="16916400" cy="744419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Alleluia! Sing to Jesus!</a:t>
            </a:r>
          </a:p>
          <a:p>
            <a:pPr algn="ctr">
              <a:lnSpc>
                <a:spcPct val="140000"/>
              </a:lnSpc>
              <a:spcAft>
                <a:spcPts val="1000"/>
              </a:spcAft>
              <a:defRPr sz="6900" b="1" i="0">
                <a:solidFill>
                  <a:srgbClr val="FFFFFF"/>
                </a:solidFill>
                <a:latin typeface="Poppins"/>
              </a:defRPr>
            </a:pPr>
            <a:r>
              <a:t>His the scepter, his the throne;</a:t>
            </a:r>
          </a:p>
          <a:p>
            <a:pPr algn="ctr">
              <a:lnSpc>
                <a:spcPct val="140000"/>
              </a:lnSpc>
              <a:spcAft>
                <a:spcPts val="1000"/>
              </a:spcAft>
              <a:defRPr sz="6900" b="1" i="0">
                <a:solidFill>
                  <a:srgbClr val="FFFFFF"/>
                </a:solidFill>
                <a:latin typeface="Poppins"/>
              </a:defRPr>
            </a:pPr>
            <a:r>
              <a:t>alleluia! His the triumph,</a:t>
            </a:r>
          </a:p>
          <a:p>
            <a:pPr algn="ctr">
              <a:lnSpc>
                <a:spcPct val="140000"/>
              </a:lnSpc>
              <a:spcAft>
                <a:spcPts val="1000"/>
              </a:spcAft>
              <a:defRPr sz="6900" b="1" i="0">
                <a:solidFill>
                  <a:srgbClr val="FFFFFF"/>
                </a:solidFill>
                <a:latin typeface="Poppins"/>
              </a:defRPr>
            </a:pPr>
            <a:r>
              <a:t>his the victory alone.</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Hark! the songs of peaceful Zion</a:t>
            </a:r>
          </a:p>
          <a:p>
            <a:pPr algn="ctr">
              <a:lnSpc>
                <a:spcPct val="140000"/>
              </a:lnSpc>
              <a:spcAft>
                <a:spcPts val="1000"/>
              </a:spcAft>
              <a:defRPr sz="6900" b="1" i="0">
                <a:solidFill>
                  <a:srgbClr val="FFFFFF"/>
                </a:solidFill>
                <a:latin typeface="Poppins"/>
              </a:defRPr>
            </a:pPr>
            <a:r>
              <a:t>thunder like a mighty flood;</a:t>
            </a:r>
          </a:p>
          <a:p>
            <a:pPr algn="ctr">
              <a:lnSpc>
                <a:spcPct val="140000"/>
              </a:lnSpc>
              <a:spcAft>
                <a:spcPts val="1000"/>
              </a:spcAft>
              <a:defRPr sz="6900" b="1" i="0">
                <a:solidFill>
                  <a:srgbClr val="FFFFFF"/>
                </a:solidFill>
                <a:latin typeface="Poppins"/>
              </a:defRPr>
            </a:pPr>
            <a:r>
              <a:t>Jesus out of every nation</a:t>
            </a:r>
          </a:p>
          <a:p>
            <a:pPr algn="ctr">
              <a:lnSpc>
                <a:spcPct val="140000"/>
              </a:lnSpc>
              <a:spcAft>
                <a:spcPts val="1000"/>
              </a:spcAft>
              <a:defRPr sz="6900" b="1" i="0">
                <a:solidFill>
                  <a:srgbClr val="FFFFFF"/>
                </a:solidFill>
                <a:latin typeface="Poppins"/>
              </a:defRPr>
            </a:pPr>
            <a:r>
              <a:t>hath redeemed us by his blood.</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Alleluia! Not as orphans</a:t>
            </a:r>
          </a:p>
          <a:p>
            <a:pPr algn="ctr">
              <a:lnSpc>
                <a:spcPct val="140000"/>
              </a:lnSpc>
              <a:spcAft>
                <a:spcPts val="1000"/>
              </a:spcAft>
              <a:defRPr sz="6900" b="1" i="0">
                <a:solidFill>
                  <a:srgbClr val="FFFFFF"/>
                </a:solidFill>
                <a:latin typeface="Poppins"/>
              </a:defRPr>
            </a:pPr>
            <a:r>
              <a:t>are we left in sorrow sore;</a:t>
            </a:r>
          </a:p>
          <a:p>
            <a:pPr algn="ctr">
              <a:lnSpc>
                <a:spcPct val="140000"/>
              </a:lnSpc>
              <a:spcAft>
                <a:spcPts val="1000"/>
              </a:spcAft>
              <a:defRPr sz="6900" b="1" i="0">
                <a:solidFill>
                  <a:srgbClr val="FFFFFF"/>
                </a:solidFill>
                <a:latin typeface="Poppins"/>
              </a:defRPr>
            </a:pPr>
            <a:r>
              <a:t>one with love exceeding father,</a:t>
            </a:r>
          </a:p>
          <a:p>
            <a:pPr algn="ctr">
              <a:lnSpc>
                <a:spcPct val="140000"/>
              </a:lnSpc>
              <a:spcAft>
                <a:spcPts val="1000"/>
              </a:spcAft>
              <a:defRPr sz="6900" b="1" i="0">
                <a:solidFill>
                  <a:srgbClr val="FFFFFF"/>
                </a:solidFill>
                <a:latin typeface="Poppins"/>
              </a:defRPr>
            </a:pPr>
            <a:r>
              <a:t>one with love exceeding mother,</a:t>
            </a:r>
          </a:p>
          <a:p>
            <a:pPr algn="ctr">
              <a:lnSpc>
                <a:spcPct val="140000"/>
              </a:lnSpc>
              <a:spcAft>
                <a:spcPts val="1000"/>
              </a:spcAft>
              <a:defRPr sz="6900" b="1" i="0">
                <a:solidFill>
                  <a:srgbClr val="FFFFFF"/>
                </a:solidFill>
                <a:latin typeface="Poppins"/>
              </a:defRPr>
            </a:pPr>
            <a:r>
              <a:t>he hath gone before.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Alleluia! Bread of angels,</a:t>
            </a:r>
          </a:p>
          <a:p>
            <a:pPr algn="ctr">
              <a:lnSpc>
                <a:spcPct val="140000"/>
              </a:lnSpc>
              <a:spcAft>
                <a:spcPts val="1000"/>
              </a:spcAft>
              <a:defRPr sz="6900" b="1" i="0">
                <a:solidFill>
                  <a:srgbClr val="FFFFFF"/>
                </a:solidFill>
                <a:latin typeface="Poppins"/>
              </a:defRPr>
            </a:pPr>
            <a:r>
              <a:t>thou on earth our food, our stay;</a:t>
            </a:r>
          </a:p>
          <a:p>
            <a:pPr algn="ctr">
              <a:lnSpc>
                <a:spcPct val="140000"/>
              </a:lnSpc>
              <a:spcAft>
                <a:spcPts val="1000"/>
              </a:spcAft>
              <a:defRPr sz="6900" b="1" i="0">
                <a:solidFill>
                  <a:srgbClr val="FFFFFF"/>
                </a:solidFill>
                <a:latin typeface="Poppins"/>
              </a:defRPr>
            </a:pPr>
            <a:r>
              <a:t>alleluia! here the sinful</a:t>
            </a:r>
          </a:p>
          <a:p>
            <a:pPr algn="ctr">
              <a:lnSpc>
                <a:spcPct val="140000"/>
              </a:lnSpc>
              <a:spcAft>
                <a:spcPts val="1000"/>
              </a:spcAft>
              <a:defRPr sz="6900" b="1" i="0">
                <a:solidFill>
                  <a:srgbClr val="FFFFFF"/>
                </a:solidFill>
                <a:latin typeface="Poppins"/>
              </a:defRPr>
            </a:pPr>
            <a:r>
              <a:t>to thy presence sing alway.</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Alleluia! King eternal,</a:t>
            </a:r>
          </a:p>
          <a:p>
            <a:pPr algn="ctr">
              <a:lnSpc>
                <a:spcPct val="140000"/>
              </a:lnSpc>
              <a:spcAft>
                <a:spcPts val="1000"/>
              </a:spcAft>
              <a:defRPr sz="6900" b="1" i="0">
                <a:solidFill>
                  <a:srgbClr val="FFFFFF"/>
                </a:solidFill>
                <a:latin typeface="Poppins"/>
              </a:defRPr>
            </a:pPr>
            <a:r>
              <a:t>thou the Lord whom we adore;</a:t>
            </a:r>
          </a:p>
          <a:p>
            <a:pPr algn="ctr">
              <a:lnSpc>
                <a:spcPct val="140000"/>
              </a:lnSpc>
              <a:spcAft>
                <a:spcPts val="1000"/>
              </a:spcAft>
              <a:defRPr sz="6900" b="1" i="0">
                <a:solidFill>
                  <a:srgbClr val="FFFFFF"/>
                </a:solidFill>
                <a:latin typeface="Poppins"/>
              </a:defRPr>
            </a:pPr>
            <a:r>
              <a:t>alleluia! Son and Father,</a:t>
            </a:r>
          </a:p>
          <a:p>
            <a:pPr algn="ctr">
              <a:lnSpc>
                <a:spcPct val="140000"/>
              </a:lnSpc>
              <a:spcAft>
                <a:spcPts val="1000"/>
              </a:spcAft>
              <a:defRPr sz="6900" b="1" i="0">
                <a:solidFill>
                  <a:srgbClr val="FFFFFF"/>
                </a:solidFill>
                <a:latin typeface="Poppins"/>
              </a:defRPr>
            </a:pPr>
            <a:r>
              <a:t>Holy Spirit, one forevermore,</a:t>
            </a:r>
          </a:p>
          <a:p>
            <a:pPr algn="ctr">
              <a:lnSpc>
                <a:spcPct val="140000"/>
              </a:lnSpc>
              <a:spcAft>
                <a:spcPts val="1000"/>
              </a:spcAft>
              <a:defRPr sz="6900" b="1" i="0">
                <a:solidFill>
                  <a:srgbClr val="FFFFFF"/>
                </a:solidFill>
                <a:latin typeface="Poppins"/>
              </a:defRPr>
            </a:pPr>
            <a:r>
              <a:t>we would bow before.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685800" y="922566"/>
            <a:ext cx="16916400" cy="8495754"/>
          </a:xfrm>
          <a:prstGeom prst="rect">
            <a:avLst/>
          </a:prstGeom>
          <a:noFill/>
        </p:spPr>
        <p:txBody>
          <a:bodyPr wrap="square" lIns="0" rIns="0" tIns="0" bIns="0" anchor="ctr">
            <a:noAutofit/>
          </a:bodyPr>
          <a:lstStyle/>
          <a:p>
            <a:pPr algn="ctr">
              <a:lnSpc>
                <a:spcPct val="140000"/>
              </a:lnSpc>
              <a:spcAft>
                <a:spcPts val="1000"/>
              </a:spcAft>
              <a:defRPr sz="6900" b="1" i="0">
                <a:solidFill>
                  <a:srgbClr val="FFFFFF"/>
                </a:solidFill>
                <a:latin typeface="Poppins"/>
              </a:defRPr>
            </a:pPr>
            <a:r>
              <a:t>Alleluia! Sing to Jesus!</a:t>
            </a:r>
          </a:p>
          <a:p>
            <a:pPr algn="ctr">
              <a:lnSpc>
                <a:spcPct val="140000"/>
              </a:lnSpc>
              <a:spcAft>
                <a:spcPts val="1000"/>
              </a:spcAft>
              <a:defRPr sz="6900" b="1" i="0">
                <a:solidFill>
                  <a:srgbClr val="FFFFFF"/>
                </a:solidFill>
                <a:latin typeface="Poppins"/>
              </a:defRPr>
            </a:pPr>
            <a:r>
              <a:t>His the scepter, his the throne;</a:t>
            </a:r>
          </a:p>
          <a:p>
            <a:pPr algn="ctr">
              <a:lnSpc>
                <a:spcPct val="140000"/>
              </a:lnSpc>
              <a:spcAft>
                <a:spcPts val="1000"/>
              </a:spcAft>
              <a:defRPr sz="6900" b="1" i="0">
                <a:solidFill>
                  <a:srgbClr val="FFFFFF"/>
                </a:solidFill>
                <a:latin typeface="Poppins"/>
              </a:defRPr>
            </a:pPr>
            <a:r>
              <a:t>alleluia! His the triumph,</a:t>
            </a:r>
          </a:p>
          <a:p>
            <a:pPr algn="ctr">
              <a:lnSpc>
                <a:spcPct val="140000"/>
              </a:lnSpc>
              <a:spcAft>
                <a:spcPts val="1000"/>
              </a:spcAft>
              <a:defRPr sz="6900" b="1" i="0">
                <a:solidFill>
                  <a:srgbClr val="FFFFFF"/>
                </a:solidFill>
                <a:latin typeface="Poppins"/>
              </a:defRPr>
            </a:pPr>
            <a:r>
              <a:t>his the victory alone.</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C8C8CD"/>
                </a:solidFill>
                <a:latin typeface="Poppins"/>
              </a:defRPr>
            </a:pPr>
            <a:r>
              <a:t>Gwangju Filipino Catholic Community</a:t>
            </a:r>
          </a:p>
          <a:p>
            <a:pPr>
              <a:spcBef>
                <a:spcPts val="200"/>
              </a:spcBef>
              <a:defRPr sz="1200" b="0" i="0">
                <a:solidFill>
                  <a:srgbClr val="FFB800"/>
                </a:solidFill>
                <a:latin typeface="Poppins"/>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472726" y="284088"/>
            <a:ext cx="544090" cy="538989"/>
          </a:xfrm>
          <a:prstGeom prst="rect">
            <a:avLst/>
          </a:prstGeom>
        </p:spPr>
      </p:pic>
      <p:sp>
        <p:nvSpPr>
          <p:cNvPr id="4" name="TextBox 3"/>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5" name="TextBox 4"/>
          <p:cNvSpPr txBox="1"/>
          <p:nvPr/>
        </p:nvSpPr>
        <p:spPr>
          <a:xfrm>
            <a:off x="1163709" y="1242606"/>
            <a:ext cx="16253615" cy="5943600"/>
          </a:xfrm>
          <a:prstGeom prst="rect">
            <a:avLst/>
          </a:prstGeom>
          <a:noFill/>
        </p:spPr>
        <p:txBody>
          <a:bodyPr wrap="square" lIns="0" rIns="0" tIns="0" bIns="0">
            <a:noAutofit/>
          </a:bodyPr>
          <a:lstStyle/>
          <a:p>
            <a:pPr algn="ctr">
              <a:lnSpc>
                <a:spcPct val="140000"/>
              </a:lnSpc>
              <a:spcAft>
                <a:spcPts val="400"/>
              </a:spcAft>
              <a:defRPr sz="2100" b="1" i="0">
                <a:solidFill>
                  <a:srgbClr val="D8B4FE"/>
                </a:solidFill>
                <a:latin typeface="Poppins SemiBold"/>
              </a:defRPr>
            </a:pPr>
            <a:r>
              <a:t>MASS CELEBRANT:</a:t>
            </a:r>
          </a:p>
          <a:p>
            <a:pPr algn="ctr">
              <a:lnSpc>
                <a:spcPct val="140000"/>
              </a:lnSpc>
              <a:spcAft>
                <a:spcPts val="400"/>
              </a:spcAft>
              <a:defRPr sz="2100" b="0" i="0">
                <a:solidFill>
                  <a:srgbClr val="FFFFFF"/>
                </a:solidFill>
                <a:latin typeface="Poppins"/>
              </a:defRPr>
            </a:pPr>
            <a:r>
              <a:t>Rev.Fr. Jonrey Lauron, RCJ</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Gwangju</a:t>
            </a:r>
            <a:br/>
            <a:r>
              <a:t>Filipino</a:t>
            </a:r>
            <a:br/>
            <a:r>
              <a:t>Catholic</a:t>
            </a:r>
            <a:br/>
            <a:r>
              <a:t>Community</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Gospel (John 4:5-42)</a:t>
            </a:r>
          </a:p>
          <a:p>
            <a:pPr algn="ctr">
              <a:lnSpc>
                <a:spcPct val="140000"/>
              </a:lnSpc>
              <a:spcAft>
                <a:spcPts val="400"/>
              </a:spcAft>
              <a:defRPr sz="2100" b="0" i="0">
                <a:solidFill>
                  <a:srgbClr val="FFFFFF"/>
                </a:solidFill>
                <a:latin typeface="Poppins"/>
              </a:defRPr>
            </a:pPr>
            <a:r>
              <a:t>“Give me a drink.”</a:t>
            </a:r>
          </a:p>
          <a:p>
            <a:pPr algn="ctr">
              <a:lnSpc>
                <a:spcPct val="140000"/>
              </a:lnSpc>
              <a:spcAft>
                <a:spcPts val="400"/>
              </a:spcAft>
              <a:defRPr sz="2100" b="0" i="0">
                <a:solidFill>
                  <a:srgbClr val="FFFFFF"/>
                </a:solidFill>
                <a:latin typeface="Poppins"/>
              </a:defRPr>
            </a:pPr>
          </a:p>
          <a:p>
            <a:pPr algn="ctr">
              <a:lnSpc>
                <a:spcPct val="140000"/>
              </a:lnSpc>
              <a:spcAft>
                <a:spcPts val="400"/>
              </a:spcAft>
              <a:defRPr sz="2100" b="0" i="0">
                <a:solidFill>
                  <a:srgbClr val="FFFFFF"/>
                </a:solidFill>
                <a:latin typeface="Poppins"/>
              </a:defRPr>
            </a:pPr>
            <a:r>
              <a:t>YEAR A</a:t>
            </a:r>
          </a:p>
          <a:p>
            <a:pPr algn="ctr">
              <a:lnSpc>
                <a:spcPct val="140000"/>
              </a:lnSpc>
              <a:spcAft>
                <a:spcPts val="400"/>
              </a:spcAft>
              <a:defRPr sz="2100" b="0" i="0">
                <a:solidFill>
                  <a:srgbClr val="FFFFFF"/>
                </a:solidFill>
                <a:latin typeface="Poppins"/>
              </a:defRPr>
            </a:pPr>
            <a:r>
              <a:t>2026-03-08 · Lent</a:t>
            </a:r>
          </a:p>
        </p:txBody>
      </p:sp>
      <p:sp>
        <p:nvSpPr>
          <p:cNvPr id="6" name="TextBox 5"/>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Mass poster / divider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8Mar2026_Lent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472726" y="284088"/>
            <a:ext cx="544090" cy="538989"/>
          </a:xfrm>
          <a:prstGeom prst="rect">
            <a:avLst/>
          </a:prstGeom>
        </p:spPr>
      </p:pic>
      <p:sp>
        <p:nvSpPr>
          <p:cNvPr id="3" name="TextBox 2"/>
          <p:cNvSpPr txBox="1"/>
          <p:nvPr/>
        </p:nvSpPr>
        <p:spPr>
          <a:xfrm>
            <a:off x="1073111" y="293226"/>
            <a:ext cx="1233900" cy="537900"/>
          </a:xfrm>
          <a:prstGeom prst="rect">
            <a:avLst/>
          </a:prstGeom>
          <a:noFill/>
        </p:spPr>
        <p:txBody>
          <a:bodyPr wrap="square" lIns="0" rIns="0" tIns="0" bIns="0" anchor="ctr">
            <a:noAutofit/>
          </a:bodyPr>
          <a:lstStyle/>
          <a:p>
            <a:pPr algn="l">
              <a:defRPr sz="1200" b="0" i="0">
                <a:solidFill>
                  <a:srgbClr val="FFFFFF"/>
                </a:solidFill>
                <a:latin typeface="Poppins"/>
              </a:defRPr>
            </a:pPr>
            <a:r>
              <a:t>Gwangju Filipino Catholic Community</a:t>
            </a:r>
          </a:p>
        </p:txBody>
      </p:sp>
      <p:sp>
        <p:nvSpPr>
          <p:cNvPr id="4" name="TextBox 3"/>
          <p:cNvSpPr txBox="1"/>
          <p:nvPr/>
        </p:nvSpPr>
        <p:spPr>
          <a:xfrm>
            <a:off x="1163709" y="922566"/>
            <a:ext cx="16253615" cy="8404314"/>
          </a:xfrm>
          <a:prstGeom prst="rect">
            <a:avLst/>
          </a:prstGeom>
          <a:noFill/>
        </p:spPr>
        <p:txBody>
          <a:bodyPr wrap="square" lIns="0" rIns="0" tIns="0" bIns="0">
            <a:noAutofit/>
          </a:bodyPr>
          <a:lstStyle/>
          <a:p>
            <a:pPr algn="just">
              <a:lnSpc>
                <a:spcPct val="140000"/>
              </a:lnSpc>
              <a:spcAft>
                <a:spcPts val="800"/>
              </a:spcAft>
              <a:defRPr sz="4500" b="0" i="1">
                <a:solidFill>
                  <a:srgbClr val="FFDE59"/>
                </a:solidFill>
                <a:latin typeface="Lora"/>
              </a:defRPr>
            </a:pPr>
            <a:r>
              <a:t>Below: World English Bible (WEB) fallback — verify NABRE on bible.usccb.org.</a:t>
            </a:r>
          </a:p>
        </p:txBody>
      </p:sp>
      <p:sp>
        <p:nvSpPr>
          <p:cNvPr id="5" name="TextBox 4"/>
          <p:cNvSpPr txBox="1"/>
          <p:nvPr/>
        </p:nvSpPr>
        <p:spPr>
          <a:xfrm>
            <a:off x="685800" y="9418320"/>
            <a:ext cx="16916400" cy="777240"/>
          </a:xfrm>
          <a:prstGeom prst="rect">
            <a:avLst/>
          </a:prstGeom>
          <a:noFill/>
        </p:spPr>
        <p:txBody>
          <a:bodyPr wrap="square" lIns="0" rIns="0" tIns="0" bIns="0">
            <a:noAutofit/>
          </a:bodyPr>
          <a:lstStyle/>
          <a:p>
            <a:pPr>
              <a:defRPr sz="1300" b="1" i="0">
                <a:solidFill>
                  <a:srgbClr val="FFFFFF"/>
                </a:solidFill>
                <a:latin typeface="Poppins"/>
              </a:defRPr>
            </a:pPr>
            <a:r>
              <a:t>Gwangju Filipino Catholic Community</a:t>
            </a:r>
          </a:p>
          <a:p>
            <a:pPr>
              <a:spcBef>
                <a:spcPts val="200"/>
              </a:spcBef>
              <a:defRPr sz="1200" b="0" i="0">
                <a:solidFill>
                  <a:srgbClr val="D8B4FE"/>
                </a:solidFill>
                <a:latin typeface="Poppins"/>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