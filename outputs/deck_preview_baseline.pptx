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id="87" name="Google Shape;87;p13"/>
          <p:cNvSpPr txBox="1"/>
          <p:nvPr/>
        </p:nvSpPr>
        <p:spPr>
          <a:xfrm>
            <a:off x="685800" y="3428995"/>
            <a:ext cx="16916400" cy="1720500"/>
          </a:xfrm>
          <a:prstGeom prst="rect">
            <a:avLst/>
          </a:prstGeom>
          <a:noFill/>
          <a:ln>
            <a:noFill/>
          </a:ln>
          <a:effectLst>
            <a:outerShdw blurRad="57150" rotWithShape="0" algn="bl" dir="5400000" dist="19050">
              <a:srgbClr val="000000">
                <a:alpha val="50000"/>
              </a:srgbClr>
            </a:outerShdw>
          </a:effectLst>
        </p:spPr>
        <p:txBody>
          <a:bodyPr anchorCtr="0" anchor="t" bIns="73150" lIns="109725" spcFirstLastPara="1" rIns="109725" wrap="square" tIns="73150">
            <a:spAutoFit/>
          </a:bodyPr>
          <a:lstStyle/>
          <a:p>
            <a:pPr indent="0" lvl="0" marL="0" marR="0" rtl="0" algn="ctr">
              <a:spcBef>
                <a:spcPts val="0"/>
              </a:spcBef>
              <a:spcAft>
                <a:spcPts val="0"/>
              </a:spcAft>
              <a:buNone/>
              <a:defRPr/>
            </a:pPr>
            <a:r>
              <a:rPr b="1" i="0" lang="en-US" sz="5100" u="none" cap="none" strike="noStrike">
                <a:solidFill>
                  <a:srgbClr val="FFDA91"/>
                </a:solidFill>
                <a:latin typeface="Calibri"/>
                <a:ea typeface="Calibri"/>
                <a:cs typeface="Calibri"/>
                <a:sym typeface="Calibri"/>
              </a:rPr>
              <a:t>PUT YOUR CELLPHONE ON SILENT MODE DURING THE MASS.</a:t>
            </a:r>
            <a:endParaRPr sz="4600"/>
          </a:p>
          <a:p>
            <a:pPr indent="0" lvl="0" marL="0" marR="0" rtl="0" algn="ctr">
              <a:spcBef>
                <a:spcPts val="500"/>
              </a:spcBef>
              <a:spcAft>
                <a:spcPts val="0"/>
              </a:spcAft>
              <a:buNone/>
              <a:defRPr/>
            </a:pPr>
            <a:r>
              <a:rPr b="0" i="1" lang="en-US" sz="4700" u="none" cap="none" strike="noStrike">
                <a:solidFill>
                  <a:srgbClr val="FFDA91"/>
                </a:solidFill>
                <a:latin typeface="Calibri"/>
                <a:ea typeface="Calibri"/>
                <a:cs typeface="Calibri"/>
                <a:sym typeface="Calibri"/>
              </a:rPr>
              <a:t>Thank you.</a:t>
            </a:r>
            <a:endParaRPr sz="4600"/>
          </a:p>
        </p:txBody>
      </p:sp>
      <p:sp>
        <p:nvSpPr>
          <p:cNvPr id="88" name="TextBox 87"/>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3900" b="1" i="0" u="none">
                <a:solidFill>
                  <a:srgbClr val="FAF8F4"/>
                </a:solidFill>
                <a:latin typeface="Calibri"/>
              </a:defRPr>
            </a:pPr>
            <a:r>
              <a:t>Rev. Fr. Sample Celebrant</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AF8F4"/>
                </a:solidFill>
                <a:latin typeface="Calibri"/>
              </a:defRPr>
            </a:pPr>
            <a:r>
              <a:t>YEAR C · 21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FEDEC"/>
                </a:solidFill>
                <a:latin typeface="Calibri"/>
              </a:defRPr>
            </a:pPr>
            <a:r>
              <a:t>“Who do you say that I am?”</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FFDE9E"/>
                </a:solidFill>
                <a:latin typeface="Calibri"/>
              </a:defRPr>
            </a:pPr>
            <a:r>
              <a:t>GOSPEL (LK 9:18–24)</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000" b="1" i="0" u="none">
                <a:solidFill>
                  <a:srgbClr val="FAF8F4"/>
                </a:solidFill>
                <a:latin typeface="Calibri"/>
              </a:defRPr>
            </a:pPr>
            <a:r>
              <a:t>Twelfth Sunday in Ordinary Time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r>
              <a:rPr sz="3850" b="1" u="sng">
                <a:solidFill>
                  <a:srgbClr val="FFDA91"/>
                </a:solidFill>
                <a:latin typeface="Georgia"/>
              </a:rPr>
              <a:t>Sing a New Song</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70000"/>
              </a:lnSpc>
            </a:pPr>
            <a:r>
              <a:rPr sz="6600" b="1" i="1">
                <a:solidFill>
                  <a:srgbClr val="FFDA91"/>
                </a:solidFill>
                <a:latin typeface="Poppins"/>
              </a:rPr>
              <a:t>SING A NEW SONG UNTO THE LORD;</a:t>
            </a:r>
          </a:p>
          <a:p>
            <a:pPr algn="ctr">
              <a:lnSpc>
                <a:spcPct val="70000"/>
              </a:lnSpc>
            </a:pPr>
            <a:r>
              <a:rPr sz="6600" b="1" i="1">
                <a:solidFill>
                  <a:srgbClr val="FFDA91"/>
                </a:solidFill>
                <a:latin typeface="Poppins"/>
              </a:rPr>
              <a:t>LET YOUR SONG BE SUNG FROM MOUNTAINS HIGH</a:t>
            </a:r>
          </a:p>
          <a:p>
            <a:pPr algn="ctr">
              <a:lnSpc>
                <a:spcPct val="70000"/>
              </a:lnSpc>
            </a:pPr>
            <a:r>
              <a:rPr sz="6600" b="1" i="1">
                <a:solidFill>
                  <a:srgbClr val="FFDA91"/>
                </a:solidFill>
                <a:latin typeface="Poppins"/>
              </a:rPr>
              <a:t>SING A NEW SONG UNTO THE LORD</a:t>
            </a:r>
          </a:p>
          <a:p>
            <a:pPr algn="ctr">
              <a:lnSpc>
                <a:spcPct val="70000"/>
              </a:lnSpc>
            </a:pPr>
            <a:r>
              <a:rPr sz="6600" b="1" i="1">
                <a:solidFill>
                  <a:srgbClr val="FFDA91"/>
                </a:solidFill>
                <a:latin typeface="Poppins"/>
              </a:rPr>
              <a:t>SINGING ALLELUIA</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DA91"/>
                </a:solidFill>
                <a:latin typeface="Calibri"/>
              </a:defRPr>
            </a:pPr>
            <a:r>
              <a:t>Entrance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YAHWEH'S PEOPLE DANCE FOR JOY</a:t>
            </a:r>
          </a:p>
          <a:p>
            <a:pPr algn="ctr">
              <a:lnSpc>
                <a:spcPct val="70000"/>
              </a:lnSpc>
            </a:pPr>
            <a:r>
              <a:rPr sz="7500" b="1" i="0">
                <a:solidFill>
                  <a:srgbClr val="FFFFFF"/>
                </a:solidFill>
                <a:latin typeface="Poppins"/>
              </a:rPr>
              <a:t>O COME BEFORE THE LORD</a:t>
            </a:r>
          </a:p>
          <a:p>
            <a:pPr algn="ctr">
              <a:lnSpc>
                <a:spcPct val="70000"/>
              </a:lnSpc>
            </a:pPr>
            <a:r>
              <a:rPr sz="7500" b="1" i="0">
                <a:solidFill>
                  <a:srgbClr val="FFFFFF"/>
                </a:solidFill>
                <a:latin typeface="Poppins"/>
              </a:rPr>
              <a:t>AND PLAY FOR HIM ON GLAD TAMBOURINES</a:t>
            </a:r>
          </a:p>
          <a:p>
            <a:pPr algn="ctr">
              <a:lnSpc>
                <a:spcPct val="70000"/>
              </a:lnSpc>
            </a:pPr>
            <a:r>
              <a:rPr sz="7500" b="1" i="0">
                <a:solidFill>
                  <a:srgbClr val="FFFFFF"/>
                </a:solidFill>
                <a:latin typeface="Poppins"/>
              </a:rPr>
              <a:t>AND LET YOUR TRUMPET SOUND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DA91"/>
                </a:solidFill>
                <a:latin typeface="Calibri"/>
              </a:defRPr>
            </a:pPr>
            <a:r>
              <a:t>Entrance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73152" bIns="73152" anchor="ctr">
            <a:noAutofit/>
          </a:bodyPr>
          <a:lstStyle/>
          <a:p>
            <a:pPr algn="ctr">
              <a:lnSpc>
                <a:spcPct val="70000"/>
              </a:lnSpc>
            </a:pPr>
            <a:r>
              <a:rPr sz="6600" b="1" i="1">
                <a:solidFill>
                  <a:srgbClr val="FFDA91"/>
                </a:solidFill>
                <a:latin typeface="Poppins"/>
              </a:rPr>
              <a:t>SING A NEW SONG UNTO THE LORD;</a:t>
            </a:r>
          </a:p>
          <a:p>
            <a:pPr algn="ctr">
              <a:lnSpc>
                <a:spcPct val="70000"/>
              </a:lnSpc>
            </a:pPr>
            <a:r>
              <a:rPr sz="6600" b="1" i="1">
                <a:solidFill>
                  <a:srgbClr val="FFDA91"/>
                </a:solidFill>
                <a:latin typeface="Poppins"/>
              </a:rPr>
              <a:t>LET YOUR SONG BE SUNG FROM MOUNTAINS HIGH</a:t>
            </a:r>
          </a:p>
          <a:p>
            <a:pPr algn="ctr">
              <a:lnSpc>
                <a:spcPct val="70000"/>
              </a:lnSpc>
            </a:pPr>
            <a:r>
              <a:rPr sz="6600" b="1" i="1">
                <a:solidFill>
                  <a:srgbClr val="FFDA91"/>
                </a:solidFill>
                <a:latin typeface="Poppins"/>
              </a:rPr>
              <a:t>SING A NEW SONG UNTO THE LORD</a:t>
            </a:r>
          </a:p>
          <a:p>
            <a:pPr algn="ctr">
              <a:lnSpc>
                <a:spcPct val="70000"/>
              </a:lnSpc>
            </a:pPr>
            <a:r>
              <a:rPr sz="6600" b="1" i="1">
                <a:solidFill>
                  <a:srgbClr val="FFDA91"/>
                </a:solidFill>
                <a:latin typeface="Poppins"/>
              </a:rPr>
              <a:t>SINGING ALLELUIA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DA91"/>
                </a:solidFill>
                <a:latin typeface="Calibri"/>
              </a:defRPr>
            </a:pPr>
            <a:r>
              <a:t>Entrance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RISE, O CHILDREN, FROM YOUR SLEEP;</a:t>
            </a:r>
          </a:p>
          <a:p>
            <a:pPr algn="ctr">
              <a:lnSpc>
                <a:spcPct val="70000"/>
              </a:lnSpc>
            </a:pPr>
            <a:r>
              <a:rPr sz="7500" b="1" i="0">
                <a:solidFill>
                  <a:srgbClr val="FFFFFF"/>
                </a:solidFill>
                <a:latin typeface="Poppins"/>
              </a:rPr>
              <a:t>YOUR SAVIOR NOW HAS COME</a:t>
            </a:r>
          </a:p>
          <a:p>
            <a:pPr algn="ctr">
              <a:lnSpc>
                <a:spcPct val="70000"/>
              </a:lnSpc>
            </a:pPr>
            <a:r>
              <a:rPr sz="7500" b="1" i="0">
                <a:solidFill>
                  <a:srgbClr val="FFFFFF"/>
                </a:solidFill>
                <a:latin typeface="Poppins"/>
              </a:rPr>
              <a:t>HE HAS TURNED YOUR SORROW TO JOY</a:t>
            </a:r>
          </a:p>
          <a:p>
            <a:pPr algn="ctr">
              <a:lnSpc>
                <a:spcPct val="70000"/>
              </a:lnSpc>
            </a:pPr>
            <a:r>
              <a:rPr sz="7500" b="1" i="0">
                <a:solidFill>
                  <a:srgbClr val="FFFFFF"/>
                </a:solidFill>
                <a:latin typeface="Poppins"/>
              </a:rPr>
              <a:t>AND FILLED YOUR SOUL WITH SONG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DA91"/>
                </a:solidFill>
                <a:latin typeface="Calibri"/>
              </a:defRPr>
            </a:pPr>
            <a:r>
              <a:t>Entrance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73152" bIns="73152" anchor="ctr">
            <a:noAutofit/>
          </a:bodyPr>
          <a:lstStyle/>
          <a:p>
            <a:pPr algn="ctr">
              <a:lnSpc>
                <a:spcPct val="70000"/>
              </a:lnSpc>
            </a:pPr>
            <a:r>
              <a:rPr sz="6600" b="1" i="1">
                <a:solidFill>
                  <a:srgbClr val="FFDA91"/>
                </a:solidFill>
                <a:latin typeface="Poppins"/>
              </a:rPr>
              <a:t>SING A NEW SONG UNTO THE LORD;</a:t>
            </a:r>
          </a:p>
          <a:p>
            <a:pPr algn="ctr">
              <a:lnSpc>
                <a:spcPct val="70000"/>
              </a:lnSpc>
            </a:pPr>
            <a:r>
              <a:rPr sz="6600" b="1" i="1">
                <a:solidFill>
                  <a:srgbClr val="FFDA91"/>
                </a:solidFill>
                <a:latin typeface="Poppins"/>
              </a:rPr>
              <a:t>LET YOUR SONG BE SUNG FROM MOUNTAINS HIGH</a:t>
            </a:r>
          </a:p>
          <a:p>
            <a:pPr algn="ctr">
              <a:lnSpc>
                <a:spcPct val="70000"/>
              </a:lnSpc>
            </a:pPr>
            <a:r>
              <a:rPr sz="6600" b="1" i="1">
                <a:solidFill>
                  <a:srgbClr val="FFDA91"/>
                </a:solidFill>
                <a:latin typeface="Poppins"/>
              </a:rPr>
              <a:t>SING A NEW SONG UNTO THE LORD</a:t>
            </a:r>
          </a:p>
          <a:p>
            <a:pPr algn="ctr">
              <a:lnSpc>
                <a:spcPct val="70000"/>
              </a:lnSpc>
            </a:pPr>
            <a:r>
              <a:rPr sz="6600" b="1" i="1">
                <a:solidFill>
                  <a:srgbClr val="FFDA91"/>
                </a:solidFill>
                <a:latin typeface="Poppins"/>
              </a:rPr>
              <a:t>SINGING ALLELUIA</a:t>
            </a:r>
          </a:p>
          <a:p>
            <a:pPr algn="ctr">
              <a:lnSpc>
                <a:spcPct val="70000"/>
              </a:lnSpc>
            </a:pPr>
            <a:r>
              <a:rPr sz="6600" b="1" i="1">
                <a:solidFill>
                  <a:srgbClr val="FFDA91"/>
                </a:solidFill>
                <a:latin typeface="Poppins"/>
              </a:rPr>
              <a:t>SINGING ALLELUIA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DA91"/>
                </a:solidFill>
                <a:latin typeface="Calibri"/>
              </a:defRPr>
            </a:pPr>
            <a:r>
              <a:t>Entrance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3900" b="1" i="0" u="none">
                <a:solidFill>
                  <a:srgbClr val="FAF8F4"/>
                </a:solidFill>
                <a:latin typeface="Calibri"/>
              </a:defRPr>
            </a:pPr>
            <a:r>
              <a:t>Rev. Fr. Sample Celebrant</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AF8F4"/>
                </a:solidFill>
                <a:latin typeface="Calibri"/>
              </a:defRPr>
            </a:pPr>
            <a:r>
              <a:t>YEAR C · 21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FEDEC"/>
                </a:solidFill>
                <a:latin typeface="Calibri"/>
              </a:defRPr>
            </a:pPr>
            <a:r>
              <a:t>“Who do you say that I am?”</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FFDE9E"/>
                </a:solidFill>
                <a:latin typeface="Calibri"/>
              </a:defRPr>
            </a:pPr>
            <a:r>
              <a:t>GOSPEL (LK 9:18–24)</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000" b="1" i="0" u="none">
                <a:solidFill>
                  <a:srgbClr val="FAF8F4"/>
                </a:solidFill>
                <a:latin typeface="Calibri"/>
              </a:defRPr>
            </a:pPr>
            <a:r>
              <a:t>Twelfth Sunday in Ordinary Time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500"/>
              </a:spcAft>
              <a:defRPr sz="5500" b="1" i="0" u="none">
                <a:solidFill>
                  <a:srgbClr val="FFDA91"/>
                </a:solidFill>
                <a:latin typeface="Calibri"/>
              </a:defRPr>
            </a:pPr>
            <a:r>
              <a:t>Priest: In the Name of the Father, and of the Son, and of the Holy Spirit.</a:t>
            </a:r>
          </a:p>
          <a:p>
            <a:pPr algn="ctr">
              <a:spcBef>
                <a:spcPts val="400"/>
              </a:spcBef>
              <a:spcAft>
                <a:spcPts val="500"/>
              </a:spcAft>
              <a:defRPr sz="5500" b="1" i="0" u="none">
                <a:solidFill>
                  <a:srgbClr val="FAF8F4"/>
                </a:solidFill>
                <a:latin typeface="Calibri"/>
              </a:defRPr>
            </a:pPr>
            <a:r>
              <a:t>All: Amen.</a:t>
            </a:r>
          </a:p>
          <a:p>
            <a:pPr algn="ctr">
              <a:spcBef>
                <a:spcPts val="400"/>
              </a:spcBef>
              <a:spcAft>
                <a:spcPts val="500"/>
              </a:spcAft>
              <a:defRPr sz="5500" b="1" i="0" u="none">
                <a:solidFill>
                  <a:srgbClr val="FFDA91"/>
                </a:solidFill>
                <a:latin typeface="Calibri"/>
              </a:defRPr>
            </a:pPr>
            <a:r>
              <a:t>Priest: The Lord be with you.</a:t>
            </a:r>
          </a:p>
          <a:p>
            <a:pPr algn="ctr">
              <a:spcBef>
                <a:spcPts val="400"/>
              </a:spcBef>
              <a:spcAft>
                <a:spcPts val="500"/>
              </a:spcAft>
              <a:defRPr sz="5500" b="1" i="0" u="none">
                <a:solidFill>
                  <a:srgbClr val="FAF8F4"/>
                </a:solidFill>
                <a:latin typeface="Calibri"/>
              </a:defRPr>
            </a:pPr>
            <a:r>
              <a:t>All: And with your spirit.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Introductory Rites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id="150" name="Google Shape;150;p20"/>
          <p:cNvSpPr txBox="1"/>
          <p:nvPr/>
        </p:nvSpPr>
        <p:spPr>
          <a:xfrm>
            <a:off x="0" y="790775"/>
            <a:ext cx="18288000" cy="532680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defRPr/>
            </a:pPr>
            <a:r>
              <a:rPr b="1" lang="en-US" sz="5100">
                <a:solidFill>
                  <a:srgbClr val="FFDA91"/>
                </a:solidFill>
                <a:latin typeface="Calibri"/>
                <a:ea typeface="Calibri"/>
                <a:cs typeface="Calibri"/>
                <a:sym typeface="Calibri"/>
              </a:rPr>
              <a:t>Priest: </a:t>
            </a:r>
            <a:r>
              <a:rPr b="1" i="0" lang="en-US" sz="5100" u="none" cap="none" strike="noStrike">
                <a:solidFill>
                  <a:srgbClr val="FFDA91"/>
                </a:solidFill>
                <a:latin typeface="Calibri"/>
                <a:ea typeface="Calibri"/>
                <a:cs typeface="Calibri"/>
                <a:sym typeface="Calibri"/>
              </a:rPr>
              <a:t>Brethren (brothers and sisters),</a:t>
            </a:r>
            <a:endParaRPr b="1" sz="5100">
              <a:solidFill>
                <a:srgbClr val="FFDA91"/>
              </a:solidFill>
              <a:latin typeface="Calibri"/>
              <a:ea typeface="Calibri"/>
              <a:cs typeface="Calibri"/>
              <a:sym typeface="Calibri"/>
            </a:endParaRPr>
          </a:p>
          <a:p>
            <a:pPr indent="0" lvl="0" marL="0" marR="0" rtl="0" algn="ctr">
              <a:spcBef>
                <a:spcPts val="0"/>
              </a:spcBef>
              <a:spcAft>
                <a:spcPts val="0"/>
              </a:spcAft>
              <a:buNone/>
              <a:defRPr/>
            </a:pPr>
            <a:r>
              <a:rPr b="1" i="0" lang="en-US" sz="5100" u="none" cap="none" strike="noStrike">
                <a:solidFill>
                  <a:srgbClr val="FFDA91"/>
                </a:solidFill>
                <a:latin typeface="Calibri"/>
                <a:ea typeface="Calibri"/>
                <a:cs typeface="Calibri"/>
                <a:sym typeface="Calibri"/>
              </a:rPr>
              <a:t>let us acknowledge our sins, </a:t>
            </a:r>
            <a:endParaRPr b="1" sz="5100">
              <a:solidFill>
                <a:srgbClr val="FFDA91"/>
              </a:solidFill>
              <a:latin typeface="Calibri"/>
              <a:ea typeface="Calibri"/>
              <a:cs typeface="Calibri"/>
              <a:sym typeface="Calibri"/>
            </a:endParaRPr>
          </a:p>
          <a:p>
            <a:pPr indent="0" lvl="0" marL="0" marR="0" rtl="0" algn="ctr">
              <a:spcBef>
                <a:spcPts val="0"/>
              </a:spcBef>
              <a:spcAft>
                <a:spcPts val="0"/>
              </a:spcAft>
              <a:buNone/>
              <a:defRPr/>
            </a:pPr>
            <a:r>
              <a:rPr b="1" lang="en-US" sz="5100">
                <a:solidFill>
                  <a:srgbClr val="FFDA91"/>
                </a:solidFill>
                <a:latin typeface="Calibri"/>
                <a:ea typeface="Calibri"/>
                <a:cs typeface="Calibri"/>
                <a:sym typeface="Calibri"/>
              </a:rPr>
              <a:t>ALL: </a:t>
            </a:r>
            <a:r>
              <a:rPr b="1" i="0" lang="en-US" sz="5100" u="none" cap="none" strike="noStrike">
                <a:solidFill>
                  <a:srgbClr val="FFDA91"/>
                </a:solidFill>
                <a:latin typeface="Calibri"/>
                <a:ea typeface="Calibri"/>
                <a:cs typeface="Calibri"/>
                <a:sym typeface="Calibri"/>
              </a:rPr>
              <a:t>I confess to almighty God</a:t>
            </a:r>
            <a:r>
              <a:rPr lang="en-US" sz="4500">
                <a:solidFill>
                  <a:srgbClr val="FAF8F4"/>
                </a:solidFill>
              </a:rPr>
              <a:t> </a:t>
            </a:r>
            <a:r>
              <a:rPr b="0" i="0" lang="en-US" sz="5000" u="none" cap="none" strike="noStrike">
                <a:solidFill>
                  <a:srgbClr val="FFDA91"/>
                </a:solidFill>
                <a:latin typeface="Calibri"/>
                <a:ea typeface="Calibri"/>
                <a:cs typeface="Calibri"/>
                <a:sym typeface="Calibri"/>
              </a:rPr>
              <a:t>and to you, my brothers and sisters,</a:t>
            </a:r>
            <a:endParaRPr sz="4500"/>
          </a:p>
          <a:p>
            <a:pPr indent="0" lvl="0" marL="0" marR="0" rtl="0" algn="ctr">
              <a:spcBef>
                <a:spcPts val="500"/>
              </a:spcBef>
              <a:spcAft>
                <a:spcPts val="0"/>
              </a:spcAft>
              <a:buNone/>
              <a:defRPr/>
            </a:pPr>
            <a:r>
              <a:rPr b="0" i="0" lang="en-US" sz="5000" u="none" cap="none" strike="noStrike">
                <a:solidFill>
                  <a:srgbClr val="FFDA91"/>
                </a:solidFill>
                <a:latin typeface="Calibri"/>
                <a:ea typeface="Calibri"/>
                <a:cs typeface="Calibri"/>
                <a:sym typeface="Calibri"/>
              </a:rPr>
              <a:t>that I have greatly sinned,</a:t>
            </a:r>
            <a:r>
              <a:rPr lang="en-US" sz="4500">
                <a:solidFill>
                  <a:srgbClr val="FAF8F4"/>
                </a:solidFill>
              </a:rPr>
              <a:t> </a:t>
            </a:r>
            <a:r>
              <a:rPr b="0" i="0" lang="en-US" sz="5000" u="none" cap="none" strike="noStrike">
                <a:solidFill>
                  <a:srgbClr val="FFDA91"/>
                </a:solidFill>
                <a:latin typeface="Calibri"/>
                <a:ea typeface="Calibri"/>
                <a:cs typeface="Calibri"/>
                <a:sym typeface="Calibri"/>
              </a:rPr>
              <a:t>in my thoughts and in my words,</a:t>
            </a:r>
            <a:endParaRPr sz="4500"/>
          </a:p>
          <a:p>
            <a:pPr indent="0" lvl="0" marL="0" marR="0" rtl="0" algn="ctr">
              <a:spcBef>
                <a:spcPts val="500"/>
              </a:spcBef>
              <a:spcAft>
                <a:spcPts val="0"/>
              </a:spcAft>
              <a:buNone/>
              <a:defRPr/>
            </a:pPr>
            <a:r>
              <a:rPr b="0" i="0" lang="en-US" sz="5000" u="none" cap="none" strike="noStrike">
                <a:solidFill>
                  <a:srgbClr val="FFDA91"/>
                </a:solidFill>
                <a:latin typeface="Calibri"/>
                <a:ea typeface="Calibri"/>
                <a:cs typeface="Calibri"/>
                <a:sym typeface="Calibri"/>
              </a:rPr>
              <a:t>in what I have done and in what I have failed to do,</a:t>
            </a:r>
            <a:endParaRPr b="0" i="0" sz="5000" u="none" cap="none" strike="noStrike">
              <a:solidFill>
                <a:srgbClr val="FAF8F4"/>
              </a:solidFill>
              <a:latin typeface="Calibri"/>
              <a:ea typeface="Calibri"/>
              <a:cs typeface="Calibri"/>
              <a:sym typeface="Calibri"/>
            </a:endParaRPr>
          </a:p>
          <a:p>
            <a:pPr indent="0" lvl="0" marL="0" marR="0" rtl="0" algn="ctr">
              <a:spcBef>
                <a:spcPts val="500"/>
              </a:spcBef>
              <a:spcAft>
                <a:spcPts val="0"/>
              </a:spcAft>
              <a:buNone/>
              <a:defRPr/>
            </a:pPr>
            <a:r>
              <a:rPr lang="en-US" sz="5000">
                <a:solidFill>
                  <a:srgbClr val="FFDA91"/>
                </a:solidFill>
                <a:latin typeface="Calibri"/>
                <a:ea typeface="Calibri"/>
                <a:cs typeface="Calibri"/>
                <a:sym typeface="Calibri"/>
              </a:rPr>
              <a:t>(strike chest)</a:t>
            </a:r>
            <a:endParaRPr sz="5000">
              <a:solidFill>
                <a:srgbClr val="FFDA91"/>
              </a:solidFill>
              <a:latin typeface="Calibri"/>
              <a:ea typeface="Calibri"/>
              <a:cs typeface="Calibri"/>
              <a:sym typeface="Calibri"/>
            </a:endParaRPr>
          </a:p>
          <a:p>
            <a:pPr indent="0" lvl="0" marL="0" marR="0" rtl="0" algn="ctr">
              <a:spcBef>
                <a:spcPts val="500"/>
              </a:spcBef>
              <a:spcAft>
                <a:spcPts val="0"/>
              </a:spcAft>
              <a:buNone/>
              <a:defRPr/>
            </a:pPr>
            <a:r>
              <a:rPr b="0" i="0" lang="en-US" sz="5000" u="none" cap="none" strike="noStrike">
                <a:solidFill>
                  <a:srgbClr val="FFDA91"/>
                </a:solidFill>
                <a:latin typeface="Calibri"/>
                <a:ea typeface="Calibri"/>
                <a:cs typeface="Calibri"/>
                <a:sym typeface="Calibri"/>
              </a:rPr>
              <a:t>through my fault, through my fault,</a:t>
            </a:r>
            <a:r>
              <a:rPr lang="en-US" sz="4500">
                <a:solidFill>
                  <a:srgbClr val="FAF8F4"/>
                </a:solidFill>
              </a:rPr>
              <a:t> </a:t>
            </a:r>
            <a:r>
              <a:rPr b="0" i="0" lang="en-US" sz="5000" u="none" cap="none" strike="noStrike">
                <a:solidFill>
                  <a:srgbClr val="FFDA91"/>
                </a:solidFill>
                <a:latin typeface="Calibri"/>
                <a:ea typeface="Calibri"/>
                <a:cs typeface="Calibri"/>
                <a:sym typeface="Calibri"/>
              </a:rPr>
              <a:t>through my most grievous fault;</a:t>
            </a:r>
            <a:endParaRPr sz="4500"/>
          </a:p>
          <a:p>
            <a:pPr indent="0" lvl="0" marL="0" marR="0" rtl="0" algn="ctr">
              <a:spcBef>
                <a:spcPts val="500"/>
              </a:spcBef>
              <a:spcAft>
                <a:spcPts val="0"/>
              </a:spcAft>
              <a:buNone/>
              <a:defRPr/>
            </a:pPr>
            <a:r>
              <a:rPr b="0" i="0" lang="en-US" sz="5000" u="none" cap="none" strike="noStrike">
                <a:solidFill>
                  <a:srgbClr val="FFDA91"/>
                </a:solidFill>
                <a:latin typeface="Calibri"/>
                <a:ea typeface="Calibri"/>
                <a:cs typeface="Calibri"/>
                <a:sym typeface="Calibri"/>
              </a:rPr>
              <a:t>therefore I ask blessed Mary ever-Virgin,</a:t>
            </a:r>
            <a:r>
              <a:rPr lang="en-US" sz="4500">
                <a:solidFill>
                  <a:srgbClr val="FAF8F4"/>
                </a:solidFill>
              </a:rPr>
              <a:t> </a:t>
            </a:r>
            <a:r>
              <a:rPr b="0" i="0" lang="en-US" sz="5000" u="none" cap="none" strike="noStrike">
                <a:solidFill>
                  <a:srgbClr val="FFDA91"/>
                </a:solidFill>
                <a:latin typeface="Calibri"/>
                <a:ea typeface="Calibri"/>
                <a:cs typeface="Calibri"/>
                <a:sym typeface="Calibri"/>
              </a:rPr>
              <a:t>all the Angels and Saints,</a:t>
            </a:r>
            <a:endParaRPr sz="4500"/>
          </a:p>
          <a:p>
            <a:pPr indent="0" lvl="0" marL="0" marR="0" rtl="0" algn="ctr">
              <a:spcBef>
                <a:spcPts val="500"/>
              </a:spcBef>
              <a:spcAft>
                <a:spcPts val="0"/>
              </a:spcAft>
              <a:buNone/>
              <a:defRPr/>
            </a:pPr>
            <a:r>
              <a:rPr b="0" i="0" lang="en-US" sz="5000" u="none" cap="none" strike="noStrike">
                <a:solidFill>
                  <a:srgbClr val="FFDA91"/>
                </a:solidFill>
                <a:latin typeface="Calibri"/>
                <a:ea typeface="Calibri"/>
                <a:cs typeface="Calibri"/>
                <a:sym typeface="Calibri"/>
              </a:rPr>
              <a:t>and you, my brothers and sisters,</a:t>
            </a:r>
            <a:r>
              <a:rPr lang="en-US" sz="4500">
                <a:solidFill>
                  <a:srgbClr val="FAF8F4"/>
                </a:solidFill>
              </a:rPr>
              <a:t> </a:t>
            </a:r>
            <a:r>
              <a:rPr b="0" i="0" lang="en-US" sz="5000" u="none" cap="none" strike="noStrike">
                <a:solidFill>
                  <a:srgbClr val="FFDA91"/>
                </a:solidFill>
                <a:latin typeface="Calibri"/>
                <a:ea typeface="Calibri"/>
                <a:cs typeface="Calibri"/>
                <a:sym typeface="Calibri"/>
              </a:rPr>
              <a:t>to pray for me to the Lord our God.</a:t>
            </a:r>
            <a:endParaRPr sz="4500"/>
          </a:p>
          <a:p>
            <a:pPr indent="0" lvl="0" marL="0" marR="0" rtl="0" algn="l">
              <a:spcBef>
                <a:spcPts val="500"/>
              </a:spcBef>
              <a:spcAft>
                <a:spcPts val="0"/>
              </a:spcAft>
              <a:buNone/>
            </a:pPr>
            <a:r>
              <a:rPr>
                <a:solidFill>
                  <a:srgbClr val="FAF8F4"/>
                </a:solidFill>
              </a:rPr>
              <a:t/>
            </a:r>
            <a:endParaRPr sz="4500"/>
          </a:p>
        </p:txBody>
      </p:sp>
      <p:sp>
        <p:nvSpPr>
          <p:cNvPr id="151" name="TextBox 150"/>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Penitential Act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id="159" name="Google Shape;159;p21"/>
          <p:cNvSpPr txBox="1"/>
          <p:nvPr/>
        </p:nvSpPr>
        <p:spPr>
          <a:xfrm>
            <a:off x="0" y="1603800"/>
            <a:ext cx="18288000" cy="3323700"/>
          </a:xfrm>
          <a:prstGeom prst="rect">
            <a:avLst/>
          </a:prstGeom>
          <a:noFill/>
          <a:ln>
            <a:noFill/>
          </a:ln>
        </p:spPr>
        <p:txBody>
          <a:bodyPr anchorCtr="0" anchor="t" bIns="73150" lIns="109725" spcFirstLastPara="1" rIns="109725" wrap="square" tIns="73150">
            <a:spAutoFit/>
          </a:bodyPr>
          <a:lstStyle/>
          <a:p>
            <a:pPr indent="0" lvl="0" marL="0" rtl="0" algn="ctr">
              <a:spcBef>
                <a:spcPts val="500"/>
              </a:spcBef>
              <a:spcAft>
                <a:spcPts val="0"/>
              </a:spcAft>
              <a:buNone/>
              <a:defRPr/>
            </a:pPr>
            <a:r>
              <a:rPr b="1" lang="en-US" sz="6600">
                <a:solidFill>
                  <a:srgbClr val="FFDA91"/>
                </a:solidFill>
                <a:latin typeface="Calibri"/>
                <a:ea typeface="Calibri"/>
                <a:cs typeface="Calibri"/>
                <a:sym typeface="Calibri"/>
              </a:rPr>
              <a:t>Priest:</a:t>
            </a:r>
            <a:endParaRPr b="1" sz="6600">
              <a:solidFill>
                <a:srgbClr val="FFDA91"/>
              </a:solidFill>
              <a:latin typeface="Calibri"/>
              <a:ea typeface="Calibri"/>
              <a:cs typeface="Calibri"/>
              <a:sym typeface="Calibri"/>
            </a:endParaRPr>
          </a:p>
          <a:p>
            <a:pPr indent="0" lvl="0" marL="0" rtl="0" algn="ctr">
              <a:spcBef>
                <a:spcPts val="500"/>
              </a:spcBef>
              <a:spcAft>
                <a:spcPts val="0"/>
              </a:spcAft>
              <a:buNone/>
              <a:defRPr/>
            </a:pPr>
            <a:r>
              <a:rPr b="1" lang="en-US" sz="6600">
                <a:solidFill>
                  <a:srgbClr val="FAF8F4"/>
                </a:solidFill>
                <a:latin typeface="Calibri"/>
                <a:ea typeface="Calibri"/>
                <a:cs typeface="Calibri"/>
                <a:sym typeface="Calibri"/>
              </a:rPr>
              <a:t>May almighty God have mercy on us,</a:t>
            </a:r>
            <a:endParaRPr b="1" sz="6600">
              <a:solidFill>
                <a:schemeClr val="lt1"/>
              </a:solidFill>
              <a:latin typeface="Calibri"/>
              <a:ea typeface="Calibri"/>
              <a:cs typeface="Calibri"/>
              <a:sym typeface="Calibri"/>
            </a:endParaRPr>
          </a:p>
          <a:p>
            <a:pPr indent="0" lvl="0" marL="0" rtl="0" algn="ctr">
              <a:spcBef>
                <a:spcPts val="500"/>
              </a:spcBef>
              <a:spcAft>
                <a:spcPts val="0"/>
              </a:spcAft>
              <a:buClr>
                <a:schemeClr val="dk1"/>
              </a:buClr>
              <a:buFont typeface="Arial"/>
              <a:buNone/>
              <a:defRPr/>
            </a:pPr>
            <a:r>
              <a:rPr b="1" lang="en-US" sz="6600">
                <a:solidFill>
                  <a:srgbClr val="FAF8F4"/>
                </a:solidFill>
                <a:latin typeface="Calibri"/>
                <a:ea typeface="Calibri"/>
                <a:cs typeface="Calibri"/>
                <a:sym typeface="Calibri"/>
              </a:rPr>
              <a:t>forgive us our sins, and bring us to everlasting life</a:t>
            </a:r>
            <a:r>
              <a:rPr b="1" lang="en-US" sz="6600">
                <a:solidFill>
                  <a:srgbClr val="FFDA91"/>
                </a:solidFill>
                <a:latin typeface="Calibri"/>
                <a:ea typeface="Calibri"/>
                <a:cs typeface="Calibri"/>
                <a:sym typeface="Calibri"/>
              </a:rPr>
              <a:t>.</a:t>
            </a:r>
            <a:endParaRPr b="1" sz="7900">
              <a:solidFill>
                <a:srgbClr val="FFDA91"/>
              </a:solidFill>
              <a:latin typeface="Calibri"/>
              <a:ea typeface="Calibri"/>
              <a:cs typeface="Calibri"/>
              <a:sym typeface="Calibri"/>
            </a:endParaRPr>
          </a:p>
        </p:txBody>
      </p:sp>
      <p:sp>
        <p:nvSpPr>
          <p:cNvPr id="164" name="Google Shape;164;p21"/>
          <p:cNvSpPr txBox="1"/>
          <p:nvPr/>
        </p:nvSpPr>
        <p:spPr>
          <a:xfrm>
            <a:off x="0" y="6256725"/>
            <a:ext cx="18288000" cy="1225200"/>
          </a:xfrm>
          <a:prstGeom prst="rect">
            <a:avLst/>
          </a:prstGeom>
          <a:noFill/>
          <a:ln>
            <a:noFill/>
          </a:ln>
        </p:spPr>
        <p:txBody>
          <a:bodyPr anchorCtr="0" anchor="t" bIns="73150" lIns="109725" spcFirstLastPara="1" rIns="109725" wrap="square" tIns="73150">
            <a:spAutoFit/>
          </a:bodyPr>
          <a:lstStyle/>
          <a:p>
            <a:pPr indent="0" lvl="0" marL="0" rtl="0" algn="ctr">
              <a:spcBef>
                <a:spcPts val="500"/>
              </a:spcBef>
              <a:spcAft>
                <a:spcPts val="0"/>
              </a:spcAft>
              <a:buNone/>
              <a:defRPr/>
            </a:pPr>
            <a:r>
              <a:rPr b="1" lang="en-US" sz="7000">
                <a:solidFill>
                  <a:srgbClr val="FFDA91"/>
                </a:solidFill>
                <a:latin typeface="Calibri"/>
                <a:ea typeface="Calibri"/>
                <a:cs typeface="Calibri"/>
                <a:sym typeface="Calibri"/>
              </a:rPr>
              <a:t>ALL: </a:t>
            </a:r>
            <a:r>
              <a:rPr b="1" lang="en-US" sz="7000">
                <a:solidFill>
                  <a:srgbClr val="FAF8F4"/>
                </a:solidFill>
                <a:latin typeface="Calibri"/>
                <a:ea typeface="Calibri"/>
                <a:cs typeface="Calibri"/>
                <a:sym typeface="Calibri"/>
              </a:rPr>
              <a:t>AMEN</a:t>
            </a:r>
            <a:r>
              <a:rPr b="1" lang="en-US" sz="7000">
                <a:solidFill>
                  <a:srgbClr val="FFDA91"/>
                </a:solidFill>
                <a:latin typeface="Calibri"/>
                <a:ea typeface="Calibri"/>
                <a:cs typeface="Calibri"/>
                <a:sym typeface="Calibri"/>
              </a:rPr>
              <a:t>!</a:t>
            </a:r>
            <a:endParaRPr b="1" sz="7000">
              <a:solidFill>
                <a:srgbClr val="FFDA91"/>
              </a:solidFill>
              <a:latin typeface="Calibri"/>
              <a:ea typeface="Calibri"/>
              <a:cs typeface="Calibri"/>
              <a:sym typeface="Calibri"/>
            </a:endParaRPr>
          </a:p>
        </p:txBody>
      </p:sp>
      <p:sp>
        <p:nvSpPr>
          <p:cNvPr id="165" name="TextBox 16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Penitential Act (2/2)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name="TextBox 2" id="2"/>
          <p:cNvSpPr txBox="true"/>
          <p:nvPr/>
        </p:nvSpPr>
        <p:spPr>
          <a:xfrm rot="0">
            <a:off x="4801154" y="1896595"/>
            <a:ext cx="9278336" cy="2320798"/>
          </a:xfrm>
          <a:prstGeom prst="rect">
            <a:avLst/>
          </a:prstGeom>
        </p:spPr>
        <p:txBody>
          <a:bodyPr anchor="t" rtlCol="false" tIns="0" lIns="0" bIns="0" rIns="0">
            <a:spAutoFit/>
          </a:bodyPr>
          <a:lstStyle/>
          <a:p>
            <a:pPr algn="l">
              <a:lnSpc>
                <a:spcPts val="5935"/>
              </a:lnSpc>
              <a:defRPr/>
            </a:pPr>
            <a:r>
              <a:rPr lang="en-US" b="1" sz="5600" spc="148">
                <a:solidFill>
                  <a:srgbClr val="FAF8F4"/>
                </a:solidFill>
                <a:latin typeface="Poppins Bold"/>
                <a:ea typeface="Poppins Bold"/>
                <a:cs typeface="Poppins Bold"/>
                <a:sym typeface="Poppins Bold"/>
              </a:rPr>
              <a:t>LORD, HAVE MERCY.</a:t>
            </a:r>
          </a:p>
          <a:p>
            <a:pPr algn="l">
              <a:lnSpc>
                <a:spcPts val="5935"/>
              </a:lnSpc>
              <a:defRPr/>
            </a:pPr>
            <a:r>
              <a:rPr lang="en-US" b="1" sz="5600" spc="148">
                <a:solidFill>
                  <a:srgbClr val="FAF8F4"/>
                </a:solidFill>
                <a:latin typeface="Poppins Bold"/>
                <a:ea typeface="Poppins Bold"/>
                <a:cs typeface="Poppins Bold"/>
                <a:sym typeface="Poppins Bold"/>
              </a:rPr>
              <a:t>LORD, HAVE MERCY.</a:t>
            </a:r>
          </a:p>
          <a:p>
            <a:pPr algn="l" marL="0" indent="0" lvl="0">
              <a:lnSpc>
                <a:spcPts val="5935"/>
              </a:lnSpc>
              <a:defRPr/>
            </a:pPr>
            <a:r>
              <a:rPr lang="en-US" b="1" sz="5600" spc="148">
                <a:solidFill>
                  <a:srgbClr val="FAF8F4"/>
                </a:solidFill>
                <a:latin typeface="Poppins Bold"/>
                <a:ea typeface="Poppins Bold"/>
                <a:cs typeface="Poppins Bold"/>
                <a:sym typeface="Poppins Bold"/>
              </a:rPr>
              <a:t>           </a:t>
            </a:r>
            <a:r>
              <a:rPr lang="en-US" b="1" sz="5600" spc="148">
                <a:solidFill>
                  <a:srgbClr val="FAF8F4"/>
                </a:solidFill>
                <a:latin typeface="Poppins Bold"/>
                <a:ea typeface="Poppins Bold"/>
                <a:cs typeface="Poppins Bold"/>
                <a:sym typeface="Poppins Bold"/>
              </a:rPr>
              <a:t>LORD, HAVE MERCY.</a:t>
            </a:r>
          </a:p>
        </p:txBody>
      </p:sp>
      <p:sp>
        <p:nvSpPr>
          <p:cNvPr name="TextBox 3" id="3"/>
          <p:cNvSpPr txBox="true"/>
          <p:nvPr/>
        </p:nvSpPr>
        <p:spPr>
          <a:xfrm rot="0">
            <a:off x="4801154" y="4666484"/>
            <a:ext cx="10374670" cy="2320798"/>
          </a:xfrm>
          <a:prstGeom prst="rect">
            <a:avLst/>
          </a:prstGeom>
        </p:spPr>
        <p:txBody>
          <a:bodyPr anchor="t" rtlCol="false" tIns="0" lIns="0" bIns="0" rIns="0">
            <a:spAutoFit/>
          </a:bodyPr>
          <a:lstStyle/>
          <a:p>
            <a:pPr algn="l">
              <a:lnSpc>
                <a:spcPts val="5935"/>
              </a:lnSpc>
              <a:defRPr/>
            </a:pPr>
            <a:r>
              <a:rPr lang="en-US" b="1" sz="5600" spc="148">
                <a:solidFill>
                  <a:srgbClr val="FAF8F4"/>
                </a:solidFill>
                <a:latin typeface="Poppins Bold"/>
                <a:ea typeface="Poppins Bold"/>
                <a:cs typeface="Poppins Bold"/>
                <a:sym typeface="Poppins Bold"/>
              </a:rPr>
              <a:t>CHRIST, HAVE MERCY.</a:t>
            </a:r>
          </a:p>
          <a:p>
            <a:pPr algn="l">
              <a:lnSpc>
                <a:spcPts val="5935"/>
              </a:lnSpc>
              <a:defRPr/>
            </a:pPr>
            <a:r>
              <a:rPr lang="en-US" b="1" sz="5600" spc="148">
                <a:solidFill>
                  <a:srgbClr val="FAF8F4"/>
                </a:solidFill>
                <a:latin typeface="Poppins Bold"/>
                <a:ea typeface="Poppins Bold"/>
                <a:cs typeface="Poppins Bold"/>
                <a:sym typeface="Poppins Bold"/>
              </a:rPr>
              <a:t>CHRIST, HAVE MERCY.</a:t>
            </a:r>
          </a:p>
          <a:p>
            <a:pPr algn="l" marL="0" indent="0" lvl="0">
              <a:lnSpc>
                <a:spcPts val="5935"/>
              </a:lnSpc>
              <a:defRPr/>
            </a:pPr>
            <a:r>
              <a:rPr lang="en-US" b="1" sz="5600" spc="148">
                <a:solidFill>
                  <a:srgbClr val="FAF8F4"/>
                </a:solidFill>
                <a:latin typeface="Poppins Bold"/>
                <a:ea typeface="Poppins Bold"/>
                <a:cs typeface="Poppins Bold"/>
                <a:sym typeface="Poppins Bold"/>
              </a:rPr>
              <a:t>           </a:t>
            </a:r>
            <a:r>
              <a:rPr lang="en-US" b="1" sz="5600" spc="148">
                <a:solidFill>
                  <a:srgbClr val="FAF8F4"/>
                </a:solidFill>
                <a:latin typeface="Poppins Bold"/>
                <a:ea typeface="Poppins Bold"/>
                <a:cs typeface="Poppins Bold"/>
                <a:sym typeface="Poppins Bold"/>
              </a:rPr>
              <a:t>CHRIST, HAVE MERCY.</a:t>
            </a:r>
          </a:p>
        </p:txBody>
      </p:sp>
      <p:sp>
        <p:nvSpPr>
          <p:cNvPr name="TextBox 4" id="4"/>
          <p:cNvSpPr txBox="true"/>
          <p:nvPr/>
        </p:nvSpPr>
        <p:spPr>
          <a:xfrm rot="0">
            <a:off x="4801154" y="7436374"/>
            <a:ext cx="9575679" cy="2320798"/>
          </a:xfrm>
          <a:prstGeom prst="rect">
            <a:avLst/>
          </a:prstGeom>
        </p:spPr>
        <p:txBody>
          <a:bodyPr anchor="t" rtlCol="false" tIns="0" lIns="0" bIns="0" rIns="0">
            <a:spAutoFit/>
          </a:bodyPr>
          <a:lstStyle/>
          <a:p>
            <a:pPr algn="l">
              <a:lnSpc>
                <a:spcPts val="5935"/>
              </a:lnSpc>
              <a:defRPr/>
            </a:pPr>
            <a:r>
              <a:rPr lang="en-US" b="1" sz="5600" spc="148">
                <a:solidFill>
                  <a:srgbClr val="FAF8F4"/>
                </a:solidFill>
                <a:latin typeface="Poppins Bold"/>
                <a:ea typeface="Poppins Bold"/>
                <a:cs typeface="Poppins Bold"/>
                <a:sym typeface="Poppins Bold"/>
              </a:rPr>
              <a:t>LORD, HAVE MERCY.</a:t>
            </a:r>
          </a:p>
          <a:p>
            <a:pPr algn="l">
              <a:lnSpc>
                <a:spcPts val="5935"/>
              </a:lnSpc>
              <a:defRPr/>
            </a:pPr>
            <a:r>
              <a:rPr lang="en-US" b="1" sz="5600" spc="148">
                <a:solidFill>
                  <a:srgbClr val="FAF8F4"/>
                </a:solidFill>
                <a:latin typeface="Poppins Bold"/>
                <a:ea typeface="Poppins Bold"/>
                <a:cs typeface="Poppins Bold"/>
                <a:sym typeface="Poppins Bold"/>
              </a:rPr>
              <a:t>LORD, HAVE MERCY.</a:t>
            </a:r>
          </a:p>
          <a:p>
            <a:pPr algn="l" marL="0" indent="0" lvl="0">
              <a:lnSpc>
                <a:spcPts val="5935"/>
              </a:lnSpc>
              <a:defRPr/>
            </a:pPr>
            <a:r>
              <a:rPr lang="en-US" b="1" sz="5600" spc="148">
                <a:solidFill>
                  <a:srgbClr val="FAF8F4"/>
                </a:solidFill>
                <a:latin typeface="Poppins Bold"/>
                <a:ea typeface="Poppins Bold"/>
                <a:cs typeface="Poppins Bold"/>
                <a:sym typeface="Poppins Bold"/>
              </a:rPr>
              <a:t>           </a:t>
            </a:r>
            <a:r>
              <a:rPr lang="en-US" b="1" sz="5600" spc="148">
                <a:solidFill>
                  <a:srgbClr val="FAF8F4"/>
                </a:solidFill>
                <a:latin typeface="Poppins Bold"/>
                <a:ea typeface="Poppins Bold"/>
                <a:cs typeface="Poppins Bold"/>
                <a:sym typeface="Poppins Bold"/>
              </a:rPr>
              <a:t>LORD, HAVE MERCY.</a:t>
            </a:r>
          </a:p>
        </p:txBody>
      </p:sp>
      <p:sp>
        <p:nvSpPr>
          <p:cNvPr name="TextBox 5" id="5"/>
          <p:cNvSpPr txBox="true"/>
          <p:nvPr/>
        </p:nvSpPr>
        <p:spPr>
          <a:xfrm rot="0">
            <a:off x="2874744" y="331003"/>
            <a:ext cx="12538511" cy="1055243"/>
          </a:xfrm>
          <a:prstGeom prst="rect">
            <a:avLst/>
          </a:prstGeom>
        </p:spPr>
        <p:txBody>
          <a:bodyPr anchor="t" rtlCol="false" tIns="0" lIns="0" bIns="0" rIns="0">
            <a:spAutoFit/>
          </a:bodyPr>
          <a:lstStyle/>
          <a:p>
            <a:pPr algn="ctr" marL="0" indent="0" lvl="0">
              <a:lnSpc>
                <a:spcPts val="8175"/>
              </a:lnSpc>
              <a:spcBef>
                <a:spcPct val="0"/>
              </a:spcBef>
              <a:defRPr/>
            </a:pPr>
            <a:r>
              <a:rPr lang="en-US" sz="3850">
                <a:solidFill>
                  <a:srgbClr val="FFDA91"/>
                </a:solidFill>
                <a:latin typeface="Georgia"/>
                <a:ea typeface="Recoleta"/>
                <a:cs typeface="Recoleta"/>
                <a:sym typeface="Recoleta"/>
              </a:rPr>
              <a:t>Kyrie Eleison</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Kyrie Eleison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name="TextBox 2" id="2"/>
          <p:cNvSpPr txBox="true"/>
          <p:nvPr/>
        </p:nvSpPr>
        <p:spPr>
          <a:xfrm rot="0">
            <a:off x="0" y="896938"/>
            <a:ext cx="18288000" cy="4138869"/>
          </a:xfrm>
          <a:prstGeom prst="rect">
            <a:avLst/>
          </a:prstGeom>
        </p:spPr>
        <p:txBody>
          <a:bodyPr anchor="t" rtlCol="false" tIns="0" lIns="0" bIns="0" rIns="0">
            <a:spAutoFit/>
          </a:bodyPr>
          <a:lstStyle/>
          <a:p>
            <a:pPr algn="ctr">
              <a:lnSpc>
                <a:spcPts val="8123"/>
              </a:lnSpc>
              <a:defRPr/>
            </a:pPr>
            <a:r>
              <a:rPr lang="en-US" b="true" sz="5802">
                <a:solidFill>
                  <a:srgbClr val="FFDA91"/>
                </a:solidFill>
                <a:latin typeface="Poppins Bold"/>
                <a:ea typeface="Poppins Bold"/>
                <a:cs typeface="Poppins Bold"/>
                <a:sym typeface="Poppins Bold"/>
              </a:rPr>
              <a:t>GLORY TO GOD! GLORY TO GOD!</a:t>
            </a:r>
          </a:p>
          <a:p>
            <a:pPr algn="ctr">
              <a:lnSpc>
                <a:spcPts val="8123"/>
              </a:lnSpc>
              <a:defRPr/>
            </a:pPr>
            <a:r>
              <a:rPr lang="en-US" b="true" sz="5802">
                <a:solidFill>
                  <a:srgbClr val="FFDA91"/>
                </a:solidFill>
                <a:latin typeface="Poppins Bold"/>
                <a:ea typeface="Poppins Bold"/>
                <a:cs typeface="Poppins Bold"/>
                <a:sym typeface="Poppins Bold"/>
              </a:rPr>
              <a:t>GLORY TO GOD IN THE HIGHEST, </a:t>
            </a:r>
          </a:p>
          <a:p>
            <a:pPr algn="ctr">
              <a:lnSpc>
                <a:spcPts val="8123"/>
              </a:lnSpc>
              <a:defRPr/>
            </a:pPr>
            <a:r>
              <a:rPr lang="en-US" b="true" sz="5802">
                <a:solidFill>
                  <a:srgbClr val="FFDA91"/>
                </a:solidFill>
                <a:latin typeface="Poppins Bold"/>
                <a:ea typeface="Poppins Bold"/>
                <a:cs typeface="Poppins Bold"/>
                <a:sym typeface="Poppins Bold"/>
              </a:rPr>
              <a:t>AND ON EARTH , PEACE ON EARTH,</a:t>
            </a:r>
          </a:p>
          <a:p>
            <a:pPr algn="ctr" marL="0" indent="0" lvl="0">
              <a:lnSpc>
                <a:spcPts val="8123"/>
              </a:lnSpc>
              <a:spcBef>
                <a:spcPct val="0"/>
              </a:spcBef>
              <a:defRPr/>
            </a:pPr>
            <a:r>
              <a:rPr lang="en-US" b="true" sz="5802">
                <a:solidFill>
                  <a:srgbClr val="FFDA91"/>
                </a:solidFill>
                <a:latin typeface="Poppins Bold"/>
                <a:ea typeface="Poppins Bold"/>
                <a:cs typeface="Poppins Bold"/>
                <a:sym typeface="Poppins Bold"/>
              </a:rPr>
              <a:t>PEACE TO PEOPLE OF GOOD WILL!</a:t>
            </a:r>
          </a:p>
        </p:txBody>
      </p:sp>
      <p:sp>
        <p:nvSpPr>
          <p:cNvPr name="TextBox 3" id="3"/>
          <p:cNvSpPr txBox="true"/>
          <p:nvPr/>
        </p:nvSpPr>
        <p:spPr>
          <a:xfrm rot="0">
            <a:off x="0" y="5132070"/>
            <a:ext cx="18288000" cy="5074921"/>
          </a:xfrm>
          <a:prstGeom prst="rect">
            <a:avLst/>
          </a:prstGeom>
        </p:spPr>
        <p:txBody>
          <a:bodyPr anchor="t" rtlCol="false" tIns="0" lIns="0" bIns="0" rIns="0">
            <a:spAutoFit/>
          </a:bodyPr>
          <a:lstStyle/>
          <a:p>
            <a:pPr algn="ctr">
              <a:lnSpc>
                <a:spcPts val="7979"/>
              </a:lnSpc>
              <a:defRPr/>
            </a:pPr>
            <a:r>
              <a:rPr lang="en-US" b="true" sz="5699">
                <a:solidFill>
                  <a:srgbClr val="FAF8F4"/>
                </a:solidFill>
                <a:latin typeface="Poppins Bold"/>
                <a:ea typeface="Poppins Bold"/>
                <a:cs typeface="Poppins Bold"/>
                <a:sym typeface="Poppins Bold"/>
              </a:rPr>
              <a:t>WE PRAISE YOU, WE BLESS YOU,</a:t>
            </a:r>
          </a:p>
          <a:p>
            <a:pPr algn="ctr">
              <a:lnSpc>
                <a:spcPts val="7979"/>
              </a:lnSpc>
              <a:defRPr/>
            </a:pPr>
            <a:r>
              <a:rPr lang="en-US" b="true" sz="5699">
                <a:solidFill>
                  <a:srgbClr val="FAF8F4"/>
                </a:solidFill>
                <a:latin typeface="Poppins Bold"/>
                <a:ea typeface="Poppins Bold"/>
                <a:cs typeface="Poppins Bold"/>
                <a:sym typeface="Poppins Bold"/>
              </a:rPr>
              <a:t>WE ADORE YOU, WE GLORIFY YOU,</a:t>
            </a:r>
          </a:p>
          <a:p>
            <a:pPr algn="ctr">
              <a:lnSpc>
                <a:spcPts val="7979"/>
              </a:lnSpc>
              <a:defRPr/>
            </a:pPr>
            <a:r>
              <a:rPr lang="en-US" b="true" sz="5699">
                <a:solidFill>
                  <a:srgbClr val="FAF8F4"/>
                </a:solidFill>
                <a:latin typeface="Poppins Bold"/>
                <a:ea typeface="Poppins Bold"/>
                <a:cs typeface="Poppins Bold"/>
                <a:sym typeface="Poppins Bold"/>
              </a:rPr>
              <a:t>WE GIVE YOU THANKS FOR YOUR GREAT GLORY, LORD GOD, HEAVENLY KING,</a:t>
            </a:r>
          </a:p>
          <a:p>
            <a:pPr algn="ctr" marL="0" indent="0" lvl="0">
              <a:lnSpc>
                <a:spcPts val="7979"/>
              </a:lnSpc>
              <a:spcBef>
                <a:spcPct val="0"/>
              </a:spcBef>
              <a:defRPr/>
            </a:pPr>
            <a:r>
              <a:rPr lang="en-US" b="true" sz="5699">
                <a:solidFill>
                  <a:srgbClr val="FAF8F4"/>
                </a:solidFill>
                <a:latin typeface="Poppins Bold"/>
                <a:ea typeface="Poppins Bold"/>
                <a:cs typeface="Poppins Bold"/>
                <a:sym typeface="Poppins Bold"/>
              </a:rPr>
              <a:t>O GOD, ALMIGHTY FATHER. </a:t>
            </a:r>
          </a:p>
        </p:txBody>
      </p:sp>
      <p:sp>
        <p:nvSpPr>
          <p:cNvPr name="TextBox 4" id="4"/>
          <p:cNvSpPr txBox="true"/>
          <p:nvPr/>
        </p:nvSpPr>
        <p:spPr>
          <a:xfrm rot="0">
            <a:off x="2874744" y="118555"/>
            <a:ext cx="12538511" cy="921258"/>
          </a:xfrm>
          <a:prstGeom prst="rect">
            <a:avLst/>
          </a:prstGeom>
        </p:spPr>
        <p:txBody>
          <a:bodyPr anchor="t" rtlCol="false" tIns="0" lIns="0" bIns="0" rIns="0">
            <a:spAutoFit/>
          </a:bodyPr>
          <a:lstStyle/>
          <a:p>
            <a:pPr algn="ctr" marL="0" indent="0" lvl="0">
              <a:lnSpc>
                <a:spcPts val="7056"/>
              </a:lnSpc>
              <a:spcBef>
                <a:spcPct val="0"/>
              </a:spcBef>
              <a:defRPr/>
            </a:pPr>
            <a:r>
              <a:rPr lang="en-US" sz="3850">
                <a:solidFill>
                  <a:srgbClr val="FFDA91"/>
                </a:solidFill>
                <a:latin typeface="Georgia"/>
                <a:ea typeface="Recoleta"/>
                <a:cs typeface="Recoleta"/>
                <a:sym typeface="Recoleta"/>
              </a:rPr>
              <a:t>Gloria</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Gloria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name="TextBox 2" id="2"/>
          <p:cNvSpPr txBox="true"/>
          <p:nvPr/>
        </p:nvSpPr>
        <p:spPr>
          <a:xfrm rot="0">
            <a:off x="0" y="819150"/>
            <a:ext cx="18288000" cy="1887855"/>
          </a:xfrm>
          <a:prstGeom prst="rect">
            <a:avLst/>
          </a:prstGeom>
        </p:spPr>
        <p:txBody>
          <a:bodyPr anchor="t" rtlCol="false" tIns="0" lIns="0" bIns="0" rIns="0">
            <a:spAutoFit/>
          </a:bodyPr>
          <a:lstStyle/>
          <a:p>
            <a:pPr algn="ctr">
              <a:lnSpc>
                <a:spcPts val="7259"/>
              </a:lnSpc>
              <a:defRPr/>
            </a:pPr>
            <a:r>
              <a:rPr lang="en-US" b="true" sz="5999">
                <a:solidFill>
                  <a:srgbClr val="FAF8F4"/>
                </a:solidFill>
                <a:latin typeface="Poppins Bold"/>
                <a:ea typeface="Poppins Bold"/>
                <a:cs typeface="Poppins Bold"/>
                <a:sym typeface="Poppins Bold"/>
              </a:rPr>
              <a:t>LORD JESUS CHRIST, ONLY BEGOTTEN SON, </a:t>
            </a:r>
          </a:p>
          <a:p>
            <a:pPr algn="ctr" marL="0" indent="0" lvl="0">
              <a:lnSpc>
                <a:spcPts val="7259"/>
              </a:lnSpc>
              <a:defRPr/>
            </a:pPr>
            <a:r>
              <a:rPr lang="en-US" b="true" sz="5999">
                <a:solidFill>
                  <a:srgbClr val="FAF8F4"/>
                </a:solidFill>
                <a:latin typeface="Poppins Bold"/>
                <a:ea typeface="Poppins Bold"/>
                <a:cs typeface="Poppins Bold"/>
                <a:sym typeface="Poppins Bold"/>
              </a:rPr>
              <a:t>LORD GOD, LAMB OF GOD, SON OF THE FATHER.</a:t>
            </a:r>
          </a:p>
        </p:txBody>
      </p:sp>
      <p:sp>
        <p:nvSpPr>
          <p:cNvPr name="TextBox 3" id="3"/>
          <p:cNvSpPr txBox="true"/>
          <p:nvPr/>
        </p:nvSpPr>
        <p:spPr>
          <a:xfrm rot="0">
            <a:off x="1076325" y="3306924"/>
            <a:ext cx="16898156" cy="6583553"/>
          </a:xfrm>
          <a:prstGeom prst="rect">
            <a:avLst/>
          </a:prstGeom>
        </p:spPr>
        <p:txBody>
          <a:bodyPr anchor="t" rtlCol="false" tIns="0" lIns="0" bIns="0" rIns="0">
            <a:spAutoFit/>
          </a:bodyPr>
          <a:lstStyle/>
          <a:p>
            <a:pPr algn="l">
              <a:lnSpc>
                <a:spcPts val="7380"/>
              </a:lnSpc>
              <a:defRPr/>
            </a:pPr>
            <a:r>
              <a:rPr lang="en-US" sz="6099" b="true">
                <a:solidFill>
                  <a:srgbClr val="FAF8F4"/>
                </a:solidFill>
                <a:latin typeface="Poppins Bold"/>
                <a:ea typeface="Poppins Bold"/>
                <a:cs typeface="Poppins Bold"/>
                <a:sym typeface="Poppins Bold"/>
              </a:rPr>
              <a:t>YOU TAKE AWAY THE SINS OF THE WORLD,</a:t>
            </a:r>
          </a:p>
          <a:p>
            <a:pPr algn="l">
              <a:lnSpc>
                <a:spcPts val="7380"/>
              </a:lnSpc>
              <a:defRPr/>
            </a:pPr>
            <a:r>
              <a:rPr lang="en-US" sz="6099" b="true">
                <a:solidFill>
                  <a:srgbClr val="FFDA91"/>
                </a:solidFill>
                <a:latin typeface="Poppins Bold"/>
                <a:ea typeface="Poppins Bold"/>
                <a:cs typeface="Poppins Bold"/>
                <a:sym typeface="Poppins Bold"/>
              </a:rPr>
              <a:t>HAVE MERCY ON US</a:t>
            </a:r>
            <a:r>
              <a:rPr lang="en-US" sz="6099" b="true">
                <a:solidFill>
                  <a:srgbClr val="FAF8F4"/>
                </a:solidFill>
                <a:latin typeface="Poppins Bold"/>
                <a:ea typeface="Poppins Bold"/>
                <a:cs typeface="Poppins Bold"/>
                <a:sym typeface="Poppins Bold"/>
              </a:rPr>
              <a:t>;</a:t>
            </a:r>
          </a:p>
          <a:p>
            <a:pPr algn="l">
              <a:lnSpc>
                <a:spcPts val="7380"/>
              </a:lnSpc>
              <a:defRPr/>
            </a:pPr>
            <a:r>
              <a:rPr lang="en-US" sz="6099" b="true">
                <a:solidFill>
                  <a:srgbClr val="FAF8F4"/>
                </a:solidFill>
                <a:latin typeface="Poppins Bold"/>
                <a:ea typeface="Poppins Bold"/>
                <a:cs typeface="Poppins Bold"/>
                <a:sym typeface="Poppins Bold"/>
              </a:rPr>
              <a:t>YOU TAKE AWAY THE SINS OF THE WORLD,</a:t>
            </a:r>
          </a:p>
          <a:p>
            <a:pPr algn="l">
              <a:lnSpc>
                <a:spcPts val="7380"/>
              </a:lnSpc>
              <a:defRPr/>
            </a:pPr>
            <a:r>
              <a:rPr lang="en-US" sz="6099" b="true">
                <a:solidFill>
                  <a:srgbClr val="FFDA91"/>
                </a:solidFill>
                <a:latin typeface="Poppins Bold"/>
                <a:ea typeface="Poppins Bold"/>
                <a:cs typeface="Poppins Bold"/>
                <a:sym typeface="Poppins Bold"/>
              </a:rPr>
              <a:t>RECEIVE OUR PRAYER</a:t>
            </a:r>
            <a:r>
              <a:rPr lang="en-US" sz="6099" b="true">
                <a:solidFill>
                  <a:srgbClr val="FAF8F4"/>
                </a:solidFill>
                <a:latin typeface="Poppins Bold"/>
                <a:ea typeface="Poppins Bold"/>
                <a:cs typeface="Poppins Bold"/>
                <a:sym typeface="Poppins Bold"/>
              </a:rPr>
              <a:t>;</a:t>
            </a:r>
          </a:p>
          <a:p>
            <a:pPr algn="l">
              <a:lnSpc>
                <a:spcPts val="7380"/>
              </a:lnSpc>
              <a:defRPr/>
            </a:pPr>
            <a:r>
              <a:rPr lang="en-US" sz="6099" b="true">
                <a:solidFill>
                  <a:srgbClr val="FAF8F4"/>
                </a:solidFill>
                <a:latin typeface="Poppins Bold"/>
                <a:ea typeface="Poppins Bold"/>
                <a:cs typeface="Poppins Bold"/>
                <a:sym typeface="Poppins Bold"/>
              </a:rPr>
              <a:t>YOU ARE SEATED AT THE RIGHT HAND,</a:t>
            </a:r>
          </a:p>
          <a:p>
            <a:pPr algn="l">
              <a:lnSpc>
                <a:spcPts val="7380"/>
              </a:lnSpc>
              <a:defRPr/>
            </a:pPr>
            <a:r>
              <a:rPr lang="en-US" sz="6099" b="true">
                <a:solidFill>
                  <a:srgbClr val="FAF8F4"/>
                </a:solidFill>
                <a:latin typeface="Poppins Bold"/>
                <a:ea typeface="Poppins Bold"/>
                <a:cs typeface="Poppins Bold"/>
                <a:sym typeface="Poppins Bold"/>
              </a:rPr>
              <a:t>THE RIGHT OF THE FATHER,</a:t>
            </a:r>
          </a:p>
          <a:p>
            <a:pPr algn="l" marL="0" indent="0" lvl="0">
              <a:lnSpc>
                <a:spcPts val="7380"/>
              </a:lnSpc>
              <a:defRPr/>
            </a:pPr>
            <a:r>
              <a:rPr lang="en-US" b="true" sz="6099">
                <a:solidFill>
                  <a:srgbClr val="FFDA91"/>
                </a:solidFill>
                <a:latin typeface="Poppins Bold"/>
                <a:ea typeface="Poppins Bold"/>
                <a:cs typeface="Poppins Bold"/>
                <a:sym typeface="Poppins Bold"/>
              </a:rPr>
              <a:t>HAVE MERCY ON US</a:t>
            </a:r>
            <a:r>
              <a:rPr lang="en-US" b="true" sz="6099">
                <a:solidFill>
                  <a:srgbClr val="FAF8F4"/>
                </a:solidFill>
                <a:latin typeface="Poppins Bold"/>
                <a:ea typeface="Poppins Bold"/>
                <a:cs typeface="Poppins Bold"/>
                <a:sym typeface="Poppins Bold"/>
              </a:rPr>
              <a:t>. </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Gloria (2/4)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name="TextBox 2" id="2"/>
          <p:cNvSpPr txBox="true"/>
          <p:nvPr/>
        </p:nvSpPr>
        <p:spPr>
          <a:xfrm rot="0">
            <a:off x="0" y="5207256"/>
            <a:ext cx="18288000" cy="4631055"/>
          </a:xfrm>
          <a:prstGeom prst="rect">
            <a:avLst/>
          </a:prstGeom>
        </p:spPr>
        <p:txBody>
          <a:bodyPr anchor="t" rtlCol="false" tIns="0" lIns="0" bIns="0" rIns="0">
            <a:spAutoFit/>
          </a:bodyPr>
          <a:lstStyle/>
          <a:p>
            <a:pPr algn="ctr">
              <a:lnSpc>
                <a:spcPts val="7259"/>
              </a:lnSpc>
              <a:defRPr/>
            </a:pPr>
            <a:r>
              <a:rPr lang="en-US" b="true" sz="5999">
                <a:solidFill>
                  <a:srgbClr val="FAF8F4"/>
                </a:solidFill>
                <a:latin typeface="Poppins Bold"/>
                <a:ea typeface="Poppins Bold"/>
                <a:cs typeface="Poppins Bold"/>
                <a:sym typeface="Poppins Bold"/>
              </a:rPr>
              <a:t>FOR YOU ALONE ARE THE HOLY ONE, </a:t>
            </a:r>
          </a:p>
          <a:p>
            <a:pPr algn="ctr">
              <a:lnSpc>
                <a:spcPts val="7259"/>
              </a:lnSpc>
              <a:defRPr/>
            </a:pPr>
            <a:r>
              <a:rPr lang="en-US" b="true" sz="5999">
                <a:solidFill>
                  <a:srgbClr val="FAF8F4"/>
                </a:solidFill>
                <a:latin typeface="Poppins Bold"/>
                <a:ea typeface="Poppins Bold"/>
                <a:cs typeface="Poppins Bold"/>
                <a:sym typeface="Poppins Bold"/>
              </a:rPr>
              <a:t>YOU ALONE ARE THE LORD,</a:t>
            </a:r>
          </a:p>
          <a:p>
            <a:pPr algn="ctr">
              <a:lnSpc>
                <a:spcPts val="7259"/>
              </a:lnSpc>
              <a:defRPr/>
            </a:pPr>
            <a:r>
              <a:rPr lang="en-US" b="true" sz="5999">
                <a:solidFill>
                  <a:srgbClr val="FAF8F4"/>
                </a:solidFill>
                <a:latin typeface="Poppins Bold"/>
                <a:ea typeface="Poppins Bold"/>
                <a:cs typeface="Poppins Bold"/>
                <a:sym typeface="Poppins Bold"/>
              </a:rPr>
              <a:t>YOU ALONE ARE THE MOST HIGH,</a:t>
            </a:r>
          </a:p>
          <a:p>
            <a:pPr algn="ctr">
              <a:lnSpc>
                <a:spcPts val="7259"/>
              </a:lnSpc>
              <a:defRPr/>
            </a:pPr>
            <a:r>
              <a:rPr lang="en-US" b="true" sz="5999">
                <a:solidFill>
                  <a:srgbClr val="FAF8F4"/>
                </a:solidFill>
                <a:latin typeface="Poppins Bold"/>
                <a:ea typeface="Poppins Bold"/>
                <a:cs typeface="Poppins Bold"/>
                <a:sym typeface="Poppins Bold"/>
              </a:rPr>
              <a:t>J</a:t>
            </a:r>
            <a:r>
              <a:rPr lang="en-US" b="true" sz="5999">
                <a:solidFill>
                  <a:srgbClr val="FAF8F4"/>
                </a:solidFill>
                <a:latin typeface="Poppins Bold"/>
                <a:ea typeface="Poppins Bold"/>
                <a:cs typeface="Poppins Bold"/>
                <a:sym typeface="Poppins Bold"/>
              </a:rPr>
              <a:t>E</a:t>
            </a:r>
            <a:r>
              <a:rPr lang="en-US" b="true" sz="5999">
                <a:solidFill>
                  <a:srgbClr val="FAF8F4"/>
                </a:solidFill>
                <a:latin typeface="Poppins Bold"/>
                <a:ea typeface="Poppins Bold"/>
                <a:cs typeface="Poppins Bold"/>
                <a:sym typeface="Poppins Bold"/>
              </a:rPr>
              <a:t>S</a:t>
            </a:r>
            <a:r>
              <a:rPr lang="en-US" b="true" sz="5999">
                <a:solidFill>
                  <a:srgbClr val="FAF8F4"/>
                </a:solidFill>
                <a:latin typeface="Poppins Bold"/>
                <a:ea typeface="Poppins Bold"/>
                <a:cs typeface="Poppins Bold"/>
                <a:sym typeface="Poppins Bold"/>
              </a:rPr>
              <a:t>US</a:t>
            </a:r>
            <a:r>
              <a:rPr lang="en-US" b="true" sz="5999">
                <a:solidFill>
                  <a:srgbClr val="FAF8F4"/>
                </a:solidFill>
                <a:latin typeface="Poppins Bold"/>
                <a:ea typeface="Poppins Bold"/>
                <a:cs typeface="Poppins Bold"/>
                <a:sym typeface="Poppins Bold"/>
              </a:rPr>
              <a:t> CHRIST, WITH THE HOL</a:t>
            </a:r>
            <a:r>
              <a:rPr lang="en-US" b="true" sz="5999">
                <a:solidFill>
                  <a:srgbClr val="FAF8F4"/>
                </a:solidFill>
                <a:latin typeface="Poppins Bold"/>
                <a:ea typeface="Poppins Bold"/>
                <a:cs typeface="Poppins Bold"/>
                <a:sym typeface="Poppins Bold"/>
              </a:rPr>
              <a:t>Y</a:t>
            </a:r>
            <a:r>
              <a:rPr lang="en-US" b="true" sz="5999">
                <a:solidFill>
                  <a:srgbClr val="FAF8F4"/>
                </a:solidFill>
                <a:latin typeface="Poppins Bold"/>
                <a:ea typeface="Poppins Bold"/>
                <a:cs typeface="Poppins Bold"/>
                <a:sym typeface="Poppins Bold"/>
              </a:rPr>
              <a:t> SPIRIT,</a:t>
            </a:r>
          </a:p>
          <a:p>
            <a:pPr algn="ctr" marL="0" indent="0" lvl="0">
              <a:lnSpc>
                <a:spcPts val="7259"/>
              </a:lnSpc>
              <a:defRPr/>
            </a:pPr>
            <a:r>
              <a:rPr lang="en-US" b="true" sz="5999">
                <a:solidFill>
                  <a:srgbClr val="FAF8F4"/>
                </a:solidFill>
                <a:latin typeface="Poppins Bold"/>
                <a:ea typeface="Poppins Bold"/>
                <a:cs typeface="Poppins Bold"/>
                <a:sym typeface="Poppins Bold"/>
              </a:rPr>
              <a:t>IN THE GLORY</a:t>
            </a:r>
            <a:r>
              <a:rPr lang="en-US" b="true" sz="5999">
                <a:solidFill>
                  <a:srgbClr val="FAF8F4"/>
                </a:solidFill>
                <a:latin typeface="Poppins Bold"/>
                <a:ea typeface="Poppins Bold"/>
                <a:cs typeface="Poppins Bold"/>
                <a:sym typeface="Poppins Bold"/>
              </a:rPr>
              <a:t> OF GOD THE FATHER. </a:t>
            </a:r>
          </a:p>
        </p:txBody>
      </p:sp>
      <p:sp>
        <p:nvSpPr>
          <p:cNvPr name="TextBox 6" id="6"/>
          <p:cNvSpPr txBox="true"/>
          <p:nvPr/>
        </p:nvSpPr>
        <p:spPr>
          <a:xfrm rot="0">
            <a:off x="0" y="521018"/>
            <a:ext cx="18288000" cy="4276664"/>
          </a:xfrm>
          <a:prstGeom prst="rect">
            <a:avLst/>
          </a:prstGeom>
        </p:spPr>
        <p:txBody>
          <a:bodyPr anchor="t" rtlCol="false" tIns="0" lIns="0" bIns="0" rIns="0">
            <a:spAutoFit/>
          </a:bodyPr>
          <a:lstStyle/>
          <a:p>
            <a:pPr algn="ctr">
              <a:lnSpc>
                <a:spcPts val="8403"/>
              </a:lnSpc>
              <a:defRPr/>
            </a:pPr>
            <a:r>
              <a:rPr lang="en-US" b="true" sz="6002">
                <a:solidFill>
                  <a:srgbClr val="FFDA91"/>
                </a:solidFill>
                <a:latin typeface="Poppins Bold"/>
                <a:ea typeface="Poppins Bold"/>
                <a:cs typeface="Poppins Bold"/>
                <a:sym typeface="Poppins Bold"/>
              </a:rPr>
              <a:t>GLORY TO GOD! GLORY TO GOD!</a:t>
            </a:r>
          </a:p>
          <a:p>
            <a:pPr algn="ctr">
              <a:lnSpc>
                <a:spcPts val="8403"/>
              </a:lnSpc>
              <a:defRPr/>
            </a:pPr>
            <a:r>
              <a:rPr lang="en-US" b="true" sz="6002">
                <a:solidFill>
                  <a:srgbClr val="FFDA91"/>
                </a:solidFill>
                <a:latin typeface="Poppins Bold"/>
                <a:ea typeface="Poppins Bold"/>
                <a:cs typeface="Poppins Bold"/>
                <a:sym typeface="Poppins Bold"/>
              </a:rPr>
              <a:t>GLORY TO GOD IN THE HIGHEST, </a:t>
            </a:r>
          </a:p>
          <a:p>
            <a:pPr algn="ctr">
              <a:lnSpc>
                <a:spcPts val="8403"/>
              </a:lnSpc>
              <a:defRPr/>
            </a:pPr>
            <a:r>
              <a:rPr lang="en-US" b="true" sz="6002">
                <a:solidFill>
                  <a:srgbClr val="FFDA91"/>
                </a:solidFill>
                <a:latin typeface="Poppins Bold"/>
                <a:ea typeface="Poppins Bold"/>
                <a:cs typeface="Poppins Bold"/>
                <a:sym typeface="Poppins Bold"/>
              </a:rPr>
              <a:t>AND ON EARTH , PEACE ON EARTH,</a:t>
            </a:r>
          </a:p>
          <a:p>
            <a:pPr algn="ctr" marL="0" indent="0" lvl="0">
              <a:lnSpc>
                <a:spcPts val="8403"/>
              </a:lnSpc>
              <a:spcBef>
                <a:spcPct val="0"/>
              </a:spcBef>
              <a:defRPr/>
            </a:pPr>
            <a:r>
              <a:rPr lang="en-US" b="true" sz="6002">
                <a:solidFill>
                  <a:srgbClr val="FFDA91"/>
                </a:solidFill>
                <a:latin typeface="Poppins Bold"/>
                <a:ea typeface="Poppins Bold"/>
                <a:cs typeface="Poppins Bold"/>
                <a:sym typeface="Poppins Bold"/>
              </a:rPr>
              <a:t>PEACE TO PEOPLE OF GOOD WILL!</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Gloria (3/4)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name="TextBox 2" id="2"/>
          <p:cNvSpPr txBox="true"/>
          <p:nvPr/>
        </p:nvSpPr>
        <p:spPr>
          <a:xfrm rot="0">
            <a:off x="0" y="7432051"/>
            <a:ext cx="18288000" cy="1417701"/>
          </a:xfrm>
          <a:prstGeom prst="rect">
            <a:avLst/>
          </a:prstGeom>
        </p:spPr>
        <p:txBody>
          <a:bodyPr anchor="t" rtlCol="false" tIns="0" lIns="0" bIns="0" rIns="0">
            <a:spAutoFit/>
          </a:bodyPr>
          <a:lstStyle/>
          <a:p>
            <a:pPr algn="ctr" marL="0" indent="0" lvl="0">
              <a:lnSpc>
                <a:spcPts val="10526"/>
              </a:lnSpc>
              <a:defRPr/>
            </a:pPr>
            <a:r>
              <a:rPr lang="en-US" b="true" sz="8699">
                <a:solidFill>
                  <a:srgbClr val="FAF8F4"/>
                </a:solidFill>
                <a:latin typeface="Poppins Bold"/>
                <a:ea typeface="Poppins Bold"/>
                <a:cs typeface="Poppins Bold"/>
                <a:sym typeface="Poppins Bold"/>
              </a:rPr>
              <a:t>AMEN, AMEN, AMEN!</a:t>
            </a:r>
          </a:p>
        </p:txBody>
      </p:sp>
      <p:sp>
        <p:nvSpPr>
          <p:cNvPr name="TextBox 6" id="6"/>
          <p:cNvSpPr txBox="true"/>
          <p:nvPr/>
        </p:nvSpPr>
        <p:spPr>
          <a:xfrm rot="0">
            <a:off x="0" y="1724273"/>
            <a:ext cx="18288000" cy="5122485"/>
          </a:xfrm>
          <a:prstGeom prst="rect">
            <a:avLst/>
          </a:prstGeom>
        </p:spPr>
        <p:txBody>
          <a:bodyPr anchor="t" rtlCol="false" tIns="0" lIns="0" bIns="0" rIns="0">
            <a:spAutoFit/>
          </a:bodyPr>
          <a:lstStyle/>
          <a:p>
            <a:pPr algn="ctr">
              <a:lnSpc>
                <a:spcPts val="10083"/>
              </a:lnSpc>
              <a:defRPr/>
            </a:pPr>
            <a:r>
              <a:rPr lang="en-US" b="true" sz="7202">
                <a:solidFill>
                  <a:srgbClr val="FFDA91"/>
                </a:solidFill>
                <a:latin typeface="Poppins Bold"/>
                <a:ea typeface="Poppins Bold"/>
                <a:cs typeface="Poppins Bold"/>
                <a:sym typeface="Poppins Bold"/>
              </a:rPr>
              <a:t>GLORY TO GOD! GLORY TO GOD!</a:t>
            </a:r>
          </a:p>
          <a:p>
            <a:pPr algn="ctr">
              <a:lnSpc>
                <a:spcPts val="10083"/>
              </a:lnSpc>
              <a:defRPr/>
            </a:pPr>
            <a:r>
              <a:rPr lang="en-US" b="true" sz="7202">
                <a:solidFill>
                  <a:srgbClr val="FFDA91"/>
                </a:solidFill>
                <a:latin typeface="Poppins Bold"/>
                <a:ea typeface="Poppins Bold"/>
                <a:cs typeface="Poppins Bold"/>
                <a:sym typeface="Poppins Bold"/>
              </a:rPr>
              <a:t>GLORY TO GOD IN THE HIGHEST, </a:t>
            </a:r>
          </a:p>
          <a:p>
            <a:pPr algn="ctr">
              <a:lnSpc>
                <a:spcPts val="10083"/>
              </a:lnSpc>
              <a:defRPr/>
            </a:pPr>
            <a:r>
              <a:rPr lang="en-US" b="true" sz="7202">
                <a:solidFill>
                  <a:srgbClr val="FFDA91"/>
                </a:solidFill>
                <a:latin typeface="Poppins Bold"/>
                <a:ea typeface="Poppins Bold"/>
                <a:cs typeface="Poppins Bold"/>
                <a:sym typeface="Poppins Bold"/>
              </a:rPr>
              <a:t>AND ON EARTH , PEACE ON EARTH,</a:t>
            </a:r>
          </a:p>
          <a:p>
            <a:pPr algn="ctr" marL="0" indent="0" lvl="0">
              <a:lnSpc>
                <a:spcPts val="10083"/>
              </a:lnSpc>
              <a:spcBef>
                <a:spcPct val="0"/>
              </a:spcBef>
              <a:defRPr/>
            </a:pPr>
            <a:r>
              <a:rPr lang="en-US" b="true" sz="7202">
                <a:solidFill>
                  <a:srgbClr val="FFDA91"/>
                </a:solidFill>
                <a:latin typeface="Poppins Bold"/>
                <a:ea typeface="Poppins Bold"/>
                <a:cs typeface="Poppins Bold"/>
                <a:sym typeface="Poppins Bold"/>
              </a:rPr>
              <a:t>PEACE TO PEOPLE OF GOOD WILL!</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Gloria (4/4)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500"/>
              </a:spcAft>
              <a:defRPr sz="5500" b="1" i="0" u="none">
                <a:solidFill>
                  <a:srgbClr val="FFDA91"/>
                </a:solidFill>
                <a:latin typeface="Calibri"/>
              </a:defRPr>
            </a:pPr>
            <a:r>
              <a:t>Priest: Let us pray.</a:t>
            </a:r>
          </a:p>
          <a:p>
            <a:pPr algn="ctr">
              <a:spcBef>
                <a:spcPts val="400"/>
              </a:spcBef>
              <a:spcAft>
                <a:spcPts val="500"/>
              </a:spcAft>
              <a:defRPr sz="5500" b="1" i="0" u="none">
                <a:solidFill>
                  <a:srgbClr val="FAF8F4"/>
                </a:solidFill>
                <a:latin typeface="Calibri"/>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Liturgy of the Word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turgy_of_the_word_title.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Liturgy of the Word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500" b="1" i="0" u="none">
                <a:solidFill>
                  <a:srgbClr val="FFDA91"/>
                </a:solidFill>
                <a:latin typeface="Calibri"/>
              </a:defRPr>
            </a:pPr>
            <a:r>
              <a:t>Liturgy of the Word</a:t>
            </a:r>
          </a:p>
          <a:p>
            <a:pPr algn="ctr">
              <a:spcAft>
                <a:spcPts val="1600"/>
              </a:spcAft>
              <a:defRPr sz="5500" b="1" i="0" u="none">
                <a:solidFill>
                  <a:srgbClr val="FFDA91"/>
                </a:solidFill>
                <a:latin typeface="Calibri"/>
              </a:defRPr>
            </a:pPr>
            <a:r>
              <a:t>First Reading</a:t>
            </a:r>
          </a:p>
          <a:p>
            <a:pPr algn="ctr">
              <a:defRPr sz="5500" b="0" i="0" u="none">
                <a:solidFill>
                  <a:srgbClr val="FAF8F4"/>
                </a:solidFill>
                <a:latin typeface="Calibri"/>
              </a:defRPr>
            </a:pPr>
            <a:r>
              <a:t>Zec 12:10-11; 13:1</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Liturgy of the Word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500" b="1" i="0" u="none">
                <a:solidFill>
                  <a:srgbClr val="FFDA91"/>
                </a:solidFill>
                <a:latin typeface="Calibri"/>
              </a:defRPr>
            </a:pPr>
            <a:r>
              <a:t>Liturgy of the Word</a:t>
            </a:r>
          </a:p>
          <a:p>
            <a:pPr algn="ctr">
              <a:spcAft>
                <a:spcPts val="1200"/>
              </a:spcAft>
              <a:defRPr sz="5500" b="1" i="0" u="none">
                <a:solidFill>
                  <a:srgbClr val="FFDA91"/>
                </a:solidFill>
                <a:latin typeface="Calibri"/>
              </a:defRPr>
            </a:pPr>
            <a:r>
              <a:t>Responsorial Canticle</a:t>
            </a:r>
            <a:br/>
            <a:r>
              <a:t>(Ps 63:2-6, 8-9)</a:t>
            </a:r>
          </a:p>
          <a:p>
            <a:pPr algn="ctr">
              <a:spcAft>
                <a:spcPts val="1000"/>
              </a:spcAft>
              <a:defRPr sz="5500" b="0" i="0" u="none">
                <a:solidFill>
                  <a:srgbClr val="BCBAC6"/>
                </a:solidFill>
                <a:latin typeface="Calibri"/>
              </a:defRPr>
            </a:pPr>
            <a:r>
              <a:t>Slide 1 of 2</a:t>
            </a:r>
          </a:p>
          <a:p>
            <a:pPr algn="ctr">
              <a:spcAft>
                <a:spcPts val="800"/>
              </a:spcAft>
              <a:defRPr sz="5500" b="0" i="0" u="none">
                <a:solidFill>
                  <a:srgbClr val="FAF8F4"/>
                </a:solidFill>
                <a:latin typeface="Calibri"/>
              </a:defRPr>
            </a:pPr>
            <a:r>
              <a:t>The Lord is my shepherd; there is nothing I shall want. Fresh and green are the pastures where he gives me repose, near restful waters he leads me, to revive my drooping spirit.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Liturgy of the Word (1/2)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500" b="1" i="0" u="none">
                <a:solidFill>
                  <a:srgbClr val="FFDA91"/>
                </a:solidFill>
                <a:latin typeface="Calibri"/>
              </a:defRPr>
            </a:pPr>
            <a:r>
              <a:t>Liturgy of the Word</a:t>
            </a:r>
          </a:p>
          <a:p>
            <a:pPr algn="ctr">
              <a:spcAft>
                <a:spcPts val="1200"/>
              </a:spcAft>
              <a:defRPr sz="5500" b="1" i="0" u="none">
                <a:solidFill>
                  <a:srgbClr val="FFDA91"/>
                </a:solidFill>
                <a:latin typeface="Calibri"/>
              </a:defRPr>
            </a:pPr>
            <a:r>
              <a:t>Responsorial Canticle (continued)</a:t>
            </a:r>
            <a:br/>
            <a:r>
              <a:t>(Ps 63:2-6, 8-9)</a:t>
            </a:r>
          </a:p>
          <a:p>
            <a:pPr algn="ctr">
              <a:spcAft>
                <a:spcPts val="1000"/>
              </a:spcAft>
              <a:defRPr sz="5500" b="0" i="0" u="none">
                <a:solidFill>
                  <a:srgbClr val="BCBAC6"/>
                </a:solidFill>
                <a:latin typeface="Calibri"/>
              </a:defRPr>
            </a:pPr>
            <a:r>
              <a:t>Slide 2 of 2</a:t>
            </a:r>
          </a:p>
          <a:p>
            <a:pPr algn="ctr">
              <a:spcAft>
                <a:spcPts val="800"/>
              </a:spcAft>
              <a:defRPr sz="5500" b="0" i="0" u="none">
                <a:solidFill>
                  <a:srgbClr val="FAF8F4"/>
                </a:solidFill>
                <a:latin typeface="Calibri"/>
              </a:defRPr>
            </a:pPr>
            <a:r>
              <a:t>He guides me along the right path, he is true to his name.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Liturgy of the Word (2/2)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500" b="1" i="0" u="none">
                <a:solidFill>
                  <a:srgbClr val="FFDA91"/>
                </a:solidFill>
                <a:latin typeface="Calibri"/>
              </a:defRPr>
            </a:pPr>
            <a:r>
              <a:t>Liturgy of the Word</a:t>
            </a:r>
          </a:p>
          <a:p>
            <a:pPr algn="ctr">
              <a:spcAft>
                <a:spcPts val="1600"/>
              </a:spcAft>
              <a:defRPr sz="5500" b="1" i="0" u="none">
                <a:solidFill>
                  <a:srgbClr val="FFDA91"/>
                </a:solidFill>
                <a:latin typeface="Calibri"/>
              </a:defRPr>
            </a:pPr>
            <a:r>
              <a:t>Second Reading</a:t>
            </a:r>
          </a:p>
          <a:p>
            <a:pPr algn="ctr">
              <a:defRPr sz="5500" b="0" i="0" u="none">
                <a:solidFill>
                  <a:srgbClr val="FAF8F4"/>
                </a:solidFill>
                <a:latin typeface="Calibri"/>
              </a:defRPr>
            </a:pPr>
            <a:r>
              <a:t>Gal 3:26-29</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Liturgy of the Word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name="TextBox 2" id="2"/>
          <p:cNvSpPr txBox="true"/>
          <p:nvPr/>
        </p:nvSpPr>
        <p:spPr>
          <a:xfrm rot="0">
            <a:off x="0" y="2602230"/>
            <a:ext cx="18288000" cy="4892041"/>
          </a:xfrm>
          <a:prstGeom prst="rect">
            <a:avLst/>
          </a:prstGeom>
        </p:spPr>
        <p:txBody>
          <a:bodyPr anchor="t" rtlCol="false" tIns="0" lIns="0" bIns="0" rIns="0">
            <a:noAutofit/>
          </a:bodyPr>
          <a:lstStyle/>
          <a:p>
            <a:r>
              <a:rPr sz="6900" b="1">
                <a:solidFill>
                  <a:srgbClr val="FAF8F4"/>
                </a:solidFill>
                <a:latin typeface="Poppins Bold"/>
              </a:rPr>
              <a:t>Alleluia, alleluia, alleluia!</a:t>
            </a:r>
          </a:p>
          <a:p>
            <a:r>
              <a:rPr sz="6900" b="1">
                <a:solidFill>
                  <a:srgbClr val="FAF8F4"/>
                </a:solidFill>
                <a:latin typeface="Poppins Bold"/>
              </a:rPr>
              <a:t>I am the way, the truth, and the life, says the Lord; no one comes to the Father except through me.</a:t>
            </a:r>
          </a:p>
          <a:p>
            <a:r>
              <a:rPr sz="6900" b="1">
                <a:solidFill>
                  <a:srgbClr val="FAF8F4"/>
                </a:solidFill>
                <a:latin typeface="Poppins Bold"/>
              </a:rPr>
              <a:t>Alleluia, alleluia, alleluia!</a:t>
            </a:r>
          </a:p>
        </p:txBody>
      </p:sp>
      <p:sp>
        <p:nvSpPr>
          <p:cNvPr name="TextBox 3" id="3"/>
          <p:cNvSpPr txBox="true"/>
          <p:nvPr/>
        </p:nvSpPr>
        <p:spPr>
          <a:xfrm rot="0">
            <a:off x="2874744" y="331003"/>
            <a:ext cx="12538511" cy="1055243"/>
          </a:xfrm>
          <a:prstGeom prst="rect">
            <a:avLst/>
          </a:prstGeom>
        </p:spPr>
        <p:txBody>
          <a:bodyPr anchor="t" rtlCol="false" tIns="0" lIns="0" bIns="0" rIns="0">
            <a:noAutofit/>
          </a:bodyPr>
          <a:lstStyle/>
          <a:p>
            <a:pPr algn="ctr" marL="0" indent="0" lvl="0">
              <a:lnSpc>
                <a:spcPts val="8175"/>
              </a:lnSpc>
              <a:spcBef>
                <a:spcPct val="0"/>
              </a:spcBef>
              <a:defRPr/>
            </a:pPr>
            <a:r>
              <a:rPr lang="en-US" sz="3850">
                <a:solidFill>
                  <a:srgbClr val="FFDA91"/>
                </a:solidFill>
                <a:latin typeface="Georgia"/>
                <a:ea typeface="Recoleta"/>
                <a:cs typeface="Recoleta"/>
                <a:sym typeface="Recoleta"/>
              </a:rPr>
              <a:t>Gospel Acclamation</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Gospel Acclamation (1/2)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name="TextBox 2" id="2"/>
          <p:cNvSpPr txBox="true"/>
          <p:nvPr/>
        </p:nvSpPr>
        <p:spPr>
          <a:xfrm rot="0">
            <a:off x="2741394" y="2126857"/>
            <a:ext cx="12101674" cy="1227455"/>
          </a:xfrm>
          <a:prstGeom prst="rect">
            <a:avLst/>
          </a:prstGeom>
        </p:spPr>
        <p:txBody>
          <a:bodyPr anchor="t" rtlCol="false" tIns="0" lIns="0" bIns="0" rIns="0">
            <a:noAutofit/>
          </a:bodyPr>
          <a:lstStyle/>
          <a:p>
            <a:pPr algn="l" marL="0" indent="0" lvl="0">
              <a:lnSpc>
                <a:spcPts val="9520"/>
              </a:lnSpc>
              <a:spcBef>
                <a:spcPct val="0"/>
              </a:spcBef>
              <a:defRPr/>
            </a:pPr>
            <a:r>
              <a:rPr sz="6900" b="1" i="0">
                <a:solidFill>
                  <a:srgbClr val="FFDA91"/>
                </a:solidFill>
                <a:latin typeface="Poppins Bold"/>
              </a:rPr>
              <a:t>Priest: </a:t>
            </a:r>
            <a:r>
              <a:rPr sz="6900" b="1" i="0">
                <a:solidFill>
                  <a:srgbClr val="FAF8F4"/>
                </a:solidFill>
                <a:latin typeface="Poppins Bold"/>
              </a:rPr>
              <a:t>The Lord be with you.</a:t>
            </a:r>
          </a:p>
        </p:txBody>
      </p:sp>
      <p:sp>
        <p:nvSpPr>
          <p:cNvPr name="TextBox 3" id="3"/>
          <p:cNvSpPr txBox="true"/>
          <p:nvPr/>
        </p:nvSpPr>
        <p:spPr>
          <a:xfrm rot="0">
            <a:off x="2741394" y="5586337"/>
            <a:ext cx="14802275" cy="1860423"/>
          </a:xfrm>
          <a:prstGeom prst="rect">
            <a:avLst/>
          </a:prstGeom>
        </p:spPr>
        <p:txBody>
          <a:bodyPr anchor="t" rtlCol="false" tIns="0" lIns="0" bIns="0" rIns="0">
            <a:noAutofit/>
          </a:bodyPr>
          <a:lstStyle/>
          <a:p>
            <a:pPr algn="l">
              <a:lnSpc>
                <a:spcPts val="6936"/>
              </a:lnSpc>
              <a:defRPr/>
            </a:pPr>
            <a:r>
              <a:rPr sz="6900" b="1" i="0">
                <a:solidFill>
                  <a:srgbClr val="FFDA91"/>
                </a:solidFill>
                <a:latin typeface="Poppins Bold"/>
              </a:rPr>
              <a:t>Priest: </a:t>
            </a:r>
            <a:r>
              <a:rPr sz="6900" b="1" i="0">
                <a:solidFill>
                  <a:srgbClr val="FAF8F4"/>
                </a:solidFill>
                <a:latin typeface="Poppins Bold"/>
              </a:rPr>
              <a:t>A reading from the holy</a:t>
            </a:r>
          </a:p>
          <a:p>
            <a:r>
              <a:rPr sz="6900" b="1" i="0">
                <a:solidFill>
                  <a:srgbClr val="FAF8F4"/>
                </a:solidFill>
                <a:latin typeface="Poppins Bold"/>
              </a:rPr>
              <a:t>Gospel according to </a:t>
            </a:r>
            <a:r>
              <a:rPr sz="6900" b="1" i="1">
                <a:solidFill>
                  <a:srgbClr val="FAF8F4"/>
                </a:solidFill>
                <a:latin typeface="Poppins Bold"/>
              </a:rPr>
              <a:t>Lk</a:t>
            </a:r>
            <a:r>
              <a:rPr sz="6900" b="1" i="0">
                <a:solidFill>
                  <a:srgbClr val="FAF8F4"/>
                </a:solidFill>
                <a:latin typeface="Poppins Bold"/>
              </a:rPr>
              <a:t>.</a:t>
            </a:r>
          </a:p>
        </p:txBody>
      </p:sp>
      <p:sp>
        <p:nvSpPr>
          <p:cNvPr name="TextBox 4" id="4"/>
          <p:cNvSpPr txBox="true"/>
          <p:nvPr/>
        </p:nvSpPr>
        <p:spPr>
          <a:xfrm rot="0">
            <a:off x="2741394" y="3725787"/>
            <a:ext cx="12168662" cy="1250950"/>
          </a:xfrm>
          <a:prstGeom prst="rect">
            <a:avLst/>
          </a:prstGeom>
        </p:spPr>
        <p:txBody>
          <a:bodyPr anchor="t" rtlCol="false" tIns="0" lIns="0" bIns="0" rIns="0">
            <a:noAutofit/>
          </a:bodyPr>
          <a:lstStyle/>
          <a:p>
            <a:pPr algn="l" marL="0" indent="0" lvl="0">
              <a:lnSpc>
                <a:spcPts val="9799"/>
              </a:lnSpc>
              <a:spcBef>
                <a:spcPct val="0"/>
              </a:spcBef>
              <a:defRPr/>
            </a:pPr>
            <a:r>
              <a:rPr sz="6900" b="1" i="0">
                <a:solidFill>
                  <a:srgbClr val="FAF8F4"/>
                </a:solidFill>
                <a:latin typeface="Poppins Bold"/>
              </a:rPr>
              <a:t>All: </a:t>
            </a:r>
            <a:r>
              <a:rPr sz="6900" b="1" i="0">
                <a:solidFill>
                  <a:srgbClr val="FAF8F4"/>
                </a:solidFill>
                <a:latin typeface="Poppins Bold"/>
              </a:rPr>
              <a:t>And with your spirit.</a:t>
            </a:r>
          </a:p>
        </p:txBody>
      </p:sp>
      <p:sp>
        <p:nvSpPr>
          <p:cNvPr name="TextBox 5" id="5"/>
          <p:cNvSpPr txBox="true"/>
          <p:nvPr/>
        </p:nvSpPr>
        <p:spPr>
          <a:xfrm rot="0">
            <a:off x="2741394" y="7913485"/>
            <a:ext cx="12002049" cy="1250950"/>
          </a:xfrm>
          <a:prstGeom prst="rect">
            <a:avLst/>
          </a:prstGeom>
        </p:spPr>
        <p:txBody>
          <a:bodyPr anchor="t" rtlCol="false" tIns="0" lIns="0" bIns="0" rIns="0">
            <a:noAutofit/>
          </a:bodyPr>
          <a:lstStyle/>
          <a:p>
            <a:pPr algn="l" marL="0" indent="0" lvl="0">
              <a:lnSpc>
                <a:spcPts val="9799"/>
              </a:lnSpc>
              <a:spcBef>
                <a:spcPct val="0"/>
              </a:spcBef>
              <a:defRPr/>
            </a:pPr>
            <a:r>
              <a:rPr sz="6900" b="1" i="0">
                <a:solidFill>
                  <a:srgbClr val="FAF8F4"/>
                </a:solidFill>
                <a:latin typeface="Poppins Bold"/>
              </a:rPr>
              <a:t>All: </a:t>
            </a:r>
            <a:r>
              <a:rPr sz="6900" b="1" i="0">
                <a:solidFill>
                  <a:srgbClr val="FAF8F4"/>
                </a:solidFill>
                <a:latin typeface="Poppins Bold"/>
              </a:rPr>
              <a:t>Glory to you, O Lord!</a:t>
            </a:r>
          </a:p>
        </p:txBody>
      </p:sp>
      <p:sp>
        <p:nvSpPr>
          <p:cNvPr name="TextBox 6" id="6"/>
          <p:cNvSpPr txBox="true"/>
          <p:nvPr/>
        </p:nvSpPr>
        <p:spPr>
          <a:xfrm rot="0">
            <a:off x="2874744" y="331003"/>
            <a:ext cx="12538511" cy="1055243"/>
          </a:xfrm>
          <a:prstGeom prst="rect">
            <a:avLst/>
          </a:prstGeom>
        </p:spPr>
        <p:txBody>
          <a:bodyPr anchor="t" rtlCol="false" tIns="0" lIns="0" bIns="0" rIns="0">
            <a:noAutofit/>
          </a:bodyPr>
          <a:lstStyle/>
          <a:p>
            <a:pPr algn="ctr" marL="0" indent="0" lvl="0">
              <a:lnSpc>
                <a:spcPts val="8175"/>
              </a:lnSpc>
              <a:spcBef>
                <a:spcPct val="0"/>
              </a:spcBef>
              <a:defRPr/>
            </a:pPr>
            <a:r>
              <a:rPr lang="en-US" sz="3850">
                <a:solidFill>
                  <a:srgbClr val="FFDA91"/>
                </a:solidFill>
                <a:latin typeface="Georgia"/>
                <a:ea typeface="Recoleta"/>
                <a:cs typeface="Recoleta"/>
                <a:sym typeface="Recoleta"/>
              </a:rPr>
              <a:t>Gospel Acclamation</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Gospel Acclamation (2/2)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500"/>
              </a:spcAft>
              <a:defRPr sz="5500" b="1" i="0" u="none">
                <a:solidFill>
                  <a:srgbClr val="FFDA91"/>
                </a:solidFill>
                <a:latin typeface="Calibri"/>
              </a:defRPr>
            </a:pPr>
            <a:r>
              <a:t>Priest: The Gospel of the Lord.</a:t>
            </a:r>
          </a:p>
          <a:p>
            <a:pPr algn="ctr">
              <a:spcBef>
                <a:spcPts val="400"/>
              </a:spcBef>
              <a:spcAft>
                <a:spcPts val="500"/>
              </a:spcAft>
              <a:defRPr sz="5500" b="1" i="0" u="none">
                <a:solidFill>
                  <a:srgbClr val="FAF8F4"/>
                </a:solidFill>
                <a:latin typeface="Calibri"/>
              </a:defRPr>
            </a:pPr>
            <a:r>
              <a:t>All: Praise to you, Lord Jesus Christ.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Gospel Acclamation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3900" b="1" i="0" u="none">
                <a:solidFill>
                  <a:srgbClr val="FAF8F4"/>
                </a:solidFill>
                <a:latin typeface="Calibri"/>
              </a:defRPr>
            </a:pPr>
            <a:r>
              <a:t>Rev. Fr. Sample Celebrant</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AF8F4"/>
                </a:solidFill>
                <a:latin typeface="Calibri"/>
              </a:defRPr>
            </a:pPr>
            <a:r>
              <a:t>YEAR C · 21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FEDEC"/>
                </a:solidFill>
                <a:latin typeface="Calibri"/>
              </a:defRPr>
            </a:pPr>
            <a:r>
              <a:t>“Who do you say that I am?”</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FFDE9E"/>
                </a:solidFill>
                <a:latin typeface="Calibri"/>
              </a:defRPr>
            </a:pPr>
            <a:r>
              <a:t>GOSPEL (LK 9:18–24)</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000" b="1" i="0" u="none">
                <a:solidFill>
                  <a:srgbClr val="FAF8F4"/>
                </a:solidFill>
                <a:latin typeface="Calibri"/>
              </a:defRPr>
            </a:pPr>
            <a:r>
              <a:t>Twelfth Sunday in Ordinary Time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name="TextBox 2" id="2"/>
          <p:cNvSpPr txBox="true"/>
          <p:nvPr/>
        </p:nvSpPr>
        <p:spPr>
          <a:xfrm rot="0">
            <a:off x="1155662" y="1689486"/>
            <a:ext cx="16922788" cy="2444242"/>
          </a:xfrm>
          <a:prstGeom prst="rect">
            <a:avLst/>
          </a:prstGeom>
        </p:spPr>
        <p:txBody>
          <a:bodyPr anchor="t" rtlCol="false" tIns="0" lIns="0" bIns="0" rIns="0">
            <a:noAutofit/>
          </a:bodyPr>
          <a:lstStyle/>
          <a:p>
            <a:pPr algn="l" marL="0" indent="0" lvl="0">
              <a:lnSpc>
                <a:spcPts val="6343"/>
              </a:lnSpc>
            </a:pPr>
            <a:r>
              <a:rPr lang="en-US" b="true" sz="5199" spc="83">
                <a:solidFill>
                  <a:srgbClr val="FAF8F4"/>
                </a:solidFill>
                <a:latin typeface="Poppins Bold"/>
                <a:ea typeface="Poppins Bold"/>
                <a:cs typeface="Poppins Bold"/>
                <a:sym typeface="Poppins Bold"/>
              </a:rPr>
              <a:t>All:</a:t>
            </a:r>
            <a:r>
              <a:rPr lang="en-US" b="true" sz="5199" spc="83">
                <a:solidFill>
                  <a:srgbClr val="FAF8F4"/>
                </a:solidFill>
                <a:latin typeface="Poppins Bold"/>
                <a:ea typeface="Poppins Bold"/>
                <a:cs typeface="Poppins Bold"/>
                <a:sym typeface="Poppins Bold"/>
              </a:rPr>
              <a:t> I believe in one God</a:t>
            </a:r>
            <a:r>
              <a:rPr lang="en-US" b="true" sz="5199" spc="83">
                <a:solidFill>
                  <a:srgbClr val="FAF8F4"/>
                </a:solidFill>
                <a:latin typeface="Poppins Bold"/>
                <a:ea typeface="Poppins Bold"/>
                <a:cs typeface="Poppins Bold"/>
                <a:sym typeface="Poppins Bold"/>
              </a:rPr>
              <a:t>, the Father almighty, maker of heaven and earth, of all things visible and invisible.</a:t>
            </a:r>
          </a:p>
        </p:txBody>
      </p:sp>
      <p:sp>
        <p:nvSpPr>
          <p:cNvPr name="TextBox 3" id="3"/>
          <p:cNvSpPr txBox="true"/>
          <p:nvPr/>
        </p:nvSpPr>
        <p:spPr>
          <a:xfrm rot="0">
            <a:off x="1155662" y="4886711"/>
            <a:ext cx="16922788" cy="4791075"/>
          </a:xfrm>
          <a:prstGeom prst="rect">
            <a:avLst/>
          </a:prstGeom>
        </p:spPr>
        <p:txBody>
          <a:bodyPr anchor="t" rtlCol="false" tIns="0" lIns="0" bIns="0" rIns="0">
            <a:noAutofit/>
          </a:bodyPr>
          <a:lstStyle/>
          <a:p>
            <a:pPr algn="l" marL="0" indent="0" lvl="0">
              <a:lnSpc>
                <a:spcPts val="6239"/>
              </a:lnSpc>
            </a:pPr>
            <a:r>
              <a:rPr lang="en-US" b="true" sz="5199">
                <a:solidFill>
                  <a:srgbClr val="FAF8F4"/>
                </a:solidFill>
                <a:latin typeface="Poppins Bold"/>
                <a:ea typeface="Poppins Bold"/>
                <a:cs typeface="Poppins Bold"/>
                <a:sym typeface="Poppins Bold"/>
              </a:rPr>
              <a:t>I believe in one Lord Jesus Christ, the Only Begotten Son of God, born of the Fa</a:t>
            </a:r>
            <a:r>
              <a:rPr lang="en-US" b="true" sz="5199">
                <a:solidFill>
                  <a:srgbClr val="FAF8F4"/>
                </a:solidFill>
                <a:latin typeface="Poppins Bold"/>
                <a:ea typeface="Poppins Bold"/>
                <a:cs typeface="Poppins Bold"/>
                <a:sym typeface="Poppins Bold"/>
              </a:rPr>
              <a:t>ther before all ages. God from God, Light from Light, true God from true God, begotten, not made, consubstantial with the Father; through him all things were made.</a:t>
            </a:r>
          </a:p>
        </p:txBody>
      </p:sp>
      <p:sp>
        <p:nvSpPr>
          <p:cNvPr name="TextBox 4" id="4"/>
          <p:cNvSpPr txBox="true"/>
          <p:nvPr/>
        </p:nvSpPr>
        <p:spPr>
          <a:xfrm rot="0">
            <a:off x="2874744" y="331003"/>
            <a:ext cx="12538511" cy="1055243"/>
          </a:xfrm>
          <a:prstGeom prst="rect">
            <a:avLst/>
          </a:prstGeom>
        </p:spPr>
        <p:txBody>
          <a:bodyPr anchor="t" rtlCol="false" tIns="0" lIns="0" bIns="0" rIns="0">
            <a:noAutofit/>
          </a:bodyPr>
          <a:lstStyle/>
          <a:p>
            <a:pPr algn="ctr" marL="0" indent="0" lvl="0">
              <a:lnSpc>
                <a:spcPts val="8175"/>
              </a:lnSpc>
              <a:spcBef>
                <a:spcPct val="0"/>
              </a:spcBef>
            </a:pPr>
            <a:r>
              <a:rPr lang="en-US" sz="3850">
                <a:solidFill>
                  <a:srgbClr val="FFDA91"/>
                </a:solidFill>
                <a:latin typeface="Georgia"/>
                <a:ea typeface="Recoleta"/>
                <a:cs typeface="Recoleta"/>
                <a:sym typeface="Recoleta"/>
              </a:rPr>
              <a:t>Nicene Creed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Nicene Creed (1/4)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name="TextBox 2" id="2"/>
          <p:cNvSpPr txBox="true"/>
          <p:nvPr/>
        </p:nvSpPr>
        <p:spPr>
          <a:xfrm rot="0">
            <a:off x="571995" y="644068"/>
            <a:ext cx="17906505" cy="1977432"/>
          </a:xfrm>
          <a:prstGeom prst="rect">
            <a:avLst/>
          </a:prstGeom>
        </p:spPr>
        <p:txBody>
          <a:bodyPr anchor="t" rtlCol="false" tIns="0" lIns="0" bIns="0" rIns="0">
            <a:noAutofit/>
          </a:bodyPr>
          <a:lstStyle/>
          <a:p>
            <a:pPr algn="l" marL="0" indent="0" lvl="0">
              <a:lnSpc>
                <a:spcPts val="7703"/>
              </a:lnSpc>
              <a:spcBef>
                <a:spcPct val="0"/>
              </a:spcBef>
            </a:pPr>
            <a:r>
              <a:rPr lang="en-US" b="true" sz="5502" spc="88">
                <a:solidFill>
                  <a:srgbClr val="FAF8F4"/>
                </a:solidFill>
                <a:latin typeface="Poppins Bold"/>
                <a:ea typeface="Poppins Bold"/>
                <a:cs typeface="Poppins Bold"/>
                <a:sym typeface="Poppins Bold"/>
              </a:rPr>
              <a:t>For us men and for our salvation he came down from heaven,</a:t>
            </a:r>
          </a:p>
        </p:txBody>
      </p:sp>
      <p:sp>
        <p:nvSpPr>
          <p:cNvPr name="TextBox 3" id="3"/>
          <p:cNvSpPr txBox="true"/>
          <p:nvPr/>
        </p:nvSpPr>
        <p:spPr>
          <a:xfrm rot="0">
            <a:off x="6654143" y="2300293"/>
            <a:ext cx="4979713" cy="1056951"/>
          </a:xfrm>
          <a:prstGeom prst="rect">
            <a:avLst/>
          </a:prstGeom>
        </p:spPr>
        <p:txBody>
          <a:bodyPr anchor="t" rtlCol="false" tIns="0" lIns="0" bIns="0" rIns="0">
            <a:noAutofit/>
          </a:bodyPr>
          <a:lstStyle/>
          <a:p>
            <a:pPr algn="ctr" marL="0" indent="0" lvl="0">
              <a:lnSpc>
                <a:spcPts val="7703"/>
              </a:lnSpc>
              <a:spcBef>
                <a:spcPct val="0"/>
              </a:spcBef>
            </a:pPr>
            <a:r>
              <a:rPr lang="en-US" sz="5502" i="true">
                <a:solidFill>
                  <a:srgbClr val="FFDA91"/>
                </a:solidFill>
                <a:latin typeface="ITC Zapf Chancery Italics"/>
                <a:ea typeface="ITC Zapf Chancery Italics"/>
                <a:cs typeface="ITC Zapf Chancery Italics"/>
                <a:sym typeface="ITC Zapf Chancery Italics"/>
              </a:rPr>
              <a:t>(all bow their head)</a:t>
            </a:r>
          </a:p>
        </p:txBody>
      </p:sp>
      <p:sp>
        <p:nvSpPr>
          <p:cNvPr name="TextBox 4" id="4"/>
          <p:cNvSpPr txBox="true"/>
          <p:nvPr/>
        </p:nvSpPr>
        <p:spPr>
          <a:xfrm rot="0">
            <a:off x="571995" y="3104611"/>
            <a:ext cx="17906505" cy="1977432"/>
          </a:xfrm>
          <a:prstGeom prst="rect">
            <a:avLst/>
          </a:prstGeom>
        </p:spPr>
        <p:txBody>
          <a:bodyPr anchor="t" rtlCol="false" tIns="0" lIns="0" bIns="0" rIns="0">
            <a:noAutofit/>
          </a:bodyPr>
          <a:lstStyle/>
          <a:p>
            <a:pPr algn="l" marL="0" indent="0" lvl="0">
              <a:lnSpc>
                <a:spcPts val="7703"/>
              </a:lnSpc>
              <a:spcBef>
                <a:spcPct val="0"/>
              </a:spcBef>
            </a:pPr>
            <a:r>
              <a:rPr lang="en-US" b="true" sz="5502" i="true" spc="88">
                <a:solidFill>
                  <a:srgbClr val="FFDA91"/>
                </a:solidFill>
                <a:latin typeface="Poppins Bold Italics"/>
                <a:ea typeface="Poppins Bold Italics"/>
                <a:cs typeface="Poppins Bold Italics"/>
                <a:sym typeface="Poppins Bold Italics"/>
              </a:rPr>
              <a:t>and by the Holy Spirit was incarnate of the Virgin Mary, and became man.</a:t>
            </a:r>
          </a:p>
        </p:txBody>
      </p:sp>
      <p:sp>
        <p:nvSpPr>
          <p:cNvPr name="TextBox 5" id="5"/>
          <p:cNvSpPr txBox="true"/>
          <p:nvPr/>
        </p:nvSpPr>
        <p:spPr>
          <a:xfrm rot="0">
            <a:off x="562470" y="5529260"/>
            <a:ext cx="17906505" cy="3932697"/>
          </a:xfrm>
          <a:prstGeom prst="rect">
            <a:avLst/>
          </a:prstGeom>
        </p:spPr>
        <p:txBody>
          <a:bodyPr anchor="t" rtlCol="false" tIns="0" lIns="0" bIns="0" rIns="0">
            <a:noAutofit/>
          </a:bodyPr>
          <a:lstStyle/>
          <a:p>
            <a:pPr algn="l" marL="0" indent="0" lvl="0">
              <a:lnSpc>
                <a:spcPts val="7703"/>
              </a:lnSpc>
              <a:spcBef>
                <a:spcPct val="0"/>
              </a:spcBef>
            </a:pPr>
            <a:r>
              <a:rPr lang="en-US" b="true" sz="5502" spc="88">
                <a:solidFill>
                  <a:srgbClr val="FAF8F4"/>
                </a:solidFill>
                <a:latin typeface="Poppins Bold"/>
                <a:ea typeface="Poppins Bold"/>
                <a:cs typeface="Poppins Bold"/>
                <a:sym typeface="Poppins Bold"/>
              </a:rPr>
              <a:t>For our sake he was crucified under Pontius Pilate, he suffered death and was buried, and rose again on the third day in accordance with the Scriptures.</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Nicene Creed (2/4)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name="TextBox 2" id="2"/>
          <p:cNvSpPr txBox="true"/>
          <p:nvPr/>
        </p:nvSpPr>
        <p:spPr>
          <a:xfrm rot="0">
            <a:off x="682606" y="542403"/>
            <a:ext cx="16922788" cy="3898900"/>
          </a:xfrm>
          <a:prstGeom prst="rect">
            <a:avLst/>
          </a:prstGeom>
        </p:spPr>
        <p:txBody>
          <a:bodyPr anchor="t" rtlCol="false" tIns="0" lIns="0" bIns="0" rIns="0">
            <a:noAutofit/>
          </a:bodyPr>
          <a:lstStyle/>
          <a:p>
            <a:pPr algn="l" marL="0" indent="0" lvl="0">
              <a:lnSpc>
                <a:spcPts val="7699"/>
              </a:lnSpc>
              <a:spcBef>
                <a:spcPct val="0"/>
              </a:spcBef>
            </a:pPr>
            <a:r>
              <a:rPr lang="en-US" b="true" sz="5499" spc="87">
                <a:solidFill>
                  <a:srgbClr val="FAF8F4"/>
                </a:solidFill>
                <a:latin typeface="Poppins Bold"/>
                <a:ea typeface="Poppins Bold"/>
                <a:cs typeface="Poppins Bold"/>
                <a:sym typeface="Poppins Bold"/>
              </a:rPr>
              <a:t>He ascended into heaven and is seated at the right hand of the Father. He will come again in glory to judge the living and the dead and his kingdom will have no end.</a:t>
            </a:r>
          </a:p>
        </p:txBody>
      </p:sp>
      <p:sp>
        <p:nvSpPr>
          <p:cNvPr name="TextBox 3" id="3"/>
          <p:cNvSpPr txBox="true"/>
          <p:nvPr/>
        </p:nvSpPr>
        <p:spPr>
          <a:xfrm rot="0">
            <a:off x="682606" y="4721747"/>
            <a:ext cx="16922788" cy="4870450"/>
          </a:xfrm>
          <a:prstGeom prst="rect">
            <a:avLst/>
          </a:prstGeom>
        </p:spPr>
        <p:txBody>
          <a:bodyPr anchor="t" rtlCol="false" tIns="0" lIns="0" bIns="0" rIns="0">
            <a:noAutofit/>
          </a:bodyPr>
          <a:lstStyle/>
          <a:p>
            <a:pPr algn="l" marL="0" indent="0" lvl="0">
              <a:lnSpc>
                <a:spcPts val="7699"/>
              </a:lnSpc>
              <a:spcBef>
                <a:spcPct val="0"/>
              </a:spcBef>
            </a:pPr>
            <a:r>
              <a:rPr lang="en-US" b="true" sz="5499" spc="87">
                <a:solidFill>
                  <a:srgbClr val="FAF8F4"/>
                </a:solidFill>
                <a:latin typeface="Poppins Bold"/>
                <a:ea typeface="Poppins Bold"/>
                <a:cs typeface="Poppins Bold"/>
                <a:sym typeface="Poppins Bold"/>
              </a:rPr>
              <a:t>I believe in the Holy Spirit, the Lord, the giver of life, who proceeds from the Father and the Son, who with the Father and the Son is adored and glorified, who has spoken through the prophets.</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Nicene Creed (3/4)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name="TextBox 2" id="2"/>
          <p:cNvSpPr txBox="true"/>
          <p:nvPr/>
        </p:nvSpPr>
        <p:spPr>
          <a:xfrm rot="0">
            <a:off x="379580" y="1910652"/>
            <a:ext cx="17528839" cy="4593451"/>
          </a:xfrm>
          <a:prstGeom prst="rect">
            <a:avLst/>
          </a:prstGeom>
        </p:spPr>
        <p:txBody>
          <a:bodyPr anchor="t" rtlCol="false" tIns="0" lIns="0" bIns="0" rIns="0">
            <a:noAutofit/>
          </a:bodyPr>
          <a:lstStyle/>
          <a:p>
            <a:pPr algn="just">
              <a:lnSpc>
                <a:spcPts val="7162"/>
              </a:lnSpc>
            </a:pPr>
            <a:r>
              <a:rPr lang="en-US" b="true" sz="5968" spc="41">
                <a:solidFill>
                  <a:srgbClr val="FAF8F4"/>
                </a:solidFill>
                <a:latin typeface="Poppins Bold"/>
                <a:ea typeface="Poppins Bold"/>
                <a:cs typeface="Poppins Bold"/>
                <a:sym typeface="Poppins Bold"/>
              </a:rPr>
              <a:t>I believe in one, holy, catholic, and</a:t>
            </a:r>
          </a:p>
          <a:p>
            <a:pPr algn="just">
              <a:lnSpc>
                <a:spcPts val="7162"/>
              </a:lnSpc>
            </a:pPr>
            <a:r>
              <a:rPr lang="en-US" b="true" sz="5968" spc="41">
                <a:solidFill>
                  <a:srgbClr val="FAF8F4"/>
                </a:solidFill>
                <a:latin typeface="Poppins Bold"/>
                <a:ea typeface="Poppins Bold"/>
                <a:cs typeface="Poppins Bold"/>
                <a:sym typeface="Poppins Bold"/>
              </a:rPr>
              <a:t>apostolic Church.</a:t>
            </a:r>
          </a:p>
          <a:p>
            <a:pPr algn="just">
              <a:lnSpc>
                <a:spcPts val="7162"/>
              </a:lnSpc>
            </a:pPr>
            <a:r>
              <a:rPr lang="en-US" b="true" sz="5968" spc="41">
                <a:solidFill>
                  <a:srgbClr val="FAF8F4"/>
                </a:solidFill>
                <a:latin typeface="Poppins Bold"/>
                <a:ea typeface="Poppins Bold"/>
                <a:cs typeface="Poppins Bold"/>
                <a:sym typeface="Poppins Bold"/>
              </a:rPr>
              <a:t>I confess one Baptism for the forgiveness of sins and I look forward to the resurrection</a:t>
            </a:r>
          </a:p>
          <a:p>
            <a:pPr algn="just" marL="0" indent="0" lvl="0">
              <a:lnSpc>
                <a:spcPts val="7162"/>
              </a:lnSpc>
            </a:pPr>
            <a:r>
              <a:rPr lang="en-US" b="true" sz="5968" spc="41">
                <a:solidFill>
                  <a:srgbClr val="FAF8F4"/>
                </a:solidFill>
                <a:latin typeface="Poppins Bold"/>
                <a:ea typeface="Poppins Bold"/>
                <a:cs typeface="Poppins Bold"/>
                <a:sym typeface="Poppins Bold"/>
              </a:rPr>
              <a:t>of the dead and the life of the world to come.</a:t>
            </a:r>
          </a:p>
        </p:txBody>
      </p:sp>
      <p:sp>
        <p:nvSpPr>
          <p:cNvPr name="TextBox 3" id="3"/>
          <p:cNvSpPr txBox="true"/>
          <p:nvPr/>
        </p:nvSpPr>
        <p:spPr>
          <a:xfrm rot="0">
            <a:off x="6931597" y="7352325"/>
            <a:ext cx="4424807" cy="1580402"/>
          </a:xfrm>
          <a:prstGeom prst="rect">
            <a:avLst/>
          </a:prstGeom>
        </p:spPr>
        <p:txBody>
          <a:bodyPr anchor="t" rtlCol="false" tIns="0" lIns="0" bIns="0" rIns="0">
            <a:noAutofit/>
          </a:bodyPr>
          <a:lstStyle/>
          <a:p>
            <a:pPr algn="just" marL="0" indent="0" lvl="0">
              <a:lnSpc>
                <a:spcPts val="11799"/>
              </a:lnSpc>
            </a:pPr>
            <a:r>
              <a:rPr lang="en-US" b="true" sz="9832" spc="68">
                <a:solidFill>
                  <a:srgbClr val="FFDA91"/>
                </a:solidFill>
                <a:latin typeface="Poppins Bold"/>
                <a:ea typeface="Poppins Bold"/>
                <a:cs typeface="Poppins Bold"/>
                <a:sym typeface="Poppins Bold"/>
              </a:rPr>
              <a:t>Amen</a:t>
            </a:r>
            <a:r>
              <a:rPr lang="en-US" b="true" sz="9832" spc="68">
                <a:solidFill>
                  <a:srgbClr val="FAF8F4"/>
                </a:solidFill>
                <a:latin typeface="Poppins Bold"/>
                <a:ea typeface="Poppins Bold"/>
                <a:cs typeface="Poppins Bold"/>
                <a:sym typeface="Poppins Bold"/>
              </a:rPr>
              <a:t>.</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Nicene Creed (4/4)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3900" b="1" i="0" u="none">
                <a:solidFill>
                  <a:srgbClr val="FAF8F4"/>
                </a:solidFill>
                <a:latin typeface="Calibri"/>
              </a:defRPr>
            </a:pPr>
            <a:r>
              <a:t>Rev. Fr. Sample Celebrant</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AF8F4"/>
                </a:solidFill>
                <a:latin typeface="Calibri"/>
              </a:defRPr>
            </a:pPr>
            <a:r>
              <a:t>YEAR C · 21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FEDEC"/>
                </a:solidFill>
                <a:latin typeface="Calibri"/>
              </a:defRPr>
            </a:pPr>
            <a:r>
              <a:t>“Who do you say that I am?”</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FFDE9E"/>
                </a:solidFill>
                <a:latin typeface="Calibri"/>
              </a:defRPr>
            </a:pPr>
            <a:r>
              <a:t>GOSPEL (LK 9:18–24)</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000" b="1" i="0" u="none">
                <a:solidFill>
                  <a:srgbClr val="FAF8F4"/>
                </a:solidFill>
                <a:latin typeface="Calibri"/>
              </a:defRPr>
            </a:pPr>
            <a:r>
              <a:t>Twelfth Sunday in Ordinary Time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500"/>
              </a:spcAft>
              <a:defRPr sz="5500" b="1" i="0" u="none">
                <a:solidFill>
                  <a:srgbClr val="FFDA91"/>
                </a:solidFill>
                <a:latin typeface="Calibri"/>
              </a:defRPr>
            </a:pPr>
            <a:r>
              <a:t>Priest: For the holy Church of God throughout the world, that the Lord may guard her and grant her peace and unity according to his will: let us pray to the Lord.</a:t>
            </a:r>
          </a:p>
          <a:p>
            <a:pPr algn="ctr">
              <a:spcBef>
                <a:spcPts val="400"/>
              </a:spcBef>
              <a:spcAft>
                <a:spcPts val="500"/>
              </a:spcAft>
              <a:defRPr sz="5500" b="1" i="0" u="none">
                <a:solidFill>
                  <a:srgbClr val="FAF8F4"/>
                </a:solidFill>
                <a:latin typeface="Calibri"/>
              </a:defRPr>
            </a:pPr>
            <a:r>
              <a:t>All: Lord, hear our prayer.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Prayer of the Faithful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500"/>
              </a:spcAft>
              <a:defRPr sz="5500" b="1" i="0" u="none">
                <a:solidFill>
                  <a:srgbClr val="FFDA91"/>
                </a:solidFill>
                <a:latin typeface="Calibri"/>
              </a:defRPr>
            </a:pPr>
            <a:r>
              <a:t>Priest: The Priest concludes the Prayer of the Faithful with a prayer in full, for example:</a:t>
            </a:r>
          </a:p>
          <a:p>
            <a:pPr algn="ctr">
              <a:spcBef>
                <a:spcPts val="400"/>
              </a:spcBef>
              <a:spcAft>
                <a:spcPts val="500"/>
              </a:spcAft>
              <a:defRPr sz="5500" b="1" i="0" u="none">
                <a:solidFill>
                  <a:srgbClr val="FFDA91"/>
                </a:solidFill>
                <a:latin typeface="Calibri"/>
              </a:defRPr>
            </a:pPr>
            <a:r>
              <a:t>Priest: Heavenly Father, hear the prayers of the Church, which we make through Christ our Lord.</a:t>
            </a:r>
          </a:p>
          <a:p>
            <a:pPr algn="ctr">
              <a:spcBef>
                <a:spcPts val="400"/>
              </a:spcBef>
              <a:spcAft>
                <a:spcPts val="500"/>
              </a:spcAft>
              <a:defRPr sz="5500" b="1" i="0" u="none">
                <a:solidFill>
                  <a:srgbClr val="FAF8F4"/>
                </a:solidFill>
                <a:latin typeface="Calibri"/>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Prayer of the Faithful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3900" b="1" i="0" u="none">
                <a:solidFill>
                  <a:srgbClr val="FAF8F4"/>
                </a:solidFill>
                <a:latin typeface="Calibri"/>
              </a:defRPr>
            </a:pPr>
            <a:r>
              <a:t>Rev. Fr. Sample Celebrant</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AF8F4"/>
                </a:solidFill>
                <a:latin typeface="Calibri"/>
              </a:defRPr>
            </a:pPr>
            <a:r>
              <a:t>YEAR C · 21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FEDEC"/>
                </a:solidFill>
                <a:latin typeface="Calibri"/>
              </a:defRPr>
            </a:pPr>
            <a:r>
              <a:t>“Who do you say that I am?”</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FFDE9E"/>
                </a:solidFill>
                <a:latin typeface="Calibri"/>
              </a:defRPr>
            </a:pPr>
            <a:r>
              <a:t>GOSPEL (LK 9:18–24)</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000" b="1" i="0" u="none">
                <a:solidFill>
                  <a:srgbClr val="FAF8F4"/>
                </a:solidFill>
                <a:latin typeface="Calibri"/>
              </a:defRPr>
            </a:pPr>
            <a:r>
              <a:t>Twelfth Sunday in Ordinary Time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500"/>
              </a:spcAft>
              <a:defRPr sz="5500" b="0" i="0" u="none">
                <a:solidFill>
                  <a:srgbClr val="FAF8F4"/>
                </a:solidFill>
                <a:latin typeface="Calibri"/>
              </a:defRPr>
            </a:pPr>
            <a:r>
              <a:t>No Offertory hymn lyrics were selected. Choose one Offertory song in Mass Flow or save lyrics in Lyrics Studio before generating.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Offertory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u="none">
                <a:solidFill>
                  <a:srgbClr val="FFDA91"/>
                </a:solidFill>
                <a:latin typeface="Calibri"/>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Liturgy of the Eucharist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500"/>
              </a:spcAft>
              <a:defRPr sz="5500" b="1" i="0" u="none">
                <a:solidFill>
                  <a:srgbClr val="FFDA91"/>
                </a:solidFill>
                <a:latin typeface="Calibri"/>
              </a:defRPr>
            </a:pPr>
            <a:r>
              <a:t>Priest: Pray, brethren, that my sacrifice and yours may be acceptable to God, the almighty Father.</a:t>
            </a:r>
          </a:p>
          <a:p>
            <a:pPr algn="ctr">
              <a:spcBef>
                <a:spcPts val="400"/>
              </a:spcBef>
              <a:spcAft>
                <a:spcPts val="500"/>
              </a:spcAft>
              <a:defRPr sz="5500" b="1" i="0" u="none">
                <a:solidFill>
                  <a:srgbClr val="FAF8F4"/>
                </a:solidFill>
                <a:latin typeface="Calibri"/>
              </a:defRPr>
            </a:pPr>
            <a:r>
              <a:t>All: May the Lord accept the sacrifice at your hands, for the praise and glory of his name, for our good and the good of all his holy Church.</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Liturgy of the Eucharist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u="none">
                <a:solidFill>
                  <a:srgbClr val="FFDA91"/>
                </a:solidFill>
                <a:latin typeface="Calibri"/>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Liturgy of the Eucharist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500"/>
              </a:spcAft>
              <a:defRPr sz="5500" b="1" i="0" u="none">
                <a:solidFill>
                  <a:srgbClr val="FFDA91"/>
                </a:solidFill>
                <a:latin typeface="Calibri"/>
              </a:defRPr>
            </a:pPr>
            <a:r>
              <a:t>Priest: The Lord be with you.</a:t>
            </a:r>
          </a:p>
          <a:p>
            <a:pPr algn="ctr">
              <a:spcBef>
                <a:spcPts val="400"/>
              </a:spcBef>
              <a:spcAft>
                <a:spcPts val="500"/>
              </a:spcAft>
              <a:defRPr sz="5500" b="1" i="0" u="none">
                <a:solidFill>
                  <a:srgbClr val="FAF8F4"/>
                </a:solidFill>
                <a:latin typeface="Calibri"/>
              </a:defRPr>
            </a:pPr>
            <a:r>
              <a:t>All: And with your spirit.</a:t>
            </a:r>
          </a:p>
          <a:p>
            <a:pPr algn="ctr">
              <a:spcBef>
                <a:spcPts val="400"/>
              </a:spcBef>
              <a:spcAft>
                <a:spcPts val="500"/>
              </a:spcAft>
              <a:defRPr sz="5500" b="1" i="0" u="none">
                <a:solidFill>
                  <a:srgbClr val="FFDA91"/>
                </a:solidFill>
                <a:latin typeface="Calibri"/>
              </a:defRPr>
            </a:pPr>
            <a:r>
              <a:t>Priest: Lift up your hearts.</a:t>
            </a:r>
          </a:p>
          <a:p>
            <a:pPr algn="ctr">
              <a:spcBef>
                <a:spcPts val="400"/>
              </a:spcBef>
              <a:spcAft>
                <a:spcPts val="500"/>
              </a:spcAft>
              <a:defRPr sz="5500" b="1" i="0" u="none">
                <a:solidFill>
                  <a:srgbClr val="FAF8F4"/>
                </a:solidFill>
                <a:latin typeface="Calibri"/>
              </a:defRPr>
            </a:pPr>
            <a:r>
              <a:t>All: We lift them up to the Lord.</a:t>
            </a:r>
          </a:p>
          <a:p>
            <a:pPr algn="ctr">
              <a:spcBef>
                <a:spcPts val="400"/>
              </a:spcBef>
              <a:spcAft>
                <a:spcPts val="500"/>
              </a:spcAft>
              <a:defRPr sz="5500" b="1" i="0" u="none">
                <a:solidFill>
                  <a:srgbClr val="FFDA91"/>
                </a:solidFill>
                <a:latin typeface="Calibri"/>
              </a:defRPr>
            </a:pPr>
            <a:r>
              <a:t>Priest: Let us give thanks to the Lord our God.</a:t>
            </a:r>
          </a:p>
          <a:p>
            <a:pPr algn="ctr">
              <a:spcBef>
                <a:spcPts val="400"/>
              </a:spcBef>
              <a:spcAft>
                <a:spcPts val="500"/>
              </a:spcAft>
              <a:defRPr sz="5500" b="1" i="0" u="none">
                <a:solidFill>
                  <a:srgbClr val="FAF8F4"/>
                </a:solidFill>
                <a:latin typeface="Calibri"/>
              </a:defRPr>
            </a:pPr>
            <a:r>
              <a:t>All: It is right and just.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Liturgy of the Eucharist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500" b="1" i="0" u="none">
                <a:solidFill>
                  <a:srgbClr val="FAF8F4"/>
                </a:solidFill>
                <a:latin typeface="Calibri"/>
              </a:defRPr>
            </a:pPr>
            <a:r>
              <a:t>Holy, Holy, Holy Lord God of hosts.</a:t>
            </a:r>
          </a:p>
          <a:p>
            <a:pPr algn="ctr">
              <a:spcAft>
                <a:spcPts val="800"/>
              </a:spcAft>
              <a:defRPr sz="5500" b="0" i="0" u="none">
                <a:solidFill>
                  <a:srgbClr val="FAF8F4"/>
                </a:solidFill>
                <a:latin typeface="Calibri"/>
              </a:defRPr>
            </a:pPr>
            <a:r>
              <a:t>Heaven and earth are full of your glory.</a:t>
            </a:r>
          </a:p>
          <a:p>
            <a:pPr algn="ctr">
              <a:spcAft>
                <a:spcPts val="800"/>
              </a:spcAft>
              <a:defRPr sz="5500" b="0" i="0" u="none">
                <a:solidFill>
                  <a:srgbClr val="FAF8F4"/>
                </a:solidFill>
                <a:latin typeface="Calibri"/>
              </a:defRPr>
            </a:pPr>
            <a:r>
              <a:t>Hosanna in the highest.</a:t>
            </a:r>
          </a:p>
          <a:p>
            <a:pPr algn="ctr">
              <a:spcAft>
                <a:spcPts val="800"/>
              </a:spcAft>
              <a:defRPr sz="5500" b="0" i="0" u="none">
                <a:solidFill>
                  <a:srgbClr val="FAF8F4"/>
                </a:solidFill>
                <a:latin typeface="Calibri"/>
              </a:defRPr>
            </a:pPr>
            <a:r>
              <a:t>Blessed is he who comes in the name of the Lord.</a:t>
            </a:r>
          </a:p>
          <a:p>
            <a:pPr algn="ctr">
              <a:spcAft>
                <a:spcPts val="800"/>
              </a:spcAft>
              <a:defRPr sz="5500" b="0" i="0" u="none">
                <a:solidFill>
                  <a:srgbClr val="FAF8F4"/>
                </a:solidFill>
                <a:latin typeface="Calibri"/>
              </a:defRPr>
            </a:pPr>
            <a:r>
              <a:t>Hosanna in the highest.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Sanctus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u="none">
                <a:solidFill>
                  <a:srgbClr val="FFDA91"/>
                </a:solidFill>
                <a:latin typeface="Calibri"/>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Liturgy of the Eucharist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500"/>
              </a:spcAft>
              <a:defRPr sz="5500" b="1" i="0" u="none">
                <a:solidFill>
                  <a:srgbClr val="FAF8F4"/>
                </a:solidFill>
                <a:latin typeface="Calibri"/>
              </a:defRPr>
            </a:pPr>
            <a:r>
              <a:t>All: We proclaim your Death, O Lord,</a:t>
            </a:r>
          </a:p>
          <a:p>
            <a:pPr algn="ctr">
              <a:spcAft>
                <a:spcPts val="500"/>
              </a:spcAft>
              <a:defRPr sz="5500" b="0" i="0" u="none">
                <a:solidFill>
                  <a:srgbClr val="FAF8F4"/>
                </a:solidFill>
                <a:latin typeface="Calibri"/>
              </a:defRPr>
            </a:pPr>
            <a:r>
              <a:t>and profess your Resurrection</a:t>
            </a:r>
          </a:p>
          <a:p>
            <a:pPr algn="ctr">
              <a:spcAft>
                <a:spcPts val="500"/>
              </a:spcAft>
              <a:defRPr sz="5500" b="0" i="0" u="none">
                <a:solidFill>
                  <a:srgbClr val="FAF8F4"/>
                </a:solidFill>
                <a:latin typeface="Calibri"/>
              </a:defRPr>
            </a:pPr>
            <a:r>
              <a:t>until you come again.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The Eucharistic Prayer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5500" b="1" i="0" u="none">
                <a:solidFill>
                  <a:srgbClr val="FFDA91"/>
                </a:solidFill>
                <a:latin typeface="Calibri"/>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Liturgy of the Eucharist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500"/>
              </a:spcAft>
              <a:defRPr sz="5500" b="1" i="0" u="none">
                <a:solidFill>
                  <a:srgbClr val="FAF8F4"/>
                </a:solidFill>
                <a:latin typeface="Calibri"/>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Great Amen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364"/>
              </a:spcAft>
              <a:defRPr sz="2600" b="1" i="0" u="none">
                <a:solidFill>
                  <a:srgbClr val="FAF8F4"/>
                </a:solidFill>
                <a:latin typeface="Calibri"/>
              </a:defRPr>
            </a:pPr>
            <a:r>
              <a:t>Our Father, who art in heaven,</a:t>
            </a:r>
          </a:p>
          <a:p>
            <a:pPr algn="ctr">
              <a:spcAft>
                <a:spcPts val="364"/>
              </a:spcAft>
              <a:defRPr sz="2600" b="0" i="0" u="none">
                <a:solidFill>
                  <a:srgbClr val="FAF8F4"/>
                </a:solidFill>
                <a:latin typeface="Calibri"/>
              </a:defRPr>
            </a:pPr>
            <a:r>
              <a:t>hallowed be thy name;</a:t>
            </a:r>
          </a:p>
          <a:p>
            <a:pPr algn="ctr">
              <a:spcAft>
                <a:spcPts val="364"/>
              </a:spcAft>
              <a:defRPr sz="2600" b="0" i="0" u="none">
                <a:solidFill>
                  <a:srgbClr val="FAF8F4"/>
                </a:solidFill>
                <a:latin typeface="Calibri"/>
              </a:defRPr>
            </a:pPr>
            <a:r>
              <a:t>thy kingdom come,</a:t>
            </a:r>
          </a:p>
          <a:p>
            <a:pPr algn="ctr">
              <a:spcAft>
                <a:spcPts val="364"/>
              </a:spcAft>
              <a:defRPr sz="2600" b="0" i="0" u="none">
                <a:solidFill>
                  <a:srgbClr val="FAF8F4"/>
                </a:solidFill>
                <a:latin typeface="Calibri"/>
              </a:defRPr>
            </a:pPr>
            <a:r>
              <a:t>thy will be done,</a:t>
            </a:r>
          </a:p>
          <a:p>
            <a:pPr algn="ctr">
              <a:spcAft>
                <a:spcPts val="364"/>
              </a:spcAft>
              <a:defRPr sz="2600" b="0" i="0" u="none">
                <a:solidFill>
                  <a:srgbClr val="FAF8F4"/>
                </a:solidFill>
                <a:latin typeface="Calibri"/>
              </a:defRPr>
            </a:pPr>
            <a:r>
              <a:t>on earth as it is in heaven.</a:t>
            </a:r>
          </a:p>
          <a:p>
            <a:pPr algn="ctr">
              <a:spcAft>
                <a:spcPts val="364"/>
              </a:spcAft>
              <a:defRPr sz="2600" b="0" i="0" u="none">
                <a:solidFill>
                  <a:srgbClr val="FAF8F4"/>
                </a:solidFill>
                <a:latin typeface="Calibri"/>
              </a:defRPr>
            </a:pPr>
            <a:r>
              <a:t>Give us this day our daily bread;</a:t>
            </a:r>
          </a:p>
          <a:p>
            <a:pPr algn="ctr">
              <a:spcAft>
                <a:spcPts val="364"/>
              </a:spcAft>
              <a:defRPr sz="2600" b="0" i="0" u="none">
                <a:solidFill>
                  <a:srgbClr val="FAF8F4"/>
                </a:solidFill>
                <a:latin typeface="Calibri"/>
              </a:defRPr>
            </a:pPr>
            <a:r>
              <a:t>and forgive us our trespasses,</a:t>
            </a:r>
          </a:p>
          <a:p>
            <a:pPr algn="ctr">
              <a:spcAft>
                <a:spcPts val="364"/>
              </a:spcAft>
              <a:defRPr sz="2600" b="0" i="0" u="none">
                <a:solidFill>
                  <a:srgbClr val="FAF8F4"/>
                </a:solidFill>
                <a:latin typeface="Calibri"/>
              </a:defRPr>
            </a:pPr>
            <a:r>
              <a:t>as we forgive those who trespass against us;</a:t>
            </a:r>
          </a:p>
          <a:p>
            <a:pPr algn="ctr">
              <a:spcAft>
                <a:spcPts val="364"/>
              </a:spcAft>
              <a:defRPr sz="2600" b="0" i="0" u="none">
                <a:solidFill>
                  <a:srgbClr val="FAF8F4"/>
                </a:solidFill>
                <a:latin typeface="Calibri"/>
              </a:defRPr>
            </a:pPr>
            <a:r>
              <a:t>and lead us not into temptation,</a:t>
            </a:r>
          </a:p>
          <a:p>
            <a:pPr algn="ctr">
              <a:spcAft>
                <a:spcPts val="364"/>
              </a:spcAft>
              <a:defRPr sz="2600" b="0" i="0" u="none">
                <a:solidFill>
                  <a:srgbClr val="FAF8F4"/>
                </a:solidFill>
                <a:latin typeface="Calibri"/>
              </a:defRPr>
            </a:pPr>
            <a:r>
              <a:t>but deliver us from evil.</a:t>
            </a:r>
          </a:p>
          <a:p>
            <a:pPr algn="ctr">
              <a:spcBef>
                <a:spcPts val="400"/>
              </a:spcBef>
              <a:spcAft>
                <a:spcPts val="364"/>
              </a:spcAft>
              <a:defRPr sz="2600" b="1" i="0" u="none">
                <a:solidFill>
                  <a:srgbClr val="FFDA91"/>
                </a:solidFill>
                <a:latin typeface="Calibri"/>
              </a:defRPr>
            </a:pPr>
            <a:r>
              <a:t>Priest: Deliver us, Lord, we pray, from every evil, graciously grant peace in our days, that, by the help of your mercy, we may be always free from sin and safe from all distress, as we await the blessed hope and the coming of our Savior, Jesus Christ.</a:t>
            </a:r>
          </a:p>
          <a:p>
            <a:pPr algn="ctr">
              <a:spcBef>
                <a:spcPts val="400"/>
              </a:spcBef>
              <a:spcAft>
                <a:spcPts val="364"/>
              </a:spcAft>
              <a:defRPr sz="2600" b="1" i="0" u="none">
                <a:solidFill>
                  <a:srgbClr val="FAF8F4"/>
                </a:solidFill>
                <a:latin typeface="Calibri"/>
              </a:defRPr>
            </a:pPr>
            <a:r>
              <a:t>For the kingdom, the power, and the glory are yours now and for ever.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Our Father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3900" b="1" i="0" u="none">
                <a:solidFill>
                  <a:srgbClr val="FAF8F4"/>
                </a:solidFill>
                <a:latin typeface="Calibri"/>
              </a:defRPr>
            </a:pPr>
            <a:r>
              <a:t>Rev. Fr. Sample Celebrant</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AF8F4"/>
                </a:solidFill>
                <a:latin typeface="Calibri"/>
              </a:defRPr>
            </a:pPr>
            <a:r>
              <a:t>YEAR C · 21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FEDEC"/>
                </a:solidFill>
                <a:latin typeface="Calibri"/>
              </a:defRPr>
            </a:pPr>
            <a:r>
              <a:t>“Who do you say that I am?”</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FFDE9E"/>
                </a:solidFill>
                <a:latin typeface="Calibri"/>
              </a:defRPr>
            </a:pPr>
            <a:r>
              <a:t>GOSPEL (LK 9:18–24)</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000" b="1" i="0" u="none">
                <a:solidFill>
                  <a:srgbClr val="FAF8F4"/>
                </a:solidFill>
                <a:latin typeface="Calibri"/>
              </a:defRPr>
            </a:pPr>
            <a:r>
              <a:t>Twelfth Sunday in Ordinary Time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name="TextBox 2" id="2"/>
          <p:cNvSpPr txBox="true"/>
          <p:nvPr/>
        </p:nvSpPr>
        <p:spPr>
          <a:xfrm rot="0">
            <a:off x="2927842" y="1531619"/>
            <a:ext cx="12432316" cy="2144014"/>
          </a:xfrm>
          <a:prstGeom prst="rect">
            <a:avLst/>
          </a:prstGeom>
        </p:spPr>
        <p:txBody>
          <a:bodyPr anchor="t" rtlCol="false" tIns="0" lIns="0" bIns="0" rIns="0">
            <a:spAutoFit/>
          </a:bodyPr>
          <a:lstStyle/>
          <a:p>
            <a:pPr algn="just" marL="0" indent="0" lvl="0">
              <a:lnSpc>
                <a:spcPts val="8228"/>
              </a:lnSpc>
              <a:defRPr/>
            </a:pPr>
            <a:r>
              <a:rPr lang="en-US" b="true" sz="6800">
                <a:solidFill>
                  <a:srgbClr val="FFDA91"/>
                </a:solidFill>
                <a:latin typeface="Poppins Semi-Bold"/>
                <a:ea typeface="Poppins Semi-Bold"/>
                <a:cs typeface="Poppins Semi-Bold"/>
                <a:sym typeface="Poppins Semi-Bold"/>
              </a:rPr>
              <a:t>Priest</a:t>
            </a:r>
            <a:r>
              <a:rPr lang="en-US" b="true" sz="6800">
                <a:solidFill>
                  <a:srgbClr val="FAF8F4"/>
                </a:solidFill>
                <a:latin typeface="Poppins Semi-Bold"/>
                <a:ea typeface="Poppins Semi-Bold"/>
                <a:cs typeface="Poppins Semi-Bold"/>
                <a:sym typeface="Poppins Semi-Bold"/>
              </a:rPr>
              <a:t>: The peace of the Lord be with you.</a:t>
            </a:r>
          </a:p>
        </p:txBody>
      </p:sp>
      <p:sp>
        <p:nvSpPr>
          <p:cNvPr name="TextBox 3" id="3"/>
          <p:cNvSpPr txBox="true"/>
          <p:nvPr/>
        </p:nvSpPr>
        <p:spPr>
          <a:xfrm rot="0">
            <a:off x="1646296" y="226228"/>
            <a:ext cx="14995409" cy="1055243"/>
          </a:xfrm>
          <a:prstGeom prst="rect">
            <a:avLst/>
          </a:prstGeom>
        </p:spPr>
        <p:txBody>
          <a:bodyPr anchor="t" rtlCol="false" tIns="0" lIns="0" bIns="0" rIns="0">
            <a:spAutoFit/>
          </a:bodyPr>
          <a:lstStyle/>
          <a:p>
            <a:pPr algn="ctr" marL="0" indent="0" lvl="0">
              <a:lnSpc>
                <a:spcPts val="8175"/>
              </a:lnSpc>
              <a:spcBef>
                <a:spcPct val="0"/>
              </a:spcBef>
              <a:defRPr/>
            </a:pPr>
            <a:r>
              <a:rPr lang="en-US" sz="3850">
                <a:solidFill>
                  <a:srgbClr val="FFDA91"/>
                </a:solidFill>
                <a:latin typeface="Georgia"/>
                <a:ea typeface="Recoleta"/>
                <a:cs typeface="Recoleta"/>
                <a:sym typeface="Recoleta"/>
              </a:rPr>
              <a:t>Sign Of Peace</a:t>
            </a:r>
          </a:p>
        </p:txBody>
      </p:sp>
      <p:sp>
        <p:nvSpPr>
          <p:cNvPr name="TextBox 4" id="4"/>
          <p:cNvSpPr txBox="true"/>
          <p:nvPr/>
        </p:nvSpPr>
        <p:spPr>
          <a:xfrm rot="0">
            <a:off x="2927842" y="3637533"/>
            <a:ext cx="12432316" cy="1124585"/>
          </a:xfrm>
          <a:prstGeom prst="rect">
            <a:avLst/>
          </a:prstGeom>
        </p:spPr>
        <p:txBody>
          <a:bodyPr anchor="t" rtlCol="false" tIns="0" lIns="0" bIns="0" rIns="0">
            <a:spAutoFit/>
          </a:bodyPr>
          <a:lstStyle/>
          <a:p>
            <a:pPr algn="l" marL="0" indent="0" lvl="0">
              <a:lnSpc>
                <a:spcPts val="8469"/>
              </a:lnSpc>
              <a:defRPr/>
            </a:pPr>
            <a:r>
              <a:rPr lang="en-US" b="true" sz="6999">
                <a:solidFill>
                  <a:srgbClr val="FAF8F4"/>
                </a:solidFill>
                <a:latin typeface="Poppins Bold"/>
                <a:ea typeface="Poppins Bold"/>
                <a:cs typeface="Poppins Bold"/>
                <a:sym typeface="Poppins Bold"/>
              </a:rPr>
              <a:t>All: And with your spirit.</a:t>
            </a:r>
          </a:p>
        </p:txBody>
      </p:sp>
      <p:sp>
        <p:nvSpPr>
          <p:cNvPr name="TextBox 6" id="6"/>
          <p:cNvSpPr txBox="true"/>
          <p:nvPr/>
        </p:nvSpPr>
        <p:spPr>
          <a:xfrm rot="0">
            <a:off x="2927842" y="5932826"/>
            <a:ext cx="12432316" cy="2144014"/>
          </a:xfrm>
          <a:prstGeom prst="rect">
            <a:avLst/>
          </a:prstGeom>
        </p:spPr>
        <p:txBody>
          <a:bodyPr anchor="t" rtlCol="false" tIns="0" lIns="0" bIns="0" rIns="0">
            <a:spAutoFit/>
          </a:bodyPr>
          <a:lstStyle/>
          <a:p>
            <a:pPr algn="l" marL="0" indent="0" lvl="0">
              <a:lnSpc>
                <a:spcPts val="8228"/>
              </a:lnSpc>
              <a:defRPr/>
            </a:pPr>
            <a:r>
              <a:rPr lang="en-US" b="true" sz="6800">
                <a:solidFill>
                  <a:srgbClr val="FFDA91"/>
                </a:solidFill>
                <a:latin typeface="Poppins Semi-Bold"/>
                <a:ea typeface="Poppins Semi-Bold"/>
                <a:cs typeface="Poppins Semi-Bold"/>
                <a:sym typeface="Poppins Semi-Bold"/>
              </a:rPr>
              <a:t>Priest</a:t>
            </a:r>
            <a:r>
              <a:rPr lang="en-US" b="true" sz="6800">
                <a:solidFill>
                  <a:srgbClr val="FAF8F4"/>
                </a:solidFill>
                <a:latin typeface="Poppins Semi-Bold"/>
                <a:ea typeface="Poppins Semi-Bold"/>
                <a:cs typeface="Poppins Semi-Bold"/>
                <a:sym typeface="Poppins Semi-Bold"/>
              </a:rPr>
              <a:t>: Let us offer each other the sign of peace. </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Sign of Peace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name="TextBox 2" id="2"/>
          <p:cNvSpPr txBox="true"/>
          <p:nvPr/>
        </p:nvSpPr>
        <p:spPr>
          <a:xfrm rot="0">
            <a:off x="2245772" y="1447327"/>
            <a:ext cx="14598201" cy="2576449"/>
          </a:xfrm>
          <a:prstGeom prst="rect">
            <a:avLst/>
          </a:prstGeom>
        </p:spPr>
        <p:txBody>
          <a:bodyPr anchor="t" rtlCol="false" tIns="0" lIns="0" bIns="0" rIns="0">
            <a:spAutoFit/>
          </a:bodyPr>
          <a:lstStyle/>
          <a:p>
            <a:pPr algn="l">
              <a:lnSpc>
                <a:spcPts val="6608"/>
              </a:lnSpc>
              <a:defRPr/>
            </a:pPr>
            <a:r>
              <a:rPr lang="en-US" sz="5600" b="1">
                <a:solidFill>
                  <a:srgbClr val="FAF8F4"/>
                </a:solidFill>
                <a:latin typeface="Poppins Bold"/>
                <a:ea typeface="Poppins Bold"/>
                <a:cs typeface="Poppins Bold"/>
                <a:sym typeface="Poppins Bold"/>
              </a:rPr>
              <a:t>LAMB OF GOD</a:t>
            </a:r>
          </a:p>
          <a:p>
            <a:pPr algn="l">
              <a:lnSpc>
                <a:spcPts val="6608"/>
              </a:lnSpc>
              <a:defRPr/>
            </a:pPr>
            <a:r>
              <a:rPr lang="en-US" sz="5600" b="1">
                <a:solidFill>
                  <a:srgbClr val="FAF8F4"/>
                </a:solidFill>
                <a:latin typeface="Poppins Bold"/>
                <a:ea typeface="Poppins Bold"/>
                <a:cs typeface="Poppins Bold"/>
                <a:sym typeface="Poppins Bold"/>
              </a:rPr>
              <a:t>YOU TAKE AWAY THE SINS OF THE WORLD</a:t>
            </a:r>
          </a:p>
          <a:p>
            <a:pPr algn="l" marL="0" indent="0" lvl="0">
              <a:lnSpc>
                <a:spcPts val="6608"/>
              </a:lnSpc>
              <a:defRPr/>
            </a:pPr>
            <a:r>
              <a:rPr lang="en-US" b="1" sz="5600">
                <a:solidFill>
                  <a:srgbClr val="FFDA91"/>
                </a:solidFill>
                <a:latin typeface="Poppins Bold"/>
                <a:ea typeface="Poppins Bold"/>
                <a:cs typeface="Poppins Bold"/>
                <a:sym typeface="Poppins Bold"/>
              </a:rPr>
              <a:t>HAVE MERCY</a:t>
            </a:r>
            <a:r>
              <a:rPr lang="en-US" b="1" sz="5600">
                <a:solidFill>
                  <a:srgbClr val="FAF8F4"/>
                </a:solidFill>
                <a:latin typeface="Poppins Bold"/>
                <a:ea typeface="Poppins Bold"/>
                <a:cs typeface="Poppins Bold"/>
                <a:sym typeface="Poppins Bold"/>
              </a:rPr>
              <a:t>, </a:t>
            </a:r>
            <a:r>
              <a:rPr lang="en-US" b="1" sz="5600">
                <a:solidFill>
                  <a:srgbClr val="FFDA91"/>
                </a:solidFill>
                <a:latin typeface="Poppins Bold"/>
                <a:ea typeface="Poppins Bold"/>
                <a:cs typeface="Poppins Bold"/>
                <a:sym typeface="Poppins Bold"/>
              </a:rPr>
              <a:t>H</a:t>
            </a:r>
            <a:r>
              <a:rPr lang="en-US" b="1" sz="5600">
                <a:solidFill>
                  <a:srgbClr val="FFDA91"/>
                </a:solidFill>
                <a:latin typeface="Poppins Bold"/>
                <a:ea typeface="Poppins Bold"/>
                <a:cs typeface="Poppins Bold"/>
                <a:sym typeface="Poppins Bold"/>
              </a:rPr>
              <a:t>AVE MERCY ON US</a:t>
            </a:r>
            <a:r>
              <a:rPr lang="en-US" b="1" sz="5600">
                <a:solidFill>
                  <a:srgbClr val="FAF8F4"/>
                </a:solidFill>
                <a:latin typeface="Poppins Bold"/>
                <a:ea typeface="Poppins Bold"/>
                <a:cs typeface="Poppins Bold"/>
                <a:sym typeface="Poppins Bold"/>
              </a:rPr>
              <a:t>.</a:t>
            </a:r>
          </a:p>
        </p:txBody>
      </p:sp>
      <p:sp>
        <p:nvSpPr>
          <p:cNvPr name="TextBox 3" id="3"/>
          <p:cNvSpPr txBox="true"/>
          <p:nvPr/>
        </p:nvSpPr>
        <p:spPr>
          <a:xfrm rot="0">
            <a:off x="2245772" y="7118506"/>
            <a:ext cx="14757999" cy="2576449"/>
          </a:xfrm>
          <a:prstGeom prst="rect">
            <a:avLst/>
          </a:prstGeom>
        </p:spPr>
        <p:txBody>
          <a:bodyPr anchor="t" rtlCol="false" tIns="0" lIns="0" bIns="0" rIns="0">
            <a:spAutoFit/>
          </a:bodyPr>
          <a:lstStyle/>
          <a:p>
            <a:pPr algn="l">
              <a:lnSpc>
                <a:spcPts val="6608"/>
              </a:lnSpc>
              <a:defRPr/>
            </a:pPr>
            <a:r>
              <a:rPr lang="en-US" sz="5600" b="1">
                <a:solidFill>
                  <a:srgbClr val="FAF8F4"/>
                </a:solidFill>
                <a:latin typeface="Poppins Bold"/>
                <a:ea typeface="Poppins Bold"/>
                <a:cs typeface="Poppins Bold"/>
                <a:sym typeface="Poppins Bold"/>
              </a:rPr>
              <a:t>LAMB OF GOD</a:t>
            </a:r>
          </a:p>
          <a:p>
            <a:pPr algn="l">
              <a:lnSpc>
                <a:spcPts val="6608"/>
              </a:lnSpc>
              <a:defRPr/>
            </a:pPr>
            <a:r>
              <a:rPr lang="en-US" sz="5600" b="1">
                <a:solidFill>
                  <a:srgbClr val="FAF8F4"/>
                </a:solidFill>
                <a:latin typeface="Poppins Bold"/>
                <a:ea typeface="Poppins Bold"/>
                <a:cs typeface="Poppins Bold"/>
                <a:sym typeface="Poppins Bold"/>
              </a:rPr>
              <a:t>YOU TAKE AWAY THE SINS OF THE WORLD,</a:t>
            </a:r>
          </a:p>
          <a:p>
            <a:pPr algn="l" marL="0" indent="0" lvl="0">
              <a:lnSpc>
                <a:spcPts val="6608"/>
              </a:lnSpc>
              <a:defRPr/>
            </a:pPr>
            <a:r>
              <a:rPr lang="en-US" b="1" sz="5600">
                <a:solidFill>
                  <a:srgbClr val="FFDA91"/>
                </a:solidFill>
                <a:latin typeface="Poppins Bold"/>
                <a:ea typeface="Poppins Bold"/>
                <a:cs typeface="Poppins Bold"/>
                <a:sym typeface="Poppins Bold"/>
              </a:rPr>
              <a:t>GRANT US PEACE</a:t>
            </a:r>
            <a:r>
              <a:rPr lang="en-US" b="1" sz="5600">
                <a:solidFill>
                  <a:srgbClr val="FAF8F4"/>
                </a:solidFill>
                <a:latin typeface="Poppins Bold"/>
                <a:ea typeface="Poppins Bold"/>
                <a:cs typeface="Poppins Bold"/>
                <a:sym typeface="Poppins Bold"/>
              </a:rPr>
              <a:t>, </a:t>
            </a:r>
            <a:r>
              <a:rPr lang="en-US" b="1" sz="5600">
                <a:solidFill>
                  <a:srgbClr val="FFDA91"/>
                </a:solidFill>
                <a:latin typeface="Poppins Bold"/>
                <a:ea typeface="Poppins Bold"/>
                <a:cs typeface="Poppins Bold"/>
                <a:sym typeface="Poppins Bold"/>
              </a:rPr>
              <a:t>GR</a:t>
            </a:r>
            <a:r>
              <a:rPr lang="en-US" b="1" sz="5600">
                <a:solidFill>
                  <a:srgbClr val="FFDA91"/>
                </a:solidFill>
                <a:latin typeface="Poppins Bold"/>
                <a:ea typeface="Poppins Bold"/>
                <a:cs typeface="Poppins Bold"/>
                <a:sym typeface="Poppins Bold"/>
              </a:rPr>
              <a:t>ANT US PEACE</a:t>
            </a:r>
            <a:r>
              <a:rPr lang="en-US" b="1" sz="5600">
                <a:solidFill>
                  <a:srgbClr val="FAF8F4"/>
                </a:solidFill>
                <a:latin typeface="Poppins Bold"/>
                <a:ea typeface="Poppins Bold"/>
                <a:cs typeface="Poppins Bold"/>
                <a:sym typeface="Poppins Bold"/>
              </a:rPr>
              <a:t>.</a:t>
            </a:r>
          </a:p>
        </p:txBody>
      </p:sp>
      <p:sp>
        <p:nvSpPr>
          <p:cNvPr name="TextBox 4" id="4"/>
          <p:cNvSpPr txBox="true"/>
          <p:nvPr/>
        </p:nvSpPr>
        <p:spPr>
          <a:xfrm rot="0">
            <a:off x="2245772" y="4284882"/>
            <a:ext cx="14598201" cy="2576449"/>
          </a:xfrm>
          <a:prstGeom prst="rect">
            <a:avLst/>
          </a:prstGeom>
        </p:spPr>
        <p:txBody>
          <a:bodyPr anchor="t" rtlCol="false" tIns="0" lIns="0" bIns="0" rIns="0">
            <a:spAutoFit/>
          </a:bodyPr>
          <a:lstStyle/>
          <a:p>
            <a:pPr algn="l">
              <a:lnSpc>
                <a:spcPts val="6608"/>
              </a:lnSpc>
              <a:defRPr/>
            </a:pPr>
            <a:r>
              <a:rPr lang="en-US" sz="5600" b="1">
                <a:solidFill>
                  <a:srgbClr val="FAF8F4"/>
                </a:solidFill>
                <a:latin typeface="Poppins Bold"/>
                <a:ea typeface="Poppins Bold"/>
                <a:cs typeface="Poppins Bold"/>
                <a:sym typeface="Poppins Bold"/>
              </a:rPr>
              <a:t>LAMB OF GOD</a:t>
            </a:r>
          </a:p>
          <a:p>
            <a:pPr algn="l">
              <a:lnSpc>
                <a:spcPts val="6608"/>
              </a:lnSpc>
              <a:defRPr/>
            </a:pPr>
            <a:r>
              <a:rPr lang="en-US" sz="5600" b="1">
                <a:solidFill>
                  <a:srgbClr val="FAF8F4"/>
                </a:solidFill>
                <a:latin typeface="Poppins Bold"/>
                <a:ea typeface="Poppins Bold"/>
                <a:cs typeface="Poppins Bold"/>
                <a:sym typeface="Poppins Bold"/>
              </a:rPr>
              <a:t>YOU TAKE AWAY THE SINS OF THE WORLD</a:t>
            </a:r>
          </a:p>
          <a:p>
            <a:pPr algn="l" marL="0" indent="0" lvl="0">
              <a:lnSpc>
                <a:spcPts val="6608"/>
              </a:lnSpc>
              <a:defRPr/>
            </a:pPr>
            <a:r>
              <a:rPr lang="en-US" b="1" sz="5600">
                <a:solidFill>
                  <a:srgbClr val="FFDA91"/>
                </a:solidFill>
                <a:latin typeface="Poppins Bold"/>
                <a:ea typeface="Poppins Bold"/>
                <a:cs typeface="Poppins Bold"/>
                <a:sym typeface="Poppins Bold"/>
              </a:rPr>
              <a:t>HAVE MERCY</a:t>
            </a:r>
            <a:r>
              <a:rPr lang="en-US" b="1" sz="5600">
                <a:solidFill>
                  <a:srgbClr val="FAF8F4"/>
                </a:solidFill>
                <a:latin typeface="Poppins Bold"/>
                <a:ea typeface="Poppins Bold"/>
                <a:cs typeface="Poppins Bold"/>
                <a:sym typeface="Poppins Bold"/>
              </a:rPr>
              <a:t>, </a:t>
            </a:r>
            <a:r>
              <a:rPr lang="en-US" b="1" sz="5600">
                <a:solidFill>
                  <a:srgbClr val="FFDA91"/>
                </a:solidFill>
                <a:latin typeface="Poppins Bold"/>
                <a:ea typeface="Poppins Bold"/>
                <a:cs typeface="Poppins Bold"/>
                <a:sym typeface="Poppins Bold"/>
              </a:rPr>
              <a:t>H</a:t>
            </a:r>
            <a:r>
              <a:rPr lang="en-US" b="1" sz="5600">
                <a:solidFill>
                  <a:srgbClr val="FFDA91"/>
                </a:solidFill>
                <a:latin typeface="Poppins Bold"/>
                <a:ea typeface="Poppins Bold"/>
                <a:cs typeface="Poppins Bold"/>
                <a:sym typeface="Poppins Bold"/>
              </a:rPr>
              <a:t>AVE MERCY ON US</a:t>
            </a:r>
            <a:r>
              <a:rPr lang="en-US" b="1" sz="5600">
                <a:solidFill>
                  <a:srgbClr val="FAF8F4"/>
                </a:solidFill>
                <a:latin typeface="Poppins Bold"/>
                <a:ea typeface="Poppins Bold"/>
                <a:cs typeface="Poppins Bold"/>
                <a:sym typeface="Poppins Bold"/>
              </a:rPr>
              <a:t>.</a:t>
            </a:r>
          </a:p>
        </p:txBody>
      </p:sp>
      <p:sp>
        <p:nvSpPr>
          <p:cNvPr name="TextBox 5" id="5"/>
          <p:cNvSpPr txBox="true"/>
          <p:nvPr/>
        </p:nvSpPr>
        <p:spPr>
          <a:xfrm rot="0">
            <a:off x="1646296" y="226228"/>
            <a:ext cx="14995409" cy="1055243"/>
          </a:xfrm>
          <a:prstGeom prst="rect">
            <a:avLst/>
          </a:prstGeom>
        </p:spPr>
        <p:txBody>
          <a:bodyPr anchor="t" rtlCol="false" tIns="0" lIns="0" bIns="0" rIns="0">
            <a:spAutoFit/>
          </a:bodyPr>
          <a:lstStyle/>
          <a:p>
            <a:pPr algn="ctr" marL="0" indent="0" lvl="0">
              <a:lnSpc>
                <a:spcPts val="8175"/>
              </a:lnSpc>
              <a:spcBef>
                <a:spcPct val="0"/>
              </a:spcBef>
              <a:defRPr/>
            </a:pPr>
            <a:r>
              <a:rPr lang="en-US" sz="3850">
                <a:solidFill>
                  <a:srgbClr val="FFDA91"/>
                </a:solidFill>
                <a:latin typeface="Georgia"/>
                <a:ea typeface="Recoleta"/>
                <a:cs typeface="Recoleta"/>
                <a:sym typeface="Recoleta"/>
              </a:rPr>
              <a:t>Lamb of God</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Lamb of God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id="2" name="TextBox 1"/>
          <p:cNvSpPr txBox="1"/>
          <p:nvPr/>
        </p:nvSpPr>
        <p:spPr>
          <a:xfrm>
            <a:off x="914400" y="530352"/>
            <a:ext cx="16459200" cy="8613648"/>
          </a:xfrm>
          <a:prstGeom prst="rect">
            <a:avLst/>
          </a:prstGeom>
          <a:noFill/>
        </p:spPr>
        <p:txBody>
          <a:bodyPr wrap="square" lIns="109728" rIns="109728" tIns="73152" bIns="73152" anchor="ctr">
            <a:noAutofit/>
          </a:bodyPr>
          <a:lstStyle/>
          <a:p>
            <a:pPr algn="ctr">
              <a:spcBef>
                <a:spcPts val="600"/>
              </a:spcBef>
              <a:spcAft>
                <a:spcPts val="800"/>
              </a:spcAft>
            </a:pPr>
            <a:r>
              <a:rPr sz="5500" b="1">
                <a:solidFill>
                  <a:srgbClr val="FFDA91"/>
                </a:solidFill>
                <a:latin typeface="Calibri"/>
              </a:rPr>
              <a:t>Priest: </a:t>
            </a:r>
            <a:r>
              <a:rPr sz="5500" b="1">
                <a:solidFill>
                  <a:srgbClr val="FAF8F4"/>
                </a:solidFill>
                <a:latin typeface="Calibri"/>
              </a:rPr>
              <a:t>Behold the Lamb of God, behold him who takes away the sins of the world. Blessed are those called to the supper of the Lamb.</a:t>
            </a:r>
          </a:p>
          <a:p>
            <a:pPr algn="ctr">
              <a:spcBef>
                <a:spcPts val="600"/>
              </a:spcBef>
              <a:spcAft>
                <a:spcPts val="800"/>
              </a:spcAft>
            </a:pPr>
            <a:r>
              <a:rPr sz="5500" b="1">
                <a:solidFill>
                  <a:srgbClr val="FAF8F4"/>
                </a:solidFill>
                <a:latin typeface="Calibri"/>
              </a:rPr>
              <a:t>All: </a:t>
            </a:r>
            <a:r>
              <a:rPr sz="5500" b="1">
                <a:solidFill>
                  <a:srgbClr val="FAF8F4"/>
                </a:solidFill>
                <a:latin typeface="Calibri"/>
              </a:rPr>
              <a:t>Lord, I am not worthy that you should enter under my roof, but only say the word and my soul shall be healed.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The Communion Rite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3900" b="1" i="0" u="none">
                <a:solidFill>
                  <a:srgbClr val="FAF8F4"/>
                </a:solidFill>
                <a:latin typeface="Calibri"/>
              </a:defRPr>
            </a:pPr>
            <a:r>
              <a:t>Rev. Fr. Sample Celebrant</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AF8F4"/>
                </a:solidFill>
                <a:latin typeface="Calibri"/>
              </a:defRPr>
            </a:pPr>
            <a:r>
              <a:t>YEAR C · 21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FEDEC"/>
                </a:solidFill>
                <a:latin typeface="Calibri"/>
              </a:defRPr>
            </a:pPr>
            <a:r>
              <a:t>“Who do you say that I am?”</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FFDE9E"/>
                </a:solidFill>
                <a:latin typeface="Calibri"/>
              </a:defRPr>
            </a:pPr>
            <a:r>
              <a:t>GOSPEL (LK 9:18–24)</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000" b="1" i="0" u="none">
                <a:solidFill>
                  <a:srgbClr val="FAF8F4"/>
                </a:solidFill>
                <a:latin typeface="Calibri"/>
              </a:defRPr>
            </a:pPr>
            <a:r>
              <a:t>Twelfth Sunday in Ordinary Time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500"/>
              </a:spcAft>
              <a:defRPr sz="5500" b="0" i="0" u="none">
                <a:solidFill>
                  <a:srgbClr val="FAF8F4"/>
                </a:solidFill>
                <a:latin typeface="Calibri"/>
              </a:defRPr>
            </a:pPr>
            <a:r>
              <a:t>No Communion hymn lyrics were selected. Choose up to two Communion songs in Mass Flow or save lyrics in Lyrics Studio before generating.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Communion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id="2" name="TextBox 1"/>
          <p:cNvSpPr txBox="1"/>
          <p:nvPr/>
        </p:nvSpPr>
        <p:spPr>
          <a:xfrm>
            <a:off x="914400" y="530352"/>
            <a:ext cx="16459200" cy="8613648"/>
          </a:xfrm>
          <a:prstGeom prst="rect">
            <a:avLst/>
          </a:prstGeom>
          <a:noFill/>
        </p:spPr>
        <p:txBody>
          <a:bodyPr wrap="square" lIns="109728" rIns="109728" tIns="73152" bIns="73152" anchor="ctr">
            <a:noAutofit/>
          </a:bodyPr>
          <a:lstStyle/>
          <a:p>
            <a:pPr algn="ctr">
              <a:spcBef>
                <a:spcPts val="600"/>
              </a:spcBef>
              <a:spcAft>
                <a:spcPts val="800"/>
              </a:spcAft>
            </a:pPr>
            <a:r>
              <a:rPr sz="5500" b="1">
                <a:solidFill>
                  <a:srgbClr val="FFDA91"/>
                </a:solidFill>
                <a:latin typeface="Calibri"/>
              </a:rPr>
              <a:t>Priest: </a:t>
            </a:r>
            <a:r>
              <a:rPr sz="5500" b="1">
                <a:solidFill>
                  <a:srgbClr val="FAF8F4"/>
                </a:solidFill>
                <a:latin typeface="Calibri"/>
              </a:rPr>
              <a:t>Let us pray.</a:t>
            </a:r>
          </a:p>
          <a:p>
            <a:pPr algn="ctr">
              <a:spcBef>
                <a:spcPts val="600"/>
              </a:spcBef>
              <a:spcAft>
                <a:spcPts val="800"/>
              </a:spcAft>
            </a:pPr>
            <a:r>
              <a:rPr sz="5500" b="1">
                <a:solidFill>
                  <a:srgbClr val="FAF8F4"/>
                </a:solidFill>
                <a:latin typeface="Calibri"/>
              </a:rPr>
              <a:t>All: </a:t>
            </a:r>
            <a:r>
              <a:rPr sz="5500" b="1">
                <a:solidFill>
                  <a:srgbClr val="FAF8F4"/>
                </a:solidFill>
                <a:latin typeface="Calibri"/>
              </a:rPr>
              <a:t>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The Communion Rite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3900" b="1" i="0" u="none">
                <a:solidFill>
                  <a:srgbClr val="FAF8F4"/>
                </a:solidFill>
                <a:latin typeface="Calibri"/>
              </a:defRPr>
            </a:pPr>
            <a:r>
              <a:t>Rev. Fr. Sample Celebrant</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AF8F4"/>
                </a:solidFill>
                <a:latin typeface="Calibri"/>
              </a:defRPr>
            </a:pPr>
            <a:r>
              <a:t>YEAR C · 21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FEDEC"/>
                </a:solidFill>
                <a:latin typeface="Calibri"/>
              </a:defRPr>
            </a:pPr>
            <a:r>
              <a:t>“Who do you say that I am?”</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FFDE9E"/>
                </a:solidFill>
                <a:latin typeface="Calibri"/>
              </a:defRPr>
            </a:pPr>
            <a:r>
              <a:t>GOSPEL (LK 9:18–24)</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000" b="1" i="0" u="none">
                <a:solidFill>
                  <a:srgbClr val="FAF8F4"/>
                </a:solidFill>
                <a:latin typeface="Calibri"/>
              </a:defRPr>
            </a:pPr>
            <a:r>
              <a:t>Twelfth Sunday in Ordinary Time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id="2" name="TextBox 1"/>
          <p:cNvSpPr txBox="1"/>
          <p:nvPr/>
        </p:nvSpPr>
        <p:spPr>
          <a:xfrm>
            <a:off x="914400" y="530352"/>
            <a:ext cx="16459200" cy="1051560"/>
          </a:xfrm>
          <a:prstGeom prst="rect">
            <a:avLst/>
          </a:prstGeom>
          <a:noFill/>
        </p:spPr>
        <p:txBody>
          <a:bodyPr wrap="square" lIns="109728" rIns="109728" tIns="73152" bIns="73152" anchor="t">
            <a:noAutofit/>
          </a:bodyPr>
          <a:lstStyle/>
          <a:p>
            <a:pPr algn="ctr">
              <a:defRPr sz="5500" b="1" i="0" u="none">
                <a:solidFill>
                  <a:srgbClr val="FFDA91"/>
                </a:solidFill>
                <a:latin typeface="Calibri"/>
              </a:defRPr>
            </a:pPr>
            <a:r>
              <a:t>MASS COLLECTION</a:t>
            </a:r>
          </a:p>
        </p:txBody>
      </p:sp>
      <p:sp>
        <p:nvSpPr>
          <p:cNvPr id="3" name="TextBox 2"/>
          <p:cNvSpPr txBox="1"/>
          <p:nvPr/>
        </p:nvSpPr>
        <p:spPr>
          <a:xfrm>
            <a:off x="914400" y="1581912"/>
            <a:ext cx="16459200" cy="7104888"/>
          </a:xfrm>
          <a:prstGeom prst="rect">
            <a:avLst/>
          </a:prstGeom>
          <a:noFill/>
        </p:spPr>
        <p:txBody>
          <a:bodyPr wrap="square" lIns="109728" rIns="109728" tIns="73152" bIns="73152" anchor="ctr">
            <a:noAutofit/>
          </a:bodyPr>
          <a:lstStyle/>
          <a:p>
            <a:pPr algn="ctr">
              <a:defRPr sz="5500" b="1" i="0" u="none">
                <a:solidFill>
                  <a:srgbClr val="FAF8F4"/>
                </a:solidFill>
                <a:latin typeface="Calibri"/>
              </a:defRPr>
            </a:pPr>
            <a:r>
              <a:t>₱12,500</a:t>
            </a:r>
          </a:p>
        </p:txBody>
      </p:sp>
      <p:sp>
        <p:nvSpPr>
          <p:cNvPr id="4" name="TextBox 3"/>
          <p:cNvSpPr txBox="1"/>
          <p:nvPr/>
        </p:nvSpPr>
        <p:spPr>
          <a:xfrm>
            <a:off x="914400" y="8869680"/>
            <a:ext cx="16459200" cy="868680"/>
          </a:xfrm>
          <a:prstGeom prst="rect">
            <a:avLst/>
          </a:prstGeom>
          <a:noFill/>
        </p:spPr>
        <p:txBody>
          <a:bodyPr wrap="square" lIns="109728" rIns="109728" tIns="73152" bIns="73152">
            <a:noAutofit/>
          </a:bodyPr>
          <a:lstStyle/>
          <a:p>
            <a:pPr algn="ctr">
              <a:spcAft>
                <a:spcPts val="200"/>
              </a:spcAft>
              <a:defRPr sz="1500" b="0" i="0" u="none">
                <a:solidFill>
                  <a:srgbClr val="BCBAC6"/>
                </a:solidFill>
                <a:latin typeface="Calibri"/>
              </a:defRPr>
            </a:pPr>
            <a:r>
              <a:t>2026-06-21</a:t>
            </a:r>
          </a:p>
          <a:p>
            <a:pPr algn="ctr">
              <a:spcAft>
                <a:spcPts val="200"/>
              </a:spcAft>
              <a:defRPr sz="1500" b="0" i="0" u="none">
                <a:solidFill>
                  <a:srgbClr val="BCBAC6"/>
                </a:solidFill>
                <a:latin typeface="Calibri"/>
              </a:defRPr>
            </a:pPr>
            <a:r>
              <a:t>Thank you for your generosity.</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Mass Collection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500"/>
              </a:spcAft>
              <a:defRPr sz="5500" b="1" i="0" u="none">
                <a:solidFill>
                  <a:srgbClr val="FAF8F4"/>
                </a:solidFill>
                <a:latin typeface="Calibri"/>
              </a:defRPr>
            </a:pPr>
            <a:r>
              <a:t>CHURCH ANNOUNCEMENTS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Announcements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500"/>
              </a:spcAft>
              <a:defRPr sz="5500" b="1" i="0" u="none">
                <a:solidFill>
                  <a:srgbClr val="FAF8F4"/>
                </a:solidFill>
                <a:latin typeface="Calibri"/>
              </a:defRPr>
            </a:pPr>
            <a:r>
              <a:t>Welcome newcomers!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Announcements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500"/>
              </a:spcAft>
              <a:defRPr sz="5500" b="1" i="0" u="none">
                <a:solidFill>
                  <a:srgbClr val="FAF8F4"/>
                </a:solidFill>
                <a:latin typeface="Calibri"/>
              </a:defRPr>
            </a:pPr>
            <a:r>
              <a:t>Sacrament of Confession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Announcements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500"/>
              </a:spcAft>
              <a:defRPr sz="5500" b="1" i="0" u="none">
                <a:solidFill>
                  <a:srgbClr val="FAF8F4"/>
                </a:solidFill>
                <a:latin typeface="Calibri"/>
              </a:defRPr>
            </a:pPr>
            <a:r>
              <a:t>Updates and Announcements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Announcements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id="2" name="TextBox 1"/>
          <p:cNvSpPr txBox="1"/>
          <p:nvPr/>
        </p:nvSpPr>
        <p:spPr>
          <a:xfrm>
            <a:off x="914400" y="530352"/>
            <a:ext cx="16459200" cy="8613648"/>
          </a:xfrm>
          <a:prstGeom prst="rect">
            <a:avLst/>
          </a:prstGeom>
          <a:noFill/>
        </p:spPr>
        <p:txBody>
          <a:bodyPr wrap="square" lIns="109728" rIns="109728" tIns="73152" bIns="73152" anchor="ctr">
            <a:noAutofit/>
          </a:bodyPr>
          <a:lstStyle/>
          <a:p>
            <a:pPr algn="ctr">
              <a:spcBef>
                <a:spcPts val="600"/>
              </a:spcBef>
              <a:spcAft>
                <a:spcPts val="800"/>
              </a:spcAft>
            </a:pPr>
            <a:r>
              <a:rPr sz="5500" b="1">
                <a:solidFill>
                  <a:srgbClr val="FFDA91"/>
                </a:solidFill>
                <a:latin typeface="Calibri"/>
              </a:rPr>
              <a:t>Priest: </a:t>
            </a:r>
            <a:r>
              <a:rPr sz="5500" b="1">
                <a:solidFill>
                  <a:srgbClr val="FAF8F4"/>
                </a:solidFill>
                <a:latin typeface="Calibri"/>
              </a:rPr>
              <a:t>The Lord be with you.</a:t>
            </a:r>
          </a:p>
          <a:p>
            <a:pPr algn="ctr">
              <a:spcBef>
                <a:spcPts val="600"/>
              </a:spcBef>
              <a:spcAft>
                <a:spcPts val="800"/>
              </a:spcAft>
            </a:pPr>
            <a:r>
              <a:rPr sz="5500" b="1">
                <a:solidFill>
                  <a:srgbClr val="FAF8F4"/>
                </a:solidFill>
                <a:latin typeface="Calibri"/>
              </a:rPr>
              <a:t>All: </a:t>
            </a:r>
            <a:r>
              <a:rPr sz="5500" b="1">
                <a:solidFill>
                  <a:srgbClr val="FAF8F4"/>
                </a:solidFill>
                <a:latin typeface="Calibri"/>
              </a:rPr>
              <a:t>And with your spirit.</a:t>
            </a:r>
          </a:p>
          <a:p>
            <a:pPr algn="ctr">
              <a:spcBef>
                <a:spcPts val="600"/>
              </a:spcBef>
              <a:spcAft>
                <a:spcPts val="800"/>
              </a:spcAft>
            </a:pPr>
            <a:r>
              <a:rPr sz="5500" b="1">
                <a:solidFill>
                  <a:srgbClr val="FFDA91"/>
                </a:solidFill>
                <a:latin typeface="Calibri"/>
              </a:rPr>
              <a:t>Priest: </a:t>
            </a:r>
            <a:r>
              <a:rPr sz="5500" b="1">
                <a:solidFill>
                  <a:srgbClr val="FAF8F4"/>
                </a:solidFill>
                <a:latin typeface="Calibri"/>
              </a:rPr>
              <a:t>May almighty God bless you, the Father, and the Son, and the Holy Spirit.</a:t>
            </a:r>
          </a:p>
          <a:p>
            <a:pPr algn="ctr">
              <a:spcBef>
                <a:spcPts val="600"/>
              </a:spcBef>
              <a:spcAft>
                <a:spcPts val="800"/>
              </a:spcAft>
            </a:pPr>
            <a:r>
              <a:rPr sz="5500" b="1">
                <a:solidFill>
                  <a:srgbClr val="FAF8F4"/>
                </a:solidFill>
                <a:latin typeface="Calibri"/>
              </a:rPr>
              <a:t>All: </a:t>
            </a:r>
            <a:r>
              <a:rPr sz="5500" b="1">
                <a:solidFill>
                  <a:srgbClr val="FAF8F4"/>
                </a:solidFill>
                <a:latin typeface="Calibri"/>
              </a:rPr>
              <a:t>Amen.</a:t>
            </a:r>
          </a:p>
          <a:p>
            <a:pPr algn="ctr">
              <a:spcBef>
                <a:spcPts val="600"/>
              </a:spcBef>
              <a:spcAft>
                <a:spcPts val="800"/>
              </a:spcAft>
            </a:pPr>
            <a:r>
              <a:rPr sz="5500" b="1">
                <a:solidFill>
                  <a:srgbClr val="FFDA91"/>
                </a:solidFill>
                <a:latin typeface="Calibri"/>
              </a:rPr>
              <a:t>Priest: </a:t>
            </a:r>
            <a:r>
              <a:rPr sz="5500" b="1">
                <a:solidFill>
                  <a:srgbClr val="FAF8F4"/>
                </a:solidFill>
                <a:latin typeface="Calibri"/>
              </a:rPr>
              <a:t>Go in peace, glorifying the Lord by your life.</a:t>
            </a:r>
          </a:p>
          <a:p>
            <a:pPr algn="ctr">
              <a:spcBef>
                <a:spcPts val="600"/>
              </a:spcBef>
              <a:spcAft>
                <a:spcPts val="800"/>
              </a:spcAft>
            </a:pPr>
            <a:r>
              <a:rPr sz="5500" b="1">
                <a:solidFill>
                  <a:srgbClr val="FAF8F4"/>
                </a:solidFill>
                <a:latin typeface="Calibri"/>
              </a:rPr>
              <a:t>All: </a:t>
            </a:r>
            <a:r>
              <a:rPr sz="5500" b="1">
                <a:solidFill>
                  <a:srgbClr val="FAF8F4"/>
                </a:solidFill>
                <a:latin typeface="Calibri"/>
              </a:rPr>
              <a:t>Thanks be to God.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Final Blessing</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500"/>
              </a:spcAft>
              <a:defRPr sz="5500" b="0" i="0" u="none">
                <a:solidFill>
                  <a:srgbClr val="FAF8F4"/>
                </a:solidFill>
                <a:latin typeface="Calibri"/>
              </a:defRPr>
            </a:pPr>
            <a:r>
              <a:t>No Recessional hymn lyrics were selected. Choose one Recessional song in Mass Flow or save lyrics in Lyrics Studio before generating.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DA91"/>
                </a:solidFill>
                <a:latin typeface="Calibri"/>
              </a:defRPr>
            </a:pPr>
            <a:r>
              <a:t>Recessional</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Calibri"/>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3900" b="1" i="0" u="none">
                <a:solidFill>
                  <a:srgbClr val="FAF8F4"/>
                </a:solidFill>
                <a:latin typeface="Calibri"/>
              </a:defRPr>
            </a:pPr>
            <a:r>
              <a:t>Rev. Fr. Sample Celebrant</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AF8F4"/>
                </a:solidFill>
                <a:latin typeface="Calibri"/>
              </a:defRPr>
            </a:pPr>
            <a:r>
              <a:t>YEAR C · 21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900" b="0" i="0" u="none">
                <a:solidFill>
                  <a:srgbClr val="EFEDEC"/>
                </a:solidFill>
                <a:latin typeface="Calibri"/>
              </a:defRPr>
            </a:pPr>
            <a:r>
              <a:t>“Who do you say that I am?”</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4100" b="1" i="0" u="none">
                <a:solidFill>
                  <a:srgbClr val="FFDE9E"/>
                </a:solidFill>
                <a:latin typeface="Calibri"/>
              </a:defRPr>
            </a:pPr>
            <a:r>
              <a:t>GOSPEL (LK 9:18–24)</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000" b="1" i="0" u="none">
                <a:solidFill>
                  <a:srgbClr val="FAF8F4"/>
                </a:solidFill>
                <a:latin typeface="Calibri"/>
              </a:defRPr>
            </a:pPr>
            <a:r>
              <a:t>Twelfth Sunday in Ordinary 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