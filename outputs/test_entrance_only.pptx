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pPr>
            <a:r>
              <a:rPr b="0" i="1" lang="en-US" sz="4700" u="none" cap="none" strike="noStrike">
                <a:solidFill>
                  <a:srgbClr val="FFDA91"/>
                </a:solidFill>
                <a:latin typeface="Calibri"/>
                <a:ea typeface="Calibri"/>
                <a:cs typeface="Calibri"/>
                <a:sym typeface="Calibri"/>
              </a:rPr>
              <a:t>Thank you.</a:t>
            </a:r>
            <a:endParaRPr sz="4600"/>
          </a:p>
        </p:txBody>
      </p:sp>
      <p:pic>
        <p:nvPicPr>
          <p:cNvPr id="88" name="Picture 87"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89" name="TextBox 88"/>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90" name="TextBox 89"/>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627632"/>
            <a:ext cx="16459200" cy="960120"/>
          </a:xfrm>
          <a:prstGeom prst="rect">
            <a:avLst/>
          </a:prstGeom>
          <a:noFill/>
        </p:spPr>
        <p:txBody>
          <a:bodyPr wrap="square" lIns="109728" rIns="109728" tIns="73152" bIns="73152">
            <a:noAutofit/>
          </a:bodyPr>
          <a:lstStyle/>
          <a:p>
            <a:pPr algn="ctr">
              <a:defRPr sz="3800" b="1" i="0">
                <a:solidFill>
                  <a:srgbClr val="DCAA5A"/>
                </a:solidFill>
                <a:latin typeface="Calibri"/>
              </a:defRPr>
            </a:pPr>
            <a:r>
              <a:t>Test Mass</a:t>
            </a:r>
          </a:p>
        </p:txBody>
      </p:sp>
      <p:sp>
        <p:nvSpPr>
          <p:cNvPr id="5" name="TextBox 4"/>
          <p:cNvSpPr txBox="1"/>
          <p:nvPr/>
        </p:nvSpPr>
        <p:spPr>
          <a:xfrm>
            <a:off x="914400" y="2679192"/>
            <a:ext cx="16459200" cy="3108960"/>
          </a:xfrm>
          <a:prstGeom prst="rect">
            <a:avLst/>
          </a:prstGeom>
          <a:noFill/>
        </p:spPr>
        <p:txBody>
          <a:bodyPr wrap="square" lIns="109728" rIns="109728" tIns="73152" bIns="73152">
            <a:noAutofit/>
          </a:bodyPr>
          <a:lstStyle/>
          <a:p>
            <a:pPr>
              <a:spcAft>
                <a:spcPts val="500"/>
              </a:spcAft>
              <a:defRPr sz="2100" b="0" i="0">
                <a:solidFill>
                  <a:srgbClr val="F5F5F5"/>
                </a:solidFill>
                <a:latin typeface="Calibri"/>
              </a:defRPr>
            </a:pPr>
            <a:r>
              <a:t>2026-05-31</a:t>
            </a:r>
          </a:p>
          <a:p>
            <a:pPr>
              <a:spcAft>
                <a:spcPts val="500"/>
              </a:spcAft>
              <a:defRPr sz="2100" b="0" i="0">
                <a:solidFill>
                  <a:srgbClr val="F5F5F5"/>
                </a:solidFill>
                <a:latin typeface="Calibri"/>
              </a:defRPr>
            </a:pPr>
            <a:r>
              <a:t>Celebrant: Fr. Test</a:t>
            </a:r>
          </a:p>
          <a:p>
            <a:pPr>
              <a:spcAft>
                <a:spcPts val="500"/>
              </a:spcAft>
              <a:defRPr sz="2100" b="0" i="0">
                <a:solidFill>
                  <a:srgbClr val="F5F5F5"/>
                </a:solidFill>
                <a:latin typeface="Calibri"/>
              </a:defRPr>
            </a:pPr>
            <a:r>
              <a:t>Gospel: John 1:1</a:t>
            </a:r>
            <a:br/>
            <a:r>
              <a:t>Season: ordinary_time · Sunday Lectionary Year B</a:t>
            </a:r>
          </a:p>
          <a:p>
            <a:pPr>
              <a:spcAft>
                <a:spcPts val="500"/>
              </a:spcAft>
              <a:defRPr sz="2100" b="0" i="0">
                <a:solidFill>
                  <a:srgbClr val="F5F5F5"/>
                </a:solidFill>
                <a:latin typeface="Calibri"/>
              </a:defRPr>
            </a:pPr>
            <a:r>
              <a:t>Excerpt:</a:t>
            </a:r>
            <a:br/>
            <a:r>
              <a:t>“In the beginning was the Word”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Welcome to the celebration of the Holy Eucharist.</a:t>
            </a:r>
          </a:p>
          <a:p>
            <a:pPr algn="ctr">
              <a:spcAft>
                <a:spcPts val="500"/>
              </a:spcAft>
              <a:defRPr sz="1500" b="0" i="1">
                <a:solidFill>
                  <a:srgbClr val="DCAA5A"/>
                </a:solidFill>
                <a:latin typeface="Calibri"/>
              </a:defRPr>
            </a:pPr>
            <a:r>
              <a:t>Please stand and join in singing the Entrance hymn.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914400" y="109728"/>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Awit ng Paghahangad</a:t>
            </a:r>
          </a:p>
        </p:txBody>
      </p:sp>
      <p:sp>
        <p:nvSpPr>
          <p:cNvPr id="5" name="TextBox 4"/>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OH DIYOS, IKAW ANG LAGING HANAP</a:t>
            </a:r>
          </a:p>
          <a:p>
            <a:pPr algn="ctr">
              <a:lnSpc>
                <a:spcPct val="100000"/>
              </a:lnSpc>
              <a:spcAft>
                <a:spcPts val="600"/>
              </a:spcAft>
              <a:defRPr sz="5500" b="1" i="0">
                <a:solidFill>
                  <a:srgbClr val="FFFFFF"/>
                </a:solidFill>
                <a:latin typeface="Arial Black"/>
              </a:defRPr>
            </a:pPr>
            <a:r>
              <a:t>LOOB KO'Y IKAW ANG TANGING HANGAD</a:t>
            </a:r>
          </a:p>
          <a:p>
            <a:pPr algn="ctr">
              <a:lnSpc>
                <a:spcPct val="100000"/>
              </a:lnSpc>
              <a:spcAft>
                <a:spcPts val="600"/>
              </a:spcAft>
              <a:defRPr sz="5500" b="1" i="0">
                <a:solidFill>
                  <a:srgbClr val="FFFFFF"/>
                </a:solidFill>
                <a:latin typeface="Arial Black"/>
              </a:defRPr>
            </a:pPr>
            <a:r>
              <a:t>NAUUHAW AKONG PARANG TIGANG NA LUPA</a:t>
            </a:r>
          </a:p>
          <a:p>
            <a:pPr algn="ctr">
              <a:lnSpc>
                <a:spcPct val="100000"/>
              </a:lnSpc>
              <a:spcAft>
                <a:spcPts val="600"/>
              </a:spcAft>
              <a:defRPr sz="5500" b="1" i="0">
                <a:solidFill>
                  <a:srgbClr val="FFFFFF"/>
                </a:solidFill>
                <a:latin typeface="Arial Black"/>
              </a:defRPr>
            </a:pPr>
            <a:r>
              <a:t>SA TUBIG NG 'YONG PAG-AARUGA</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IKA'Y PAGMAMASDAN SA DAKONG BANAL</a:t>
            </a:r>
          </a:p>
          <a:p>
            <a:pPr algn="ctr">
              <a:lnSpc>
                <a:spcPct val="100000"/>
              </a:lnSpc>
              <a:spcAft>
                <a:spcPts val="600"/>
              </a:spcAft>
              <a:defRPr sz="5500" b="1" i="0">
                <a:solidFill>
                  <a:srgbClr val="FFFFFF"/>
                </a:solidFill>
                <a:latin typeface="Arial Black"/>
              </a:defRPr>
            </a:pPr>
            <a:r>
              <a:t>NANG MAKITA KO ANG 'YONG PAGKARANGAL</a:t>
            </a:r>
          </a:p>
          <a:p>
            <a:pPr algn="ctr">
              <a:lnSpc>
                <a:spcPct val="100000"/>
              </a:lnSpc>
              <a:spcAft>
                <a:spcPts val="600"/>
              </a:spcAft>
              <a:defRPr sz="5500" b="1" i="0">
                <a:solidFill>
                  <a:srgbClr val="FFFFFF"/>
                </a:solidFill>
                <a:latin typeface="Arial Black"/>
              </a:defRPr>
            </a:pPr>
            <a:r>
              <a:t>DADALANGIN AKONG NAKATAAS AKING KAMAY</a:t>
            </a:r>
          </a:p>
          <a:p>
            <a:pPr algn="ctr">
              <a:lnSpc>
                <a:spcPct val="100000"/>
              </a:lnSpc>
              <a:spcAft>
                <a:spcPts val="600"/>
              </a:spcAft>
              <a:defRPr sz="5500" b="1" i="0">
                <a:solidFill>
                  <a:srgbClr val="FFFFFF"/>
                </a:solidFill>
                <a:latin typeface="Arial Black"/>
              </a:defRPr>
            </a:pPr>
            <a:r>
              <a:t>MAGAGALAK NA AAWIT NG PAPURING IAALAY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GUNITA KO'Y IKAW HABANG NAHIHIMLAY</a:t>
            </a:r>
          </a:p>
          <a:p>
            <a:pPr algn="ctr">
              <a:lnSpc>
                <a:spcPct val="100000"/>
              </a:lnSpc>
              <a:spcAft>
                <a:spcPts val="600"/>
              </a:spcAft>
              <a:defRPr sz="5500" b="1" i="0">
                <a:solidFill>
                  <a:srgbClr val="FFFFFF"/>
                </a:solidFill>
                <a:latin typeface="Arial Black"/>
              </a:defRPr>
            </a:pPr>
            <a:r>
              <a:t>PAGKAT ANG TULONG MO SA TUWINA'Y TAGLAY</a:t>
            </a:r>
          </a:p>
          <a:p>
            <a:pPr algn="ctr">
              <a:lnSpc>
                <a:spcPct val="100000"/>
              </a:lnSpc>
              <a:spcAft>
                <a:spcPts val="600"/>
              </a:spcAft>
              <a:defRPr sz="5500" b="1" i="0">
                <a:solidFill>
                  <a:srgbClr val="FFFFFF"/>
                </a:solidFill>
                <a:latin typeface="Arial Black"/>
              </a:defRPr>
            </a:pPr>
            <a:r>
              <a:t>SA LILIM NG IYONG MGA PAKPAK</a:t>
            </a:r>
          </a:p>
          <a:p>
            <a:pPr algn="ctr">
              <a:lnSpc>
                <a:spcPct val="100000"/>
              </a:lnSpc>
              <a:spcAft>
                <a:spcPts val="6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AKING KALULUWA'Y KUMAKAPIT SA 'YO</a:t>
            </a:r>
          </a:p>
          <a:p>
            <a:pPr algn="ctr">
              <a:lnSpc>
                <a:spcPct val="100000"/>
              </a:lnSpc>
              <a:spcAft>
                <a:spcPts val="600"/>
              </a:spcAft>
              <a:defRPr sz="5500" b="1" i="0">
                <a:solidFill>
                  <a:srgbClr val="FFFFFF"/>
                </a:solidFill>
                <a:latin typeface="Arial Black"/>
              </a:defRPr>
            </a:pPr>
            <a:r>
              <a:t>KALIGTASA'Y T'YAK KONG HAWAK MO AKO</a:t>
            </a:r>
          </a:p>
          <a:p>
            <a:pPr algn="ctr">
              <a:lnSpc>
                <a:spcPct val="100000"/>
              </a:lnSpc>
              <a:spcAft>
                <a:spcPts val="600"/>
              </a:spcAft>
              <a:defRPr sz="5500" b="1" i="0">
                <a:solidFill>
                  <a:srgbClr val="FFFFFF"/>
                </a:solidFill>
                <a:latin typeface="Arial Black"/>
              </a:defRPr>
            </a:pPr>
            <a:r>
              <a:t>MAGDIRIWANG ANG HARI ANG DIYOS S'YANG DAHILAN</a:t>
            </a:r>
          </a:p>
          <a:p>
            <a:pPr algn="ctr">
              <a:lnSpc>
                <a:spcPct val="100000"/>
              </a:lnSpc>
              <a:spcAft>
                <a:spcPts val="600"/>
              </a:spcAft>
              <a:defRPr sz="5500" b="1" i="0">
                <a:solidFill>
                  <a:srgbClr val="FFFFFF"/>
                </a:solidFill>
                <a:latin typeface="Arial Black"/>
              </a:defRPr>
            </a:pPr>
            <a:r>
              <a:t>ANG SA IYO AY NANGAKONG GALAK YAONG MAKAKAMTAN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GUNITA KO'Y IKAW HABANG NAHIHIMLAY</a:t>
            </a:r>
          </a:p>
          <a:p>
            <a:pPr algn="ctr">
              <a:lnSpc>
                <a:spcPct val="100000"/>
              </a:lnSpc>
              <a:spcAft>
                <a:spcPts val="600"/>
              </a:spcAft>
              <a:defRPr sz="5500" b="1" i="0">
                <a:solidFill>
                  <a:srgbClr val="FFFFFF"/>
                </a:solidFill>
                <a:latin typeface="Arial Black"/>
              </a:defRPr>
            </a:pPr>
            <a:r>
              <a:t>PAGKAT ANG TULONG MO SA TUWINA'Y TAGLAY</a:t>
            </a:r>
          </a:p>
          <a:p>
            <a:pPr algn="ctr">
              <a:lnSpc>
                <a:spcPct val="100000"/>
              </a:lnSpc>
              <a:spcAft>
                <a:spcPts val="600"/>
              </a:spcAft>
              <a:defRPr sz="5500" b="1" i="0">
                <a:solidFill>
                  <a:srgbClr val="FFFFFF"/>
                </a:solidFill>
                <a:latin typeface="Arial Black"/>
              </a:defRPr>
            </a:pPr>
            <a:r>
              <a:t>SA LILIM NG IYONG MGA PAKPAK</a:t>
            </a:r>
          </a:p>
          <a:p>
            <a:pPr algn="ctr">
              <a:lnSpc>
                <a:spcPct val="100000"/>
              </a:lnSpc>
              <a:spcAft>
                <a:spcPts val="6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UMAAWIT, UMAAWIT</a:t>
            </a:r>
          </a:p>
          <a:p>
            <a:pPr algn="ctr">
              <a:lnSpc>
                <a:spcPct val="100000"/>
              </a:lnSpc>
              <a:spcAft>
                <a:spcPts val="6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Test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(John 1:1)</a:t>
            </a:r>
          </a:p>
          <a:p>
            <a:pPr>
              <a:spcAft>
                <a:spcPts val="300"/>
              </a:spcAft>
              <a:defRPr sz="2100" b="0" i="0">
                <a:solidFill>
                  <a:srgbClr val="F5F5F5"/>
                </a:solidFill>
                <a:latin typeface="Calibri"/>
              </a:defRPr>
            </a:pPr>
            <a:r>
              <a:t>“In the beginning was the 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ordinary_time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In the Name of the Father, and of the Son, and of the Holy Spirit.</a:t>
            </a:r>
          </a:p>
          <a:p>
            <a:pPr algn="ctr">
              <a:spcBef>
                <a:spcPts val="400"/>
              </a:spcBef>
              <a:spcAft>
                <a:spcPts val="500"/>
              </a:spcAft>
              <a:defRPr sz="2000" b="1" i="0">
                <a:solidFill>
                  <a:srgbClr val="F5F5F5"/>
                </a:solidFill>
                <a:latin typeface="Calibri"/>
              </a:defRPr>
            </a:pPr>
            <a:r>
              <a:t>All: Amen.</a:t>
            </a:r>
          </a:p>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Introductory Rites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pic>
        <p:nvPicPr>
          <p:cNvPr id="151" name="Picture 150"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52" name="TextBox 151"/>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153" name="TextBox 152"/>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Penitential Act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pic>
        <p:nvPicPr>
          <p:cNvPr id="165" name="Picture 164"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66" name="TextBox 165"/>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167" name="TextBox 16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Penitential Act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p:txBody>
      </p:sp>
      <p:pic>
        <p:nvPicPr>
          <p:cNvPr id="170" name="Picture 169"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71" name="TextBox 170"/>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172" name="TextBox 171"/>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Kyrie Eleison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Glory to God in the highest,</a:t>
            </a:r>
          </a:p>
          <a:p>
            <a:pPr algn="ctr">
              <a:spcAft>
                <a:spcPts val="800"/>
              </a:spcAft>
              <a:defRPr sz="5000" b="0" i="0">
                <a:solidFill>
                  <a:srgbClr val="F5F5F5"/>
                </a:solidFill>
                <a:latin typeface="Calibri"/>
              </a:defRPr>
            </a:pPr>
            <a:r>
              <a:t>and on earth peace to people of good will.</a:t>
            </a:r>
          </a:p>
          <a:p>
            <a:pPr algn="ctr">
              <a:spcAft>
                <a:spcPts val="800"/>
              </a:spcAft>
              <a:defRPr sz="5000" b="0" i="0">
                <a:solidFill>
                  <a:srgbClr val="F5F5F5"/>
                </a:solidFill>
                <a:latin typeface="Calibri"/>
              </a:defRPr>
            </a:pPr>
            <a:r>
              <a:t>We praise you, we bless you, we adore you,</a:t>
            </a:r>
          </a:p>
          <a:p>
            <a:pPr algn="ctr">
              <a:spcAft>
                <a:spcPts val="800"/>
              </a:spcAft>
              <a:defRPr sz="5000" b="0" i="0">
                <a:solidFill>
                  <a:srgbClr val="F5F5F5"/>
                </a:solidFill>
                <a:latin typeface="Calibri"/>
              </a:defRPr>
            </a:pPr>
            <a:r>
              <a:t>we glorify you, we give you thanks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for your great glory,</a:t>
            </a:r>
          </a:p>
          <a:p>
            <a:pPr algn="ctr">
              <a:spcAft>
                <a:spcPts val="800"/>
              </a:spcAft>
              <a:defRPr sz="5000" b="0" i="0">
                <a:solidFill>
                  <a:srgbClr val="F5F5F5"/>
                </a:solidFill>
                <a:latin typeface="Calibri"/>
              </a:defRPr>
            </a:pPr>
            <a:r>
              <a:t>Lord God, heavenly King, O God, almighty Father.</a:t>
            </a:r>
          </a:p>
          <a:p>
            <a:pPr algn="ctr">
              <a:spcAft>
                <a:spcPts val="800"/>
              </a:spcAft>
              <a:defRPr sz="5000" b="0" i="0">
                <a:solidFill>
                  <a:srgbClr val="F5F5F5"/>
                </a:solidFill>
                <a:latin typeface="Calibri"/>
              </a:defRPr>
            </a:pPr>
            <a:r>
              <a:t>Lord Jesus Christ, Only Begotten Son,</a:t>
            </a:r>
          </a:p>
          <a:p>
            <a:pPr algn="ctr">
              <a:spcAft>
                <a:spcPts val="800"/>
              </a:spcAft>
              <a:defRPr sz="5000" b="0" i="0">
                <a:solidFill>
                  <a:srgbClr val="F5F5F5"/>
                </a:solidFill>
                <a:latin typeface="Calibri"/>
              </a:defRPr>
            </a:pPr>
            <a:r>
              <a:t>Lord God, Lamb of God, Son of the Father,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you take away the sins of the world, have mercy on us;</a:t>
            </a:r>
          </a:p>
          <a:p>
            <a:pPr algn="ctr">
              <a:spcAft>
                <a:spcPts val="800"/>
              </a:spcAft>
              <a:defRPr sz="5000" b="0" i="0">
                <a:solidFill>
                  <a:srgbClr val="F5F5F5"/>
                </a:solidFill>
                <a:latin typeface="Calibri"/>
              </a:defRPr>
            </a:pPr>
            <a:r>
              <a:t>you take away the sins of the world, receive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you are seated at the right hand of the Father, have mercy on us.</a:t>
            </a:r>
          </a:p>
          <a:p>
            <a:pPr algn="ctr">
              <a:spcAft>
                <a:spcPts val="800"/>
              </a:spcAft>
              <a:defRPr sz="5000" b="0" i="0">
                <a:solidFill>
                  <a:srgbClr val="F5F5F5"/>
                </a:solidFill>
                <a:latin typeface="Calibri"/>
              </a:defRPr>
            </a:pPr>
            <a:r>
              <a:t>For you alone are the Holy One,</a:t>
            </a:r>
          </a:p>
          <a:p>
            <a:pPr algn="ctr">
              <a:spcAft>
                <a:spcPts val="800"/>
              </a:spcAft>
              <a:defRPr sz="5000" b="0" i="0">
                <a:solidFill>
                  <a:srgbClr val="F5F5F5"/>
                </a:solidFill>
                <a:latin typeface="Calibri"/>
              </a:defRPr>
            </a:pPr>
            <a:r>
              <a:t>you alone are the Lord,</a:t>
            </a:r>
          </a:p>
          <a:p>
            <a:pPr algn="ctr">
              <a:spcAft>
                <a:spcPts val="800"/>
              </a:spcAft>
              <a:defRPr sz="5000" b="0" i="0">
                <a:solidFill>
                  <a:srgbClr val="F5F5F5"/>
                </a:solidFill>
                <a:latin typeface="Calibri"/>
              </a:defRPr>
            </a:pPr>
            <a:r>
              <a:t>you alone are the Most High,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(4/5)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Jesus Christ,</a:t>
            </a:r>
          </a:p>
          <a:p>
            <a:pPr algn="ctr">
              <a:spcAft>
                <a:spcPts val="800"/>
              </a:spcAft>
              <a:defRPr sz="5000" b="0" i="0">
                <a:solidFill>
                  <a:srgbClr val="F5F5F5"/>
                </a:solidFill>
                <a:latin typeface="Calibri"/>
              </a:defRPr>
            </a:pPr>
            <a:r>
              <a:t>with the Holy Spirit,</a:t>
            </a:r>
          </a:p>
          <a:p>
            <a:pPr algn="ctr">
              <a:spcAft>
                <a:spcPts val="800"/>
              </a:spcAft>
              <a:defRPr sz="5000" b="0" i="0">
                <a:solidFill>
                  <a:srgbClr val="F5F5F5"/>
                </a:solidFill>
                <a:latin typeface="Calibri"/>
              </a:defRPr>
            </a:pPr>
            <a:r>
              <a:t>in the glory of God the Father.</a:t>
            </a:r>
          </a:p>
          <a:p>
            <a:pPr algn="ctr">
              <a:spcAft>
                <a:spcPts val="800"/>
              </a:spcAft>
              <a:defRPr sz="5000" b="0" i="0">
                <a:solidFill>
                  <a:srgbClr val="F5F5F5"/>
                </a:solidFill>
                <a:latin typeface="Calibri"/>
              </a:defRPr>
            </a:pPr>
            <a:r>
              <a:t>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(5/5)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Let us pray.</a:t>
            </a:r>
          </a:p>
          <a:p>
            <a:pPr algn="ctr">
              <a:spcAft>
                <a:spcPts val="500"/>
              </a:spcAft>
              <a:defRPr sz="1500" b="0" i="1">
                <a:solidFill>
                  <a:srgbClr val="DCAA5A"/>
                </a:solidFill>
                <a:latin typeface="Calibri"/>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2000" b="1" i="0">
                <a:solidFill>
                  <a:srgbClr val="F5F5F5"/>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WORD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CAA5A"/>
                </a:solidFill>
                <a:latin typeface="Calibri"/>
              </a:defRPr>
            </a:pPr>
            <a:r>
              <a:t>Liturgy of the Word</a:t>
            </a:r>
          </a:p>
          <a:p>
            <a:pPr>
              <a:defRPr sz="1600" b="0" i="0">
                <a:solidFill>
                  <a:srgbClr val="9B9BA5"/>
                </a:solidFill>
                <a:latin typeface="Calibri"/>
              </a:defRPr>
            </a:pPr>
            <a:r>
              <a:t>First Reading (—)</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9B9BA5"/>
                </a:solidFill>
                <a:latin typeface="Calibri"/>
              </a:defRPr>
            </a:pPr>
            <a:r>
              <a:t>—</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5F5F5"/>
                </a:solidFill>
                <a:latin typeface="Calibri"/>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CAA5A"/>
                </a:solidFill>
                <a:latin typeface="Calibri"/>
              </a:defRPr>
            </a:pPr>
            <a:r>
              <a:t>Liturgy of the Word</a:t>
            </a:r>
          </a:p>
          <a:p>
            <a:pPr>
              <a:defRPr sz="1600" b="0" i="0">
                <a:solidFill>
                  <a:srgbClr val="9B9BA5"/>
                </a:solidFill>
                <a:latin typeface="Calibri"/>
              </a:defRPr>
            </a:pPr>
            <a:r>
              <a:t>Responsorial Psalm (—)</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9B9BA5"/>
                </a:solidFill>
                <a:latin typeface="Calibri"/>
              </a:defRPr>
            </a:pPr>
            <a:r>
              <a:t>—</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5F5F5"/>
                </a:solidFill>
                <a:latin typeface="Calibri"/>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ALLELUIA! ALLELUIA! ALLELUIA! ALLELUIA!</a:t>
            </a:r>
          </a:p>
          <a:p>
            <a:pPr algn="ctr">
              <a:spcAft>
                <a:spcPts val="500"/>
              </a:spcAft>
              <a:defRPr sz="1500" b="0" i="1">
                <a:solidFill>
                  <a:srgbClr val="DCAA5A"/>
                </a:solidFill>
                <a:latin typeface="Calibri"/>
              </a:defRPr>
            </a:pPr>
            <a:r>
              <a:t>Sing the verse of the Gospel Acclamation given in the Lectionary for this Mass in full, not shortened.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a:p>
            <a:pPr algn="ctr">
              <a:spcAft>
                <a:spcPts val="500"/>
              </a:spcAft>
              <a:defRPr sz="1500" b="0" i="1">
                <a:solidFill>
                  <a:srgbClr val="DCAA5A"/>
                </a:solidFill>
                <a:latin typeface="Calibri"/>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2000" b="1" i="0">
                <a:solidFill>
                  <a:srgbClr val="F5F5F5"/>
                </a:solidFill>
                <a:latin typeface="Calibri"/>
              </a:defRPr>
            </a:pPr>
            <a:r>
              <a:t>All: Glory to you, O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John 1:1</a:t>
            </a:r>
          </a:p>
          <a:p>
            <a:pPr algn="ctr">
              <a:spcAft>
                <a:spcPts val="500"/>
              </a:spcAft>
              <a:defRPr sz="1500" b="0" i="1">
                <a:solidFill>
                  <a:srgbClr val="DCAA5A"/>
                </a:solidFill>
                <a:latin typeface="Calibri"/>
              </a:defRPr>
            </a:pPr>
          </a:p>
          <a:p>
            <a:pPr algn="ctr">
              <a:spcBef>
                <a:spcPts val="400"/>
              </a:spcBef>
              <a:spcAft>
                <a:spcPts val="500"/>
              </a:spcAft>
              <a:defRPr sz="2000" b="1" i="0">
                <a:solidFill>
                  <a:srgbClr val="F5F5F5"/>
                </a:solidFill>
                <a:latin typeface="Calibri"/>
              </a:defRPr>
            </a:pPr>
            <a:r>
              <a:t>All: “In the beginning was the Word”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CAA5A"/>
                </a:solidFill>
                <a:latin typeface="Calibri"/>
              </a:defRPr>
            </a:pPr>
            <a:r>
              <a:t>Gospel</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9B9BA5"/>
                </a:solidFill>
                <a:latin typeface="Calibri"/>
              </a:defRPr>
            </a:pPr>
            <a:r>
              <a:t>John 1:1</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5F5F5"/>
                </a:solidFill>
                <a:latin typeface="Calibri"/>
              </a:defRPr>
            </a:pPr>
            <a:r>
              <a:t>In the beginning was the Word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Gospel of the Lord.</a:t>
            </a:r>
          </a:p>
          <a:p>
            <a:pPr algn="ctr">
              <a:spcBef>
                <a:spcPts val="400"/>
              </a:spcBef>
              <a:spcAft>
                <a:spcPts val="500"/>
              </a:spcAft>
              <a:defRPr sz="2000" b="1" i="0">
                <a:solidFill>
                  <a:srgbClr val="F5F5F5"/>
                </a:solidFill>
                <a:latin typeface="Calibri"/>
              </a:defRPr>
            </a:pPr>
            <a:r>
              <a:t>All: Praise to you, Lord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Time for the homily — Father will now preach.</a:t>
            </a:r>
          </a:p>
          <a:p>
            <a:pPr algn="ctr">
              <a:spcAft>
                <a:spcPts val="500"/>
              </a:spcAft>
              <a:defRPr sz="1500" b="0" i="1">
                <a:solidFill>
                  <a:srgbClr val="DCAA5A"/>
                </a:solidFill>
                <a:latin typeface="Calibri"/>
              </a:defRPr>
            </a:pPr>
            <a:r>
              <a:t>Commentator may introduce the theme.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Homily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Test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(John 1:1)</a:t>
            </a:r>
          </a:p>
          <a:p>
            <a:pPr>
              <a:spcAft>
                <a:spcPts val="300"/>
              </a:spcAft>
              <a:defRPr sz="2100" b="0" i="0">
                <a:solidFill>
                  <a:srgbClr val="F5F5F5"/>
                </a:solidFill>
                <a:latin typeface="Calibri"/>
              </a:defRPr>
            </a:pPr>
            <a:r>
              <a:t>“In the beginning was the 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ordinary_time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All: I believe in one God,</a:t>
            </a:r>
          </a:p>
          <a:p>
            <a:pPr algn="ctr">
              <a:spcAft>
                <a:spcPts val="800"/>
              </a:spcAft>
              <a:defRPr sz="5000" b="0" i="0">
                <a:solidFill>
                  <a:srgbClr val="F5F5F5"/>
                </a:solidFill>
                <a:latin typeface="Calibri"/>
              </a:defRPr>
            </a:pPr>
            <a:r>
              <a:t>the Father almighty,</a:t>
            </a:r>
          </a:p>
          <a:p>
            <a:pPr algn="ctr">
              <a:spcAft>
                <a:spcPts val="800"/>
              </a:spcAft>
              <a:defRPr sz="5000" b="0" i="0">
                <a:solidFill>
                  <a:srgbClr val="F5F5F5"/>
                </a:solidFill>
                <a:latin typeface="Calibri"/>
              </a:defRPr>
            </a:pPr>
            <a:r>
              <a:t>maker of heaven and earth,</a:t>
            </a:r>
          </a:p>
          <a:p>
            <a:pPr algn="ctr">
              <a:spcAft>
                <a:spcPts val="800"/>
              </a:spcAft>
              <a:defRPr sz="5000" b="0" i="0">
                <a:solidFill>
                  <a:srgbClr val="F5F5F5"/>
                </a:solidFill>
                <a:latin typeface="Calibri"/>
              </a:defRPr>
            </a:pPr>
            <a:r>
              <a:t>of all things visible and invisible.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(1/10)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I believe in one Lord Jesus Christ,</a:t>
            </a:r>
          </a:p>
          <a:p>
            <a:pPr algn="ctr">
              <a:spcAft>
                <a:spcPts val="800"/>
              </a:spcAft>
              <a:defRPr sz="5000" b="0" i="0">
                <a:solidFill>
                  <a:srgbClr val="F5F5F5"/>
                </a:solidFill>
                <a:latin typeface="Calibri"/>
              </a:defRPr>
            </a:pPr>
            <a:r>
              <a:t>the Only Begotten Son of God,</a:t>
            </a:r>
          </a:p>
          <a:p>
            <a:pPr algn="ctr">
              <a:spcAft>
                <a:spcPts val="800"/>
              </a:spcAft>
              <a:defRPr sz="5000" b="0" i="0">
                <a:solidFill>
                  <a:srgbClr val="F5F5F5"/>
                </a:solidFill>
                <a:latin typeface="Calibri"/>
              </a:defRPr>
            </a:pPr>
            <a:r>
              <a:t>born of the Father before all ages.</a:t>
            </a:r>
          </a:p>
          <a:p>
            <a:pPr algn="ctr">
              <a:spcAft>
                <a:spcPts val="800"/>
              </a:spcAft>
              <a:defRPr sz="5000" b="0" i="0">
                <a:solidFill>
                  <a:srgbClr val="F5F5F5"/>
                </a:solidFill>
                <a:latin typeface="Calibri"/>
              </a:defRPr>
            </a:pPr>
            <a:r>
              <a:t>God from God, Light from Light,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(2/10)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true God from true God,</a:t>
            </a:r>
          </a:p>
          <a:p>
            <a:pPr algn="ctr">
              <a:spcAft>
                <a:spcPts val="800"/>
              </a:spcAft>
              <a:defRPr sz="5000" b="0" i="0">
                <a:solidFill>
                  <a:srgbClr val="F5F5F5"/>
                </a:solidFill>
                <a:latin typeface="Calibri"/>
              </a:defRPr>
            </a:pPr>
            <a:r>
              <a:t>begotten, not made, consubstantial with the Father;</a:t>
            </a:r>
          </a:p>
          <a:p>
            <a:pPr algn="ctr">
              <a:spcAft>
                <a:spcPts val="800"/>
              </a:spcAft>
              <a:defRPr sz="5000" b="0" i="0">
                <a:solidFill>
                  <a:srgbClr val="F5F5F5"/>
                </a:solidFill>
                <a:latin typeface="Calibri"/>
              </a:defRPr>
            </a:pPr>
            <a:r>
              <a:t>through him all things were made.</a:t>
            </a:r>
          </a:p>
          <a:p>
            <a:pPr algn="ctr">
              <a:spcAft>
                <a:spcPts val="800"/>
              </a:spcAft>
              <a:defRPr sz="5000" b="0" i="0">
                <a:solidFill>
                  <a:srgbClr val="F5F5F5"/>
                </a:solidFill>
                <a:latin typeface="Calibri"/>
              </a:defRPr>
            </a:pPr>
            <a:r>
              <a:t>For us men and for our salvation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(3/10)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he came down from heaven,</a:t>
            </a:r>
          </a:p>
          <a:p>
            <a:pPr algn="ctr">
              <a:spcAft>
                <a:spcPts val="800"/>
              </a:spcAft>
              <a:defRPr sz="5000" b="0" i="0">
                <a:solidFill>
                  <a:srgbClr val="F5F5F5"/>
                </a:solidFill>
                <a:latin typeface="Calibri"/>
              </a:defRPr>
            </a:pPr>
            <a:r>
              <a:t>and by the Holy Spirit was incarnate of the Virgin Mary,</a:t>
            </a:r>
          </a:p>
          <a:p>
            <a:pPr algn="ctr">
              <a:spcAft>
                <a:spcPts val="800"/>
              </a:spcAft>
              <a:defRPr sz="5000" b="0" i="0">
                <a:solidFill>
                  <a:srgbClr val="F5F5F5"/>
                </a:solidFill>
                <a:latin typeface="Calibri"/>
              </a:defRPr>
            </a:pPr>
            <a:r>
              <a:t>and became man.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(4/10)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For our sake he was crucified under Pontius Pilate,</a:t>
            </a:r>
          </a:p>
          <a:p>
            <a:pPr algn="ctr">
              <a:spcAft>
                <a:spcPts val="800"/>
              </a:spcAft>
              <a:defRPr sz="5000" b="0" i="0">
                <a:solidFill>
                  <a:srgbClr val="F5F5F5"/>
                </a:solidFill>
                <a:latin typeface="Calibri"/>
              </a:defRPr>
            </a:pPr>
            <a:r>
              <a:t>he suffered death and was buried,</a:t>
            </a:r>
          </a:p>
          <a:p>
            <a:pPr algn="ctr">
              <a:spcAft>
                <a:spcPts val="800"/>
              </a:spcAft>
              <a:defRPr sz="5000" b="0" i="0">
                <a:solidFill>
                  <a:srgbClr val="F5F5F5"/>
                </a:solidFill>
                <a:latin typeface="Calibri"/>
              </a:defRPr>
            </a:pPr>
            <a:r>
              <a:t>and rose again on the third day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(5/10)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in accordance with the Scriptures.</a:t>
            </a:r>
          </a:p>
          <a:p>
            <a:pPr algn="ctr">
              <a:spcAft>
                <a:spcPts val="800"/>
              </a:spcAft>
              <a:defRPr sz="5000" b="0" i="0">
                <a:solidFill>
                  <a:srgbClr val="F5F5F5"/>
                </a:solidFill>
                <a:latin typeface="Calibri"/>
              </a:defRPr>
            </a:pPr>
            <a:r>
              <a:t>He ascended into heaven</a:t>
            </a:r>
          </a:p>
          <a:p>
            <a:pPr algn="ctr">
              <a:spcAft>
                <a:spcPts val="800"/>
              </a:spcAft>
              <a:defRPr sz="5000" b="0" i="0">
                <a:solidFill>
                  <a:srgbClr val="F5F5F5"/>
                </a:solidFill>
                <a:latin typeface="Calibri"/>
              </a:defRPr>
            </a:pPr>
            <a:r>
              <a:t>and is seated at the right hand of the Father.</a:t>
            </a:r>
          </a:p>
          <a:p>
            <a:pPr algn="ctr">
              <a:spcAft>
                <a:spcPts val="800"/>
              </a:spcAft>
              <a:defRPr sz="5000" b="0" i="0">
                <a:solidFill>
                  <a:srgbClr val="F5F5F5"/>
                </a:solidFill>
                <a:latin typeface="Calibri"/>
              </a:defRPr>
            </a:pPr>
            <a:r>
              <a:t>He will come again in glory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(6/10)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to judge the living and the dead</a:t>
            </a:r>
          </a:p>
          <a:p>
            <a:pPr algn="ctr">
              <a:spcAft>
                <a:spcPts val="800"/>
              </a:spcAft>
              <a:defRPr sz="5000" b="0" i="0">
                <a:solidFill>
                  <a:srgbClr val="F5F5F5"/>
                </a:solidFill>
                <a:latin typeface="Calibri"/>
              </a:defRPr>
            </a:pPr>
            <a:r>
              <a:t>and his kingdom will have no end.</a:t>
            </a:r>
          </a:p>
          <a:p>
            <a:pPr algn="ctr">
              <a:spcAft>
                <a:spcPts val="800"/>
              </a:spcAft>
              <a:defRPr sz="5000" b="0" i="0">
                <a:solidFill>
                  <a:srgbClr val="F5F5F5"/>
                </a:solidFill>
                <a:latin typeface="Calibri"/>
              </a:defRPr>
            </a:pPr>
            <a:r>
              <a:t>I believe in the Holy Spirit, the Lord, the giver of life,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(7/10)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who proceeds from the Father and the Son,</a:t>
            </a:r>
          </a:p>
          <a:p>
            <a:pPr algn="ctr">
              <a:spcAft>
                <a:spcPts val="800"/>
              </a:spcAft>
              <a:defRPr sz="5000" b="0" i="0">
                <a:solidFill>
                  <a:srgbClr val="F5F5F5"/>
                </a:solidFill>
                <a:latin typeface="Calibri"/>
              </a:defRPr>
            </a:pPr>
            <a:r>
              <a:t>who with the Father and the Son is adored and glorified,</a:t>
            </a:r>
          </a:p>
          <a:p>
            <a:pPr algn="ctr">
              <a:spcAft>
                <a:spcPts val="800"/>
              </a:spcAft>
              <a:defRPr sz="5000" b="0" i="0">
                <a:solidFill>
                  <a:srgbClr val="F5F5F5"/>
                </a:solidFill>
                <a:latin typeface="Calibri"/>
              </a:defRPr>
            </a:pPr>
            <a:r>
              <a:t>who has spoken through the prophets.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(8/10)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I believe in one, holy, catholic and apostolic Church.</a:t>
            </a:r>
          </a:p>
          <a:p>
            <a:pPr algn="ctr">
              <a:spcAft>
                <a:spcPts val="800"/>
              </a:spcAft>
              <a:defRPr sz="5000" b="0" i="0">
                <a:solidFill>
                  <a:srgbClr val="F5F5F5"/>
                </a:solidFill>
                <a:latin typeface="Calibri"/>
              </a:defRPr>
            </a:pPr>
            <a:r>
              <a:t>I confess one Baptism for the forgiveness of sins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(9/10)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and I look forward to the resurrection of the dead</a:t>
            </a:r>
          </a:p>
          <a:p>
            <a:pPr algn="ctr">
              <a:spcAft>
                <a:spcPts val="800"/>
              </a:spcAft>
              <a:defRPr sz="5000" b="0" i="0">
                <a:solidFill>
                  <a:srgbClr val="F5F5F5"/>
                </a:solidFill>
                <a:latin typeface="Calibri"/>
              </a:defRPr>
            </a:pPr>
            <a:r>
              <a:t>and the life of the world to come.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(10/10)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Test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(John 1:1)</a:t>
            </a:r>
          </a:p>
          <a:p>
            <a:pPr>
              <a:spcAft>
                <a:spcPts val="300"/>
              </a:spcAft>
              <a:defRPr sz="2100" b="0" i="0">
                <a:solidFill>
                  <a:srgbClr val="F5F5F5"/>
                </a:solidFill>
                <a:latin typeface="Calibri"/>
              </a:defRPr>
            </a:pPr>
            <a:r>
              <a:t>“In the beginning was the 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ordinary_time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2000" b="1" i="0">
                <a:solidFill>
                  <a:srgbClr val="DCAA5A"/>
                </a:solidFill>
                <a:latin typeface="Calibri"/>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F5F5F5"/>
                </a:solidFill>
                <a:latin typeface="Calibri"/>
              </a:defRPr>
            </a:pPr>
            <a:r>
              <a:t>All: Lord, hear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Prayer of the Faithful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Priest concludes the Prayer of the Faithful with a prayer in full, for example:</a:t>
            </a:r>
          </a:p>
          <a:p>
            <a:pPr algn="ctr">
              <a:spcBef>
                <a:spcPts val="400"/>
              </a:spcBef>
              <a:spcAft>
                <a:spcPts val="500"/>
              </a:spcAft>
              <a:defRPr sz="2000" b="1" i="0">
                <a:solidFill>
                  <a:srgbClr val="DCAA5A"/>
                </a:solidFill>
                <a:latin typeface="Calibri"/>
              </a:defRPr>
            </a:pPr>
            <a:r>
              <a:t>Priest: Heavenly Father, hear the prayers of the Church, which we make through Christ our Lord.</a:t>
            </a:r>
          </a:p>
          <a:p>
            <a:pPr algn="ctr">
              <a:spcBef>
                <a:spcPts val="400"/>
              </a:spcBef>
              <a:spcAft>
                <a:spcPts val="500"/>
              </a:spcAft>
              <a:defRPr sz="2000" b="1" i="0">
                <a:solidFill>
                  <a:srgbClr val="F5F5F5"/>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Prayer of the Faithful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Test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(John 1:1)</a:t>
            </a:r>
          </a:p>
          <a:p>
            <a:pPr>
              <a:spcAft>
                <a:spcPts val="300"/>
              </a:spcAft>
              <a:defRPr sz="2100" b="0" i="0">
                <a:solidFill>
                  <a:srgbClr val="F5F5F5"/>
                </a:solidFill>
                <a:latin typeface="Calibri"/>
              </a:defRPr>
            </a:pPr>
            <a:r>
              <a:t>“In the beginning was the 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ordinary_time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No Offertory hymn lyrics were selected. Choose one Offertory song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Offertory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Pray, brethren, that my sacrifice and yours may be acceptable to God, the almighty Father.</a:t>
            </a:r>
          </a:p>
          <a:p>
            <a:pPr algn="ctr">
              <a:spcBef>
                <a:spcPts val="400"/>
              </a:spcBef>
              <a:spcAft>
                <a:spcPts val="500"/>
              </a:spcAft>
              <a:defRPr sz="2000" b="1" i="0">
                <a:solidFill>
                  <a:srgbClr val="F5F5F5"/>
                </a:solidFill>
                <a:latin typeface="Calibri"/>
              </a:defRPr>
            </a:pPr>
            <a: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a:p>
            <a:pPr algn="ctr">
              <a:spcBef>
                <a:spcPts val="400"/>
              </a:spcBef>
              <a:spcAft>
                <a:spcPts val="500"/>
              </a:spcAft>
              <a:defRPr sz="2000" b="1" i="0">
                <a:solidFill>
                  <a:srgbClr val="DCAA5A"/>
                </a:solidFill>
                <a:latin typeface="Calibri"/>
              </a:defRPr>
            </a:pPr>
            <a:r>
              <a:t>Priest: Lift up your hearts.</a:t>
            </a:r>
          </a:p>
          <a:p>
            <a:pPr algn="ctr">
              <a:spcBef>
                <a:spcPts val="400"/>
              </a:spcBef>
              <a:spcAft>
                <a:spcPts val="500"/>
              </a:spcAft>
              <a:defRPr sz="2000" b="1" i="0">
                <a:solidFill>
                  <a:srgbClr val="F5F5F5"/>
                </a:solidFill>
                <a:latin typeface="Calibri"/>
              </a:defRPr>
            </a:pPr>
            <a:r>
              <a:t>All: We lift them up to the Lord.</a:t>
            </a:r>
          </a:p>
          <a:p>
            <a:pPr algn="ctr">
              <a:spcBef>
                <a:spcPts val="400"/>
              </a:spcBef>
              <a:spcAft>
                <a:spcPts val="500"/>
              </a:spcAft>
              <a:defRPr sz="2000" b="1" i="0">
                <a:solidFill>
                  <a:srgbClr val="DCAA5A"/>
                </a:solidFill>
                <a:latin typeface="Calibri"/>
              </a:defRPr>
            </a:pPr>
            <a:r>
              <a:t>Priest: Let us give thanks to the Lord our God.</a:t>
            </a:r>
          </a:p>
          <a:p>
            <a:pPr algn="ctr">
              <a:spcBef>
                <a:spcPts val="400"/>
              </a:spcBef>
              <a:spcAft>
                <a:spcPts val="500"/>
              </a:spcAft>
              <a:defRPr sz="2000" b="1" i="0">
                <a:solidFill>
                  <a:srgbClr val="F5F5F5"/>
                </a:solidFill>
                <a:latin typeface="Calibri"/>
              </a:defRPr>
            </a:pPr>
            <a:r>
              <a:t>All: It is right and just.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Holy, Holy, Holy Lord God of hosts.</a:t>
            </a:r>
          </a:p>
          <a:p>
            <a:pPr algn="ctr">
              <a:spcAft>
                <a:spcPts val="800"/>
              </a:spcAft>
              <a:defRPr sz="5000" b="0" i="0">
                <a:solidFill>
                  <a:srgbClr val="F5F5F5"/>
                </a:solidFill>
                <a:latin typeface="Calibri"/>
              </a:defRPr>
            </a:pPr>
            <a:r>
              <a:t>Heaven and earth are full of your glory.</a:t>
            </a:r>
          </a:p>
          <a:p>
            <a:pPr algn="ctr">
              <a:spcAft>
                <a:spcPts val="800"/>
              </a:spcAft>
              <a:defRPr sz="5000" b="0" i="0">
                <a:solidFill>
                  <a:srgbClr val="F5F5F5"/>
                </a:solidFill>
                <a:latin typeface="Calibri"/>
              </a:defRPr>
            </a:pPr>
            <a:r>
              <a:t>Hosanna in the highest.</a:t>
            </a:r>
          </a:p>
          <a:p>
            <a:pPr algn="ctr">
              <a:spcAft>
                <a:spcPts val="800"/>
              </a:spcAft>
              <a:defRPr sz="5000" b="0" i="0">
                <a:solidFill>
                  <a:srgbClr val="F5F5F5"/>
                </a:solidFill>
                <a:latin typeface="Calibri"/>
              </a:defRPr>
            </a:pPr>
            <a:r>
              <a:t>Blessed is he who comes in the name of the Lord.</a:t>
            </a:r>
          </a:p>
          <a:p>
            <a:pPr algn="ctr">
              <a:spcAft>
                <a:spcPts val="800"/>
              </a:spcAft>
              <a:defRPr sz="5000" b="0" i="0">
                <a:solidFill>
                  <a:srgbClr val="F5F5F5"/>
                </a:solidFill>
                <a:latin typeface="Calibri"/>
              </a:defRPr>
            </a:pPr>
            <a:r>
              <a:t>Hosanna in the highest.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Sanctus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5F5F5"/>
                </a:solidFill>
                <a:latin typeface="Calibri"/>
              </a:defRPr>
            </a:pPr>
            <a:r>
              <a:t>All: We proclaim your Death, O Lord,</a:t>
            </a:r>
          </a:p>
          <a:p>
            <a:pPr algn="ctr">
              <a:spcAft>
                <a:spcPts val="500"/>
              </a:spcAft>
              <a:defRPr sz="1900" b="0" i="0">
                <a:solidFill>
                  <a:srgbClr val="F5F5F5"/>
                </a:solidFill>
                <a:latin typeface="Calibri"/>
              </a:defRPr>
            </a:pPr>
            <a:r>
              <a:t>and profess your Resurrection</a:t>
            </a:r>
          </a:p>
          <a:p>
            <a:pPr algn="ctr">
              <a:spcAft>
                <a:spcPts val="500"/>
              </a:spcAft>
              <a:defRPr sz="1900" b="0" i="0">
                <a:solidFill>
                  <a:srgbClr val="F5F5F5"/>
                </a:solidFill>
                <a:latin typeface="Calibri"/>
              </a:defRPr>
            </a:pPr>
            <a:r>
              <a:t>until you come again.</a:t>
            </a:r>
          </a:p>
          <a:p>
            <a:pPr algn="ctr">
              <a:spcAft>
                <a:spcPts val="500"/>
              </a:spcAft>
              <a:defRPr sz="1500" b="0" i="1">
                <a:solidFill>
                  <a:srgbClr val="DCAA5A"/>
                </a:solidFill>
                <a:latin typeface="Calibri"/>
              </a:defRPr>
            </a:pPr>
            <a:r>
              <a:t>(Alternate forms may be used as approved by the Conference of Bishops.)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Eucharistic Prayer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5F5F5"/>
                </a:solidFill>
                <a:latin typeface="Calibri"/>
              </a:defRPr>
            </a:pPr>
            <a:r>
              <a:t>All: Amen.</a:t>
            </a:r>
          </a:p>
          <a:p>
            <a:pPr algn="ctr">
              <a:spcAft>
                <a:spcPts val="500"/>
              </a:spcAft>
              <a:defRPr sz="1500" b="0" i="1">
                <a:solidFill>
                  <a:srgbClr val="DCAA5A"/>
                </a:solidFill>
                <a:latin typeface="Calibri"/>
              </a:defRPr>
            </a:pPr>
            <a:r>
              <a:t>The people respond “Amen” once to the doxology at the end of the Eucharistic Prayer, unless local solemn custom repeats 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Great Amen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Our Father, who art in heaven,</a:t>
            </a:r>
          </a:p>
          <a:p>
            <a:pPr algn="ctr">
              <a:spcAft>
                <a:spcPts val="800"/>
              </a:spcAft>
              <a:defRPr sz="5000" b="0" i="0">
                <a:solidFill>
                  <a:srgbClr val="F5F5F5"/>
                </a:solidFill>
                <a:latin typeface="Calibri"/>
              </a:defRPr>
            </a:pPr>
            <a:r>
              <a:t>hallowed be thy name;</a:t>
            </a:r>
          </a:p>
          <a:p>
            <a:pPr algn="ctr">
              <a:spcAft>
                <a:spcPts val="800"/>
              </a:spcAft>
              <a:defRPr sz="5000" b="0" i="0">
                <a:solidFill>
                  <a:srgbClr val="F5F5F5"/>
                </a:solidFill>
                <a:latin typeface="Calibri"/>
              </a:defRPr>
            </a:pPr>
            <a:r>
              <a:t>thy kingdom come,</a:t>
            </a:r>
          </a:p>
          <a:p>
            <a:pPr algn="ctr">
              <a:spcAft>
                <a:spcPts val="800"/>
              </a:spcAft>
              <a:defRPr sz="5000" b="0" i="0">
                <a:solidFill>
                  <a:srgbClr val="F5F5F5"/>
                </a:solidFill>
                <a:latin typeface="Calibri"/>
              </a:defRPr>
            </a:pPr>
            <a:r>
              <a:t>thy will be done,</a:t>
            </a:r>
          </a:p>
          <a:p>
            <a:pPr algn="ctr">
              <a:spcAft>
                <a:spcPts val="800"/>
              </a:spcAft>
              <a:defRPr sz="5000" b="0" i="0">
                <a:solidFill>
                  <a:srgbClr val="F5F5F5"/>
                </a:solidFill>
                <a:latin typeface="Calibri"/>
              </a:defRPr>
            </a:pPr>
            <a:r>
              <a:t>on earth as it is in heaven.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(1/5)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Give us this day our daily bread;</a:t>
            </a:r>
          </a:p>
          <a:p>
            <a:pPr algn="ctr">
              <a:spcAft>
                <a:spcPts val="800"/>
              </a:spcAft>
              <a:defRPr sz="5000" b="0" i="0">
                <a:solidFill>
                  <a:srgbClr val="F5F5F5"/>
                </a:solidFill>
                <a:latin typeface="Calibri"/>
              </a:defRPr>
            </a:pPr>
            <a:r>
              <a:t>and forgive us our trespasses,</a:t>
            </a:r>
          </a:p>
          <a:p>
            <a:pPr algn="ctr">
              <a:spcAft>
                <a:spcPts val="800"/>
              </a:spcAft>
              <a:defRPr sz="5000" b="0" i="0">
                <a:solidFill>
                  <a:srgbClr val="F5F5F5"/>
                </a:solidFill>
                <a:latin typeface="Calibri"/>
              </a:defRPr>
            </a:pPr>
            <a:r>
              <a:t>as we forgive those who trespass against us;</a:t>
            </a:r>
          </a:p>
          <a:p>
            <a:pPr algn="ctr">
              <a:spcAft>
                <a:spcPts val="800"/>
              </a:spcAft>
              <a:defRPr sz="5000" b="0" i="0">
                <a:solidFill>
                  <a:srgbClr val="F5F5F5"/>
                </a:solidFill>
                <a:latin typeface="Calibri"/>
              </a:defRPr>
            </a:pPr>
            <a:r>
              <a:t>and lead us not into temptation,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(2/5)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but deliver us from evil.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(3/5)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DCAA5A"/>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(4/5)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For the kingdom, the power, and the glory are yours now and for ever.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(5/5)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Test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(John 1:1)</a:t>
            </a:r>
          </a:p>
          <a:p>
            <a:pPr>
              <a:spcAft>
                <a:spcPts val="300"/>
              </a:spcAft>
              <a:defRPr sz="2100" b="0" i="0">
                <a:solidFill>
                  <a:srgbClr val="F5F5F5"/>
                </a:solidFill>
                <a:latin typeface="Calibri"/>
              </a:defRPr>
            </a:pPr>
            <a:r>
              <a:t>“In the beginning was the 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ordinary_time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5F5F5"/>
                </a:solidFill>
                <a:latin typeface="Calibri"/>
              </a:defRPr>
            </a:pPr>
            <a:r>
              <a:t>All: For the kingdom, the power, and the glory are yours, now and for ever.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Test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(John 1:1)</a:t>
            </a:r>
          </a:p>
          <a:p>
            <a:pPr>
              <a:spcAft>
                <a:spcPts val="300"/>
              </a:spcAft>
              <a:defRPr sz="2100" b="0" i="0">
                <a:solidFill>
                  <a:srgbClr val="F5F5F5"/>
                </a:solidFill>
                <a:latin typeface="Calibri"/>
              </a:defRPr>
            </a:pPr>
            <a:r>
              <a:t>“In the beginning was the 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ordinary_time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peace of the Lord be with you always.</a:t>
            </a:r>
          </a:p>
          <a:p>
            <a:pPr algn="ctr">
              <a:spcBef>
                <a:spcPts val="400"/>
              </a:spcBef>
              <a:spcAft>
                <a:spcPts val="500"/>
              </a:spcAft>
              <a:defRPr sz="2000" b="1" i="0">
                <a:solidFill>
                  <a:srgbClr val="F5F5F5"/>
                </a:solidFill>
                <a:latin typeface="Calibri"/>
              </a:defRPr>
            </a:pPr>
            <a:r>
              <a:t>All: And with your spirit.</a:t>
            </a:r>
          </a:p>
          <a:p>
            <a:pPr algn="ctr">
              <a:spcAft>
                <a:spcPts val="500"/>
              </a:spcAft>
              <a:defRPr sz="1500" b="0" i="1">
                <a:solidFill>
                  <a:srgbClr val="DCAA5A"/>
                </a:solidFill>
                <a:latin typeface="Calibri"/>
              </a:defRPr>
            </a:pPr>
            <a:r>
              <a:t>Let us offer each other the sign of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Sign of Peace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Lamb of God,</a:t>
            </a:r>
          </a:p>
          <a:p>
            <a:pPr algn="ctr">
              <a:spcAft>
                <a:spcPts val="800"/>
              </a:spcAft>
              <a:defRPr sz="5000" b="0" i="0">
                <a:solidFill>
                  <a:srgbClr val="F5F5F5"/>
                </a:solidFill>
                <a:latin typeface="Calibri"/>
              </a:defRPr>
            </a:pPr>
            <a:r>
              <a:t>you take away the sins of the world,</a:t>
            </a:r>
          </a:p>
          <a:p>
            <a:pPr algn="ctr">
              <a:spcAft>
                <a:spcPts val="800"/>
              </a:spcAft>
              <a:defRPr sz="5000" b="0" i="0">
                <a:solidFill>
                  <a:srgbClr val="F5F5F5"/>
                </a:solidFill>
                <a:latin typeface="Calibri"/>
              </a:defRPr>
            </a:pPr>
            <a:r>
              <a:t>have mercy on us.</a:t>
            </a:r>
          </a:p>
          <a:p>
            <a:pPr algn="ctr">
              <a:spcAft>
                <a:spcPts val="800"/>
              </a:spcAft>
              <a:defRPr sz="5000" b="0" i="0">
                <a:solidFill>
                  <a:srgbClr val="F5F5F5"/>
                </a:solidFill>
                <a:latin typeface="Calibri"/>
              </a:defRPr>
            </a:pPr>
            <a:r>
              <a:t>Lamb of God,</a:t>
            </a:r>
          </a:p>
          <a:p>
            <a:pPr algn="ctr">
              <a:spcAft>
                <a:spcPts val="800"/>
              </a:spcAft>
              <a:defRPr sz="5000" b="0" i="0">
                <a:solidFill>
                  <a:srgbClr val="F5F5F5"/>
                </a:solidFill>
                <a:latin typeface="Calibri"/>
              </a:defRPr>
            </a:pPr>
            <a:r>
              <a:t>you take away the sins of the world,</a:t>
            </a:r>
          </a:p>
          <a:p>
            <a:pPr algn="ctr">
              <a:spcAft>
                <a:spcPts val="800"/>
              </a:spcAft>
              <a:defRPr sz="5000" b="0" i="0">
                <a:solidFill>
                  <a:srgbClr val="F5F5F5"/>
                </a:solidFill>
                <a:latin typeface="Calibri"/>
              </a:defRPr>
            </a:pPr>
            <a:r>
              <a:t>have mercy on 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Lamb of God (1/2)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Lamb of God,</a:t>
            </a:r>
          </a:p>
          <a:p>
            <a:pPr algn="ctr">
              <a:spcAft>
                <a:spcPts val="800"/>
              </a:spcAft>
              <a:defRPr sz="5000" b="0" i="0">
                <a:solidFill>
                  <a:srgbClr val="F5F5F5"/>
                </a:solidFill>
                <a:latin typeface="Calibri"/>
              </a:defRPr>
            </a:pPr>
            <a:r>
              <a:t>you take away the sins of the world,</a:t>
            </a:r>
          </a:p>
          <a:p>
            <a:pPr algn="ctr">
              <a:spcAft>
                <a:spcPts val="800"/>
              </a:spcAft>
              <a:defRPr sz="5000" b="0" i="0">
                <a:solidFill>
                  <a:srgbClr val="F5F5F5"/>
                </a:solidFill>
                <a:latin typeface="Calibri"/>
              </a:defRPr>
            </a:pPr>
            <a:r>
              <a:t>grant us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Lamb of God (2/2)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Behold the Lamb of God, behold him who takes away the sins of the world. Blessed are those called to the supper of the Lamb.</a:t>
            </a:r>
          </a:p>
          <a:p>
            <a:pPr algn="ctr">
              <a:spcBef>
                <a:spcPts val="400"/>
              </a:spcBef>
              <a:spcAft>
                <a:spcPts val="500"/>
              </a:spcAft>
              <a:defRPr sz="2000" b="1" i="0">
                <a:solidFill>
                  <a:srgbClr val="F5F5F5"/>
                </a:solidFill>
                <a:latin typeface="Calibri"/>
              </a:defRPr>
            </a:pPr>
            <a:r>
              <a:t>All: Lord, I am not worthy that you should enter under my roof, but only say the word and my soul shall be healed.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Test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(John 1:1)</a:t>
            </a:r>
          </a:p>
          <a:p>
            <a:pPr>
              <a:spcAft>
                <a:spcPts val="300"/>
              </a:spcAft>
              <a:defRPr sz="2100" b="0" i="0">
                <a:solidFill>
                  <a:srgbClr val="F5F5F5"/>
                </a:solidFill>
                <a:latin typeface="Calibri"/>
              </a:defRPr>
            </a:pPr>
            <a:r>
              <a:t>“In the beginning was the 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ordinary_time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No Communion hymn lyrics were selected. Choose up to two Communion songs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Communion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Let us pray.</a:t>
            </a:r>
          </a:p>
          <a:p>
            <a:pPr algn="ctr">
              <a:spcAft>
                <a:spcPts val="500"/>
              </a:spcAft>
              <a:defRPr sz="1500" b="0" i="1">
                <a:solidFill>
                  <a:srgbClr val="DCAA5A"/>
                </a:solidFill>
                <a:latin typeface="Calibri"/>
              </a:defRPr>
            </a:pPr>
            <a:r>
              <a:t>The Priest says the Post- Communion Prayer for the day in full from the Roman Missal. The people respond at the end.</a:t>
            </a:r>
          </a:p>
          <a:p>
            <a:pPr algn="ctr">
              <a:spcBef>
                <a:spcPts val="400"/>
              </a:spcBef>
              <a:spcAft>
                <a:spcPts val="500"/>
              </a:spcAft>
              <a:defRPr sz="2000" b="1" i="0">
                <a:solidFill>
                  <a:srgbClr val="F5F5F5"/>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Test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(John 1:1)</a:t>
            </a:r>
          </a:p>
          <a:p>
            <a:pPr>
              <a:spcAft>
                <a:spcPts val="300"/>
              </a:spcAft>
              <a:defRPr sz="2100" b="0" i="0">
                <a:solidFill>
                  <a:srgbClr val="F5F5F5"/>
                </a:solidFill>
                <a:latin typeface="Calibri"/>
              </a:defRPr>
            </a:pPr>
            <a:r>
              <a:t>“In the beginning was the 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ordinary_time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MASS COLLECTION</a:t>
            </a:r>
          </a:p>
          <a:p>
            <a:pPr algn="ctr">
              <a:spcAft>
                <a:spcPts val="500"/>
              </a:spcAft>
              <a:defRPr sz="1500" b="0" i="1">
                <a:solidFill>
                  <a:srgbClr val="DCAA5A"/>
                </a:solidFill>
                <a:latin typeface="Calibri"/>
              </a:defRPr>
            </a:pPr>
            <a:r>
              <a:t>Thank you for your generosity.</a:t>
            </a:r>
          </a:p>
          <a:p>
            <a:pPr algn="ctr">
              <a:spcAft>
                <a:spcPts val="500"/>
              </a:spcAft>
              <a:defRPr sz="1500" b="0" i="1">
                <a:solidFill>
                  <a:srgbClr val="DCAA5A"/>
                </a:solidFill>
                <a:latin typeface="Calibri"/>
              </a:defRPr>
            </a:pPr>
            <a:r>
              <a:t>(Enter collection amount and date in Mass Builder.)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Collection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FOOD SPONSORS</a:t>
            </a:r>
          </a:p>
          <a:p>
            <a:pPr algn="ctr">
              <a:spcAft>
                <a:spcPts val="500"/>
              </a:spcAft>
              <a:defRPr sz="1500" b="0" i="1">
                <a:solidFill>
                  <a:srgbClr val="DCAA5A"/>
                </a:solidFill>
                <a:latin typeface="Calibri"/>
              </a:defRPr>
            </a:pPr>
            <a:r>
              <a:t>The community thanks our food sponsors.</a:t>
            </a:r>
          </a:p>
          <a:p>
            <a:pPr algn="ctr">
              <a:spcAft>
                <a:spcPts val="500"/>
              </a:spcAft>
              <a:defRPr sz="1500" b="0" i="1">
                <a:solidFill>
                  <a:srgbClr val="DCAA5A"/>
                </a:solidFill>
                <a:latin typeface="Calibri"/>
              </a:defRPr>
            </a:pPr>
            <a:r>
              <a:t>(No sponsors listed — add names in Mass Builder.)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Food Sponsors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CHURCH ANNOUNCEMENTS</a:t>
            </a:r>
          </a:p>
          <a:p>
            <a:pPr algn="ctr">
              <a:spcAft>
                <a:spcPts val="500"/>
              </a:spcAft>
              <a:defRPr sz="1500" b="0" i="1">
                <a:solidFill>
                  <a:srgbClr val="DCAA5A"/>
                </a:solidFill>
                <a:latin typeface="Calibri"/>
              </a:defRPr>
            </a:pPr>
            <a:r>
              <a:t>Insert bulletin points with complete sentences on the following slides or edit this deck.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Welcome newcomers!</a:t>
            </a:r>
          </a:p>
          <a:p>
            <a:pPr algn="ctr">
              <a:spcAft>
                <a:spcPts val="500"/>
              </a:spcAft>
              <a:defRPr sz="1500" b="0" i="1">
                <a:solidFill>
                  <a:srgbClr val="DCAA5A"/>
                </a:solidFill>
                <a:latin typeface="Calibri"/>
              </a:defRPr>
            </a:pPr>
            <a:r>
              <a:t>Photo collage optional.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Sacrament of Confession</a:t>
            </a:r>
          </a:p>
          <a:p>
            <a:pPr algn="ctr">
              <a:spcAft>
                <a:spcPts val="500"/>
              </a:spcAft>
              <a:defRPr sz="1500" b="0" i="1">
                <a:solidFill>
                  <a:srgbClr val="DCAA5A"/>
                </a:solidFill>
                <a:latin typeface="Calibri"/>
              </a:defRPr>
            </a:pPr>
            <a:r>
              <a:t>The Lord never tires of forgiving us; we are the ones who tire of seeking his mercy. — Pope Francis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Updates and Announcements</a:t>
            </a:r>
          </a:p>
          <a:p>
            <a:pPr algn="ctr">
              <a:spcAft>
                <a:spcPts val="500"/>
              </a:spcAft>
              <a:defRPr sz="1500" b="0" i="1">
                <a:solidFill>
                  <a:srgbClr val="DCAA5A"/>
                </a:solidFill>
                <a:latin typeface="Calibri"/>
              </a:defRPr>
            </a:pPr>
            <a:r>
              <a:t>Name your community page and invitation to follow in full; add a QR code to the slide master if you wish.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a:p>
            <a:pPr algn="ctr">
              <a:spcBef>
                <a:spcPts val="400"/>
              </a:spcBef>
              <a:spcAft>
                <a:spcPts val="500"/>
              </a:spcAft>
              <a:defRPr sz="2000" b="1" i="0">
                <a:solidFill>
                  <a:srgbClr val="DCAA5A"/>
                </a:solidFill>
                <a:latin typeface="Calibri"/>
              </a:defRPr>
            </a:pPr>
            <a:r>
              <a:t>Priest: May almighty God bless you, the Father, and the Son, and the Holy Spirit.</a:t>
            </a:r>
          </a:p>
          <a:p>
            <a:pPr algn="ctr">
              <a:spcBef>
                <a:spcPts val="400"/>
              </a:spcBef>
              <a:spcAft>
                <a:spcPts val="500"/>
              </a:spcAft>
              <a:defRPr sz="2000" b="1" i="0">
                <a:solidFill>
                  <a:srgbClr val="F5F5F5"/>
                </a:solidFill>
                <a:latin typeface="Calibri"/>
              </a:defRPr>
            </a:pPr>
            <a:r>
              <a:t>All: Amen.</a:t>
            </a:r>
          </a:p>
          <a:p>
            <a:pPr algn="ctr">
              <a:spcBef>
                <a:spcPts val="400"/>
              </a:spcBef>
              <a:spcAft>
                <a:spcPts val="500"/>
              </a:spcAft>
              <a:defRPr sz="2000" b="1" i="0">
                <a:solidFill>
                  <a:srgbClr val="DCAA5A"/>
                </a:solidFill>
                <a:latin typeface="Calibri"/>
              </a:defRPr>
            </a:pPr>
            <a:r>
              <a:t>Priest: Go in peace, glorifying the Lord by your life.</a:t>
            </a:r>
          </a:p>
          <a:p>
            <a:pPr algn="ctr">
              <a:spcBef>
                <a:spcPts val="400"/>
              </a:spcBef>
              <a:spcAft>
                <a:spcPts val="500"/>
              </a:spcAft>
              <a:defRPr sz="2000" b="1" i="0">
                <a:solidFill>
                  <a:srgbClr val="F5F5F5"/>
                </a:solidFill>
                <a:latin typeface="Calibri"/>
              </a:defRPr>
            </a:pPr>
            <a:r>
              <a:t>All: Thanks be to God.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Final Blessing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No Recessional hymn lyrics were selected. Choose one Recessional song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Test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(John 1:1)</a:t>
            </a:r>
          </a:p>
          <a:p>
            <a:pPr>
              <a:spcAft>
                <a:spcPts val="300"/>
              </a:spcAft>
              <a:defRPr sz="2100" b="0" i="0">
                <a:solidFill>
                  <a:srgbClr val="F5F5F5"/>
                </a:solidFill>
                <a:latin typeface="Calibri"/>
              </a:defRPr>
            </a:pPr>
            <a:r>
              <a:t>“In the beginning was the 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ordinary_time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