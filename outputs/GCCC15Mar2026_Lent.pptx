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PUT YOUR CELLPHONE ON SILENT MODE DURING THE MASS.</a:t>
            </a:r>
          </a:p>
          <a:p>
            <a:pPr>
              <a:spcAft>
                <a:spcPts val="500"/>
              </a:spcAft>
              <a:defRPr sz="1500" b="0" i="1">
                <a:solidFill>
                  <a:srgbClr val="FFDA91"/>
                </a:solidFill>
                <a:latin typeface="Calibri"/>
              </a:defRPr>
            </a:pPr>
            <a:r>
              <a:t>Thank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FFDA91"/>
                </a:solidFill>
                <a:latin typeface="Calibri"/>
              </a:defRPr>
            </a:pPr>
            <a:r>
              <a:t>Lent Celebration</a:t>
            </a:r>
          </a:p>
        </p:txBody>
      </p:sp>
      <p:sp>
        <p:nvSpPr>
          <p:cNvPr id="5" name="TextBox 4"/>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FAF8F4"/>
                </a:solidFill>
                <a:latin typeface="Calibri"/>
              </a:defRPr>
            </a:pPr>
            <a:r>
              <a:t>2026-03-15</a:t>
            </a:r>
          </a:p>
          <a:p>
            <a:pPr>
              <a:spcAft>
                <a:spcPts val="500"/>
              </a:spcAft>
              <a:defRPr sz="2100" b="0" i="0">
                <a:solidFill>
                  <a:srgbClr val="FAF8F4"/>
                </a:solidFill>
                <a:latin typeface="Calibri"/>
              </a:defRPr>
            </a:pPr>
            <a:r>
              <a:t>Celebrant: Divino Gabriel</a:t>
            </a:r>
          </a:p>
          <a:p>
            <a:pPr>
              <a:spcAft>
                <a:spcPts val="500"/>
              </a:spcAft>
              <a:defRPr sz="2100" b="0" i="0">
                <a:solidFill>
                  <a:srgbClr val="FAF8F4"/>
                </a:solidFill>
                <a:latin typeface="Calibri"/>
              </a:defRPr>
            </a:pPr>
            <a:r>
              <a:t>Gospel: John 9:1-41</a:t>
            </a:r>
            <a:br/>
            <a:r>
              <a:t>Season: Lent · Sunday Lectionary Year A</a:t>
            </a:r>
          </a:p>
          <a:p>
            <a:pPr>
              <a:spcAft>
                <a:spcPts val="500"/>
              </a:spcAft>
              <a:defRPr sz="2100" b="0" i="0">
                <a:solidFill>
                  <a:srgbClr val="FAF8F4"/>
                </a:solidFill>
                <a:latin typeface="Calibri"/>
              </a:defRPr>
            </a:pPr>
            <a:r>
              <a:t>Excerpt:</a:t>
            </a:r>
            <a:br/>
            <a:r>
              <a:t>“Neither he nor his parents sinned; it is so that the works of God might be made visible through him.”</a:t>
            </a:r>
          </a:p>
          <a:p>
            <a:pPr>
              <a:spcAft>
                <a:spcPts val="500"/>
              </a:spcAft>
              <a:defRPr sz="2100" b="0" i="0">
                <a:solidFill>
                  <a:srgbClr val="FAF8F4"/>
                </a:solidFill>
                <a:latin typeface="Calibri"/>
              </a:defRPr>
            </a:pPr>
            <a:r>
              <a:t>Liturgical color: Purple (lent)</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Welcome to the celebration of the Holy Eucharist.</a:t>
            </a:r>
          </a:p>
          <a:p>
            <a:pPr>
              <a:spcAft>
                <a:spcPts val="500"/>
              </a:spcAft>
              <a:defRPr sz="1500" b="0" i="1">
                <a:solidFill>
                  <a:srgbClr val="FFDA91"/>
                </a:solidFill>
                <a:latin typeface="Calibri"/>
              </a:defRPr>
            </a:pPr>
            <a:r>
              <a:t>Please stand and join in singing the Entrance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Glory and Praise to Our God</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GLORY AND PRAISE TO OUR GOD,</a:t>
            </a:r>
          </a:p>
          <a:p>
            <a:pPr algn="ctr">
              <a:lnSpc>
                <a:spcPct val="105000"/>
              </a:lnSpc>
              <a:spcAft>
                <a:spcPts val="1000"/>
              </a:spcAft>
              <a:defRPr sz="3800" b="1" i="0">
                <a:solidFill>
                  <a:srgbClr val="FFFFFF"/>
                </a:solidFill>
                <a:latin typeface="Arial Black"/>
              </a:defRPr>
            </a:pPr>
            <a:r>
              <a:t>WHO ALONE GIVES LIGHT TO OUR DAYS.</a:t>
            </a:r>
          </a:p>
          <a:p>
            <a:pPr algn="ctr">
              <a:lnSpc>
                <a:spcPct val="105000"/>
              </a:lnSpc>
              <a:spcAft>
                <a:spcPts val="1000"/>
              </a:spcAft>
              <a:defRPr sz="3800" b="1" i="0">
                <a:solidFill>
                  <a:srgbClr val="FFFFFF"/>
                </a:solidFill>
                <a:latin typeface="Arial Black"/>
              </a:defRPr>
            </a:pPr>
            <a:r>
              <a:t>MANY ARE THE BLESSINGS</a:t>
            </a:r>
          </a:p>
          <a:p>
            <a:pPr algn="ctr">
              <a:lnSpc>
                <a:spcPct val="105000"/>
              </a:lnSpc>
              <a:spcAft>
                <a:spcPts val="1000"/>
              </a:spcAft>
              <a:defRPr sz="3800" b="1" i="0">
                <a:solidFill>
                  <a:srgbClr val="FFFFFF"/>
                </a:solidFill>
                <a:latin typeface="Arial Black"/>
              </a:defRPr>
            </a:pPr>
            <a:r>
              <a:t>HE BEARS TO THOSE WHO TRUST IN HIS WAYS.</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THE DAUGHTERS AND SONS OF HIM</a:t>
            </a:r>
          </a:p>
          <a:p>
            <a:pPr algn="ctr">
              <a:lnSpc>
                <a:spcPct val="105000"/>
              </a:lnSpc>
              <a:spcAft>
                <a:spcPts val="1000"/>
              </a:spcAft>
              <a:defRPr sz="3800" b="1" i="0">
                <a:solidFill>
                  <a:srgbClr val="FFFFFF"/>
                </a:solidFill>
                <a:latin typeface="Arial Black"/>
              </a:defRPr>
            </a:pPr>
            <a:r>
              <a:t>WHO BUILT THE VALLEYS AND PLAINS,</a:t>
            </a:r>
          </a:p>
          <a:p>
            <a:pPr algn="ctr">
              <a:lnSpc>
                <a:spcPct val="105000"/>
              </a:lnSpc>
              <a:spcAft>
                <a:spcPts val="1000"/>
              </a:spcAft>
              <a:defRPr sz="3800" b="1" i="0">
                <a:solidFill>
                  <a:srgbClr val="FFFFFF"/>
                </a:solidFill>
                <a:latin typeface="Arial Black"/>
              </a:defRPr>
            </a:pPr>
            <a:r>
              <a:t>PRAISE THE WONDERS OUR GOD HAS DONE,</a:t>
            </a:r>
          </a:p>
          <a:p>
            <a:pPr algn="ctr">
              <a:lnSpc>
                <a:spcPct val="105000"/>
              </a:lnSpc>
              <a:spcAft>
                <a:spcPts val="1000"/>
              </a:spcAft>
              <a:defRPr sz="3800" b="1" i="0">
                <a:solidFill>
                  <a:srgbClr val="FFFFFF"/>
                </a:solidFill>
                <a:latin typeface="Arial Black"/>
              </a:defRPr>
            </a:pPr>
            <a:r>
              <a:t>WHOSE MOTHER IS OVER ALL.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REMEMBER THE WORKS OF OUR GOD,</a:t>
            </a:r>
          </a:p>
          <a:p>
            <a:pPr algn="ctr">
              <a:lnSpc>
                <a:spcPct val="105000"/>
              </a:lnSpc>
              <a:spcAft>
                <a:spcPts val="1000"/>
              </a:spcAft>
              <a:defRPr sz="3800" b="1" i="0">
                <a:solidFill>
                  <a:srgbClr val="FFFFFF"/>
                </a:solidFill>
                <a:latin typeface="Arial Black"/>
              </a:defRPr>
            </a:pPr>
            <a:r>
              <a:t>FROM THE HEAVENS, THE EARTH, AND THE SEA.</a:t>
            </a:r>
          </a:p>
          <a:p>
            <a:pPr algn="ctr">
              <a:lnSpc>
                <a:spcPct val="105000"/>
              </a:lnSpc>
              <a:spcAft>
                <a:spcPts val="1000"/>
              </a:spcAft>
              <a:defRPr sz="3800" b="1" i="0">
                <a:solidFill>
                  <a:srgbClr val="FFFFFF"/>
                </a:solidFill>
                <a:latin typeface="Arial Black"/>
              </a:defRPr>
            </a:pPr>
            <a:r>
              <a:t>ALL WHO DWELL ON THE EARTH,</a:t>
            </a:r>
          </a:p>
          <a:p>
            <a:pPr algn="ctr">
              <a:lnSpc>
                <a:spcPct val="105000"/>
              </a:lnSpc>
              <a:spcAft>
                <a:spcPts val="1000"/>
              </a:spcAft>
              <a:defRPr sz="3800" b="1" i="0">
                <a:solidFill>
                  <a:srgbClr val="FFFFFF"/>
                </a:solidFill>
                <a:latin typeface="Arial Black"/>
              </a:defRPr>
            </a:pPr>
            <a:r>
              <a:t>SING PRAISE FOR HIS MARVELOUS DEEDS.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GLORY AND PRAISE TO OUR GOD,</a:t>
            </a:r>
          </a:p>
          <a:p>
            <a:pPr algn="ctr">
              <a:lnSpc>
                <a:spcPct val="105000"/>
              </a:lnSpc>
              <a:spcAft>
                <a:spcPts val="1000"/>
              </a:spcAft>
              <a:defRPr sz="3400" b="1" i="0">
                <a:solidFill>
                  <a:srgbClr val="FFFFFF"/>
                </a:solidFill>
                <a:latin typeface="Arial Black"/>
              </a:defRPr>
            </a:pPr>
            <a:r>
              <a:t>WHILE HIS PEOPLE THEIR HOMAGE PROCLAIM.</a:t>
            </a:r>
          </a:p>
          <a:p>
            <a:pPr algn="ctr">
              <a:lnSpc>
                <a:spcPct val="105000"/>
              </a:lnSpc>
              <a:spcAft>
                <a:spcPts val="1000"/>
              </a:spcAft>
              <a:defRPr sz="3400" b="1" i="0">
                <a:solidFill>
                  <a:srgbClr val="FFFFFF"/>
                </a:solidFill>
                <a:latin typeface="Arial Black"/>
              </a:defRPr>
            </a:pPr>
            <a:r>
              <a:t>HE HAS POURED OUT HIS LOVE,</a:t>
            </a:r>
          </a:p>
          <a:p>
            <a:pPr algn="ctr">
              <a:lnSpc>
                <a:spcPct val="105000"/>
              </a:lnSpc>
              <a:spcAft>
                <a:spcPts val="1000"/>
              </a:spcAft>
              <a:defRPr sz="3400" b="1" i="0">
                <a:solidFill>
                  <a:srgbClr val="FFFFFF"/>
                </a:solidFill>
                <a:latin typeface="Arial Black"/>
              </a:defRPr>
            </a:pPr>
            <a:r>
              <a:t>AND HAS SHOWN US THE STRENGTH OF HIS HAND.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FAITHFUL FATHER, WE COME TO YOU:</a:t>
            </a:r>
          </a:p>
          <a:p>
            <a:pPr algn="ctr">
              <a:lnSpc>
                <a:spcPct val="105000"/>
              </a:lnSpc>
              <a:spcAft>
                <a:spcPts val="1000"/>
              </a:spcAft>
              <a:defRPr sz="3800" b="1" i="0">
                <a:solidFill>
                  <a:srgbClr val="FFFFFF"/>
                </a:solidFill>
                <a:latin typeface="Arial Black"/>
              </a:defRPr>
            </a:pPr>
            <a:r>
              <a:t>HEAL YOUR CHILDREN, REMEMBER YOUR CARE.</a:t>
            </a:r>
          </a:p>
          <a:p>
            <a:pPr algn="ctr">
              <a:lnSpc>
                <a:spcPct val="105000"/>
              </a:lnSpc>
              <a:spcAft>
                <a:spcPts val="1000"/>
              </a:spcAft>
              <a:defRPr sz="3800" b="1" i="0">
                <a:solidFill>
                  <a:srgbClr val="FFFFFF"/>
                </a:solidFill>
                <a:latin typeface="Arial Black"/>
              </a:defRPr>
            </a:pPr>
            <a:r>
              <a:t>YOU DELIVER YOUR OWN FROM SIN;</a:t>
            </a:r>
          </a:p>
          <a:p>
            <a:pPr algn="ctr">
              <a:lnSpc>
                <a:spcPct val="105000"/>
              </a:lnSpc>
              <a:spcAft>
                <a:spcPts val="1000"/>
              </a:spcAft>
              <a:defRPr sz="3800" b="1" i="0">
                <a:solidFill>
                  <a:srgbClr val="FFFFFF"/>
                </a:solidFill>
                <a:latin typeface="Arial Black"/>
              </a:defRPr>
            </a:pPr>
            <a:r>
              <a:t>WE WILL SING OF YOUR MERCY FOR ALL.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9:1-41)</a:t>
            </a:r>
          </a:p>
          <a:p>
            <a:pPr>
              <a:spcAft>
                <a:spcPts val="300"/>
              </a:spcAft>
              <a:defRPr sz="2100" b="0" i="0">
                <a:solidFill>
                  <a:srgbClr val="FAF8F4"/>
                </a:solidFill>
                <a:latin typeface="Calibri"/>
              </a:defRPr>
            </a:pPr>
            <a:r>
              <a:t>“Neither he nor his parents sinned; it is so that the works of God might be made visible through him.”</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2026-03-15 · Lent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In the Name of the Father, and of the Son, and of the Holy Spirit.</a:t>
            </a:r>
          </a:p>
          <a:p>
            <a:pPr>
              <a:spcAft>
                <a:spcPts val="500"/>
              </a:spcAft>
              <a:defRPr sz="2000" b="1" i="0">
                <a:solidFill>
                  <a:srgbClr val="FAF8F4"/>
                </a:solidFill>
                <a:latin typeface="Calibri"/>
              </a:defRPr>
            </a:pPr>
            <a:r>
              <a:t>Amen.</a:t>
            </a:r>
          </a:p>
          <a:p>
            <a:pPr>
              <a:spcAft>
                <a:spcPts val="500"/>
              </a:spcAft>
              <a:defRPr sz="2000" b="1" i="0">
                <a:solidFill>
                  <a:srgbClr val="FFDA91"/>
                </a:solidFill>
                <a:latin typeface="Calibri"/>
              </a:defRPr>
            </a:pPr>
            <a:r>
              <a:t>The Lord be with you.</a:t>
            </a:r>
          </a:p>
          <a:p>
            <a:pPr>
              <a:spcAft>
                <a:spcPts val="500"/>
              </a:spcAft>
              <a:defRPr sz="2000" b="1" i="0">
                <a:solidFill>
                  <a:srgbClr val="FAF8F4"/>
                </a:solidFill>
                <a:latin typeface="Calibri"/>
              </a:defRPr>
            </a:pPr>
            <a:r>
              <a:t>And with your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Introductory 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Brethren (brothers and sisters), let us acknowledge our sins, and so prepare ourselves to celebrate the sacred mysteries.</a:t>
            </a:r>
          </a:p>
          <a:p>
            <a:pPr>
              <a:spcAft>
                <a:spcPts val="500"/>
              </a:spcAft>
              <a:defRPr sz="2000" b="1" i="0">
                <a:solidFill>
                  <a:srgbClr val="FAF8F4"/>
                </a:solidFill>
                <a:latin typeface="Calibri"/>
              </a:defRPr>
            </a:pPr>
            <a:r>
              <a:t>I confess to almighty God</a:t>
            </a:r>
          </a:p>
          <a:p>
            <a:pPr>
              <a:spcAft>
                <a:spcPts val="500"/>
              </a:spcAft>
              <a:defRPr sz="1900" b="0" i="0">
                <a:solidFill>
                  <a:srgbClr val="FAF8F4"/>
                </a:solidFill>
                <a:latin typeface="Calibri"/>
              </a:defRPr>
            </a:pPr>
            <a:r>
              <a:t>and to you, my brothers and sisters,</a:t>
            </a:r>
          </a:p>
          <a:p>
            <a:pPr>
              <a:spcAft>
                <a:spcPts val="500"/>
              </a:spcAft>
              <a:defRPr sz="1900" b="0" i="0">
                <a:solidFill>
                  <a:srgbClr val="FAF8F4"/>
                </a:solidFill>
                <a:latin typeface="Calibri"/>
              </a:defRPr>
            </a:pPr>
            <a:r>
              <a:t>that I have greatly sinned,</a:t>
            </a:r>
          </a:p>
          <a:p>
            <a:pPr>
              <a:spcAft>
                <a:spcPts val="500"/>
              </a:spcAft>
              <a:defRPr sz="1900" b="0" i="0">
                <a:solidFill>
                  <a:srgbClr val="FAF8F4"/>
                </a:solidFill>
                <a:latin typeface="Calibri"/>
              </a:defRPr>
            </a:pPr>
            <a:r>
              <a:t>in my thoughts and in my words,</a:t>
            </a:r>
          </a:p>
          <a:p>
            <a:pPr>
              <a:spcAft>
                <a:spcPts val="500"/>
              </a:spcAft>
              <a:defRPr sz="1900" b="0" i="0">
                <a:solidFill>
                  <a:srgbClr val="FAF8F4"/>
                </a:solidFill>
                <a:latin typeface="Calibri"/>
              </a:defRPr>
            </a:pPr>
            <a:r>
              <a:t>in what I have done and in what I have failed to do,</a:t>
            </a:r>
          </a:p>
          <a:p>
            <a:pPr>
              <a:spcAft>
                <a:spcPts val="500"/>
              </a:spcAft>
              <a:defRPr sz="1900" b="0" i="0">
                <a:solidFill>
                  <a:srgbClr val="FAF8F4"/>
                </a:solidFill>
                <a:latin typeface="Calibri"/>
              </a:defRPr>
            </a:pPr>
            <a:r>
              <a:t>through my fault, through my fault,</a:t>
            </a:r>
          </a:p>
          <a:p>
            <a:pPr>
              <a:spcAft>
                <a:spcPts val="500"/>
              </a:spcAft>
              <a:defRPr sz="1900" b="0" i="0">
                <a:solidFill>
                  <a:srgbClr val="FAF8F4"/>
                </a:solidFill>
                <a:latin typeface="Calibri"/>
              </a:defRPr>
            </a:pPr>
            <a:r>
              <a:t>through my most grievous fault;</a:t>
            </a:r>
          </a:p>
          <a:p>
            <a:pPr>
              <a:spcAft>
                <a:spcPts val="500"/>
              </a:spcAft>
              <a:defRPr sz="1900" b="0" i="0">
                <a:solidFill>
                  <a:srgbClr val="FAF8F4"/>
                </a:solidFill>
                <a:latin typeface="Calibri"/>
              </a:defRPr>
            </a:pPr>
            <a:r>
              <a:t>therefore I ask blessed Mary ever-Virgin,</a:t>
            </a:r>
          </a:p>
          <a:p>
            <a:pPr>
              <a:spcAft>
                <a:spcPts val="500"/>
              </a:spcAft>
              <a:defRPr sz="1900" b="0" i="0">
                <a:solidFill>
                  <a:srgbClr val="FAF8F4"/>
                </a:solidFill>
                <a:latin typeface="Calibri"/>
              </a:defRPr>
            </a:pPr>
            <a:r>
              <a:t>all the Angels and Saints,</a:t>
            </a:r>
          </a:p>
          <a:p>
            <a:pPr>
              <a:spcAft>
                <a:spcPts val="500"/>
              </a:spcAft>
              <a:defRPr sz="1900" b="0" i="0">
                <a:solidFill>
                  <a:srgbClr val="FAF8F4"/>
                </a:solidFill>
                <a:latin typeface="Calibri"/>
              </a:defRPr>
            </a:pPr>
            <a:r>
              <a:t>and you, my brothers and sisters,</a:t>
            </a:r>
          </a:p>
          <a:p>
            <a:pPr>
              <a:spcAft>
                <a:spcPts val="500"/>
              </a:spcAft>
              <a:defRPr sz="1900" b="0" i="0">
                <a:solidFill>
                  <a:srgbClr val="FAF8F4"/>
                </a:solidFill>
                <a:latin typeface="Calibri"/>
              </a:defRPr>
            </a:pPr>
            <a:r>
              <a:t>to pray for me to the Lord our God.</a:t>
            </a:r>
          </a:p>
          <a:p>
            <a:pPr>
              <a:spcAft>
                <a:spcPts val="500"/>
              </a:spcAft>
              <a:defRPr sz="2000" b="1" i="0">
                <a:solidFill>
                  <a:srgbClr val="FFDA91"/>
                </a:solidFill>
                <a:latin typeface="Calibri"/>
              </a:defRPr>
            </a:pPr>
            <a:r>
              <a:t>May almighty God have mercy on us, forgive us our sins, and bring us to everlasting life.</a:t>
            </a:r>
          </a:p>
          <a:p>
            <a:pPr>
              <a:spcAft>
                <a:spcPts val="500"/>
              </a:spcAft>
              <a:defRPr sz="2000" b="1"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Penitential 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Lord, have mercy.</a:t>
            </a:r>
          </a:p>
          <a:p>
            <a:pPr>
              <a:spcAft>
                <a:spcPts val="500"/>
              </a:spcAft>
              <a:defRPr sz="2000" b="1" i="0">
                <a:solidFill>
                  <a:srgbClr val="FAF8F4"/>
                </a:solidFill>
                <a:latin typeface="Calibri"/>
              </a:defRPr>
            </a:pPr>
            <a:r>
              <a:t>Lord, have mercy.</a:t>
            </a:r>
          </a:p>
          <a:p>
            <a:pPr>
              <a:spcAft>
                <a:spcPts val="500"/>
              </a:spcAft>
              <a:defRPr sz="2000" b="1" i="0">
                <a:solidFill>
                  <a:srgbClr val="FAF8F4"/>
                </a:solidFill>
                <a:latin typeface="Calibri"/>
              </a:defRPr>
            </a:pPr>
            <a:r>
              <a:t>Christ, have mercy.</a:t>
            </a:r>
          </a:p>
          <a:p>
            <a:pPr>
              <a:spcAft>
                <a:spcPts val="500"/>
              </a:spcAft>
              <a:defRPr sz="2000" b="1" i="0">
                <a:solidFill>
                  <a:srgbClr val="FAF8F4"/>
                </a:solidFill>
                <a:latin typeface="Calibri"/>
              </a:defRPr>
            </a:pPr>
            <a:r>
              <a:t>Christ, have mercy.</a:t>
            </a:r>
          </a:p>
          <a:p>
            <a:pPr>
              <a:spcAft>
                <a:spcPts val="500"/>
              </a:spcAft>
              <a:defRPr sz="2000" b="1" i="0">
                <a:solidFill>
                  <a:srgbClr val="FAF8F4"/>
                </a:solidFill>
                <a:latin typeface="Calibri"/>
              </a:defRPr>
            </a:pPr>
            <a:r>
              <a:t>Lord, have mercy.</a:t>
            </a:r>
          </a:p>
          <a:p>
            <a:pPr>
              <a:spcAft>
                <a:spcPts val="500"/>
              </a:spcAft>
              <a:defRPr sz="2000" b="1" i="0">
                <a:solidFill>
                  <a:srgbClr val="FAF8F4"/>
                </a:solidFill>
                <a:latin typeface="Calibri"/>
              </a:defRPr>
            </a:pPr>
            <a:r>
              <a:t>Lord, have mercy.</a:t>
            </a:r>
          </a:p>
          <a:p>
            <a:pPr>
              <a:spcAft>
                <a:spcPts val="500"/>
              </a:spcAft>
              <a:defRPr sz="1500" b="0" i="1">
                <a:solidFill>
                  <a:srgbClr val="FFDA91"/>
                </a:solidFill>
                <a:latin typeface="Calibri"/>
              </a:defRPr>
            </a:pPr>
            <a:r>
              <a:t>This acclamation may also be sung, or the invocations from the Missal or approved pastoral practice may be used in full.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Glory to God in the highest,</a:t>
            </a:r>
          </a:p>
          <a:p>
            <a:pPr>
              <a:spcAft>
                <a:spcPts val="500"/>
              </a:spcAft>
              <a:defRPr sz="1900" b="0" i="0">
                <a:solidFill>
                  <a:srgbClr val="FAF8F4"/>
                </a:solidFill>
                <a:latin typeface="Calibri"/>
              </a:defRPr>
            </a:pPr>
            <a:r>
              <a:t>and on earth peace to people of good will.</a:t>
            </a:r>
          </a:p>
          <a:p>
            <a:pPr>
              <a:spcAft>
                <a:spcPts val="500"/>
              </a:spcAft>
              <a:defRPr sz="1900" b="0" i="0">
                <a:solidFill>
                  <a:srgbClr val="FAF8F4"/>
                </a:solidFill>
                <a:latin typeface="Calibri"/>
              </a:defRPr>
            </a:pPr>
            <a:r>
              <a:t>We praise you, we bless you, we adore you,</a:t>
            </a:r>
          </a:p>
          <a:p>
            <a:pPr>
              <a:spcAft>
                <a:spcPts val="500"/>
              </a:spcAft>
              <a:defRPr sz="1900" b="0" i="0">
                <a:solidFill>
                  <a:srgbClr val="FAF8F4"/>
                </a:solidFill>
                <a:latin typeface="Calibri"/>
              </a:defRPr>
            </a:pPr>
            <a:r>
              <a:t>we glorify you, we give you thanks</a:t>
            </a:r>
          </a:p>
          <a:p>
            <a:pPr>
              <a:spcAft>
                <a:spcPts val="500"/>
              </a:spcAft>
              <a:defRPr sz="1900" b="0" i="0">
                <a:solidFill>
                  <a:srgbClr val="FAF8F4"/>
                </a:solidFill>
                <a:latin typeface="Calibri"/>
              </a:defRPr>
            </a:pPr>
            <a:r>
              <a:t>for your great glory,</a:t>
            </a:r>
          </a:p>
          <a:p>
            <a:pPr>
              <a:spcAft>
                <a:spcPts val="500"/>
              </a:spcAft>
              <a:defRPr sz="1900" b="0" i="0">
                <a:solidFill>
                  <a:srgbClr val="FAF8F4"/>
                </a:solidFill>
                <a:latin typeface="Calibri"/>
              </a:defRPr>
            </a:pPr>
            <a:r>
              <a:t>Lord God, heavenly King, O God, almighty Father.</a:t>
            </a:r>
          </a:p>
          <a:p>
            <a:pPr>
              <a:spcAft>
                <a:spcPts val="500"/>
              </a:spcAft>
              <a:defRPr sz="1900" b="0" i="0">
                <a:solidFill>
                  <a:srgbClr val="FAF8F4"/>
                </a:solidFill>
                <a:latin typeface="Calibri"/>
              </a:defRPr>
            </a:pPr>
            <a:r>
              <a:t>Lord Jesus Christ, Only Begotten Son,</a:t>
            </a:r>
          </a:p>
          <a:p>
            <a:pPr>
              <a:spcAft>
                <a:spcPts val="500"/>
              </a:spcAft>
              <a:defRPr sz="1900" b="0" i="0">
                <a:solidFill>
                  <a:srgbClr val="FAF8F4"/>
                </a:solidFill>
                <a:latin typeface="Calibri"/>
              </a:defRPr>
            </a:pPr>
            <a:r>
              <a:t>Lord God, Lamb of God, Son of the Father,</a:t>
            </a:r>
          </a:p>
          <a:p>
            <a:pPr>
              <a:spcAft>
                <a:spcPts val="500"/>
              </a:spcAft>
              <a:defRPr sz="1900" b="0" i="0">
                <a:solidFill>
                  <a:srgbClr val="FAF8F4"/>
                </a:solidFill>
                <a:latin typeface="Calibri"/>
              </a:defRPr>
            </a:pPr>
            <a:r>
              <a:t>you take away the sins of the world, have mercy on us;</a:t>
            </a:r>
          </a:p>
          <a:p>
            <a:pPr>
              <a:spcAft>
                <a:spcPts val="500"/>
              </a:spcAft>
              <a:defRPr sz="1900" b="0" i="0">
                <a:solidFill>
                  <a:srgbClr val="FAF8F4"/>
                </a:solidFill>
                <a:latin typeface="Calibri"/>
              </a:defRPr>
            </a:pPr>
            <a:r>
              <a:t>you take away the sins of the world, receive our prayer;</a:t>
            </a:r>
          </a:p>
          <a:p>
            <a:pPr>
              <a:spcAft>
                <a:spcPts val="500"/>
              </a:spcAft>
              <a:defRPr sz="1900" b="0" i="0">
                <a:solidFill>
                  <a:srgbClr val="FAF8F4"/>
                </a:solidFill>
                <a:latin typeface="Calibri"/>
              </a:defRPr>
            </a:pPr>
            <a:r>
              <a:t>you are seated at the right hand of the Father, have mercy on us.</a:t>
            </a:r>
          </a:p>
          <a:p>
            <a:pPr>
              <a:spcAft>
                <a:spcPts val="500"/>
              </a:spcAft>
              <a:defRPr sz="1900" b="0" i="0">
                <a:solidFill>
                  <a:srgbClr val="FAF8F4"/>
                </a:solidFill>
                <a:latin typeface="Calibri"/>
              </a:defRPr>
            </a:pPr>
            <a:r>
              <a:t>For you alone are the Holy One,</a:t>
            </a:r>
          </a:p>
          <a:p>
            <a:pPr>
              <a:spcAft>
                <a:spcPts val="500"/>
              </a:spcAft>
              <a:defRPr sz="1900" b="0" i="0">
                <a:solidFill>
                  <a:srgbClr val="FAF8F4"/>
                </a:solidFill>
                <a:latin typeface="Calibri"/>
              </a:defRPr>
            </a:pPr>
            <a:r>
              <a:t>you alone are the Lord,</a:t>
            </a:r>
          </a:p>
          <a:p>
            <a:pPr>
              <a:spcAft>
                <a:spcPts val="500"/>
              </a:spcAft>
              <a:defRPr sz="1900" b="0" i="0">
                <a:solidFill>
                  <a:srgbClr val="FAF8F4"/>
                </a:solidFill>
                <a:latin typeface="Calibri"/>
              </a:defRPr>
            </a:pPr>
            <a:r>
              <a:t>you alone are the Most High,</a:t>
            </a:r>
          </a:p>
          <a:p>
            <a:pPr>
              <a:spcAft>
                <a:spcPts val="500"/>
              </a:spcAft>
              <a:defRPr sz="1900" b="0" i="0">
                <a:solidFill>
                  <a:srgbClr val="FAF8F4"/>
                </a:solidFill>
                <a:latin typeface="Calibri"/>
              </a:defRPr>
            </a:pPr>
            <a:r>
              <a:t>Jesus Christ,</a:t>
            </a:r>
          </a:p>
          <a:p>
            <a:pPr>
              <a:spcAft>
                <a:spcPts val="500"/>
              </a:spcAft>
              <a:defRPr sz="1900" b="0" i="0">
                <a:solidFill>
                  <a:srgbClr val="FAF8F4"/>
                </a:solidFill>
                <a:latin typeface="Calibri"/>
              </a:defRPr>
            </a:pPr>
            <a:r>
              <a:t>with the Holy Spirit,</a:t>
            </a:r>
          </a:p>
          <a:p>
            <a:pPr>
              <a:spcAft>
                <a:spcPts val="500"/>
              </a:spcAft>
              <a:defRPr sz="1900" b="0" i="0">
                <a:solidFill>
                  <a:srgbClr val="FAF8F4"/>
                </a:solidFill>
                <a:latin typeface="Calibri"/>
              </a:defRPr>
            </a:pPr>
            <a:r>
              <a:t>in the glory of God the Father.</a:t>
            </a:r>
          </a:p>
          <a:p>
            <a:pPr>
              <a:spcAft>
                <a:spcPts val="500"/>
              </a:spcAft>
              <a:defRPr sz="1900" b="0"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Gloria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Let us pray.</a:t>
            </a:r>
          </a:p>
          <a:p>
            <a:pPr>
              <a:spcAft>
                <a:spcPts val="500"/>
              </a:spcAft>
              <a:defRPr sz="1500" b="0" i="1">
                <a:solidFill>
                  <a:srgbClr val="FFDA91"/>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WORD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FIRST</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First Reading Title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FFDA91"/>
                </a:solidFill>
                <a:latin typeface="Calibri"/>
              </a:defRPr>
            </a:pPr>
            <a:r>
              <a:t>Liturgy of the Word</a:t>
            </a:r>
          </a:p>
          <a:p>
            <a:pPr>
              <a:defRPr sz="1600" b="0" i="0">
                <a:solidFill>
                  <a:srgbClr val="BCBAC6"/>
                </a:solidFill>
                <a:latin typeface="Calibri"/>
              </a:defRPr>
            </a:pPr>
            <a:r>
              <a:t>First Reading (1 Samuel 16:1b, 6-7, 10-13a)</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Slide 1 of 2</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The LORD said to Samuel: “Fill your horn with oil, and be on your way. I am sending you to Jesse of Bethlehem, for I have chosen my king from among his sons.” As Jesse and his sons came to the sacrifice, Samuel looked at Eliab and thought, “Surely the LORD’s anointed is here before him.” But the LORD said to Samuel: “Do not judge from his appearance or from his lofty stature, because I have rejected him.</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FFDA91"/>
                </a:solidFill>
                <a:latin typeface="Calibri"/>
              </a:defRPr>
            </a:pPr>
            <a:r>
              <a:t>Liturgy of the Word</a:t>
            </a:r>
          </a:p>
          <a:p>
            <a:pPr>
              <a:defRPr sz="1600" b="0" i="0">
                <a:solidFill>
                  <a:srgbClr val="BCBAC6"/>
                </a:solidFill>
                <a:latin typeface="Calibri"/>
              </a:defRPr>
            </a:pPr>
            <a:r>
              <a:t>First Reading (continued)</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Slide 2 of 2</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Not as man sees does God see, because man sees the appearance but the LORD looks into the heart.” In the same way Jesse presented seven sons before Samuel, but Samuel said to Jesse, “The LORD has not chosen any one of these.” Then Samuel asked Jesse, “Are these all the sons you have?” Jesse replied, “There is still the youngest, who is tending the sheep.” Samuel said to Jesse, “Send for him; we will not begin the sacrificial banquet until he arrives here.” Jesse sent and had the young man brought to them. He was ruddy, a youth handsome to behold and making a splendid appearance. The LORD said, “There—anoint him, for this is the one!” Then Samuel, with the horn of oil in hand, anointed David in the presence of his brothers; and from that day on, the spirit of the LORD rushed upon David.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RESPONSORIAL</a:t>
            </a:r>
            <a:br/>
            <a:r>
              <a:t>PSALM</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Responsorial Psalm Title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FFDA91"/>
                </a:solidFill>
                <a:latin typeface="Calibri"/>
              </a:defRPr>
            </a:pPr>
            <a:r>
              <a:t>Liturgy of the Word</a:t>
            </a:r>
          </a:p>
          <a:p>
            <a:pPr>
              <a:defRPr sz="1600" b="0" i="0">
                <a:solidFill>
                  <a:srgbClr val="BCBAC6"/>
                </a:solidFill>
                <a:latin typeface="Calibri"/>
              </a:defRPr>
            </a:pPr>
            <a:r>
              <a:t>Responsorial Psalm (Psalm 23: 1-3a, 3b-4, 5, 6)</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R. (1) The Lord is my shepherd; there is nothing I shall want. The LORD is my shepherd; I shall not want. In verdant pastures he gives me repose; beside restful waters he leads me; he refreshes my soul. R. The Lord is my shepherd; there is nothing I shall want. He guides me in right paths for his name’s sake. Even though I walk in the dark valley I fear no evil; for you are at my side With your rod and your staff that give me courage. R. The Lord is my shepherd; there is nothing I shall want. You spread the table before me in the sight of my foes; you anoint my head with oil; my cup overflows. R. The Lord is my shepherd; there is nothing I shall want. Only goodness and kindness follow me all the days of my life; and I shall dwell in the house of the LORD for years to come. R. The Lord is my shepherd; there is nothing I shall want.</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SECOND</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Second Reading Title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FFDA91"/>
                </a:solidFill>
                <a:latin typeface="Calibri"/>
              </a:defRPr>
            </a:pPr>
            <a:r>
              <a:t>Liturgy of the Word</a:t>
            </a:r>
          </a:p>
          <a:p>
            <a:pPr>
              <a:defRPr sz="1600" b="0" i="0">
                <a:solidFill>
                  <a:srgbClr val="BCBAC6"/>
                </a:solidFill>
                <a:latin typeface="Calibri"/>
              </a:defRPr>
            </a:pPr>
            <a:r>
              <a:t>Second Reading (Ephesians 5:8-14)</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Brothers and sisters: You were once darkness, but now you are light in the Lord. Live as children of light, for light produces every kind of goodness and righteousness and truth. Try to learn what is pleasing to the Lord. Take no part in the fruitless works of darkness; rather expose them, for it is shameful even to mention the things done by them in secret; but everything exposed by the light becomes visible, for everything that becomes visible is light. Therefore, it says: “Awake, O sleeper, and arise from the dead, and Christ will give you light.” I am the light of the world, says the Lord; whoever follows me will have the light of life.</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ALLELUIA! ALLELUIA! ALLELUIA! ALLELUIA!</a:t>
            </a:r>
          </a:p>
          <a:p>
            <a:pPr>
              <a:spcAft>
                <a:spcPts val="500"/>
              </a:spcAft>
              <a:defRPr sz="1500" b="0" i="1">
                <a:solidFill>
                  <a:srgbClr val="FFDA91"/>
                </a:solidFill>
                <a:latin typeface="Calibri"/>
              </a:defRPr>
            </a:pPr>
            <a:r>
              <a:t>Sing the verse of the Gospel Acclamation given in the Lectionary for this Mass in full, not shortened.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Lord be with you.</a:t>
            </a:r>
          </a:p>
          <a:p>
            <a:pPr>
              <a:spcAft>
                <a:spcPts val="500"/>
              </a:spcAft>
              <a:defRPr sz="2000" b="1" i="0">
                <a:solidFill>
                  <a:srgbClr val="FAF8F4"/>
                </a:solidFill>
                <a:latin typeface="Calibri"/>
              </a:defRPr>
            </a:pPr>
            <a:r>
              <a:t>And with your spirit.</a:t>
            </a:r>
          </a:p>
          <a:p>
            <a:pPr>
              <a:spcAft>
                <a:spcPts val="500"/>
              </a:spcAft>
              <a:defRPr sz="1500" b="0" i="1">
                <a:solidFill>
                  <a:srgbClr val="FFDA91"/>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FAF8F4"/>
                </a:solidFill>
                <a:latin typeface="Calibri"/>
              </a:defRPr>
            </a:pPr>
            <a:r>
              <a:t>Glory to you, O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John 9:1-41</a:t>
            </a:r>
          </a:p>
          <a:p>
            <a:pPr>
              <a:spcAft>
                <a:spcPts val="500"/>
              </a:spcAft>
              <a:defRPr sz="1500" b="0" i="1">
                <a:solidFill>
                  <a:srgbClr val="FFDA91"/>
                </a:solidFill>
                <a:latin typeface="Calibri"/>
              </a:defRPr>
            </a:pPr>
          </a:p>
          <a:p>
            <a:pPr>
              <a:spcAft>
                <a:spcPts val="500"/>
              </a:spcAft>
              <a:defRPr sz="2000" b="1" i="0">
                <a:solidFill>
                  <a:srgbClr val="FAF8F4"/>
                </a:solidFill>
                <a:latin typeface="Calibri"/>
              </a:defRPr>
            </a:pPr>
            <a:r>
              <a:t>“Neither he nor his parents sinned; it is so that the works of God might be made visible through him.”</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FFDA91"/>
                </a:solidFill>
                <a:latin typeface="Calibri"/>
              </a:defRPr>
            </a:pPr>
            <a:r>
              <a:t>Gospel</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John 9:1-41  ·  slide 1 of 8</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As Jesus passed by he saw a man blind from birth. His disciples asked him, “Rabbi, who sinned, this man or his parents, that he was born blind?” Jesus answered, “Neither he nor his parents sinned; it is so that the works of God might be made visible through him. We have to do the works of the one who sent me while it is day. Night is coming when no one can work. While I am in the world, I am the light of the world.” When he had said this, he spat on the ground and made clay with the saliva, and smeared the clay on his eyes, and said to him, “Go wash in the Pool of Siloam” —which means Sent—. So he went and washed, and came back able to see.</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FFDA91"/>
                </a:solidFill>
                <a:latin typeface="Calibri"/>
              </a:defRPr>
            </a:pPr>
            <a:r>
              <a:t>Gospel (continued)</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John 9:1-41  ·  slide 2 of 8</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His neighbors and those who had seen him earlier as a beggar said, “Isn’t this the one who used to sit and beg?” Some said, “It is, “ but others said, “No, he just looks like him.” He said, “I am.” So they said to him, “How were your eyes opened?” He replied, “The man called Jesus made clay and anointed my eyes and told me, ‘Go to Siloam and wash.’ So I went there and washed and was able to see.” And they said to him, “Where is he?” He said, “I don’t know.” They brought the one who was once blind to the Pharisees. Now Jesus had made clay and opened his eyes on a sabbath. So then the Pharisees also asked him how he was able to see.</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FFDA91"/>
                </a:solidFill>
                <a:latin typeface="Calibri"/>
              </a:defRPr>
            </a:pPr>
            <a:r>
              <a:t>Gospel (continued)</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John 9:1-41  ·  slide 3 of 8</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He said to them, “He put clay on my eyes, and I washed, and now I can see.” So some of the Pharisees said, “This man is not from God, because he does not keep the sabbath.” But others said, “How can a sinful man do such signs?” And there was a division among them. So they said to the blind man again, “What do you have to say about him, since he opened your eyes?” He said, “He is a prophet.” Now the Jews did not believe that he had been blind and gained his sight until they summoned the parents of the one who had gained his sight. They asked them, “Is this your son, who you say was born blind? How does he now see?” His parents answered and said, “We know that this is our son and that he was born blind. We do not know how he sees now, nor do we know who opened his eyes.</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FFDA91"/>
                </a:solidFill>
                <a:latin typeface="Calibri"/>
              </a:defRPr>
            </a:pPr>
            <a:r>
              <a:t>Gospel (continued)</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John 9:1-41  ·  slide 4 of 8</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Ask him, he is of age; he can speak for himself.” His parents said this because they were afraid of the Jews, for the Jews had already agreed that if anyone acknowledged him as the Christ, he would be expelled from the synagogue. For this reason his parents said, “He is of age; question him.” So a second time they called the man who had been blind and said to him, “Give God the praise! We know that this man is a sinner.” He replied, “If he is a sinner, I do not know. One thing I do know is that I was blind and now I see.” So they said to him, “What did he do to you? How did he open your eyes?” He answered them, “I told you already and you did not listen. Why do you want to hear it again? Do you want to become his disciples, too?” They ridiculed him and said, “You are that man’s disciple; we are disciples of Moses!</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FFDA91"/>
                </a:solidFill>
                <a:latin typeface="Calibri"/>
              </a:defRPr>
            </a:pPr>
            <a:r>
              <a:t>Gospel (continued)</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John 9:1-41  ·  slide 5 of 8</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We know that God spoke to Moses, but we do not know where this one is from.” The man answered and said to them, “This is what is so amazing, that you do not know where he is from, yet he opened my eyes. We know that God does not listen to sinners, but if one is devout and does his will, he listens to him. It is unheard of that anyone ever opened the eyes of a person born blind. If this man were not from God, he would not be able to do anything.” They answered and said to him, “You were born totally in sin, and are you trying to teach us?” Then they threw him out. When Jesus heard that they had thrown him out, he found him and said, Do you believe in the Son of Man?” He answered and said, “Who is he, sir, that I may believe in him?” Jesus said to him, “You have seen him, the one speaking with you is he.” He said, “I do believe, Lord,” and he worshiped him.</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FFDA91"/>
                </a:solidFill>
                <a:latin typeface="Calibri"/>
              </a:defRPr>
            </a:pPr>
            <a:r>
              <a:t>Gospel (continued)</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John 9:1-41  ·  slide 6 of 8</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Then Jesus said, “I came into this world for judgment, so that those who do not see might see, and those who do see might become blind.” Some of the Pharisees who were with him heard this and said to him, “Surely we are not also blind, are we?” Jesus said to them, “If you were blind, you would have no sin; but now you are saying, ‘We see,’ so your sin remains. OR: John 9:1, 6-9, 13-17, 34-38 As Jesus passed by he saw a man blind from birth. He spat on the ground and made clay with the saliva, and smeared the clay on his eyes, and said to him, “Go wash in the Pool of Siloam” — which means Sent —. So he went and washed, and came back able to see.</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FFDA91"/>
                </a:solidFill>
                <a:latin typeface="Calibri"/>
              </a:defRPr>
            </a:pPr>
            <a:r>
              <a:t>Gospel (continued)</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John 9:1-41  ·  slide 7 of 8</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His neighbors and those who had seen him earlier as a beggar said, “Isn’t this the one who used to sit and beg?” Some said, “It is, “ but others said, “No, he just looks like him.” He said, “I am.” They brought the one who was once blind to the Pharisees. Now Jesus had made clay and opened his eyes on a sabbath. So then the Pharisees also asked him how he was able to see. He said to them, “He put clay on my eyes, and I washed, and now I can see.” So some of the Pharisees said, “This man is not from God, because he does not keep the sabbath.” But others said, “How can a sinful man do such signs?” And there was a division among them. So they said to the blind man again, “What do you have to say about him, since he opened your eyes?” He said, “He is a prophet.” They answered and said to him, “You were born totally in sin, and are you trying to teach us?” Then they threw him out.</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FFDA91"/>
                </a:solidFill>
                <a:latin typeface="Calibri"/>
              </a:defRPr>
            </a:pPr>
            <a:r>
              <a:t>Gospel (continued)</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BCBAC6"/>
                </a:solidFill>
                <a:latin typeface="Calibri"/>
              </a:defRPr>
            </a:pPr>
            <a:r>
              <a:t>John 9:1-41  ·  slide 8 of 8</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FAF8F4"/>
                </a:solidFill>
                <a:latin typeface="Calibri"/>
              </a:defRPr>
            </a:pPr>
            <a:r>
              <a:t>When Jesus heard that they had thrown him out, he found him and said, “Do you believe in the Son of Man?” He answered and said, “Who is he, sir, that I may believe in him?” Jesus said to him, “You have seen him, and the one speaking with you is he.” He said, “I do believe, Lord,” and he worshiped him.</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Gospel of the Lord.</a:t>
            </a:r>
          </a:p>
          <a:p>
            <a:pPr>
              <a:spcAft>
                <a:spcPts val="500"/>
              </a:spcAft>
              <a:defRPr sz="2000" b="1" i="0">
                <a:solidFill>
                  <a:srgbClr val="FAF8F4"/>
                </a:solidFill>
                <a:latin typeface="Calibri"/>
              </a:defRPr>
            </a:pPr>
            <a:r>
              <a:t>Praise to you, Lord Jesus Christ.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Time for the homily — Father will now preach.</a:t>
            </a:r>
          </a:p>
          <a:p>
            <a:pPr>
              <a:spcAft>
                <a:spcPts val="500"/>
              </a:spcAft>
              <a:defRPr sz="1500" b="0" i="1">
                <a:solidFill>
                  <a:srgbClr val="FFDA91"/>
                </a:solidFill>
                <a:latin typeface="Calibri"/>
              </a:defRPr>
            </a:pPr>
            <a:r>
              <a:t>Commentator may introduce the theme.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Homily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9:1-41)</a:t>
            </a:r>
          </a:p>
          <a:p>
            <a:pPr>
              <a:spcAft>
                <a:spcPts val="300"/>
              </a:spcAft>
              <a:defRPr sz="2100" b="0" i="0">
                <a:solidFill>
                  <a:srgbClr val="FAF8F4"/>
                </a:solidFill>
                <a:latin typeface="Calibri"/>
              </a:defRPr>
            </a:pPr>
            <a:r>
              <a:t>“Neither he nor his parents sinned; it is so that the works of God might be made visible through him.”</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2026-03-15 · Lent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I believe in one God,</a:t>
            </a:r>
          </a:p>
          <a:p>
            <a:pPr>
              <a:spcAft>
                <a:spcPts val="500"/>
              </a:spcAft>
              <a:defRPr sz="1900" b="0" i="0">
                <a:solidFill>
                  <a:srgbClr val="FAF8F4"/>
                </a:solidFill>
                <a:latin typeface="Calibri"/>
              </a:defRPr>
            </a:pPr>
            <a:r>
              <a:t>the Father almighty,</a:t>
            </a:r>
          </a:p>
          <a:p>
            <a:pPr>
              <a:spcAft>
                <a:spcPts val="500"/>
              </a:spcAft>
              <a:defRPr sz="1900" b="0" i="0">
                <a:solidFill>
                  <a:srgbClr val="FAF8F4"/>
                </a:solidFill>
                <a:latin typeface="Calibri"/>
              </a:defRPr>
            </a:pPr>
            <a:r>
              <a:t>maker of heaven and earth,</a:t>
            </a:r>
          </a:p>
          <a:p>
            <a:pPr>
              <a:spcAft>
                <a:spcPts val="500"/>
              </a:spcAft>
              <a:defRPr sz="1900" b="0" i="0">
                <a:solidFill>
                  <a:srgbClr val="FAF8F4"/>
                </a:solidFill>
                <a:latin typeface="Calibri"/>
              </a:defRPr>
            </a:pPr>
            <a:r>
              <a:t>of all things visible and invisible.</a:t>
            </a:r>
          </a:p>
          <a:p>
            <a:pPr>
              <a:spcAft>
                <a:spcPts val="500"/>
              </a:spcAft>
              <a:defRPr sz="1900" b="0" i="0">
                <a:solidFill>
                  <a:srgbClr val="FAF8F4"/>
                </a:solidFill>
                <a:latin typeface="Calibri"/>
              </a:defRPr>
            </a:pPr>
            <a:r>
              <a:t>I believe in one Lord Jesus Christ,</a:t>
            </a:r>
          </a:p>
          <a:p>
            <a:pPr>
              <a:spcAft>
                <a:spcPts val="500"/>
              </a:spcAft>
              <a:defRPr sz="1900" b="0" i="0">
                <a:solidFill>
                  <a:srgbClr val="FAF8F4"/>
                </a:solidFill>
                <a:latin typeface="Calibri"/>
              </a:defRPr>
            </a:pPr>
            <a:r>
              <a:t>the Only Begotten Son of God,</a:t>
            </a:r>
          </a:p>
          <a:p>
            <a:pPr>
              <a:spcAft>
                <a:spcPts val="500"/>
              </a:spcAft>
              <a:defRPr sz="1900" b="0" i="0">
                <a:solidFill>
                  <a:srgbClr val="FAF8F4"/>
                </a:solidFill>
                <a:latin typeface="Calibri"/>
              </a:defRPr>
            </a:pPr>
            <a:r>
              <a:t>born of the Father before all ages.</a:t>
            </a:r>
          </a:p>
          <a:p>
            <a:pPr>
              <a:spcAft>
                <a:spcPts val="500"/>
              </a:spcAft>
              <a:defRPr sz="1900" b="0" i="0">
                <a:solidFill>
                  <a:srgbClr val="FAF8F4"/>
                </a:solidFill>
                <a:latin typeface="Calibri"/>
              </a:defRPr>
            </a:pPr>
            <a:r>
              <a:t>God from God, Light from Light,</a:t>
            </a:r>
          </a:p>
          <a:p>
            <a:pPr>
              <a:spcAft>
                <a:spcPts val="500"/>
              </a:spcAft>
              <a:defRPr sz="1900" b="0" i="0">
                <a:solidFill>
                  <a:srgbClr val="FAF8F4"/>
                </a:solidFill>
                <a:latin typeface="Calibri"/>
              </a:defRPr>
            </a:pPr>
            <a:r>
              <a:t>true God from true God,</a:t>
            </a:r>
          </a:p>
          <a:p>
            <a:pPr>
              <a:spcAft>
                <a:spcPts val="500"/>
              </a:spcAft>
              <a:defRPr sz="1900" b="0" i="0">
                <a:solidFill>
                  <a:srgbClr val="FAF8F4"/>
                </a:solidFill>
                <a:latin typeface="Calibri"/>
              </a:defRPr>
            </a:pPr>
            <a:r>
              <a:t>begotten, not made, consubstantial with the Father;</a:t>
            </a:r>
          </a:p>
          <a:p>
            <a:pPr>
              <a:spcAft>
                <a:spcPts val="500"/>
              </a:spcAft>
              <a:defRPr sz="1900" b="0" i="0">
                <a:solidFill>
                  <a:srgbClr val="FAF8F4"/>
                </a:solidFill>
                <a:latin typeface="Calibri"/>
              </a:defRPr>
            </a:pPr>
            <a:r>
              <a:t>through him all things were made.</a:t>
            </a:r>
          </a:p>
          <a:p>
            <a:pPr>
              <a:spcAft>
                <a:spcPts val="500"/>
              </a:spcAft>
              <a:defRPr sz="1900" b="0" i="0">
                <a:solidFill>
                  <a:srgbClr val="FAF8F4"/>
                </a:solidFill>
                <a:latin typeface="Calibri"/>
              </a:defRPr>
            </a:pPr>
            <a:r>
              <a:t>For us men and for our salvation</a:t>
            </a:r>
          </a:p>
          <a:p>
            <a:pPr>
              <a:spcAft>
                <a:spcPts val="500"/>
              </a:spcAft>
              <a:defRPr sz="1900" b="0" i="0">
                <a:solidFill>
                  <a:srgbClr val="FAF8F4"/>
                </a:solidFill>
                <a:latin typeface="Calibri"/>
              </a:defRPr>
            </a:pPr>
            <a:r>
              <a:t>he came down from heaven,</a:t>
            </a:r>
          </a:p>
          <a:p>
            <a:pPr>
              <a:spcAft>
                <a:spcPts val="500"/>
              </a:spcAft>
              <a:defRPr sz="1900" b="0" i="0">
                <a:solidFill>
                  <a:srgbClr val="FAF8F4"/>
                </a:solidFill>
                <a:latin typeface="Calibri"/>
              </a:defRPr>
            </a:pPr>
            <a:r>
              <a:t>and by the Holy Spirit was incarnate of the Virgin Mary,</a:t>
            </a:r>
          </a:p>
          <a:p>
            <a:pPr>
              <a:spcAft>
                <a:spcPts val="500"/>
              </a:spcAft>
              <a:defRPr sz="1900" b="0" i="0">
                <a:solidFill>
                  <a:srgbClr val="FAF8F4"/>
                </a:solidFill>
                <a:latin typeface="Calibri"/>
              </a:defRPr>
            </a:pPr>
            <a:r>
              <a:t>and became man.</a:t>
            </a:r>
          </a:p>
          <a:p>
            <a:pPr>
              <a:spcAft>
                <a:spcPts val="500"/>
              </a:spcAft>
              <a:defRPr sz="1900" b="0" i="0">
                <a:solidFill>
                  <a:srgbClr val="FAF8F4"/>
                </a:solidFill>
                <a:latin typeface="Calibri"/>
              </a:defRPr>
            </a:pPr>
            <a:r>
              <a:t>For our sake he was crucified under Pontius Pilate,</a:t>
            </a:r>
          </a:p>
          <a:p>
            <a:pPr>
              <a:spcAft>
                <a:spcPts val="500"/>
              </a:spcAft>
              <a:defRPr sz="1900" b="0" i="0">
                <a:solidFill>
                  <a:srgbClr val="FAF8F4"/>
                </a:solidFill>
                <a:latin typeface="Calibri"/>
              </a:defRPr>
            </a:pPr>
            <a:r>
              <a:t>he suffered death and was buried,</a:t>
            </a:r>
          </a:p>
          <a:p>
            <a:pPr>
              <a:spcAft>
                <a:spcPts val="500"/>
              </a:spcAft>
              <a:defRPr sz="1900" b="0" i="0">
                <a:solidFill>
                  <a:srgbClr val="FAF8F4"/>
                </a:solidFill>
                <a:latin typeface="Calibri"/>
              </a:defRPr>
            </a:pPr>
            <a:r>
              <a:t>and rose again on the third day</a:t>
            </a:r>
          </a:p>
          <a:p>
            <a:pPr>
              <a:spcAft>
                <a:spcPts val="500"/>
              </a:spcAft>
              <a:defRPr sz="1900" b="0" i="0">
                <a:solidFill>
                  <a:srgbClr val="FAF8F4"/>
                </a:solidFill>
                <a:latin typeface="Calibri"/>
              </a:defRPr>
            </a:pPr>
            <a:r>
              <a:t>in accordance with the Scriptures.</a:t>
            </a:r>
          </a:p>
          <a:p>
            <a:pPr>
              <a:spcAft>
                <a:spcPts val="500"/>
              </a:spcAft>
              <a:defRPr sz="1900" b="0" i="0">
                <a:solidFill>
                  <a:srgbClr val="FAF8F4"/>
                </a:solidFill>
                <a:latin typeface="Calibri"/>
              </a:defRPr>
            </a:pPr>
            <a:r>
              <a:t>He ascended into heaven</a:t>
            </a:r>
          </a:p>
          <a:p>
            <a:pPr>
              <a:spcAft>
                <a:spcPts val="500"/>
              </a:spcAft>
              <a:defRPr sz="1900" b="0" i="0">
                <a:solidFill>
                  <a:srgbClr val="FAF8F4"/>
                </a:solidFill>
                <a:latin typeface="Calibri"/>
              </a:defRPr>
            </a:pPr>
            <a:r>
              <a:t>and is seated at the right hand of the Father.</a:t>
            </a:r>
          </a:p>
          <a:p>
            <a:pPr>
              <a:spcAft>
                <a:spcPts val="500"/>
              </a:spcAft>
              <a:defRPr sz="1900" b="0" i="0">
                <a:solidFill>
                  <a:srgbClr val="FAF8F4"/>
                </a:solidFill>
                <a:latin typeface="Calibri"/>
              </a:defRPr>
            </a:pPr>
            <a:r>
              <a:t>He will come again in glory</a:t>
            </a:r>
          </a:p>
          <a:p>
            <a:pPr>
              <a:spcAft>
                <a:spcPts val="500"/>
              </a:spcAft>
              <a:defRPr sz="1900" b="0" i="0">
                <a:solidFill>
                  <a:srgbClr val="FAF8F4"/>
                </a:solidFill>
                <a:latin typeface="Calibri"/>
              </a:defRPr>
            </a:pPr>
            <a:r>
              <a:t>to judge the living and the dead</a:t>
            </a:r>
          </a:p>
          <a:p>
            <a:pPr>
              <a:spcAft>
                <a:spcPts val="500"/>
              </a:spcAft>
              <a:defRPr sz="1900" b="0" i="0">
                <a:solidFill>
                  <a:srgbClr val="FAF8F4"/>
                </a:solidFill>
                <a:latin typeface="Calibri"/>
              </a:defRPr>
            </a:pPr>
            <a:r>
              <a:t>and his kingdom will have no end.</a:t>
            </a:r>
          </a:p>
          <a:p>
            <a:pPr>
              <a:spcAft>
                <a:spcPts val="500"/>
              </a:spcAft>
              <a:defRPr sz="1900" b="0" i="0">
                <a:solidFill>
                  <a:srgbClr val="FAF8F4"/>
                </a:solidFill>
                <a:latin typeface="Calibri"/>
              </a:defRPr>
            </a:pPr>
            <a:r>
              <a:t>I believe in the Holy Spirit, the Lord, the giver of life,</a:t>
            </a:r>
          </a:p>
          <a:p>
            <a:pPr>
              <a:spcAft>
                <a:spcPts val="500"/>
              </a:spcAft>
              <a:defRPr sz="1900" b="0" i="0">
                <a:solidFill>
                  <a:srgbClr val="FAF8F4"/>
                </a:solidFill>
                <a:latin typeface="Calibri"/>
              </a:defRPr>
            </a:pPr>
            <a:r>
              <a:t>who proceeds from the Father and the Son,</a:t>
            </a:r>
          </a:p>
          <a:p>
            <a:pPr>
              <a:spcAft>
                <a:spcPts val="500"/>
              </a:spcAft>
              <a:defRPr sz="1900" b="0" i="0">
                <a:solidFill>
                  <a:srgbClr val="FAF8F4"/>
                </a:solidFill>
                <a:latin typeface="Calibri"/>
              </a:defRPr>
            </a:pPr>
            <a:r>
              <a:t>who with the Father and the Son is adored and glorified,</a:t>
            </a:r>
          </a:p>
          <a:p>
            <a:pPr>
              <a:spcAft>
                <a:spcPts val="500"/>
              </a:spcAft>
              <a:defRPr sz="1900" b="0" i="0">
                <a:solidFill>
                  <a:srgbClr val="FAF8F4"/>
                </a:solidFill>
                <a:latin typeface="Calibri"/>
              </a:defRPr>
            </a:pPr>
            <a:r>
              <a:t>who has spoken through the prophets.</a:t>
            </a:r>
          </a:p>
          <a:p>
            <a:pPr>
              <a:spcAft>
                <a:spcPts val="500"/>
              </a:spcAft>
              <a:defRPr sz="1900" b="0" i="0">
                <a:solidFill>
                  <a:srgbClr val="FAF8F4"/>
                </a:solidFill>
                <a:latin typeface="Calibri"/>
              </a:defRPr>
            </a:pPr>
            <a:r>
              <a:t>I believe in one, holy, catholic and apostolic Church.</a:t>
            </a:r>
          </a:p>
          <a:p>
            <a:pPr>
              <a:spcAft>
                <a:spcPts val="500"/>
              </a:spcAft>
              <a:defRPr sz="1900" b="0" i="0">
                <a:solidFill>
                  <a:srgbClr val="FAF8F4"/>
                </a:solidFill>
                <a:latin typeface="Calibri"/>
              </a:defRPr>
            </a:pPr>
            <a:r>
              <a:t>I confess one Baptism for the forgiveness of sins</a:t>
            </a:r>
          </a:p>
          <a:p>
            <a:pPr>
              <a:spcAft>
                <a:spcPts val="500"/>
              </a:spcAft>
              <a:defRPr sz="1900" b="0" i="0">
                <a:solidFill>
                  <a:srgbClr val="FAF8F4"/>
                </a:solidFill>
                <a:latin typeface="Calibri"/>
              </a:defRPr>
            </a:pPr>
            <a:r>
              <a:t>and I look forward to the resurrection of the dead</a:t>
            </a:r>
          </a:p>
          <a:p>
            <a:pPr>
              <a:spcAft>
                <a:spcPts val="500"/>
              </a:spcAft>
              <a:defRPr sz="1900" b="0" i="0">
                <a:solidFill>
                  <a:srgbClr val="FAF8F4"/>
                </a:solidFill>
                <a:latin typeface="Calibri"/>
              </a:defRPr>
            </a:pPr>
            <a:r>
              <a:t>and the life of the world to come.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Nicene Creed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9:1-41)</a:t>
            </a:r>
          </a:p>
          <a:p>
            <a:pPr>
              <a:spcAft>
                <a:spcPts val="300"/>
              </a:spcAft>
              <a:defRPr sz="2100" b="0" i="0">
                <a:solidFill>
                  <a:srgbClr val="FAF8F4"/>
                </a:solidFill>
                <a:latin typeface="Calibri"/>
              </a:defRPr>
            </a:pPr>
            <a:r>
              <a:t>“Neither he nor his parents sinned; it is so that the works of God might be made visible through him.”</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2026-03-15 · Lent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FFDA91"/>
                </a:solidFill>
                <a:latin typeface="Calibri"/>
              </a:defRPr>
            </a:pPr>
            <a:r>
              <a:t>For the holy Church of God throughout the world, that the Lord may guard her and grant her peace and unity according to his will: let us pray to the Lord.</a:t>
            </a:r>
          </a:p>
          <a:p>
            <a:pPr>
              <a:spcAft>
                <a:spcPts val="500"/>
              </a:spcAft>
              <a:defRPr sz="2000" b="1" i="0">
                <a:solidFill>
                  <a:srgbClr val="FAF8F4"/>
                </a:solidFill>
                <a:latin typeface="Calibri"/>
              </a:defRPr>
            </a:pPr>
            <a:r>
              <a:t>Lord, hear our prayer.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Prayer of the Faithful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Priest concludes the Prayer of the Faithful with a prayer in full, for example:</a:t>
            </a:r>
          </a:p>
          <a:p>
            <a:pPr>
              <a:spcAft>
                <a:spcPts val="500"/>
              </a:spcAft>
              <a:defRPr sz="2000" b="1" i="0">
                <a:solidFill>
                  <a:srgbClr val="FFDA91"/>
                </a:solidFill>
                <a:latin typeface="Calibri"/>
              </a:defRPr>
            </a:pPr>
            <a:r>
              <a:t>Heavenly Father, hear the prayers of the Church, which we make through Christ our Lord.</a:t>
            </a:r>
          </a:p>
          <a:p>
            <a:pPr>
              <a:spcAft>
                <a:spcPts val="500"/>
              </a:spcAft>
              <a:defRPr sz="2000" b="1"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Prayer of the Faithful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9:1-41)</a:t>
            </a:r>
          </a:p>
          <a:p>
            <a:pPr>
              <a:spcAft>
                <a:spcPts val="300"/>
              </a:spcAft>
              <a:defRPr sz="2100" b="0" i="0">
                <a:solidFill>
                  <a:srgbClr val="FAF8F4"/>
                </a:solidFill>
                <a:latin typeface="Calibri"/>
              </a:defRPr>
            </a:pPr>
            <a:r>
              <a:t>“Neither he nor his parents sinned; it is so that the works of God might be made visible through him.”</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2026-03-15 · Lent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Christify</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CHRISTIFY THE GIFTS WE BRING TO YOU</a:t>
            </a:r>
          </a:p>
          <a:p>
            <a:pPr algn="ctr">
              <a:lnSpc>
                <a:spcPct val="105000"/>
              </a:lnSpc>
              <a:spcAft>
                <a:spcPts val="1000"/>
              </a:spcAft>
              <a:defRPr sz="3800" b="1" i="0">
                <a:solidFill>
                  <a:srgbClr val="FFFFFF"/>
                </a:solidFill>
                <a:latin typeface="Arial Black"/>
              </a:defRPr>
            </a:pPr>
            <a:r>
              <a:t>BOUNTY OF THE EARTH RECEIVE ANEW</a:t>
            </a:r>
          </a:p>
          <a:p>
            <a:pPr algn="ctr">
              <a:lnSpc>
                <a:spcPct val="105000"/>
              </a:lnSpc>
              <a:spcAft>
                <a:spcPts val="1000"/>
              </a:spcAft>
              <a:defRPr sz="3800" b="1" i="0">
                <a:solidFill>
                  <a:srgbClr val="FFFFFF"/>
                </a:solidFill>
                <a:latin typeface="Arial Black"/>
              </a:defRPr>
            </a:pPr>
            <a:r>
              <a:t>TAKE AND BLESS THE WORK OF OUR HANDS</a:t>
            </a:r>
          </a:p>
          <a:p>
            <a:pPr algn="ctr">
              <a:lnSpc>
                <a:spcPct val="105000"/>
              </a:lnSpc>
              <a:spcAft>
                <a:spcPts val="1000"/>
              </a:spcAft>
              <a:defRPr sz="3800" b="1" i="0">
                <a:solidFill>
                  <a:srgbClr val="FFFFFF"/>
                </a:solidFill>
                <a:latin typeface="Arial Black"/>
              </a:defRPr>
            </a:pPr>
            <a:r>
              <a:t>CHRISTIFY THESE GIFTS AT YOUR COMMAND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RAIN AND SUNSHINE, SEED AND SOIL,</a:t>
            </a:r>
          </a:p>
          <a:p>
            <a:pPr algn="ctr">
              <a:lnSpc>
                <a:spcPct val="105000"/>
              </a:lnSpc>
              <a:spcAft>
                <a:spcPts val="1000"/>
              </a:spcAft>
              <a:defRPr sz="3800" b="1" i="0">
                <a:solidFill>
                  <a:srgbClr val="FFFFFF"/>
                </a:solidFill>
                <a:latin typeface="Arial Black"/>
              </a:defRPr>
            </a:pPr>
            <a:r>
              <a:t>DRAW FROM US THIS OFFERING TOIL.</a:t>
            </a:r>
          </a:p>
          <a:p>
            <a:pPr algn="ctr">
              <a:lnSpc>
                <a:spcPct val="105000"/>
              </a:lnSpc>
              <a:spcAft>
                <a:spcPts val="1000"/>
              </a:spcAft>
              <a:defRPr sz="3800" b="1" i="0">
                <a:solidFill>
                  <a:srgbClr val="FFFFFF"/>
                </a:solidFill>
                <a:latin typeface="Arial Black"/>
              </a:defRPr>
            </a:pPr>
            <a:r>
              <a:t>MAKE US WORTHY OF YOUR NAME</a:t>
            </a:r>
          </a:p>
          <a:p>
            <a:pPr algn="ctr">
              <a:lnSpc>
                <a:spcPct val="105000"/>
              </a:lnSpc>
              <a:spcAft>
                <a:spcPts val="1000"/>
              </a:spcAft>
              <a:defRPr sz="3800" b="1" i="0">
                <a:solidFill>
                  <a:srgbClr val="FFFFFF"/>
                </a:solidFill>
                <a:latin typeface="Arial Black"/>
              </a:defRPr>
            </a:pPr>
            <a:r>
              <a:t>AS WE SHARE YOUR BREAD AND WINE.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CHRISTIFY THE GIFTS WE BRING TO YOU</a:t>
            </a:r>
          </a:p>
          <a:p>
            <a:pPr algn="ctr">
              <a:lnSpc>
                <a:spcPct val="105000"/>
              </a:lnSpc>
              <a:spcAft>
                <a:spcPts val="1000"/>
              </a:spcAft>
              <a:defRPr sz="3800" b="1" i="0">
                <a:solidFill>
                  <a:srgbClr val="FFFFFF"/>
                </a:solidFill>
                <a:latin typeface="Arial Black"/>
              </a:defRPr>
            </a:pPr>
            <a:r>
              <a:t>BOUNTY OF THE EARTH RECEIVE ANEW</a:t>
            </a:r>
          </a:p>
          <a:p>
            <a:pPr algn="ctr">
              <a:lnSpc>
                <a:spcPct val="105000"/>
              </a:lnSpc>
              <a:spcAft>
                <a:spcPts val="1000"/>
              </a:spcAft>
              <a:defRPr sz="3800" b="1" i="0">
                <a:solidFill>
                  <a:srgbClr val="FFFFFF"/>
                </a:solidFill>
                <a:latin typeface="Arial Black"/>
              </a:defRPr>
            </a:pPr>
            <a:r>
              <a:t>TAKE AND BLESS THE WORK OF OUR HANDS</a:t>
            </a:r>
          </a:p>
          <a:p>
            <a:pPr algn="ctr">
              <a:lnSpc>
                <a:spcPct val="105000"/>
              </a:lnSpc>
              <a:spcAft>
                <a:spcPts val="1000"/>
              </a:spcAft>
              <a:defRPr sz="3800" b="1" i="0">
                <a:solidFill>
                  <a:srgbClr val="FFFFFF"/>
                </a:solidFill>
                <a:latin typeface="Arial Black"/>
              </a:defRPr>
            </a:pPr>
            <a:r>
              <a:t>CHRISTIFY THESE GIFTS AT YOUR COMMAND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BLESS US THIS DAY THAT WE MAY PROVE</a:t>
            </a:r>
          </a:p>
          <a:p>
            <a:pPr algn="ctr">
              <a:lnSpc>
                <a:spcPct val="105000"/>
              </a:lnSpc>
              <a:spcAft>
                <a:spcPts val="1000"/>
              </a:spcAft>
              <a:defRPr sz="3800" b="1" i="0">
                <a:solidFill>
                  <a:srgbClr val="FFFFFF"/>
                </a:solidFill>
                <a:latin typeface="Arial Black"/>
              </a:defRPr>
            </a:pPr>
            <a:r>
              <a:t>WORTHY OF THE LIFE WE HAVE IN YOU.</a:t>
            </a:r>
          </a:p>
          <a:p>
            <a:pPr algn="ctr">
              <a:lnSpc>
                <a:spcPct val="105000"/>
              </a:lnSpc>
              <a:spcAft>
                <a:spcPts val="1000"/>
              </a:spcAft>
              <a:defRPr sz="3800" b="1" i="0">
                <a:solidFill>
                  <a:srgbClr val="FFFFFF"/>
                </a:solidFill>
                <a:latin typeface="Arial Black"/>
              </a:defRPr>
            </a:pPr>
            <a:r>
              <a:t>MAKE US YOUR LIVING BODY HERE,</a:t>
            </a:r>
          </a:p>
          <a:p>
            <a:pPr algn="ctr">
              <a:lnSpc>
                <a:spcPct val="105000"/>
              </a:lnSpc>
              <a:spcAft>
                <a:spcPts val="1000"/>
              </a:spcAft>
              <a:defRPr sz="3800" b="1" i="0">
                <a:solidFill>
                  <a:srgbClr val="FFFFFF"/>
                </a:solidFill>
                <a:latin typeface="Arial Black"/>
              </a:defRPr>
            </a:pPr>
            <a:r>
              <a:t>BRINGING YOUR LOVE TO ALL WE MEET.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CHRISTIFY THE GIFTS WE BRING TO YOU</a:t>
            </a:r>
          </a:p>
          <a:p>
            <a:pPr algn="ctr">
              <a:lnSpc>
                <a:spcPct val="105000"/>
              </a:lnSpc>
              <a:spcAft>
                <a:spcPts val="1000"/>
              </a:spcAft>
              <a:defRPr sz="3800" b="1" i="0">
                <a:solidFill>
                  <a:srgbClr val="FFFFFF"/>
                </a:solidFill>
                <a:latin typeface="Arial Black"/>
              </a:defRPr>
            </a:pPr>
            <a:r>
              <a:t>BOUNTY OF THE EARTH RECEIVE ANEW</a:t>
            </a:r>
          </a:p>
          <a:p>
            <a:pPr algn="ctr">
              <a:lnSpc>
                <a:spcPct val="105000"/>
              </a:lnSpc>
              <a:spcAft>
                <a:spcPts val="1000"/>
              </a:spcAft>
              <a:defRPr sz="3800" b="1" i="0">
                <a:solidFill>
                  <a:srgbClr val="FFFFFF"/>
                </a:solidFill>
                <a:latin typeface="Arial Black"/>
              </a:defRPr>
            </a:pPr>
            <a:r>
              <a:t>TAKE AND BLESS THE WORK OF OUR HANDS</a:t>
            </a:r>
          </a:p>
          <a:p>
            <a:pPr algn="ctr">
              <a:lnSpc>
                <a:spcPct val="105000"/>
              </a:lnSpc>
              <a:spcAft>
                <a:spcPts val="1000"/>
              </a:spcAft>
              <a:defRPr sz="3800" b="1" i="0">
                <a:solidFill>
                  <a:srgbClr val="FFFFFF"/>
                </a:solidFill>
                <a:latin typeface="Arial Black"/>
              </a:defRPr>
            </a:pPr>
            <a:r>
              <a:t>CHRISTIFY THESE GIFTS AT YOUR COMMAND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Pray, brethren, that my sacrifice and yours may be acceptable to God, the almighty Father.</a:t>
            </a:r>
          </a:p>
          <a:p>
            <a:pPr>
              <a:spcAft>
                <a:spcPts val="500"/>
              </a:spcAft>
              <a:defRPr sz="2000" b="1" i="0">
                <a:solidFill>
                  <a:srgbClr val="FAF8F4"/>
                </a:solidFill>
                <a:latin typeface="Calibri"/>
              </a:defRPr>
            </a:pPr>
            <a:r>
              <a:t>May the Lord accept the sacrifice at your hands, for the praise and glory of his name, for our good and the good of all his holy Church.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Lord be with you.</a:t>
            </a:r>
          </a:p>
          <a:p>
            <a:pPr>
              <a:spcAft>
                <a:spcPts val="500"/>
              </a:spcAft>
              <a:defRPr sz="2000" b="1" i="0">
                <a:solidFill>
                  <a:srgbClr val="FAF8F4"/>
                </a:solidFill>
                <a:latin typeface="Calibri"/>
              </a:defRPr>
            </a:pPr>
            <a:r>
              <a:t>And with your spirit.</a:t>
            </a:r>
          </a:p>
          <a:p>
            <a:pPr>
              <a:spcAft>
                <a:spcPts val="500"/>
              </a:spcAft>
              <a:defRPr sz="2000" b="1" i="0">
                <a:solidFill>
                  <a:srgbClr val="FFDA91"/>
                </a:solidFill>
                <a:latin typeface="Calibri"/>
              </a:defRPr>
            </a:pPr>
            <a:r>
              <a:t>Lift up your hearts.</a:t>
            </a:r>
          </a:p>
          <a:p>
            <a:pPr>
              <a:spcAft>
                <a:spcPts val="500"/>
              </a:spcAft>
              <a:defRPr sz="2000" b="1" i="0">
                <a:solidFill>
                  <a:srgbClr val="FAF8F4"/>
                </a:solidFill>
                <a:latin typeface="Calibri"/>
              </a:defRPr>
            </a:pPr>
            <a:r>
              <a:t>We lift them up to the Lord.</a:t>
            </a:r>
          </a:p>
          <a:p>
            <a:pPr>
              <a:spcAft>
                <a:spcPts val="500"/>
              </a:spcAft>
              <a:defRPr sz="2000" b="1" i="0">
                <a:solidFill>
                  <a:srgbClr val="FFDA91"/>
                </a:solidFill>
                <a:latin typeface="Calibri"/>
              </a:defRPr>
            </a:pPr>
            <a:r>
              <a:t>Let us give thanks to the Lord our God.</a:t>
            </a:r>
          </a:p>
          <a:p>
            <a:pPr>
              <a:spcAft>
                <a:spcPts val="500"/>
              </a:spcAft>
              <a:defRPr sz="2000" b="1" i="0">
                <a:solidFill>
                  <a:srgbClr val="FAF8F4"/>
                </a:solidFill>
                <a:latin typeface="Calibri"/>
              </a:defRPr>
            </a:pPr>
            <a:r>
              <a:t>It is right and just.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FFDA91"/>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Holy, Holy, Holy Lord God of hosts.</a:t>
            </a:r>
          </a:p>
          <a:p>
            <a:pPr>
              <a:spcAft>
                <a:spcPts val="500"/>
              </a:spcAft>
              <a:defRPr sz="1900" b="0" i="0">
                <a:solidFill>
                  <a:srgbClr val="FAF8F4"/>
                </a:solidFill>
                <a:latin typeface="Calibri"/>
              </a:defRPr>
            </a:pPr>
            <a:r>
              <a:t>Heaven and earth are full of your glory.</a:t>
            </a:r>
          </a:p>
          <a:p>
            <a:pPr>
              <a:spcAft>
                <a:spcPts val="500"/>
              </a:spcAft>
              <a:defRPr sz="1900" b="0" i="0">
                <a:solidFill>
                  <a:srgbClr val="FAF8F4"/>
                </a:solidFill>
                <a:latin typeface="Calibri"/>
              </a:defRPr>
            </a:pPr>
            <a:r>
              <a:t>Hosanna in the highest.</a:t>
            </a:r>
          </a:p>
          <a:p>
            <a:pPr>
              <a:spcAft>
                <a:spcPts val="500"/>
              </a:spcAft>
              <a:defRPr sz="1900" b="0" i="0">
                <a:solidFill>
                  <a:srgbClr val="FAF8F4"/>
                </a:solidFill>
                <a:latin typeface="Calibri"/>
              </a:defRPr>
            </a:pPr>
            <a:r>
              <a:t>Blessed is he who comes in the name of the Lord.</a:t>
            </a:r>
          </a:p>
          <a:p>
            <a:pPr>
              <a:spcAft>
                <a:spcPts val="500"/>
              </a:spcAft>
              <a:defRPr sz="1900" b="0" i="0">
                <a:solidFill>
                  <a:srgbClr val="FAF8F4"/>
                </a:solidFill>
                <a:latin typeface="Calibri"/>
              </a:defRPr>
            </a:pPr>
            <a:r>
              <a:t>Hosanna in the highest.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Sanctus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We proclaim your Death, O Lord,</a:t>
            </a:r>
          </a:p>
          <a:p>
            <a:pPr>
              <a:spcAft>
                <a:spcPts val="500"/>
              </a:spcAft>
              <a:defRPr sz="1900" b="0" i="0">
                <a:solidFill>
                  <a:srgbClr val="FAF8F4"/>
                </a:solidFill>
                <a:latin typeface="Calibri"/>
              </a:defRPr>
            </a:pPr>
            <a:r>
              <a:t>and profess your Resurrection</a:t>
            </a:r>
          </a:p>
          <a:p>
            <a:pPr>
              <a:spcAft>
                <a:spcPts val="500"/>
              </a:spcAft>
              <a:defRPr sz="1900" b="0" i="0">
                <a:solidFill>
                  <a:srgbClr val="FAF8F4"/>
                </a:solidFill>
                <a:latin typeface="Calibri"/>
              </a:defRPr>
            </a:pPr>
            <a:r>
              <a:t>until you come again.</a:t>
            </a:r>
          </a:p>
          <a:p>
            <a:pPr>
              <a:spcAft>
                <a:spcPts val="500"/>
              </a:spcAft>
              <a:defRPr sz="1500" b="0" i="1">
                <a:solidFill>
                  <a:srgbClr val="FFDA91"/>
                </a:solidFill>
                <a:latin typeface="Calibri"/>
              </a:defRPr>
            </a:pPr>
            <a:r>
              <a:t>(Alternate forms may be used as approved by the Conference of Bishops.)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The Eucharistic Prayer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FFDA91"/>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Amen.</a:t>
            </a:r>
          </a:p>
          <a:p>
            <a:pPr>
              <a:spcAft>
                <a:spcPts val="500"/>
              </a:spcAft>
              <a:defRPr sz="1500" b="0" i="1">
                <a:solidFill>
                  <a:srgbClr val="FFDA91"/>
                </a:solidFill>
                <a:latin typeface="Calibri"/>
              </a:defRPr>
            </a:pPr>
            <a:r>
              <a:t>The people respond “Amen” once to the doxology at the end of the Eucharistic Prayer, unless local solemn custom repeats 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Great Amen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Our Father, who art in heaven,</a:t>
            </a:r>
          </a:p>
          <a:p>
            <a:pPr>
              <a:spcAft>
                <a:spcPts val="500"/>
              </a:spcAft>
              <a:defRPr sz="1900" b="0" i="0">
                <a:solidFill>
                  <a:srgbClr val="FAF8F4"/>
                </a:solidFill>
                <a:latin typeface="Calibri"/>
              </a:defRPr>
            </a:pPr>
            <a:r>
              <a:t>hallowed be thy name;</a:t>
            </a:r>
          </a:p>
          <a:p>
            <a:pPr>
              <a:spcAft>
                <a:spcPts val="500"/>
              </a:spcAft>
              <a:defRPr sz="1900" b="0" i="0">
                <a:solidFill>
                  <a:srgbClr val="FAF8F4"/>
                </a:solidFill>
                <a:latin typeface="Calibri"/>
              </a:defRPr>
            </a:pPr>
            <a:r>
              <a:t>thy kingdom come,</a:t>
            </a:r>
          </a:p>
          <a:p>
            <a:pPr>
              <a:spcAft>
                <a:spcPts val="500"/>
              </a:spcAft>
              <a:defRPr sz="1900" b="0" i="0">
                <a:solidFill>
                  <a:srgbClr val="FAF8F4"/>
                </a:solidFill>
                <a:latin typeface="Calibri"/>
              </a:defRPr>
            </a:pPr>
            <a:r>
              <a:t>thy will be done,</a:t>
            </a:r>
          </a:p>
          <a:p>
            <a:pPr>
              <a:spcAft>
                <a:spcPts val="500"/>
              </a:spcAft>
              <a:defRPr sz="1900" b="0" i="0">
                <a:solidFill>
                  <a:srgbClr val="FAF8F4"/>
                </a:solidFill>
                <a:latin typeface="Calibri"/>
              </a:defRPr>
            </a:pPr>
            <a:r>
              <a:t>on earth as it is in heaven.</a:t>
            </a:r>
          </a:p>
          <a:p>
            <a:pPr>
              <a:spcAft>
                <a:spcPts val="500"/>
              </a:spcAft>
              <a:defRPr sz="1900" b="0" i="0">
                <a:solidFill>
                  <a:srgbClr val="FAF8F4"/>
                </a:solidFill>
                <a:latin typeface="Calibri"/>
              </a:defRPr>
            </a:pPr>
            <a:r>
              <a:t>Give us this day our daily bread;</a:t>
            </a:r>
          </a:p>
          <a:p>
            <a:pPr>
              <a:spcAft>
                <a:spcPts val="500"/>
              </a:spcAft>
              <a:defRPr sz="1900" b="0" i="0">
                <a:solidFill>
                  <a:srgbClr val="FAF8F4"/>
                </a:solidFill>
                <a:latin typeface="Calibri"/>
              </a:defRPr>
            </a:pPr>
            <a:r>
              <a:t>and forgive us our trespasses,</a:t>
            </a:r>
          </a:p>
          <a:p>
            <a:pPr>
              <a:spcAft>
                <a:spcPts val="500"/>
              </a:spcAft>
              <a:defRPr sz="1900" b="0" i="0">
                <a:solidFill>
                  <a:srgbClr val="FAF8F4"/>
                </a:solidFill>
                <a:latin typeface="Calibri"/>
              </a:defRPr>
            </a:pPr>
            <a:r>
              <a:t>as we forgive those who trespass against us;</a:t>
            </a:r>
          </a:p>
          <a:p>
            <a:pPr>
              <a:spcAft>
                <a:spcPts val="500"/>
              </a:spcAft>
              <a:defRPr sz="1900" b="0" i="0">
                <a:solidFill>
                  <a:srgbClr val="FAF8F4"/>
                </a:solidFill>
                <a:latin typeface="Calibri"/>
              </a:defRPr>
            </a:pPr>
            <a:r>
              <a:t>and lead us not into temptation,</a:t>
            </a:r>
          </a:p>
          <a:p>
            <a:pPr>
              <a:spcAft>
                <a:spcPts val="500"/>
              </a:spcAft>
              <a:defRPr sz="1900" b="0" i="0">
                <a:solidFill>
                  <a:srgbClr val="FAF8F4"/>
                </a:solidFill>
                <a:latin typeface="Calibri"/>
              </a:defRPr>
            </a:pPr>
            <a:r>
              <a:t>but deliver us from evil.</a:t>
            </a:r>
          </a:p>
          <a:p>
            <a:pPr>
              <a:spcAft>
                <a:spcPts val="500"/>
              </a:spcAft>
              <a:defRPr sz="2000" b="1" i="0">
                <a:solidFill>
                  <a:srgbClr val="FFDA91"/>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AF8F4"/>
                </a:solidFill>
                <a:latin typeface="Calibri"/>
              </a:defRPr>
            </a:pPr>
            <a:r>
              <a:t>For the kingdom, the power, and the glory are yours now and for 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Our Father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9:1-41)</a:t>
            </a:r>
          </a:p>
          <a:p>
            <a:pPr>
              <a:spcAft>
                <a:spcPts val="300"/>
              </a:spcAft>
              <a:defRPr sz="2100" b="0" i="0">
                <a:solidFill>
                  <a:srgbClr val="FAF8F4"/>
                </a:solidFill>
                <a:latin typeface="Calibri"/>
              </a:defRPr>
            </a:pPr>
            <a:r>
              <a:t>“Neither he nor his parents sinned; it is so that the works of God might be made visible through him.”</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2026-03-15 · Lent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FAF8F4"/>
                </a:solidFill>
                <a:latin typeface="Calibri"/>
              </a:defRPr>
            </a:pPr>
            <a:r>
              <a:t>For the kingdom, the power, and the glory are yours, now and for ever.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The Communion Rite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9:1-41)</a:t>
            </a:r>
          </a:p>
          <a:p>
            <a:pPr>
              <a:spcAft>
                <a:spcPts val="300"/>
              </a:spcAft>
              <a:defRPr sz="2100" b="0" i="0">
                <a:solidFill>
                  <a:srgbClr val="FAF8F4"/>
                </a:solidFill>
                <a:latin typeface="Calibri"/>
              </a:defRPr>
            </a:pPr>
            <a:r>
              <a:t>“Neither he nor his parents sinned; it is so that the works of God might be made visible through him.”</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2026-03-15 · Lent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peace of the Lord be with you always.</a:t>
            </a:r>
          </a:p>
          <a:p>
            <a:pPr>
              <a:spcAft>
                <a:spcPts val="500"/>
              </a:spcAft>
              <a:defRPr sz="2000" b="1" i="0">
                <a:solidFill>
                  <a:srgbClr val="FAF8F4"/>
                </a:solidFill>
                <a:latin typeface="Calibri"/>
              </a:defRPr>
            </a:pPr>
            <a:r>
              <a:t>And with your spirit.</a:t>
            </a:r>
          </a:p>
          <a:p>
            <a:pPr>
              <a:spcAft>
                <a:spcPts val="500"/>
              </a:spcAft>
              <a:defRPr sz="1500" b="0" i="1">
                <a:solidFill>
                  <a:srgbClr val="FFDA91"/>
                </a:solidFill>
                <a:latin typeface="Calibri"/>
              </a:defRPr>
            </a:pPr>
            <a:r>
              <a:t>Let us offer each other the sign of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Sign of Peace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AF8F4"/>
                </a:solidFill>
                <a:latin typeface="Calibri"/>
              </a:defRPr>
            </a:pPr>
            <a:r>
              <a:t>Lamb of God,</a:t>
            </a:r>
          </a:p>
          <a:p>
            <a:pPr>
              <a:spcAft>
                <a:spcPts val="500"/>
              </a:spcAft>
              <a:defRPr sz="1900" b="0" i="0">
                <a:solidFill>
                  <a:srgbClr val="FAF8F4"/>
                </a:solidFill>
                <a:latin typeface="Calibri"/>
              </a:defRPr>
            </a:pPr>
            <a:r>
              <a:t>you take away the sins of the world,</a:t>
            </a:r>
          </a:p>
          <a:p>
            <a:pPr>
              <a:spcAft>
                <a:spcPts val="500"/>
              </a:spcAft>
              <a:defRPr sz="1900" b="0" i="0">
                <a:solidFill>
                  <a:srgbClr val="FAF8F4"/>
                </a:solidFill>
                <a:latin typeface="Calibri"/>
              </a:defRPr>
            </a:pPr>
            <a:r>
              <a:t>have mercy on us.</a:t>
            </a:r>
          </a:p>
          <a:p>
            <a:pPr>
              <a:spcAft>
                <a:spcPts val="500"/>
              </a:spcAft>
              <a:defRPr sz="1900" b="0" i="0">
                <a:solidFill>
                  <a:srgbClr val="FAF8F4"/>
                </a:solidFill>
                <a:latin typeface="Calibri"/>
              </a:defRPr>
            </a:pPr>
            <a:r>
              <a:t>Lamb of God,</a:t>
            </a:r>
          </a:p>
          <a:p>
            <a:pPr>
              <a:spcAft>
                <a:spcPts val="500"/>
              </a:spcAft>
              <a:defRPr sz="1900" b="0" i="0">
                <a:solidFill>
                  <a:srgbClr val="FAF8F4"/>
                </a:solidFill>
                <a:latin typeface="Calibri"/>
              </a:defRPr>
            </a:pPr>
            <a:r>
              <a:t>you take away the sins of the world,</a:t>
            </a:r>
          </a:p>
          <a:p>
            <a:pPr>
              <a:spcAft>
                <a:spcPts val="500"/>
              </a:spcAft>
              <a:defRPr sz="1900" b="0" i="0">
                <a:solidFill>
                  <a:srgbClr val="FAF8F4"/>
                </a:solidFill>
                <a:latin typeface="Calibri"/>
              </a:defRPr>
            </a:pPr>
            <a:r>
              <a:t>have mercy on us.</a:t>
            </a:r>
          </a:p>
          <a:p>
            <a:pPr>
              <a:spcAft>
                <a:spcPts val="500"/>
              </a:spcAft>
              <a:defRPr sz="1900" b="0" i="0">
                <a:solidFill>
                  <a:srgbClr val="FAF8F4"/>
                </a:solidFill>
                <a:latin typeface="Calibri"/>
              </a:defRPr>
            </a:pPr>
            <a:r>
              <a:t>Lamb of God,</a:t>
            </a:r>
          </a:p>
          <a:p>
            <a:pPr>
              <a:spcAft>
                <a:spcPts val="500"/>
              </a:spcAft>
              <a:defRPr sz="1900" b="0" i="0">
                <a:solidFill>
                  <a:srgbClr val="FAF8F4"/>
                </a:solidFill>
                <a:latin typeface="Calibri"/>
              </a:defRPr>
            </a:pPr>
            <a:r>
              <a:t>you take away the sins of the world,</a:t>
            </a:r>
          </a:p>
          <a:p>
            <a:pPr>
              <a:spcAft>
                <a:spcPts val="500"/>
              </a:spcAft>
              <a:defRPr sz="1900" b="0" i="0">
                <a:solidFill>
                  <a:srgbClr val="FAF8F4"/>
                </a:solidFill>
                <a:latin typeface="Calibri"/>
              </a:defRPr>
            </a:pPr>
            <a:r>
              <a:t>grant us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Lamb of God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Behold the Lamb of God, behold him who takes away the sins of the world. Blessed are those called to the supper of the Lamb.</a:t>
            </a:r>
          </a:p>
          <a:p>
            <a:pPr>
              <a:spcAft>
                <a:spcPts val="500"/>
              </a:spcAft>
              <a:defRPr sz="2000" b="1" i="0">
                <a:solidFill>
                  <a:srgbClr val="FAF8F4"/>
                </a:solidFill>
                <a:latin typeface="Calibri"/>
              </a:defRPr>
            </a:pPr>
            <a:r>
              <a:t>Lord, I am not worthy that you should enter under my roof, but only say the word and my soul shall be healed.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The Communion Rite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9:1-41)</a:t>
            </a:r>
          </a:p>
          <a:p>
            <a:pPr>
              <a:spcAft>
                <a:spcPts val="300"/>
              </a:spcAft>
              <a:defRPr sz="2100" b="0" i="0">
                <a:solidFill>
                  <a:srgbClr val="FAF8F4"/>
                </a:solidFill>
                <a:latin typeface="Calibri"/>
              </a:defRPr>
            </a:pPr>
            <a:r>
              <a:t>“Neither he nor his parents sinned; it is so that the works of God might be made visible through him.”</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2026-03-15 · Lent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Pananagutan</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Tanging Yaman</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Let us pray.</a:t>
            </a:r>
          </a:p>
          <a:p>
            <a:pPr>
              <a:spcAft>
                <a:spcPts val="500"/>
              </a:spcAft>
              <a:defRPr sz="1500" b="0" i="1">
                <a:solidFill>
                  <a:srgbClr val="FFDA91"/>
                </a:solidFill>
                <a:latin typeface="Calibri"/>
              </a:defRPr>
            </a:pPr>
            <a:r>
              <a:t>The Priest says the Post- Communion Prayer for the day in full from the Roman Missal. The people respond at the end.</a:t>
            </a:r>
          </a:p>
          <a:p>
            <a:pPr>
              <a:spcAft>
                <a:spcPts val="500"/>
              </a:spcAft>
              <a:defRPr sz="2000" b="1" i="0">
                <a:solidFill>
                  <a:srgbClr val="FAF8F4"/>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The Communion Rite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9:1-41)</a:t>
            </a:r>
          </a:p>
          <a:p>
            <a:pPr>
              <a:spcAft>
                <a:spcPts val="300"/>
              </a:spcAft>
              <a:defRPr sz="2100" b="0" i="0">
                <a:solidFill>
                  <a:srgbClr val="FAF8F4"/>
                </a:solidFill>
                <a:latin typeface="Calibri"/>
              </a:defRPr>
            </a:pPr>
            <a:r>
              <a:t>“Neither he nor his parents sinned; it is so that the works of God might be made visible through him.”</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2026-03-15 · Lent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CHURCH ANNOUNCEMENTS</a:t>
            </a:r>
          </a:p>
          <a:p>
            <a:pPr>
              <a:spcAft>
                <a:spcPts val="500"/>
              </a:spcAft>
              <a:defRPr sz="1500" b="0" i="1">
                <a:solidFill>
                  <a:srgbClr val="FFDA91"/>
                </a:solidFill>
                <a:latin typeface="Calibri"/>
              </a:defRPr>
            </a:pPr>
            <a:r>
              <a:t>Insert bulletin points with complete sentences on the following slides or edit this deck.</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Welcome newcomers!</a:t>
            </a:r>
          </a:p>
          <a:p>
            <a:pPr>
              <a:spcAft>
                <a:spcPts val="500"/>
              </a:spcAft>
              <a:defRPr sz="1500" b="0" i="1">
                <a:solidFill>
                  <a:srgbClr val="FFDA91"/>
                </a:solidFill>
                <a:latin typeface="Calibri"/>
              </a:defRPr>
            </a:pPr>
            <a:r>
              <a:t>Photo collage optional.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Sacrament of Confession</a:t>
            </a:r>
          </a:p>
          <a:p>
            <a:pPr>
              <a:spcAft>
                <a:spcPts val="500"/>
              </a:spcAft>
              <a:defRPr sz="1500" b="0" i="1">
                <a:solidFill>
                  <a:srgbClr val="FFDA91"/>
                </a:solidFill>
                <a:latin typeface="Calibri"/>
              </a:defRPr>
            </a:pPr>
            <a:r>
              <a:t>The Lord never tires of forgiving us; we are the ones who tire of seeking his mercy. — Pope Francis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Mass Collection</a:t>
            </a:r>
          </a:p>
          <a:p>
            <a:pPr>
              <a:spcAft>
                <a:spcPts val="500"/>
              </a:spcAft>
              <a:defRPr sz="1500" b="0" i="1">
                <a:solidFill>
                  <a:srgbClr val="FFDA91"/>
                </a:solidFill>
                <a:latin typeface="Calibri"/>
              </a:defRPr>
            </a:pPr>
            <a:r>
              <a:t>State the purpose and date in full words. You may add Second Letter to the Corinthians, chapter 9, verse 7 if you include the full quotation.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Food or Mass Sponsorship</a:t>
            </a:r>
          </a:p>
          <a:p>
            <a:pPr>
              <a:spcAft>
                <a:spcPts val="500"/>
              </a:spcAft>
              <a:defRPr sz="1500" b="0" i="1">
                <a:solidFill>
                  <a:srgbClr val="FFDA91"/>
                </a:solidFill>
                <a:latin typeface="Calibri"/>
              </a:defRPr>
            </a:pPr>
            <a:r>
              <a:t>Give the parish coordinator’s complete contact information in words, not abbreviations.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FAF8F4"/>
                </a:solidFill>
                <a:latin typeface="Calibri"/>
              </a:defRPr>
            </a:pPr>
            <a:r>
              <a:t>Updates and Announcements</a:t>
            </a:r>
          </a:p>
          <a:p>
            <a:pPr>
              <a:spcAft>
                <a:spcPts val="500"/>
              </a:spcAft>
              <a:defRPr sz="1500" b="0" i="1">
                <a:solidFill>
                  <a:srgbClr val="FFDA91"/>
                </a:solidFill>
                <a:latin typeface="Calibri"/>
              </a:defRPr>
            </a:pPr>
            <a:r>
              <a:t>Name your community page and invitation to follow in full; add a QR code to the slide master if you wish.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FFDA91"/>
                </a:solidFill>
                <a:latin typeface="Calibri"/>
              </a:defRPr>
            </a:pPr>
            <a:r>
              <a:t>The Lord be with you.</a:t>
            </a:r>
          </a:p>
          <a:p>
            <a:pPr>
              <a:spcAft>
                <a:spcPts val="500"/>
              </a:spcAft>
              <a:defRPr sz="2000" b="1" i="0">
                <a:solidFill>
                  <a:srgbClr val="FAF8F4"/>
                </a:solidFill>
                <a:latin typeface="Calibri"/>
              </a:defRPr>
            </a:pPr>
            <a:r>
              <a:t>And with your spirit.</a:t>
            </a:r>
          </a:p>
          <a:p>
            <a:pPr>
              <a:spcAft>
                <a:spcPts val="500"/>
              </a:spcAft>
              <a:defRPr sz="2000" b="1" i="0">
                <a:solidFill>
                  <a:srgbClr val="FFDA91"/>
                </a:solidFill>
                <a:latin typeface="Calibri"/>
              </a:defRPr>
            </a:pPr>
            <a:r>
              <a:t>May almighty God bless you, the Father, and the Son, and the Holy Spirit.</a:t>
            </a:r>
          </a:p>
          <a:p>
            <a:pPr>
              <a:spcAft>
                <a:spcPts val="500"/>
              </a:spcAft>
              <a:defRPr sz="2000" b="1" i="0">
                <a:solidFill>
                  <a:srgbClr val="FAF8F4"/>
                </a:solidFill>
                <a:latin typeface="Calibri"/>
              </a:defRPr>
            </a:pPr>
            <a:r>
              <a:t>Amen.</a:t>
            </a:r>
          </a:p>
          <a:p>
            <a:pPr>
              <a:spcAft>
                <a:spcPts val="500"/>
              </a:spcAft>
              <a:defRPr sz="2000" b="1" i="0">
                <a:solidFill>
                  <a:srgbClr val="FFDA91"/>
                </a:solidFill>
                <a:latin typeface="Calibri"/>
              </a:defRPr>
            </a:pPr>
            <a:r>
              <a:t>Go in peace, glorifying the Lord by your life.</a:t>
            </a:r>
          </a:p>
          <a:p>
            <a:pPr>
              <a:spcAft>
                <a:spcPts val="500"/>
              </a:spcAft>
              <a:defRPr sz="2000" b="1" i="0">
                <a:solidFill>
                  <a:srgbClr val="FAF8F4"/>
                </a:solidFill>
                <a:latin typeface="Calibri"/>
              </a:defRPr>
            </a:pPr>
            <a:r>
              <a:t>Thanks be to God.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Final Blessing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Lead Me, Lord</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LEAD ME, LORD, LEAD ME IN THY RIGHTEOUSNESS,</a:t>
            </a:r>
          </a:p>
          <a:p>
            <a:pPr algn="ctr">
              <a:lnSpc>
                <a:spcPct val="105000"/>
              </a:lnSpc>
              <a:spcAft>
                <a:spcPts val="1000"/>
              </a:spcAft>
              <a:defRPr sz="3400" b="1" i="0">
                <a:solidFill>
                  <a:srgbClr val="FFFFFF"/>
                </a:solidFill>
                <a:latin typeface="Arial Black"/>
              </a:defRPr>
            </a:pPr>
            <a:r>
              <a:t>MAKE THY WAY PLAIN BEFORE MY FACE.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FOR IT IS THOU, LORD, THOU, LORD ONLY,</a:t>
            </a:r>
          </a:p>
          <a:p>
            <a:pPr algn="ctr">
              <a:lnSpc>
                <a:spcPct val="105000"/>
              </a:lnSpc>
              <a:spcAft>
                <a:spcPts val="1000"/>
              </a:spcAft>
              <a:defRPr sz="3800" b="1" i="0">
                <a:solidFill>
                  <a:srgbClr val="FFFFFF"/>
                </a:solidFill>
                <a:latin typeface="Arial Black"/>
              </a:defRPr>
            </a:pPr>
            <a:r>
              <a:t>THAT MAKEST ME DWELL IN SAFETY.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GUIDE ME, LORD, GUIDE ME WHEN I AM WEARY,</a:t>
            </a:r>
          </a:p>
          <a:p>
            <a:pPr algn="ctr">
              <a:lnSpc>
                <a:spcPct val="105000"/>
              </a:lnSpc>
              <a:spcAft>
                <a:spcPts val="1000"/>
              </a:spcAft>
              <a:defRPr sz="3800" b="1" i="0">
                <a:solidFill>
                  <a:srgbClr val="FFFFFF"/>
                </a:solidFill>
                <a:latin typeface="Arial Black"/>
              </a:defRPr>
            </a:pPr>
            <a:r>
              <a:t>BE MY STRENGTH WHEN SHADOWS FALL.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TURN MY HEART TO THY HOLY WORD,</a:t>
            </a:r>
          </a:p>
          <a:p>
            <a:pPr algn="ctr">
              <a:lnSpc>
                <a:spcPct val="105000"/>
              </a:lnSpc>
              <a:spcAft>
                <a:spcPts val="1000"/>
              </a:spcAft>
              <a:defRPr sz="3800" b="1" i="0">
                <a:solidFill>
                  <a:srgbClr val="FFFFFF"/>
                </a:solidFill>
                <a:latin typeface="Arial Black"/>
              </a:defRPr>
            </a:pPr>
            <a:r>
              <a:t>BE MY KEEPER, BE MY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LEAD ME, LORD, LEAD ME IN THY RIGHTEOUSNESS,</a:t>
            </a:r>
          </a:p>
          <a:p>
            <a:pPr algn="ctr">
              <a:lnSpc>
                <a:spcPct val="105000"/>
              </a:lnSpc>
              <a:spcAft>
                <a:spcPts val="1000"/>
              </a:spcAft>
              <a:defRPr sz="3400" b="1" i="0">
                <a:solidFill>
                  <a:srgbClr val="FFFFFF"/>
                </a:solidFill>
                <a:latin typeface="Arial Black"/>
              </a:defRPr>
            </a:pPr>
            <a:r>
              <a:t>MAKE THY WAY PLAIN BEFORE MY FACE.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IN THY LIGHT WE SEE LIGHT;</a:t>
            </a:r>
          </a:p>
          <a:p>
            <a:pPr algn="ctr">
              <a:lnSpc>
                <a:spcPct val="105000"/>
              </a:lnSpc>
              <a:spcAft>
                <a:spcPts val="1000"/>
              </a:spcAft>
              <a:defRPr sz="3800" b="1" i="0">
                <a:solidFill>
                  <a:srgbClr val="FFFFFF"/>
                </a:solidFill>
                <a:latin typeface="Arial Black"/>
              </a:defRPr>
            </a:pPr>
            <a:r>
              <a:t>IN THY TRUTH WE FIND OUR WAY.</a:t>
            </a:r>
          </a:p>
          <a:p>
            <a:pPr algn="ctr">
              <a:lnSpc>
                <a:spcPct val="105000"/>
              </a:lnSpc>
              <a:spcAft>
                <a:spcPts val="1000"/>
              </a:spcAft>
              <a:defRPr sz="3800" b="1" i="0">
                <a:solidFill>
                  <a:srgbClr val="FFFFFF"/>
                </a:solidFill>
                <a:latin typeface="Arial Black"/>
              </a:defRPr>
            </a:pPr>
            <a:r>
              <a:t>BE OUR REFUGE AND OUR FORTRESS,</a:t>
            </a:r>
          </a:p>
          <a:p>
            <a:pPr algn="ctr">
              <a:lnSpc>
                <a:spcPct val="105000"/>
              </a:lnSpc>
              <a:spcAft>
                <a:spcPts val="1000"/>
              </a:spcAft>
              <a:defRPr sz="3800" b="1" i="0">
                <a:solidFill>
                  <a:srgbClr val="FFFFFF"/>
                </a:solidFill>
                <a:latin typeface="Arial Black"/>
              </a:defRPr>
            </a:pPr>
            <a:r>
              <a:t>BE OUR STRENGTH FROM DAY TO DAY.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LEAD ME, LORD, LEAD ME IN THY RIGHTEOUSNESS,</a:t>
            </a:r>
          </a:p>
          <a:p>
            <a:pPr algn="ctr">
              <a:lnSpc>
                <a:spcPct val="105000"/>
              </a:lnSpc>
              <a:spcAft>
                <a:spcPts val="1000"/>
              </a:spcAft>
              <a:defRPr sz="3400" b="1" i="0">
                <a:solidFill>
                  <a:srgbClr val="FFFFFF"/>
                </a:solidFill>
                <a:latin typeface="Arial Black"/>
              </a:defRPr>
            </a:pPr>
            <a:r>
              <a:t>MAKE THY WAY PLAIN BEFORE MY FACE.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5C3D8C"/>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FFDA91"/>
                </a:solidFill>
                <a:latin typeface="Calibri"/>
              </a:defRPr>
            </a:pPr>
            <a:r>
              <a:t>MASS CELEBRANT:</a:t>
            </a:r>
          </a:p>
          <a:p>
            <a:pPr>
              <a:spcAft>
                <a:spcPts val="300"/>
              </a:spcAft>
              <a:defRPr sz="2100" b="0" i="0">
                <a:solidFill>
                  <a:srgbClr val="FAF8F4"/>
                </a:solidFill>
                <a:latin typeface="Calibri"/>
              </a:defRPr>
            </a:pPr>
            <a:r>
              <a:t>Divino Gabriel</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Gwangju</a:t>
            </a:r>
            <a:br/>
            <a:r>
              <a:t>Catholic</a:t>
            </a:r>
            <a:br/>
            <a:r>
              <a:t>Church</a:t>
            </a:r>
            <a:br/>
            <a:r>
              <a:t>Community</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Gospel (John 9:1-41)</a:t>
            </a:r>
          </a:p>
          <a:p>
            <a:pPr>
              <a:spcAft>
                <a:spcPts val="300"/>
              </a:spcAft>
              <a:defRPr sz="2100" b="0" i="0">
                <a:solidFill>
                  <a:srgbClr val="FAF8F4"/>
                </a:solidFill>
                <a:latin typeface="Calibri"/>
              </a:defRPr>
            </a:pPr>
            <a:r>
              <a:t>“Neither he nor his parents sinned; it is so that the works of God might be made visible through him.”</a:t>
            </a:r>
          </a:p>
          <a:p>
            <a:pPr>
              <a:spcAft>
                <a:spcPts val="300"/>
              </a:spcAft>
              <a:defRPr sz="2100" b="0" i="0">
                <a:solidFill>
                  <a:srgbClr val="FAF8F4"/>
                </a:solidFill>
                <a:latin typeface="Calibri"/>
              </a:defRPr>
            </a:pPr>
          </a:p>
          <a:p>
            <a:pPr>
              <a:spcAft>
                <a:spcPts val="300"/>
              </a:spcAft>
              <a:defRPr sz="2100" b="0" i="0">
                <a:solidFill>
                  <a:srgbClr val="FAF8F4"/>
                </a:solidFill>
                <a:latin typeface="Calibri"/>
              </a:defRPr>
            </a:pPr>
            <a:r>
              <a:t>YEAR A</a:t>
            </a:r>
          </a:p>
          <a:p>
            <a:pPr>
              <a:spcAft>
                <a:spcPts val="300"/>
              </a:spcAft>
              <a:defRPr sz="2100" b="0" i="0">
                <a:solidFill>
                  <a:srgbClr val="FAF8F4"/>
                </a:solidFill>
                <a:latin typeface="Calibri"/>
              </a:defRPr>
            </a:pPr>
            <a:r>
              <a:t>2026-03-15 · Lent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Catholic Church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CCC15Mar2026_Lent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