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pPr>
            <a:r>
              <a:rPr lang="en-US" sz="5500" b="1" u="none" strike="noStrike" cap="none" dirty="0">
                <a:solidFill>
                  <a:srgbClr val="FFB800"/>
                </a:solidFill>
                <a:latin typeface="Arial" panose="020B0604020202020204" pitchFamily="34" charset="0"/>
                <a:ea typeface="Calibri"/>
                <a:cs typeface="Arial" panose="020B0604020202020204" pitchFamily="34" charset="0"/>
                <a:sym typeface="Calibri"/>
              </a:rPr>
              <a:t>PUT YOUR CELLPHONE ON SILENT MODE DURING THE MASS.</a:t>
            </a:r>
            <a:endParaRPr sz="5500" b="1" dirty="0">
              <a:latin typeface="Arial" panose="020B0604020202020204" pitchFamily="34" charset="0"/>
              <a:cs typeface="Arial" panose="020B0604020202020204" pitchFamily="34" charset="0"/>
            </a:endParaRP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pPr>
            <a:r>
              <a:rPr lang="en-US" sz="6000" b="1" i="1" dirty="0">
                <a:solidFill>
                  <a:srgbClr val="F0FDF4"/>
                </a:solidFill>
                <a:latin typeface="Arial" panose="020B0604020202020204" pitchFamily="34" charset="0"/>
                <a:ea typeface="Calibri"/>
                <a:cs typeface="Arial" panose="020B0604020202020204" pitchFamily="34" charset="0"/>
                <a:sym typeface="Calibri"/>
              </a:rPr>
              <a:t>Thank you.</a:t>
            </a:r>
            <a:endParaRPr lang="en-US" sz="6000" b="1" i="1" dirty="0">
              <a:solidFill>
                <a:schemeClr val="bg1"/>
              </a:solidFill>
              <a:latin typeface="Arial" panose="020B0604020202020204" pitchFamily="34" charset="0"/>
              <a:cs typeface="Arial" panose="020B0604020202020204" pitchFamily="34" charset="0"/>
            </a:endParaRPr>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non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AF8F4"/>
                </a:solidFill>
                <a:latin typeface="Arial"/>
              </a:defRPr>
            </a:pPr>
            <a:r>
              <a:t>YEAR A · 5 JULY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“I give praise to you, Father, Lord of heaven and earth, for although you have hidden these things from the wise and the learned you have revealed them to little ones.”</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11:25–30)</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14th Sunday in Ordinary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600" b="1" u="sng">
                <a:solidFill>
                  <a:srgbClr val="FFB800"/>
                </a:solidFill>
                <a:latin typeface="Georgia"/>
              </a:rPr>
              <a:t>Sing a New Song</a:t>
            </a:r>
          </a:p>
        </p:txBody>
      </p:sp>
      <p:sp>
        <p:nvSpPr>
          <p:cNvPr id="3" name="TextBox 2"/>
          <p:cNvSpPr txBox="1"/>
          <p:nvPr/>
        </p:nvSpPr>
        <p:spPr>
          <a:xfrm>
            <a:off x="0" y="1097280"/>
            <a:ext cx="18288000" cy="4457700"/>
          </a:xfrm>
          <a:prstGeom prst="rect">
            <a:avLst/>
          </a:prstGeom>
          <a:noFill/>
        </p:spPr>
        <p:txBody>
          <a:bodyPr wrap="square" lIns="0" rIns="0" tIns="73152" bIns="73152" anchor="ctr">
            <a:noAutofit/>
          </a:bodyPr>
          <a:lstStyle/>
          <a:p>
            <a:pPr algn="ctr">
              <a:lnSpc>
                <a:spcPct val="70000"/>
              </a:lnSpc>
            </a:pPr>
            <a:r>
              <a:rPr sz="7200" b="1" i="1">
                <a:solidFill>
                  <a:srgbClr val="FFB800"/>
                </a:solidFill>
                <a:latin typeface="Poppins"/>
              </a:rPr>
              <a:t>SING A NEW SONG UNTO THE LORD;</a:t>
            </a:r>
          </a:p>
          <a:p>
            <a:pPr algn="ctr">
              <a:lnSpc>
                <a:spcPct val="70000"/>
              </a:lnSpc>
            </a:pPr>
            <a:r>
              <a:rPr sz="7200" b="1" i="1">
                <a:solidFill>
                  <a:srgbClr val="FFB800"/>
                </a:solidFill>
                <a:latin typeface="Poppins"/>
              </a:rPr>
              <a:t>LET YOUR SONG BE SUNG</a:t>
            </a:r>
          </a:p>
          <a:p>
            <a:pPr algn="ctr">
              <a:lnSpc>
                <a:spcPct val="70000"/>
              </a:lnSpc>
            </a:pPr>
            <a:r>
              <a:rPr sz="7200" b="1" i="1">
                <a:solidFill>
                  <a:srgbClr val="FFB800"/>
                </a:solidFill>
                <a:latin typeface="Poppins"/>
              </a:rPr>
              <a:t>FROM MOUNTAINS HIGH</a:t>
            </a:r>
          </a:p>
          <a:p>
            <a:pPr algn="ctr">
              <a:lnSpc>
                <a:spcPct val="70000"/>
              </a:lnSpc>
            </a:pPr>
            <a:r>
              <a:rPr sz="7200" b="1" i="1">
                <a:solidFill>
                  <a:srgbClr val="FFB800"/>
                </a:solidFill>
                <a:latin typeface="Poppins"/>
              </a:rPr>
              <a:t>SING A NEW SONG UNTO THE LORD</a:t>
            </a:r>
          </a:p>
          <a:p>
            <a:pPr algn="ctr">
              <a:lnSpc>
                <a:spcPct val="70000"/>
              </a:lnSpc>
            </a:pPr>
            <a:r>
              <a:rPr sz="7200" b="1" i="1">
                <a:solidFill>
                  <a:srgbClr val="FFB800"/>
                </a:solidFill>
                <a:latin typeface="Poppins"/>
              </a:rPr>
              <a:t>SINGING ALLELUIA</a:t>
            </a:r>
          </a:p>
        </p:txBody>
      </p:sp>
      <p:sp>
        <p:nvSpPr>
          <p:cNvPr id="4" name="TextBox 3"/>
          <p:cNvSpPr txBox="1"/>
          <p:nvPr/>
        </p:nvSpPr>
        <p:spPr>
          <a:xfrm>
            <a:off x="0" y="5829300"/>
            <a:ext cx="18288000" cy="4457700"/>
          </a:xfrm>
          <a:prstGeom prst="rect">
            <a:avLst/>
          </a:prstGeom>
          <a:noFill/>
        </p:spPr>
        <p:txBody>
          <a:bodyPr wrap="square" lIns="0" rIns="0" tIns="73152" bIns="73152" anchor="ctr">
            <a:noAutofit/>
          </a:bodyPr>
          <a:lstStyle/>
          <a:p>
            <a:pPr algn="ctr">
              <a:lnSpc>
                <a:spcPct val="70000"/>
              </a:lnSpc>
            </a:pPr>
            <a:r>
              <a:rPr sz="6600" b="1" i="0">
                <a:solidFill>
                  <a:srgbClr val="FFFFFF"/>
                </a:solidFill>
                <a:latin typeface="Poppins"/>
              </a:rPr>
              <a:t>YAHWEH'S PEOPLE DANCE FOR JOY</a:t>
            </a:r>
          </a:p>
          <a:p>
            <a:pPr algn="ctr">
              <a:lnSpc>
                <a:spcPct val="70000"/>
              </a:lnSpc>
            </a:pPr>
            <a:r>
              <a:rPr sz="6600" b="1" i="0">
                <a:solidFill>
                  <a:srgbClr val="FFFFFF"/>
                </a:solidFill>
                <a:latin typeface="Poppins"/>
              </a:rPr>
              <a:t>O COME BEFORE THE LORD</a:t>
            </a:r>
          </a:p>
          <a:p>
            <a:pPr algn="ctr">
              <a:lnSpc>
                <a:spcPct val="70000"/>
              </a:lnSpc>
            </a:pPr>
            <a:r>
              <a:rPr sz="6600" b="1" i="0">
                <a:solidFill>
                  <a:srgbClr val="FFFFFF"/>
                </a:solidFill>
                <a:latin typeface="Poppins"/>
              </a:rPr>
              <a:t>AND PLAY FOR HIM ON GLAD TAMBOURINES</a:t>
            </a:r>
          </a:p>
          <a:p>
            <a:pPr algn="ctr">
              <a:lnSpc>
                <a:spcPct val="70000"/>
              </a:lnSpc>
            </a:pPr>
            <a:r>
              <a:rPr sz="6600" b="1" i="0">
                <a:solidFill>
                  <a:srgbClr val="FFFFFF"/>
                </a:solidFill>
                <a:latin typeface="Poppins"/>
              </a:rPr>
              <a:t>AND LET YOUR TRUMPET SOUND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5006340"/>
          </a:xfrm>
          <a:prstGeom prst="rect">
            <a:avLst/>
          </a:prstGeom>
          <a:noFill/>
        </p:spPr>
        <p:txBody>
          <a:bodyPr wrap="square" lIns="0" rIns="0" tIns="73152" bIns="73152" anchor="ctr">
            <a:noAutofit/>
          </a:bodyPr>
          <a:lstStyle/>
          <a:p>
            <a:pPr algn="ctr">
              <a:lnSpc>
                <a:spcPct val="70000"/>
              </a:lnSpc>
            </a:pPr>
            <a:r>
              <a:rPr sz="7400" b="1" i="1">
                <a:solidFill>
                  <a:srgbClr val="FFB800"/>
                </a:solidFill>
                <a:latin typeface="Poppins"/>
              </a:rPr>
              <a:t>SING A NEW SONG UNTO THE LORD;</a:t>
            </a:r>
          </a:p>
          <a:p>
            <a:pPr algn="ctr">
              <a:lnSpc>
                <a:spcPct val="70000"/>
              </a:lnSpc>
            </a:pPr>
            <a:r>
              <a:rPr sz="7400" b="1" i="1">
                <a:solidFill>
                  <a:srgbClr val="FFB800"/>
                </a:solidFill>
                <a:latin typeface="Poppins"/>
              </a:rPr>
              <a:t>LET YOUR SONG BE SUNG</a:t>
            </a:r>
          </a:p>
          <a:p>
            <a:pPr algn="ctr">
              <a:lnSpc>
                <a:spcPct val="70000"/>
              </a:lnSpc>
            </a:pPr>
            <a:r>
              <a:rPr sz="7400" b="1" i="1">
                <a:solidFill>
                  <a:srgbClr val="FFB800"/>
                </a:solidFill>
                <a:latin typeface="Poppins"/>
              </a:rPr>
              <a:t>FROM MOUNTAINS HIGH</a:t>
            </a:r>
          </a:p>
          <a:p>
            <a:pPr algn="ctr">
              <a:lnSpc>
                <a:spcPct val="70000"/>
              </a:lnSpc>
            </a:pPr>
            <a:r>
              <a:rPr sz="7400" b="1" i="1">
                <a:solidFill>
                  <a:srgbClr val="FFB800"/>
                </a:solidFill>
                <a:latin typeface="Poppins"/>
              </a:rPr>
              <a:t>SING A NEW SONG UNTO THE LORD</a:t>
            </a:r>
          </a:p>
          <a:p>
            <a:pPr algn="ctr">
              <a:lnSpc>
                <a:spcPct val="70000"/>
              </a:lnSpc>
            </a:pPr>
            <a:r>
              <a:rPr sz="7400" b="1" i="1">
                <a:solidFill>
                  <a:srgbClr val="FFB800"/>
                </a:solidFill>
                <a:latin typeface="Poppins"/>
              </a:rPr>
              <a:t>SINGING ALLELUIA</a:t>
            </a:r>
          </a:p>
        </p:txBody>
      </p:sp>
      <p:sp>
        <p:nvSpPr>
          <p:cNvPr id="3" name="TextBox 2"/>
          <p:cNvSpPr txBox="1"/>
          <p:nvPr/>
        </p:nvSpPr>
        <p:spPr>
          <a:xfrm>
            <a:off x="0" y="5280660"/>
            <a:ext cx="18288000" cy="5006340"/>
          </a:xfrm>
          <a:prstGeom prst="rect">
            <a:avLst/>
          </a:prstGeom>
          <a:noFill/>
        </p:spPr>
        <p:txBody>
          <a:bodyPr wrap="square" lIns="0" rIns="0" tIns="73152" bIns="73152" anchor="ctr">
            <a:noAutofit/>
          </a:bodyPr>
          <a:lstStyle/>
          <a:p>
            <a:pPr algn="ctr">
              <a:lnSpc>
                <a:spcPct val="70000"/>
              </a:lnSpc>
            </a:pPr>
            <a:r>
              <a:rPr sz="7400" b="1" i="0">
                <a:solidFill>
                  <a:srgbClr val="FFFFFF"/>
                </a:solidFill>
                <a:latin typeface="Poppins"/>
              </a:rPr>
              <a:t>RISE, O CHILDREN, FROM YOUR SLEEP;</a:t>
            </a:r>
          </a:p>
          <a:p>
            <a:pPr algn="ctr">
              <a:lnSpc>
                <a:spcPct val="70000"/>
              </a:lnSpc>
            </a:pPr>
            <a:r>
              <a:rPr sz="7400" b="1" i="0">
                <a:solidFill>
                  <a:srgbClr val="FFFFFF"/>
                </a:solidFill>
                <a:latin typeface="Poppins"/>
              </a:rPr>
              <a:t>YOUR SAVIOR NOW HAS COME</a:t>
            </a:r>
          </a:p>
          <a:p>
            <a:pPr algn="ctr">
              <a:lnSpc>
                <a:spcPct val="70000"/>
              </a:lnSpc>
            </a:pPr>
            <a:r>
              <a:rPr sz="7400" b="1" i="0">
                <a:solidFill>
                  <a:srgbClr val="FFFFFF"/>
                </a:solidFill>
                <a:latin typeface="Poppins"/>
              </a:rPr>
              <a:t>HE HAS TURNED YOUR SORROW TO JOY</a:t>
            </a:r>
          </a:p>
          <a:p>
            <a:pPr algn="ctr">
              <a:lnSpc>
                <a:spcPct val="70000"/>
              </a:lnSpc>
            </a:pPr>
            <a:r>
              <a:rPr sz="7400" b="1" i="0">
                <a:solidFill>
                  <a:srgbClr val="FFFFFF"/>
                </a:solidFill>
                <a:latin typeface="Poppins"/>
              </a:rPr>
              <a:t>AND FILLED YOUR SOUL WITH SONG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7200" b="1" i="1">
                <a:solidFill>
                  <a:srgbClr val="FFB800"/>
                </a:solidFill>
                <a:latin typeface="Poppins"/>
              </a:rPr>
              <a:t>SING A NEW SONG UNTO THE LORD;</a:t>
            </a:r>
          </a:p>
          <a:p>
            <a:pPr algn="ctr">
              <a:lnSpc>
                <a:spcPct val="70000"/>
              </a:lnSpc>
            </a:pPr>
            <a:r>
              <a:rPr sz="7200" b="1" i="1">
                <a:solidFill>
                  <a:srgbClr val="FFB800"/>
                </a:solidFill>
                <a:latin typeface="Poppins"/>
              </a:rPr>
              <a:t>LET YOUR SONG BE SUNG</a:t>
            </a:r>
          </a:p>
          <a:p>
            <a:pPr algn="ctr">
              <a:lnSpc>
                <a:spcPct val="70000"/>
              </a:lnSpc>
            </a:pPr>
            <a:r>
              <a:rPr sz="7200" b="1" i="1">
                <a:solidFill>
                  <a:srgbClr val="FFB800"/>
                </a:solidFill>
                <a:latin typeface="Poppins"/>
              </a:rPr>
              <a:t>FROM MOUNTAINS HIGH</a:t>
            </a:r>
          </a:p>
          <a:p>
            <a:pPr algn="ctr">
              <a:lnSpc>
                <a:spcPct val="70000"/>
              </a:lnSpc>
            </a:pPr>
            <a:r>
              <a:rPr sz="7200" b="1" i="1">
                <a:solidFill>
                  <a:srgbClr val="FFB800"/>
                </a:solidFill>
                <a:latin typeface="Poppins"/>
              </a:rPr>
              <a:t>SING A NEW SONG UNTO THE LORD</a:t>
            </a:r>
          </a:p>
          <a:p>
            <a:pPr algn="ctr">
              <a:lnSpc>
                <a:spcPct val="70000"/>
              </a:lnSpc>
            </a:pPr>
            <a:r>
              <a:rPr sz="7200" b="1" i="1">
                <a:solidFill>
                  <a:srgbClr val="FFB800"/>
                </a:solidFill>
                <a:latin typeface="Poppins"/>
              </a:rPr>
              <a:t>SINGING ALLELUIA</a:t>
            </a:r>
          </a:p>
          <a:p>
            <a:pPr algn="ctr">
              <a:lnSpc>
                <a:spcPct val="70000"/>
              </a:lnSpc>
            </a:pPr>
            <a:r>
              <a:rPr sz="7200" b="1" i="1">
                <a:solidFill>
                  <a:srgbClr val="FFB800"/>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non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AF8F4"/>
                </a:solidFill>
                <a:latin typeface="Arial"/>
              </a:defRPr>
            </a:pPr>
            <a:r>
              <a:t>YEAR A · 5 JULY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“I give praise to you, Father, Lord of heaven and earth, for although you have hidden these things from the wise and the learned you have revealed them to little ones.”</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11:25–30)</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14th Sunday in Ordinary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In the Name of the Father, and of the Son, and of the Holy Spirit.</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Introductory Rites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pPr>
            <a:r>
              <a:rPr lang="en-US" sz="7000" b="1" dirty="0">
                <a:solidFill>
                  <a:srgbClr val="FFB800"/>
                </a:solidFill>
                <a:latin typeface="Arial" panose="020B0604020202020204" pitchFamily="34" charset="0"/>
                <a:ea typeface="Calibri"/>
                <a:cs typeface="Arial" panose="020B0604020202020204" pitchFamily="34" charset="0"/>
                <a:sym typeface="Calibri"/>
              </a:rPr>
              <a:t>Priest: </a:t>
            </a: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Brethren (brothers and sisters),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ctr" rtl="0">
              <a:spcBef>
                <a:spcPts val="0"/>
              </a:spcBef>
              <a:spcAft>
                <a:spcPts val="0"/>
              </a:spcAft>
              <a:buNone/>
              <a:defRPr/>
            </a:pP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let us acknowledge our sins...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l" rtl="0">
              <a:spcBef>
                <a:spcPts val="500"/>
              </a:spcBef>
              <a:spcAft>
                <a:spcPts val="0"/>
              </a:spcAft>
              <a:buNone/>
              <a:defRPr>
                <a:solidFill>
                  <a:srgbClr val="F0FDF4"/>
                </a:solidFill>
              </a:defRPr>
            </a:pPr>
            <a:endParaRPr sz="7000" b="1" dirty="0">
              <a:latin typeface="Arial" panose="020B0604020202020204" pitchFamily="34" charset="0"/>
              <a:cs typeface="Arial" panose="020B0604020202020204" pitchFamily="34" charset="0"/>
            </a:endParaRPr>
          </a:p>
        </p:txBody>
      </p:sp>
      <p:sp>
        <p:nvSpPr>
          <p:cNvPr id="12" name="TextBox 11"/>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pPr>
            <a:r>
              <a:rPr lang="en-US" sz="5400" b="1" dirty="0">
                <a:solidFill>
                  <a:srgbClr val="F0FDF4"/>
                </a:solidFill>
                <a:latin typeface="Arial" panose="020B0604020202020204" pitchFamily="34" charset="0"/>
                <a:ea typeface="Calibri"/>
                <a:cs typeface="Arial" panose="020B0604020202020204" pitchFamily="34" charset="0"/>
                <a:sym typeface="Calibri"/>
              </a:rPr>
              <a:t>All:</a:t>
            </a:r>
          </a:p>
          <a:p>
            <a:pPr lvl="0" algn="ctr">
              <a:defRPr/>
            </a:pPr>
            <a:r>
              <a:rPr lang="en-US" sz="5400" b="1" i="1" dirty="0">
                <a:solidFill>
                  <a:srgbClr val="F0FDF4"/>
                </a:solidFill>
                <a:latin typeface="Arial" panose="020B0604020202020204" pitchFamily="34" charset="0"/>
                <a:ea typeface="Calibri"/>
                <a:cs typeface="Arial" panose="020B0604020202020204" pitchFamily="34" charset="0"/>
                <a:sym typeface="Calibri"/>
              </a:rPr>
              <a:t>I confess to almighty God</a:t>
            </a:r>
            <a:r>
              <a:rPr lang="en-US" sz="4800" b="1" i="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to you, my brothers and sisters,</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that I have greatly sinned,</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my thoughts and in my words,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Arial" panose="020B0604020202020204" pitchFamily="34" charset="0"/>
                <a:ea typeface="Calibri"/>
                <a:cs typeface="Arial" panose="020B0604020202020204" pitchFamily="34" charset="0"/>
                <a:sym typeface="Calibri"/>
              </a:rPr>
              <a:t>through my fault, through my fault,</a:t>
            </a:r>
            <a:r>
              <a:rPr lang="en-US" sz="4800" b="1" i="1" dirty="0">
                <a:solidFill>
                  <a:srgbClr val="FFB800"/>
                </a:solidFill>
                <a:latin typeface="Arial" panose="020B0604020202020204" pitchFamily="34" charset="0"/>
                <a:cs typeface="Arial" panose="020B0604020202020204" pitchFamily="34" charset="0"/>
              </a:rPr>
              <a:t> </a:t>
            </a:r>
            <a:r>
              <a:rPr lang="en-US" sz="5400" b="1" i="1" dirty="0">
                <a:solidFill>
                  <a:srgbClr val="FFB800"/>
                </a:solidFill>
                <a:latin typeface="Arial" panose="020B0604020202020204" pitchFamily="34" charset="0"/>
                <a:ea typeface="Calibri"/>
                <a:cs typeface="Arial" panose="020B0604020202020204" pitchFamily="34" charset="0"/>
                <a:sym typeface="Calibri"/>
              </a:rPr>
              <a:t>through my most grievous fault;</a:t>
            </a:r>
            <a:r>
              <a:rPr lang="en-US" sz="4800" b="1" i="1" dirty="0">
                <a:solidFill>
                  <a:srgbClr val="FFB800"/>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therefore I ask blessed Mary ever-Virgin,</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all the Angels and Saints,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you, my brothers and sisters,</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to pray for me to the Lord our God.</a:t>
            </a:r>
            <a:endParaRPr lang="en-US" sz="4800" b="1" dirty="0">
              <a:solidFill>
                <a:schemeClr val="bg1"/>
              </a:solidFill>
              <a:latin typeface="Arial" panose="020B0604020202020204" pitchFamily="34" charset="0"/>
              <a:cs typeface="Arial" panose="020B0604020202020204" pitchFamily="34" charset="0"/>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Georgia" panose="02040502050405020303" pitchFamily="18" charset="0"/>
                <a:ea typeface="Calibri"/>
                <a:cs typeface="Arial" panose="020B0604020202020204" pitchFamily="34" charset="0"/>
                <a:sym typeface="Calibri"/>
              </a:rPr>
              <a:t>(strike chest)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6500" b="1" dirty="0">
                <a:solidFill>
                  <a:srgbClr val="FFB800"/>
                </a:solidFill>
                <a:latin typeface="Arial" panose="020B0604020202020204" pitchFamily="34" charset="0"/>
                <a:ea typeface="Calibri"/>
                <a:cs typeface="Arial" panose="020B0604020202020204" pitchFamily="34" charset="0"/>
                <a:sym typeface="Calibri"/>
              </a:rPr>
              <a:t>Priest: </a:t>
            </a:r>
            <a:r>
              <a:rPr lang="en-US" sz="6500" b="1" i="1" dirty="0">
                <a:solidFill>
                  <a:srgbClr val="F0FDF4"/>
                </a:solidFill>
                <a:latin typeface="Arial" panose="020B0604020202020204" pitchFamily="34" charset="0"/>
                <a:ea typeface="Calibri"/>
                <a:cs typeface="Arial" panose="020B0604020202020204" pitchFamily="34" charset="0"/>
                <a:sym typeface="Calibri"/>
              </a:rPr>
              <a:t>May almighty God have mercy on us,</a:t>
            </a:r>
            <a:endParaRPr sz="6500" b="1" i="1" dirty="0">
              <a:solidFill>
                <a:schemeClr val="lt1"/>
              </a:solidFill>
              <a:latin typeface="Arial" panose="020B0604020202020204" pitchFamily="34" charset="0"/>
              <a:ea typeface="Calibri"/>
              <a:cs typeface="Arial" panose="020B0604020202020204" pitchFamily="34" charset="0"/>
              <a:sym typeface="Calibri"/>
            </a:endParaRPr>
          </a:p>
          <a:p>
            <a:pPr marL="0" lvl="0" indent="0" algn="ctr" rtl="0">
              <a:spcBef>
                <a:spcPts val="500"/>
              </a:spcBef>
              <a:spcAft>
                <a:spcPts val="0"/>
              </a:spcAft>
              <a:buClr>
                <a:schemeClr val="dk1"/>
              </a:buClr>
              <a:buFont typeface="Arial"/>
              <a:buNone/>
              <a:defRPr/>
            </a:pPr>
            <a:r>
              <a:rPr lang="en-US" sz="6500" b="1" i="1" dirty="0">
                <a:solidFill>
                  <a:srgbClr val="F0FDF4"/>
                </a:solidFill>
                <a:latin typeface="Arial" panose="020B0604020202020204" pitchFamily="34" charset="0"/>
                <a:ea typeface="Calibri"/>
                <a:cs typeface="Arial" panose="020B0604020202020204" pitchFamily="34" charset="0"/>
                <a:sym typeface="Calibri"/>
              </a:rPr>
              <a:t>forgive us our sins and bring us to everlasting life</a:t>
            </a:r>
            <a:r>
              <a:rPr lang="en-US" sz="6500" b="1" i="1" dirty="0">
                <a:solidFill>
                  <a:srgbClr val="FFB800"/>
                </a:solidFill>
                <a:latin typeface="Arial" panose="020B0604020202020204" pitchFamily="34" charset="0"/>
                <a:ea typeface="Calibri"/>
                <a:cs typeface="Arial" panose="020B0604020202020204" pitchFamily="34" charset="0"/>
                <a:sym typeface="Calibri"/>
              </a:rPr>
              <a:t>.</a:t>
            </a:r>
            <a:endParaRPr sz="6500" b="1" i="1" dirty="0">
              <a:solidFill>
                <a:srgbClr val="FFDA91"/>
              </a:solidFill>
              <a:latin typeface="Arial" panose="020B0604020202020204" pitchFamily="34" charset="0"/>
              <a:ea typeface="Calibri"/>
              <a:cs typeface="Arial" panose="020B0604020202020204" pitchFamily="34" charset="0"/>
              <a:sym typeface="Calibri"/>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10000" b="1" dirty="0">
                <a:solidFill>
                  <a:srgbClr val="F0FDF4"/>
                </a:solidFill>
                <a:latin typeface="Arial" panose="020B0604020202020204" pitchFamily="34" charset="0"/>
                <a:ea typeface="Calibri"/>
                <a:cs typeface="Arial" panose="020B0604020202020204" pitchFamily="34" charset="0"/>
                <a:sym typeface="Calibri"/>
              </a:rPr>
              <a:t>All: AMEN!</a:t>
            </a:r>
            <a:endParaRPr sz="10000" b="1" dirty="0">
              <a:solidFill>
                <a:schemeClr val="bg1"/>
              </a:solidFill>
              <a:latin typeface="Arial" panose="020B0604020202020204" pitchFamily="34" charset="0"/>
              <a:ea typeface="Calibri"/>
              <a:cs typeface="Arial" panose="020B0604020202020204" pitchFamily="34" charset="0"/>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Kyrie Eleison</a:t>
            </a:r>
            <a:endParaRPr sz="3600" b="1" u="sng" dirty="0">
              <a:solidFill>
                <a:srgbClr val="86EFAC"/>
              </a:solidFill>
              <a:latin typeface="Georgia"/>
            </a:endParaRPr>
          </a:p>
        </p:txBody>
      </p:sp>
      <p:sp>
        <p:nvSpPr>
          <p:cNvPr id="9" name="TextBox 8"/>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Kyrie Eleison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123"/>
              </a:lnSpc>
              <a:spcBef>
                <a:spcPct val="0"/>
              </a:spcBef>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PRAISE YOU, WE BLESS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ADORE YOU, WE GLORIFY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GIVE YOU THANKS FOR YOUR GREAT GLORY, LORD GOD, HEAVENLY KING,</a:t>
            </a:r>
          </a:p>
          <a:p>
            <a:pPr marL="0" lvl="0" indent="0" algn="ctr">
              <a:lnSpc>
                <a:spcPts val="7979"/>
              </a:lnSpc>
              <a:spcBef>
                <a:spcPct val="0"/>
              </a:spcBef>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O GOD, ALMIGHTY FATHER. </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Gloria</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JESUS CHRIST, ONLY BEGOTTEN SON, </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RECEIVE OUR PRAYER</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ARE SEATED AT THE RIGHT HAND,</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THE RIGHT OF THE FATHER,</a:t>
            </a:r>
          </a:p>
          <a:p>
            <a:pPr marL="0" lvl="0" indent="0"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FOR YOU ALONE ARE THE HOLY ONE, </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LORD,</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MOST HIGH,</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JESUS CHRIST, WITH THE HOLY SPIRIT,</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403"/>
              </a:lnSpc>
              <a:spcBef>
                <a:spcPct val="0"/>
              </a:spcBef>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pPr>
            <a:r>
              <a:rPr lang="en-US" sz="8699" b="1" dirty="0">
                <a:solidFill>
                  <a:srgbClr val="F0FDF4"/>
                </a:solidFill>
                <a:latin typeface="Arial" panose="020B0604020202020204" pitchFamily="34" charset="0"/>
                <a:ea typeface="Poppins Bold"/>
                <a:cs typeface="Arial" panose="020B0604020202020204" pitchFamily="34" charset="0"/>
                <a:sym typeface="Poppins Bold"/>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10083"/>
              </a:lnSpc>
              <a:spcBef>
                <a:spcPct val="0"/>
              </a:spcBef>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(4/4)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Liturgy Of The Word</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w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sz="6000" dirty="0">
                <a:solidFill>
                  <a:srgbClr val="FFB800"/>
                </a:solidFill>
              </a:rPr>
              <a:t>First Reading</a:t>
            </a:r>
          </a:p>
        </p:txBody>
      </p:sp>
      <p:sp>
        <p:nvSpPr>
          <p:cNvPr id="5" name="TextBox 4">
            <a:extLst>
              <a:ext uri="{FF2B5EF4-FFF2-40B4-BE49-F238E27FC236}">
                <a16:creationId xmlns:a16="http://schemas.microsoft.com/office/drawing/2014/main" id="{ED11F322-F618-3AF9-1A95-114FB2F300B6}"/>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solidFill>
                  <a:srgbClr val="F0FDF4"/>
                </a:solidFill>
              </a:rPr>
              <a:t>Zechariah 9:9-10</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p:cNvSpPr txBox="1"/>
          <p:nvPr/>
        </p:nvSpPr>
        <p:spPr>
          <a:xfrm>
            <a:off x="914400" y="2220004"/>
            <a:ext cx="16459200" cy="1775526"/>
          </a:xfrm>
          <a:prstGeom prst="rect">
            <a:avLst/>
          </a:prstGeom>
          <a:noFill/>
        </p:spPr>
        <p:txBody>
          <a:bodyPr wrap="square" lIns="109728" tIns="73152" rIns="109728" bIns="73152" anchor="ctr">
            <a:noAutofit/>
          </a:bodyPr>
          <a:lstStyle/>
          <a:p>
            <a:pPr algn="ctr">
              <a:spcAft>
                <a:spcPts val="1200"/>
              </a:spcAft>
              <a:defRPr sz="5500" b="1" i="0" u="none">
                <a:solidFill>
                  <a:srgbClr val="FFB800"/>
                </a:solidFill>
                <a:latin typeface="Arial"/>
              </a:defRPr>
            </a:pPr>
            <a:r>
              <a:rPr dirty="0">
                <a:solidFill>
                  <a:srgbClr val="FFB800"/>
                </a:solidFill>
              </a:rPr>
              <a:t>Responsorial Psalm</a:t>
            </a:r>
            <a:br>
              <a:rPr dirty="0"/>
            </a:br>
            <a:r>
              <a:rPr dirty="0">
                <a:solidFill>
                  <a:srgbClr val="FFB800"/>
                </a:solidFill>
              </a:rPr>
              <a:t>(</a:t>
            </a:r>
            <a:r>
              <a:rPr i="1" dirty="0">
                <a:solidFill>
                  <a:srgbClr val="FFB800"/>
                </a:solidFill>
              </a:rPr>
              <a:t>Psalm 145:1-2, 8-9, 10-11, 13-14</a:t>
            </a:r>
            <a:r>
              <a:rPr dirty="0">
                <a:solidFill>
                  <a:srgbClr val="FFB800"/>
                </a:solidFill>
              </a:rPr>
              <a:t>)</a:t>
            </a:r>
          </a:p>
        </p:txBody>
      </p:sp>
      <p:sp>
        <p:nvSpPr>
          <p:cNvPr id="5" name="TextBox 4">
            <a:extLst>
              <a:ext uri="{FF2B5EF4-FFF2-40B4-BE49-F238E27FC236}">
                <a16:creationId xmlns:a16="http://schemas.microsoft.com/office/drawing/2014/main" id="{2423FBB6-3147-28D7-6387-19BCE557DD74}"/>
              </a:ext>
            </a:extLst>
          </p:cNvPr>
          <p:cNvSpPr txBox="1"/>
          <p:nvPr/>
        </p:nvSpPr>
        <p:spPr>
          <a:xfrm>
            <a:off x="0" y="4625672"/>
            <a:ext cx="18288000" cy="1775526"/>
          </a:xfrm>
          <a:prstGeom prst="rect">
            <a:avLst/>
          </a:prstGeom>
          <a:noFill/>
        </p:spPr>
        <p:txBody>
          <a:bodyPr wrap="square" lIns="109728" tIns="73152" rIns="109728" bIns="73152" anchor="ctr">
            <a:noAutofit/>
          </a:bodyPr>
          <a:lstStyle/>
          <a:p>
            <a:pPr algn="ctr">
              <a:spcAft>
                <a:spcPts val="800"/>
              </a:spcAft>
              <a:defRPr sz="5500" b="0" i="0" u="none">
                <a:solidFill>
                  <a:srgbClr val="F0FDF4"/>
                </a:solidFill>
                <a:latin typeface="Arial"/>
              </a:defRPr>
            </a:pPr>
            <a:r>
              <a:rPr lang="en-US" sz="6000" b="1" dirty="0">
                <a:solidFill>
                  <a:srgbClr val="F0FDF4"/>
                </a:solidFill>
                <a:latin typeface="Arial Black" panose="020B0604020202020204" pitchFamily="34" charset="0"/>
                <a:cs typeface="Arial Black" panose="020B0604020202020204" pitchFamily="34" charset="0"/>
              </a:rPr>
              <a:t>I WILL PRAISE YOUR NAME FOR EVER, MY KING AND MY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a:extLst>
              <a:ext uri="{FF2B5EF4-FFF2-40B4-BE49-F238E27FC236}">
                <a16:creationId xmlns:a16="http://schemas.microsoft.com/office/drawing/2014/main" id="{BFB1C7CD-6C6A-15FA-88FD-77344BBF7CC6}"/>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a:extLst>
              <a:ext uri="{FF2B5EF4-FFF2-40B4-BE49-F238E27FC236}">
                <a16:creationId xmlns:a16="http://schemas.microsoft.com/office/drawing/2014/main" id="{2FDAF354-60C2-0C1C-7FC8-C9F8BB38D0C9}"/>
              </a:ext>
            </a:extLst>
          </p:cNvPr>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lang="en-US" sz="6000" dirty="0">
                <a:solidFill>
                  <a:srgbClr val="FFB800"/>
                </a:solidFill>
              </a:rPr>
              <a:t>Second</a:t>
            </a:r>
            <a:r>
              <a:rPr sz="6000" dirty="0">
                <a:solidFill>
                  <a:srgbClr val="FFB800"/>
                </a:solidFill>
              </a:rPr>
              <a:t> Reading</a:t>
            </a:r>
          </a:p>
        </p:txBody>
      </p:sp>
      <p:sp>
        <p:nvSpPr>
          <p:cNvPr id="5" name="TextBox 4">
            <a:extLst>
              <a:ext uri="{FF2B5EF4-FFF2-40B4-BE49-F238E27FC236}">
                <a16:creationId xmlns:a16="http://schemas.microsoft.com/office/drawing/2014/main" id="{4974E577-906C-25DF-48F4-D8E7CAA24E0B}"/>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solidFill>
                  <a:srgbClr val="F0FDF4"/>
                </a:solidFill>
              </a:rPr>
              <a:t>Romans 8:9, 11-13</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pPr>
            <a:r>
              <a:rPr sz="6900" b="1">
                <a:solidFill>
                  <a:srgbClr val="F0FDF4"/>
                </a:solidFill>
                <a:latin typeface="Arial"/>
              </a:rPr>
              <a:t>Alleluia, alleluia, alleluia!</a:t>
            </a:r>
          </a:p>
          <a:p>
            <a:pPr algn="ctr"/>
            <a:r>
              <a:rPr sz="6900" b="1">
                <a:solidFill>
                  <a:srgbClr val="F0FDF4"/>
                </a:solidFill>
                <a:latin typeface="Arial"/>
              </a:rPr>
              <a:t>alleluia. Blessed are you, Father, Lord of heaven and earth; you have revealed to little ones the mysteries of the kingdom. R. Alleluia, alleluia.</a:t>
            </a:r>
          </a:p>
          <a:p>
            <a:pPr algn="ctr"/>
            <a:r>
              <a:rPr sz="6900" b="1">
                <a:solidFill>
                  <a:srgbClr val="F0FDF4"/>
                </a:solidFill>
                <a:latin typeface="Arial"/>
              </a:rPr>
              <a:t>Alleluia, alleluia, alleluia!</a:t>
            </a:r>
          </a:p>
        </p:txBody>
      </p:sp>
      <p:sp>
        <p:nvSpPr>
          <p:cNvPr id="3" name="TextBox 3"/>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5000" b="1" i="0" u="sng">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 (1/2)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2741394" y="2126857"/>
            <a:ext cx="12101674" cy="1227455"/>
          </a:xfrm>
          <a:prstGeom prst="rect">
            <a:avLst/>
          </a:prstGeom>
        </p:spPr>
        <p:txBody>
          <a:bodyPr lIns="0" tIns="0" rIns="0" bIns="0" rtlCol="0" anchor="t">
            <a:noAutofit/>
          </a:bodyPr>
          <a:lstStyle/>
          <a:p>
            <a:pPr marL="0" lvl="0" indent="0" algn="l">
              <a:lnSpc>
                <a:spcPts val="9520"/>
              </a:lnSpc>
              <a:spcBef>
                <a:spcPct val="0"/>
              </a:spcBef>
              <a:defRPr/>
            </a:pPr>
            <a:r>
              <a:rPr sz="6900" b="1" i="0">
                <a:solidFill>
                  <a:srgbClr val="FFB800"/>
                </a:solidFill>
                <a:latin typeface="Arial"/>
              </a:rPr>
              <a:t>Priest: </a:t>
            </a:r>
            <a:r>
              <a:rPr sz="6900" b="1" i="0">
                <a:solidFill>
                  <a:srgbClr val="F0FDF4"/>
                </a:solidFill>
                <a:latin typeface="Arial"/>
              </a:rPr>
              <a:t>The Lord be with you.</a:t>
            </a:r>
          </a:p>
        </p:txBody>
      </p:sp>
      <p:sp>
        <p:nvSpPr>
          <p:cNvPr id="3" name="TextBox 3"/>
          <p:cNvSpPr txBox="1"/>
          <p:nvPr/>
        </p:nvSpPr>
        <p:spPr>
          <a:xfrm>
            <a:off x="2741394" y="5586337"/>
            <a:ext cx="14802275" cy="1860423"/>
          </a:xfrm>
          <a:prstGeom prst="rect">
            <a:avLst/>
          </a:prstGeom>
        </p:spPr>
        <p:txBody>
          <a:bodyPr lIns="0" tIns="0" rIns="0" bIns="0" rtlCol="0" anchor="t">
            <a:noAutofit/>
          </a:bodyPr>
          <a:lstStyle/>
          <a:p>
            <a:pPr algn="l">
              <a:lnSpc>
                <a:spcPts val="6936"/>
              </a:lnSpc>
              <a:defRPr/>
            </a:pPr>
            <a:r>
              <a:rPr sz="6900" b="1" i="0">
                <a:solidFill>
                  <a:srgbClr val="FFB800"/>
                </a:solidFill>
                <a:latin typeface="Arial"/>
              </a:rPr>
              <a:t>Priest: </a:t>
            </a:r>
            <a:r>
              <a:rPr sz="6900" b="1" i="0">
                <a:solidFill>
                  <a:srgbClr val="F0FDF4"/>
                </a:solidFill>
                <a:latin typeface="Arial"/>
              </a:rPr>
              <a:t>A reading from the holy</a:t>
            </a:r>
          </a:p>
          <a:p>
            <a:r>
              <a:rPr sz="6900" b="1" i="0">
                <a:solidFill>
                  <a:srgbClr val="F0FDF4"/>
                </a:solidFill>
                <a:latin typeface="Arial"/>
              </a:rPr>
              <a:t>Gospel according to </a:t>
            </a:r>
            <a:r>
              <a:rPr sz="6900" b="1" i="1">
                <a:solidFill>
                  <a:srgbClr val="F0FDF4"/>
                </a:solidFill>
                <a:latin typeface="Arial"/>
              </a:rPr>
              <a:t>Matthew</a:t>
            </a:r>
            <a:r>
              <a:rPr sz="6900" b="1" i="0">
                <a:solidFill>
                  <a:srgbClr val="F0FDF4"/>
                </a:solidFill>
                <a:latin typeface="Arial"/>
              </a:rPr>
              <a:t>.</a:t>
            </a:r>
          </a:p>
        </p:txBody>
      </p:sp>
      <p:sp>
        <p:nvSpPr>
          <p:cNvPr id="4" name="TextBox 4"/>
          <p:cNvSpPr txBox="1"/>
          <p:nvPr/>
        </p:nvSpPr>
        <p:spPr>
          <a:xfrm>
            <a:off x="2741394" y="3725787"/>
            <a:ext cx="12168662"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And with your spirit.</a:t>
            </a:r>
          </a:p>
        </p:txBody>
      </p:sp>
      <p:sp>
        <p:nvSpPr>
          <p:cNvPr id="5" name="TextBox 5"/>
          <p:cNvSpPr txBox="1"/>
          <p:nvPr/>
        </p:nvSpPr>
        <p:spPr>
          <a:xfrm>
            <a:off x="2741394" y="7913485"/>
            <a:ext cx="12002049"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Glory to you, O Lord!</a:t>
            </a:r>
          </a:p>
        </p:txBody>
      </p:sp>
      <p:sp>
        <p:nvSpPr>
          <p:cNvPr id="6" name="TextBox 6"/>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5000" b="1" i="0" u="sng">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b="1" dirty="0">
                <a:solidFill>
                  <a:srgbClr val="FFB800"/>
                </a:solidFill>
                <a:latin typeface="Arial" panose="020B0604020202020204" pitchFamily="34" charset="0"/>
                <a:cs typeface="Arial" panose="020B0604020202020204" pitchFamily="34" charset="0"/>
              </a:rPr>
              <a:t>Priest:</a:t>
            </a:r>
            <a:r>
              <a:rPr sz="6500" b="1" dirty="0">
                <a:solidFill>
                  <a:srgbClr val="F0FDF4"/>
                </a:solidFill>
                <a:latin typeface="Arial" panose="020B0604020202020204" pitchFamily="34" charset="0"/>
                <a:cs typeface="Arial" panose="020B0604020202020204" pitchFamily="34" charset="0"/>
              </a:rPr>
              <a:t> </a:t>
            </a:r>
            <a:r>
              <a:rPr sz="6500" b="1" i="1" dirty="0">
                <a:solidFill>
                  <a:srgbClr val="F0FDF4"/>
                </a:solidFill>
                <a:latin typeface="Arial" panose="020B0604020202020204" pitchFamily="34" charset="0"/>
                <a:cs typeface="Arial" panose="020B0604020202020204" pitchFamily="34" charset="0"/>
              </a:rPr>
              <a:t>The Gospel of the Lord.</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Praise to you, Lord</a:t>
            </a:r>
          </a:p>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r>
              <a:rPr lang="en-US" sz="5000" b="1" u="sng" dirty="0" i="0">
                <a:solidFill>
                  <a:srgbClr val="FFB800"/>
                </a:solidFill>
                <a:latin typeface="Georgia"/>
              </a:rPr>
              <a:t>Gospel Acclamation</a:t>
            </a:r>
            <a:endParaRPr sz="36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non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AF8F4"/>
                </a:solidFill>
                <a:latin typeface="Arial"/>
              </a:defRPr>
            </a:pPr>
            <a:r>
              <a:t>YEAR A · 5 JULY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“I give praise to you, Father, Lord of heaven and earth, for although you have hidden these things from the wise and the learned you have revealed them to little ones.”</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11:25–30)</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14th Sunday in Ordinary Time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pP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All:</a:t>
            </a:r>
          </a:p>
          <a:p>
            <a:pPr marL="0" lvl="0" indent="0" algn="ctr">
              <a:lnSpc>
                <a:spcPts val="6343"/>
              </a:lnSpc>
            </a:pPr>
            <a:r>
              <a:rPr lang="en-US" sz="5199" b="1" i="1" spc="83" dirty="0">
                <a:solidFill>
                  <a:srgbClr val="F0FDF4"/>
                </a:solidFill>
                <a:latin typeface="Arial" panose="020B0604020202020204" pitchFamily="34" charset="0"/>
                <a:ea typeface="Poppins Bold"/>
                <a:cs typeface="Arial" panose="020B0604020202020204" pitchFamily="34" charset="0"/>
                <a:sym typeface="Poppins Bold"/>
              </a:rPr>
              <a:t>I believe in one God</a:t>
            </a: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pPr>
            <a:r>
              <a:rPr lang="en-US" sz="5199" b="1" dirty="0">
                <a:solidFill>
                  <a:srgbClr val="F0FDF4"/>
                </a:solidFill>
                <a:latin typeface="Arial" panose="020B0604020202020204" pitchFamily="34" charset="0"/>
                <a:ea typeface="Poppins Bold"/>
                <a:cs typeface="Arial" panose="020B0604020202020204" pitchFamily="34" charset="0"/>
                <a:sym typeface="Poppins Bold"/>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Nicene Creed</a:t>
            </a:r>
            <a:endParaRPr sz="3600" b="1" u="sng" dirty="0">
              <a:solidFill>
                <a:srgbClr val="86EFAC"/>
              </a:solidFill>
              <a:latin typeface="Georgia"/>
            </a:endParaRP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(1/4)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pPr>
            <a:r>
              <a:rPr lang="en-US" sz="5000" i="1" dirty="0">
                <a:solidFill>
                  <a:srgbClr val="FFB800"/>
                </a:solidFill>
                <a:latin typeface="Georgia" panose="02040502050405020303" pitchFamily="18" charset="0"/>
                <a:ea typeface="ITC Zapf Chancery Italics"/>
                <a:cs typeface="ITC Zapf Chancery Italics"/>
                <a:sym typeface="ITC Zapf Chancery Italics"/>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pPr>
            <a:r>
              <a:rPr lang="en-US" sz="5502" b="1" i="1" spc="88" dirty="0">
                <a:solidFill>
                  <a:srgbClr val="FFB800"/>
                </a:solidFill>
                <a:latin typeface="Arial" panose="020B0604020202020204" pitchFamily="34" charset="0"/>
                <a:ea typeface="Poppins Bold Italics"/>
                <a:cs typeface="Arial" panose="020B0604020202020204" pitchFamily="34" charset="0"/>
                <a:sym typeface="Poppins Bold Italics"/>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believe in one, holy, catholic,</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and apostolic Church.</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confess one Baptism for the forgiveness of sins and I look forward to the resurrection</a:t>
            </a:r>
          </a:p>
          <a:p>
            <a:pPr marL="0" lvl="0" indent="0"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pPr>
            <a:r>
              <a:rPr lang="en-US" sz="9832" b="1" spc="68" dirty="0">
                <a:solidFill>
                  <a:srgbClr val="FFB800"/>
                </a:solidFill>
                <a:latin typeface="Arial" panose="020B0604020202020204" pitchFamily="34" charset="0"/>
                <a:ea typeface="Poppins Bold"/>
                <a:cs typeface="Arial" panose="020B0604020202020204" pitchFamily="34" charset="0"/>
                <a:sym typeface="Poppins Bold"/>
              </a:rPr>
              <a:t>Amen</a:t>
            </a:r>
            <a:endParaRPr lang="en-US" sz="9832" b="1" spc="68" dirty="0">
              <a:solidFill>
                <a:srgbClr val="F0FDF4"/>
              </a:solidFill>
              <a:latin typeface="Arial" panose="020B0604020202020204" pitchFamily="34" charset="0"/>
              <a:ea typeface="Poppins Bold"/>
              <a:cs typeface="Arial" panose="020B0604020202020204" pitchFamily="34" charset="0"/>
              <a:sym typeface="Poppins Bold"/>
            </a:endParaRP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(4/4)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non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AF8F4"/>
                </a:solidFill>
                <a:latin typeface="Arial"/>
              </a:defRPr>
            </a:pPr>
            <a:r>
              <a:t>YEAR A · 5 JULY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“I give praise to you, Father, Lord of heaven and earth, for although you have hidden these things from the wise and the learned you have revealed them to little ones.”</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11:25–30)</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14th Sunday in Ordinary Time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Lord, hear our prayer.</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Prayer of the Faithful (1/2)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solidFill>
                  <a:srgbClr val="F0FDF4"/>
                </a:solidFill>
                <a:latin typeface="Arial" panose="020B0604020202020204" pitchFamily="34" charset="0"/>
                <a:cs typeface="Arial" panose="020B0604020202020204" pitchFamily="34" charset="0"/>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Prayer of the Faithful (2/2)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non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AF8F4"/>
                </a:solidFill>
                <a:latin typeface="Arial"/>
              </a:defRPr>
            </a:pPr>
            <a:r>
              <a:t>YEAR A · 5 JULY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“I give praise to you, Father, Lord of heaven and earth, for although you have hidden these things from the wise and the learned you have revealed them to little ones.”</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11:25–30)</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14th Sunday in Ordinary Time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Gift of Finest Wheat</a:t>
            </a:r>
          </a:p>
        </p:txBody>
      </p:sp>
      <p:sp>
        <p:nvSpPr>
          <p:cNvPr id="3" name="TextBox 2"/>
          <p:cNvSpPr txBox="1"/>
          <p:nvPr/>
        </p:nvSpPr>
        <p:spPr>
          <a:xfrm>
            <a:off x="0" y="1097280"/>
            <a:ext cx="18288000" cy="445770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YOU SATISFY THE HUNGRY HEART</a:t>
            </a:r>
          </a:p>
          <a:p>
            <a:pPr algn="ctr">
              <a:lnSpc>
                <a:spcPct val="70000"/>
              </a:lnSpc>
            </a:pPr>
            <a:r>
              <a:rPr sz="7500" b="1" i="0">
                <a:solidFill>
                  <a:srgbClr val="FFFFFF"/>
                </a:solidFill>
                <a:latin typeface="Poppins"/>
              </a:rPr>
              <a:t>WITH GIFT OF FINEST WHEAT,</a:t>
            </a:r>
          </a:p>
          <a:p>
            <a:pPr algn="ctr">
              <a:lnSpc>
                <a:spcPct val="70000"/>
              </a:lnSpc>
            </a:pPr>
            <a:r>
              <a:rPr sz="7500" b="1" i="0">
                <a:solidFill>
                  <a:srgbClr val="FFFFFF"/>
                </a:solidFill>
                <a:latin typeface="Poppins"/>
              </a:rPr>
              <a:t>COME GIVE TO US, O SAVING LORD,</a:t>
            </a:r>
          </a:p>
          <a:p>
            <a:pPr algn="ctr">
              <a:lnSpc>
                <a:spcPct val="70000"/>
              </a:lnSpc>
            </a:pPr>
            <a:r>
              <a:rPr sz="7500" b="1" i="0">
                <a:solidFill>
                  <a:srgbClr val="FFFFFF"/>
                </a:solidFill>
                <a:latin typeface="Poppins"/>
              </a:rPr>
              <a:t>THE BREAD OF LIFE TO EAT.</a:t>
            </a:r>
          </a:p>
        </p:txBody>
      </p:sp>
      <p:sp>
        <p:nvSpPr>
          <p:cNvPr id="4" name="TextBox 3"/>
          <p:cNvSpPr txBox="1"/>
          <p:nvPr/>
        </p:nvSpPr>
        <p:spPr>
          <a:xfrm>
            <a:off x="0" y="5829300"/>
            <a:ext cx="18288000" cy="4457700"/>
          </a:xfrm>
          <a:prstGeom prst="rect">
            <a:avLst/>
          </a:prstGeom>
          <a:noFill/>
        </p:spPr>
        <p:txBody>
          <a:bodyPr wrap="square" lIns="0" rIns="0" tIns="73152" bIns="73152" anchor="ctr">
            <a:noAutofit/>
          </a:bodyPr>
          <a:lstStyle/>
          <a:p>
            <a:pPr algn="ctr">
              <a:lnSpc>
                <a:spcPct val="70000"/>
              </a:lnSpc>
            </a:pPr>
            <a:r>
              <a:rPr sz="7200" b="1" i="1">
                <a:solidFill>
                  <a:srgbClr val="FFFFFF"/>
                </a:solidFill>
                <a:latin typeface="Poppins"/>
              </a:rPr>
              <a:t>AS WHEN THE GRAIN BY SAINTS BELIEVED</a:t>
            </a:r>
          </a:p>
          <a:p>
            <a:pPr algn="ctr">
              <a:lnSpc>
                <a:spcPct val="70000"/>
              </a:lnSpc>
            </a:pPr>
            <a:r>
              <a:rPr sz="7200" b="1" i="1">
                <a:solidFill>
                  <a:srgbClr val="FFFFFF"/>
                </a:solidFill>
                <a:latin typeface="Poppins"/>
              </a:rPr>
              <a:t>WAS BLESSED AND BROKEN, LORD,</a:t>
            </a:r>
          </a:p>
          <a:p>
            <a:pPr algn="ctr">
              <a:lnSpc>
                <a:spcPct val="70000"/>
              </a:lnSpc>
            </a:pPr>
            <a:r>
              <a:rPr sz="7200" b="1" i="1">
                <a:solidFill>
                  <a:srgbClr val="FFFFFF"/>
                </a:solidFill>
                <a:latin typeface="Poppins"/>
              </a:rPr>
              <a:t>SO MAY YOUR CHURCH IN LANDS TODAY</a:t>
            </a:r>
          </a:p>
          <a:p>
            <a:pPr algn="ctr">
              <a:lnSpc>
                <a:spcPct val="70000"/>
              </a:lnSpc>
            </a:pPr>
            <a:r>
              <a:rPr sz="7200" b="1" i="1">
                <a:solidFill>
                  <a:srgbClr val="FFFFFF"/>
                </a:solidFill>
                <a:latin typeface="Poppins"/>
              </a:rPr>
              <a:t>BE FED, YOUR PRAISE RESTORED.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Offertory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500634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O LORD OF HARVEST, GRANT THAT WE</a:t>
            </a:r>
          </a:p>
          <a:p>
            <a:pPr algn="ctr">
              <a:lnSpc>
                <a:spcPct val="70000"/>
              </a:lnSpc>
            </a:pPr>
            <a:r>
              <a:rPr sz="7500" b="1" i="0">
                <a:solidFill>
                  <a:srgbClr val="FFFFFF"/>
                </a:solidFill>
                <a:latin typeface="Poppins"/>
              </a:rPr>
              <a:t>WHO SHARE THIS MYSTERY HERE</a:t>
            </a:r>
          </a:p>
          <a:p>
            <a:pPr algn="ctr">
              <a:lnSpc>
                <a:spcPct val="70000"/>
              </a:lnSpc>
            </a:pPr>
            <a:r>
              <a:rPr sz="7500" b="1" i="0">
                <a:solidFill>
                  <a:srgbClr val="FFFFFF"/>
                </a:solidFill>
                <a:latin typeface="Poppins"/>
              </a:rPr>
              <a:t>MAY FOLLOW YOU UNCEASINGLY</a:t>
            </a:r>
          </a:p>
          <a:p>
            <a:pPr algn="ctr">
              <a:lnSpc>
                <a:spcPct val="70000"/>
              </a:lnSpc>
            </a:pPr>
            <a:r>
              <a:rPr sz="7500" b="1" i="0">
                <a:solidFill>
                  <a:srgbClr val="FFFFFF"/>
                </a:solidFill>
                <a:latin typeface="Poppins"/>
              </a:rPr>
              <a:t>IN PRAISE, IN LOVE, IN FEAR.</a:t>
            </a:r>
          </a:p>
        </p:txBody>
      </p:sp>
      <p:sp>
        <p:nvSpPr>
          <p:cNvPr id="3" name="TextBox 2"/>
          <p:cNvSpPr txBox="1"/>
          <p:nvPr/>
        </p:nvSpPr>
        <p:spPr>
          <a:xfrm>
            <a:off x="0" y="5280660"/>
            <a:ext cx="18288000" cy="5006340"/>
          </a:xfrm>
          <a:prstGeom prst="rect">
            <a:avLst/>
          </a:prstGeom>
          <a:noFill/>
        </p:spPr>
        <p:txBody>
          <a:bodyPr wrap="square" lIns="0" rIns="0" tIns="73152" bIns="73152" anchor="ctr">
            <a:noAutofit/>
          </a:bodyPr>
          <a:lstStyle/>
          <a:p>
            <a:pPr algn="ctr">
              <a:lnSpc>
                <a:spcPct val="70000"/>
              </a:lnSpc>
            </a:pPr>
            <a:r>
              <a:rPr sz="6400" b="1" i="1">
                <a:solidFill>
                  <a:srgbClr val="FFFFFF"/>
                </a:solidFill>
                <a:latin typeface="Poppins"/>
              </a:rPr>
              <a:t>ONE BREAD, ONE CUP, ONE LIFE, ONE LORD—</a:t>
            </a:r>
          </a:p>
          <a:p>
            <a:pPr algn="ctr">
              <a:lnSpc>
                <a:spcPct val="70000"/>
              </a:lnSpc>
            </a:pPr>
            <a:r>
              <a:rPr sz="6400" b="1" i="1">
                <a:solidFill>
                  <a:srgbClr val="FFFFFF"/>
                </a:solidFill>
                <a:latin typeface="Poppins"/>
              </a:rPr>
              <a:t>WE OFFER, CHRIST, TO YOU;</a:t>
            </a:r>
          </a:p>
          <a:p>
            <a:pPr algn="ctr">
              <a:lnSpc>
                <a:spcPct val="70000"/>
              </a:lnSpc>
            </a:pPr>
            <a:r>
              <a:rPr sz="6400" b="1" i="1">
                <a:solidFill>
                  <a:srgbClr val="FFFFFF"/>
                </a:solidFill>
                <a:latin typeface="Poppins"/>
              </a:rPr>
              <a:t>UNTIL WE SHARE YOUR BANQUET BOARD</a:t>
            </a:r>
          </a:p>
          <a:p>
            <a:pPr algn="ctr">
              <a:lnSpc>
                <a:spcPct val="70000"/>
              </a:lnSpc>
            </a:pPr>
            <a:r>
              <a:rPr sz="6400" b="1" i="1">
                <a:solidFill>
                  <a:srgbClr val="FFFFFF"/>
                </a:solidFill>
                <a:latin typeface="Poppins"/>
              </a:rPr>
              <a:t>WHERE ALL THE WORLD IS NEW.</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Offertory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Pray, brethren, that my sacrifice and yours may be acceptable to God,</a:t>
            </a:r>
            <a:endParaRPr lang="en-US" sz="6500" i="1" dirty="0">
              <a:solidFill>
                <a:schemeClr val="bg1"/>
              </a:solidFill>
              <a:latin typeface="Arial" panose="020B0604020202020204" pitchFamily="34" charset="0"/>
              <a:cs typeface="Arial" panose="020B0604020202020204" pitchFamily="34" charset="0"/>
            </a:endParaRPr>
          </a:p>
          <a:p>
            <a:pPr algn="ctr">
              <a:spcBef>
                <a:spcPts val="400"/>
              </a:spcBef>
              <a:spcAft>
                <a:spcPts val="500"/>
              </a:spcAft>
              <a:defRPr sz="5500" b="1" i="0" u="none">
                <a:solidFill>
                  <a:srgbClr val="86EFAC"/>
                </a:solidFill>
                <a:latin typeface="Inter"/>
              </a:defRPr>
            </a:pPr>
            <a:r>
              <a:rPr sz="6500" i="1" dirty="0">
                <a:solidFill>
                  <a:srgbClr val="F0FDF4"/>
                </a:solidFill>
                <a:latin typeface="Arial" panose="020B0604020202020204" pitchFamily="34" charset="0"/>
                <a:cs typeface="Arial" panose="020B0604020202020204" pitchFamily="34" charset="0"/>
              </a:rPr>
              <a:t>the almighty Father.</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Let us give thanks to the</a:t>
            </a:r>
          </a:p>
          <a:p>
            <a:pPr algn="ctr">
              <a:defRPr sz="5500" b="1" i="0" u="none">
                <a:solidFill>
                  <a:srgbClr val="86EFAC"/>
                </a:solidFill>
                <a:latin typeface="Inter"/>
              </a:defRPr>
            </a:pPr>
            <a:r>
              <a:rPr lang="en-US" sz="6500" i="1" dirty="0">
                <a:solidFill>
                  <a:srgbClr val="F0FDF4"/>
                </a:solidFill>
                <a:latin typeface="Arial" panose="020B0604020202020204" pitchFamily="34" charset="0"/>
                <a:cs typeface="Arial" panose="020B0604020202020204" pitchFamily="34" charset="0"/>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We lift them up to the Lord.</a:t>
            </a:r>
          </a:p>
        </p:txBody>
      </p:sp>
      <p:sp>
        <p:nvSpPr>
          <p:cNvPr id="3" name="TextBox 2">
            <a:extLst>
              <a:ext uri="{FF2B5EF4-FFF2-40B4-BE49-F238E27FC236}">
                <a16:creationId xmlns:a16="http://schemas.microsoft.com/office/drawing/2014/main" id="{CA37E2CD-6598-89D4-6A8B-8276F41A0DBB}"/>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It is right and just.</a:t>
            </a: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HOLY, HOLY, HOLY</a:t>
            </a:r>
          </a:p>
          <a:p>
            <a:pPr algn="ctr"/>
            <a:r>
              <a:rPr lang="en-US" sz="6000" b="1" dirty="0">
                <a:solidFill>
                  <a:srgbClr val="F0FDF4"/>
                </a:solidFill>
                <a:latin typeface="Arial" panose="020B0604020202020204" pitchFamily="34" charset="0"/>
                <a:cs typeface="Arial" panose="020B0604020202020204" pitchFamily="34" charset="0"/>
              </a:rPr>
              <a:t>LORD GOD OF HOST. </a:t>
            </a:r>
          </a:p>
          <a:p>
            <a:pPr algn="ctr"/>
            <a:r>
              <a:rPr lang="en-US" sz="6000" b="1" dirty="0">
                <a:solidFill>
                  <a:srgbClr val="F0FDF4"/>
                </a:solidFill>
                <a:latin typeface="Arial" panose="020B0604020202020204" pitchFamily="34" charset="0"/>
                <a:cs typeface="Arial" panose="020B0604020202020204" pitchFamily="34" charset="0"/>
              </a:rPr>
              <a:t>HEAVEN AND EARTH ARE</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i="1" dirty="0">
                <a:solidFill>
                  <a:srgbClr val="FFB800"/>
                </a:solidFill>
                <a:latin typeface="Arial" panose="020B0604020202020204" pitchFamily="34" charset="0"/>
                <a:cs typeface="Arial" panose="020B0604020202020204" pitchFamily="34" charset="0"/>
              </a:rPr>
              <a:t>HOSANNA IN THE HIGHEST(2X)</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BLESSED IS HE WHO COMES</a:t>
            </a:r>
          </a:p>
          <a:p>
            <a:pPr algn="ctr"/>
            <a:r>
              <a:rPr lang="en-US" sz="6000" b="1" dirty="0">
                <a:solidFill>
                  <a:srgbClr val="F0FDF4"/>
                </a:solidFill>
                <a:latin typeface="Arial" panose="020B0604020202020204" pitchFamily="34" charset="0"/>
                <a:cs typeface="Arial" panose="020B0604020202020204" pitchFamily="34" charset="0"/>
              </a:rPr>
              <a:t>IN THE NAME OF THE LORD.</a:t>
            </a:r>
          </a:p>
          <a:p>
            <a:pPr algn="ctr"/>
            <a:r>
              <a:rPr lang="en-US" sz="6000" b="1" i="1" dirty="0">
                <a:solidFill>
                  <a:srgbClr val="FFB800"/>
                </a:solidFill>
                <a:latin typeface="Arial" panose="020B0604020202020204" pitchFamily="34" charset="0"/>
                <a:cs typeface="Arial" panose="020B0604020202020204" pitchFamily="34" charset="0"/>
              </a:rPr>
              <a:t>HOSANNA IN THE HIGHEST(4X)</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Sanctus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6000" b="1" dirty="0">
                <a:solidFill>
                  <a:srgbClr val="F0FDF4"/>
                </a:solidFill>
                <a:latin typeface="Arial" panose="020B0604020202020204" pitchFamily="34" charset="0"/>
                <a:cs typeface="Arial" panose="020B0604020202020204" pitchFamily="34" charset="0"/>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The Mystery Of Faith</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Eucharistic Prayer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Great Amen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3600" b="1" i="0" u="sng">
                <a:solidFill>
                  <a:srgbClr val="FFB800"/>
                </a:solidFill>
                <a:latin typeface="Georgia"/>
              </a:defRPr>
            </a:pPr>
            <a:r>
              <a:rPr>
                <a:solidFill>
                  <a:srgbClr val="FFB800"/>
                </a:solidFill>
              </a:rPr>
              <a:t>Our Father</a:t>
            </a:r>
          </a:p>
        </p:txBody>
      </p:sp>
      <p:sp>
        <p:nvSpPr>
          <p:cNvPr id="3" name="TextBox 2"/>
          <p:cNvSpPr txBox="1"/>
          <p:nvPr/>
        </p:nvSpPr>
        <p:spPr>
          <a:xfrm>
            <a:off x="0" y="849034"/>
            <a:ext cx="18288000" cy="4067687"/>
          </a:xfrm>
          <a:prstGeom prst="rect">
            <a:avLst/>
          </a:prstGeom>
          <a:noFill/>
        </p:spPr>
        <p:txBody>
          <a:bodyPr wrap="square" lIns="109728" tIns="73152" rIns="109728" bIns="73152" anchor="ctr">
            <a:noAutofit/>
          </a:bodyPr>
          <a:lstStyle/>
          <a:p>
            <a:pPr algn="ctr">
              <a:lnSpc>
                <a:spcPts val="5500"/>
              </a:lnSpc>
              <a:spcBef>
                <a:spcPts val="400"/>
              </a:spcBef>
              <a:defRPr sz="2600" b="1"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OUR FATHER, WHO ART IN HEAVEN,</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HALLOWED BE YOUR NAME;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YOUR KINGDOM COME,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YOUR WILL BE DONE,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ON EARTH AS IT IS IN HEAVEN.</a:t>
            </a:r>
          </a:p>
        </p:txBody>
      </p:sp>
      <p:sp>
        <p:nvSpPr>
          <p:cNvPr id="5" name="TextBox 4">
            <a:extLst>
              <a:ext uri="{FF2B5EF4-FFF2-40B4-BE49-F238E27FC236}">
                <a16:creationId xmlns:a16="http://schemas.microsoft.com/office/drawing/2014/main" id="{B0E41674-432D-59B5-74C3-4778FD3C73E2}"/>
              </a:ext>
            </a:extLst>
          </p:cNvPr>
          <p:cNvSpPr txBox="1"/>
          <p:nvPr/>
        </p:nvSpPr>
        <p:spPr>
          <a:xfrm>
            <a:off x="0" y="4787347"/>
            <a:ext cx="18288000" cy="5499653"/>
          </a:xfrm>
          <a:prstGeom prst="rect">
            <a:avLst/>
          </a:prstGeom>
          <a:noFill/>
        </p:spPr>
        <p:txBody>
          <a:bodyPr wrap="square" lIns="109728" tIns="73152" rIns="109728" bIns="73152" anchor="ctr">
            <a:noAutofit/>
          </a:bodyPr>
          <a:lstStyle/>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GIVE US THIS DAY OUR DAILY BREAD;</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AND FORGIVE US OUR TRESPASSES,</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AS WE FORGIVE THOSE WHO TRESPASS AGAINST US;</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AND LEAD US NOT INTO TEMPTATION,</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BUT DELIVER US, DELIVER US FROM EVIL.</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3" name="TextBox 2">
            <a:extLst>
              <a:ext uri="{FF2B5EF4-FFF2-40B4-BE49-F238E27FC236}">
                <a16:creationId xmlns:a16="http://schemas.microsoft.com/office/drawing/2014/main" id="{A5D65447-56D1-6AD8-3118-EE39D1BF6F6E}"/>
              </a:ext>
            </a:extLst>
          </p:cNvPr>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FB800"/>
                </a:solidFill>
                <a:latin typeface="Arial"/>
              </a:defRPr>
            </a:pPr>
            <a:r>
              <a:rPr lang="en-US" sz="6600" dirty="0">
                <a:solidFill>
                  <a:srgbClr val="F0FDF4"/>
                </a:solidFill>
              </a:rPr>
              <a:t>Priest: </a:t>
            </a:r>
            <a:r>
              <a:rPr lang="en-US" sz="6600" i="1" dirty="0">
                <a:solidFill>
                  <a:srgbClr val="F0FDF4"/>
                </a:solidFill>
              </a:rPr>
              <a:t>Deliver us, Lord, we pray, from every evil, graciously grant peace in our days, that, by the help of your mercy, we may be always free from sin and safe from all distress, as we await the blessed hope and the coming of our Savior, Jesus Christ.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3" name="TextBox 2">
            <a:extLst>
              <a:ext uri="{FF2B5EF4-FFF2-40B4-BE49-F238E27FC236}">
                <a16:creationId xmlns:a16="http://schemas.microsoft.com/office/drawing/2014/main" id="{3C8D2707-7756-A8E3-CBF5-4BA3F8BE583B}"/>
              </a:ext>
            </a:extLst>
          </p:cNvPr>
          <p:cNvSpPr txBox="1"/>
          <p:nvPr/>
        </p:nvSpPr>
        <p:spPr>
          <a:xfrm>
            <a:off x="914400" y="1444753"/>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7000" dirty="0">
                <a:solidFill>
                  <a:srgbClr val="F0FDF4"/>
                </a:solidFill>
              </a:rPr>
              <a:t>FOR THE KINGDOM, THE POWER, AND THE GLORY ARE YOURS NOW AND FOR EVER.</a:t>
            </a:r>
          </a:p>
        </p:txBody>
      </p:sp>
      <p:sp>
        <p:nvSpPr>
          <p:cNvPr id="5" name="TextBox 4">
            <a:extLst>
              <a:ext uri="{FF2B5EF4-FFF2-40B4-BE49-F238E27FC236}">
                <a16:creationId xmlns:a16="http://schemas.microsoft.com/office/drawing/2014/main" id="{D3483208-BA5E-930E-3B94-EA7431D41750}"/>
              </a:ext>
            </a:extLst>
          </p:cNvPr>
          <p:cNvSpPr txBox="1"/>
          <p:nvPr/>
        </p:nvSpPr>
        <p:spPr>
          <a:xfrm>
            <a:off x="914400" y="5143500"/>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9000" i="1" dirty="0">
                <a:solidFill>
                  <a:srgbClr val="F0FDF4"/>
                </a:solidFill>
              </a:rPr>
              <a:t>AMEN, AMEN, AMEN.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non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AF8F4"/>
                </a:solidFill>
                <a:latin typeface="Arial"/>
              </a:defRPr>
            </a:pPr>
            <a:r>
              <a:t>YEAR A · 5 JULY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“I give praise to you, Father, Lord of heaven and earth, for although you have hidden these things from the wise and the learned you have revealed them to little ones.”</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11:25–30)</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14th Sunday in Ordinary Time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peace of the Lord</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Let us offer each other</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sign of peace. </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Sign of Peace</a:t>
            </a:r>
            <a:endParaRPr sz="5000" b="1" u="sng" dirty="0">
              <a:solidFill>
                <a:srgbClr val="86EFAC"/>
              </a:solidFill>
              <a:latin typeface="Georgia"/>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And with your spirit.</a:t>
            </a:r>
          </a:p>
        </p:txBody>
      </p:sp>
      <p:sp>
        <p:nvSpPr>
          <p:cNvPr id="9" name="TextBox 8"/>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Sign of Peace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Lamb of God</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Lamb of God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r>
              <a:rPr sz="8000" b="1" dirty="0">
                <a:solidFill>
                  <a:srgbClr val="F0FDF4"/>
                </a:solidFill>
                <a:latin typeface="Arial" panose="020B0604020202020204" pitchFamily="34" charset="0"/>
                <a:cs typeface="Arial" panose="020B0604020202020204" pitchFamily="34" charset="0"/>
              </a:rPr>
              <a:t>All:</a:t>
            </a:r>
            <a:endParaRPr lang="en-US" sz="8000" b="1" dirty="0">
              <a:solidFill>
                <a:srgbClr val="F0FDF4"/>
              </a:solidFill>
              <a:latin typeface="Arial" panose="020B0604020202020204" pitchFamily="34" charset="0"/>
              <a:cs typeface="Arial" panose="020B0604020202020204" pitchFamily="34" charset="0"/>
            </a:endParaRPr>
          </a:p>
          <a:p>
            <a:pPr algn="ctr" fontAlgn="ctr"/>
            <a:r>
              <a:rPr sz="8000" b="1" dirty="0">
                <a:solidFill>
                  <a:srgbClr val="F0FDF4"/>
                </a:solidFill>
                <a:latin typeface="Arial" panose="020B0604020202020204" pitchFamily="34" charset="0"/>
                <a:cs typeface="Arial" panose="020B0604020202020204" pitchFamily="34" charset="0"/>
              </a:rPr>
              <a:t>Lord, I am not worthy that you should enter under my roof, but only say the word and my soul shall be healed.</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r>
              <a:rPr lang="en-US" sz="5500" b="1" dirty="0">
                <a:solidFill>
                  <a:srgbClr val="FFB800"/>
                </a:solidFill>
                <a:latin typeface="Arial" panose="020B0604020202020204" pitchFamily="34" charset="0"/>
                <a:cs typeface="Arial" panose="020B0604020202020204" pitchFamily="34" charset="0"/>
              </a:rPr>
              <a:t>Priest: </a:t>
            </a:r>
            <a:r>
              <a:rPr lang="en-US" sz="5500" b="1" i="1" dirty="0">
                <a:solidFill>
                  <a:srgbClr val="F0FDF4"/>
                </a:solidFill>
                <a:latin typeface="Arial" panose="020B0604020202020204" pitchFamily="34" charset="0"/>
                <a:cs typeface="Arial" panose="020B0604020202020204" pitchFamily="34" charset="0"/>
              </a:rPr>
              <a:t>Behold the Lamb of God, behold him who takes away the sins of the world. Blessed are those called to the supper of the Lamb.</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non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AF8F4"/>
                </a:solidFill>
                <a:latin typeface="Arial"/>
              </a:defRPr>
            </a:pPr>
            <a:r>
              <a:t>YEAR A · 5 JULY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“I give praise to you, Father, Lord of heaven and earth, for although you have hidden these things from the wise and the learned you have revealed them to little ones.”</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11:25–30)</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14th Sunday in Ordinary Time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Manalig Ka</a:t>
            </a:r>
          </a:p>
        </p:txBody>
      </p:sp>
      <p:sp>
        <p:nvSpPr>
          <p:cNvPr id="3" name="TextBox 2"/>
          <p:cNvSpPr txBox="1"/>
          <p:nvPr/>
        </p:nvSpPr>
        <p:spPr>
          <a:xfrm>
            <a:off x="0" y="1097280"/>
            <a:ext cx="18288000" cy="4457700"/>
          </a:xfrm>
          <a:prstGeom prst="rect">
            <a:avLst/>
          </a:prstGeom>
          <a:noFill/>
        </p:spPr>
        <p:txBody>
          <a:bodyPr wrap="square" lIns="0" rIns="0" tIns="73152" bIns="73152" anchor="ctr">
            <a:noAutofit/>
          </a:bodyPr>
          <a:lstStyle/>
          <a:p>
            <a:pPr algn="ctr">
              <a:lnSpc>
                <a:spcPct val="70000"/>
              </a:lnSpc>
            </a:pPr>
            <a:r>
              <a:rPr sz="6200" b="1" i="0">
                <a:solidFill>
                  <a:srgbClr val="FFFFFF"/>
                </a:solidFill>
                <a:latin typeface="Poppins"/>
              </a:rPr>
              <a:t>ILUOM LAHAT NG TAKOT SA IYONG DAMDAMIN</a:t>
            </a:r>
          </a:p>
          <a:p>
            <a:pPr algn="ctr">
              <a:lnSpc>
                <a:spcPct val="70000"/>
              </a:lnSpc>
            </a:pPr>
            <a:r>
              <a:rPr sz="6200" b="1" i="0">
                <a:solidFill>
                  <a:srgbClr val="FFFFFF"/>
                </a:solidFill>
                <a:latin typeface="Poppins"/>
              </a:rPr>
              <a:t>ANG PANGALAN N'YA LAGI ANG TAWAGIN</a:t>
            </a:r>
          </a:p>
          <a:p>
            <a:pPr algn="ctr">
              <a:lnSpc>
                <a:spcPct val="70000"/>
              </a:lnSpc>
            </a:pPr>
            <a:r>
              <a:rPr sz="6200" b="1" i="0">
                <a:solidFill>
                  <a:srgbClr val="FFFFFF"/>
                </a:solidFill>
                <a:latin typeface="Poppins"/>
              </a:rPr>
              <a:t>AT SIYA'Y NAKIKINIG</a:t>
            </a:r>
          </a:p>
          <a:p>
            <a:pPr algn="ctr">
              <a:lnSpc>
                <a:spcPct val="70000"/>
              </a:lnSpc>
            </a:pPr>
            <a:r>
              <a:rPr sz="6200" b="1" i="0">
                <a:solidFill>
                  <a:srgbClr val="FFFFFF"/>
                </a:solidFill>
                <a:latin typeface="Poppins"/>
              </a:rPr>
              <a:t>SA BAWAT HINAING</a:t>
            </a:r>
          </a:p>
        </p:txBody>
      </p:sp>
      <p:sp>
        <p:nvSpPr>
          <p:cNvPr id="4" name="TextBox 3"/>
          <p:cNvSpPr txBox="1"/>
          <p:nvPr/>
        </p:nvSpPr>
        <p:spPr>
          <a:xfrm>
            <a:off x="0" y="5829300"/>
            <a:ext cx="18288000" cy="4457700"/>
          </a:xfrm>
          <a:prstGeom prst="rect">
            <a:avLst/>
          </a:prstGeom>
          <a:noFill/>
        </p:spPr>
        <p:txBody>
          <a:bodyPr wrap="square" lIns="0" rIns="0" tIns="73152" bIns="73152" anchor="ctr">
            <a:noAutofit/>
          </a:bodyPr>
          <a:lstStyle/>
          <a:p>
            <a:pPr algn="ctr">
              <a:lnSpc>
                <a:spcPct val="70000"/>
              </a:lnSpc>
            </a:pPr>
            <a:r>
              <a:rPr sz="5800" b="1" i="1">
                <a:solidFill>
                  <a:srgbClr val="FFFFFF"/>
                </a:solidFill>
                <a:latin typeface="Poppins"/>
              </a:rPr>
              <a:t>MAGMASID</a:t>
            </a:r>
          </a:p>
          <a:p>
            <a:pPr algn="ctr">
              <a:lnSpc>
                <a:spcPct val="70000"/>
              </a:lnSpc>
            </a:pPr>
            <a:r>
              <a:rPr sz="5800" b="1" i="1">
                <a:solidFill>
                  <a:srgbClr val="FFFFFF"/>
                </a:solidFill>
                <a:latin typeface="Poppins"/>
              </a:rPr>
              <a:t>AT MAMULAT SA KANYANG KAPANGYARIHAN</a:t>
            </a:r>
          </a:p>
          <a:p>
            <a:pPr algn="ctr">
              <a:lnSpc>
                <a:spcPct val="70000"/>
              </a:lnSpc>
            </a:pPr>
            <a:r>
              <a:rPr sz="5800" b="1" i="1">
                <a:solidFill>
                  <a:srgbClr val="FFFFFF"/>
                </a:solidFill>
                <a:latin typeface="Poppins"/>
              </a:rPr>
              <a:t>NABATID MO BA NA SIYA'Y NAGLALAAN</a:t>
            </a:r>
          </a:p>
          <a:p>
            <a:pPr algn="ctr">
              <a:lnSpc>
                <a:spcPct val="70000"/>
              </a:lnSpc>
            </a:pPr>
            <a:r>
              <a:rPr sz="5800" b="1" i="1">
                <a:solidFill>
                  <a:srgbClr val="FFFFFF"/>
                </a:solidFill>
                <a:latin typeface="Poppins"/>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5006340"/>
          </a:xfrm>
          <a:prstGeom prst="rect">
            <a:avLst/>
          </a:prstGeom>
          <a:noFill/>
        </p:spPr>
        <p:txBody>
          <a:bodyPr wrap="square" lIns="0" rIns="0" tIns="73152"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280660"/>
            <a:ext cx="18288000" cy="5006340"/>
          </a:xfrm>
          <a:prstGeom prst="rect">
            <a:avLst/>
          </a:prstGeom>
          <a:noFill/>
        </p:spPr>
        <p:txBody>
          <a:bodyPr wrap="square" lIns="0" rIns="0" tIns="73152" bIns="73152" anchor="ctr">
            <a:noAutofit/>
          </a:bodyPr>
          <a:lstStyle/>
          <a:p>
            <a:pPr algn="ctr">
              <a:lnSpc>
                <a:spcPct val="70000"/>
              </a:lnSpc>
            </a:pPr>
            <a:r>
              <a:rPr sz="5400" b="1" i="0">
                <a:solidFill>
                  <a:srgbClr val="FFFFFF"/>
                </a:solidFill>
                <a:latin typeface="Poppins"/>
              </a:rPr>
              <a:t>ANG NGAYON TILA WALANG MARARATING NA BUKAS</a:t>
            </a:r>
          </a:p>
          <a:p>
            <a:pPr algn="ctr">
              <a:lnSpc>
                <a:spcPct val="70000"/>
              </a:lnSpc>
            </a:pPr>
            <a:r>
              <a:rPr sz="5400" b="1" i="0">
                <a:solidFill>
                  <a:srgbClr val="FFFFFF"/>
                </a:solidFill>
                <a:latin typeface="Poppins"/>
              </a:rPr>
              <a:t>NGUNIT KUNG SIYA ANG ATING HAYAANG MAGLANDAS</a:t>
            </a:r>
          </a:p>
          <a:p>
            <a:pPr algn="ctr">
              <a:lnSpc>
                <a:spcPct val="70000"/>
              </a:lnSpc>
            </a:pPr>
            <a:r>
              <a:rPr sz="5400" b="1" i="0">
                <a:solidFill>
                  <a:srgbClr val="FFFFFF"/>
                </a:solidFill>
                <a:latin typeface="Poppins"/>
              </a:rPr>
              <a:t>PAG-ASA AY MULING MABIBIGKAS</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5006340"/>
          </a:xfrm>
          <a:prstGeom prst="rect">
            <a:avLst/>
          </a:prstGeom>
          <a:noFill/>
        </p:spPr>
        <p:txBody>
          <a:bodyPr wrap="square" lIns="0" rIns="0" tIns="73152"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280660"/>
            <a:ext cx="18288000" cy="5006340"/>
          </a:xfrm>
          <a:prstGeom prst="rect">
            <a:avLst/>
          </a:prstGeom>
          <a:noFill/>
        </p:spPr>
        <p:txBody>
          <a:bodyPr wrap="square" lIns="0" rIns="0" tIns="73152" bIns="73152" anchor="ctr">
            <a:noAutofit/>
          </a:bodyPr>
          <a:lstStyle/>
          <a:p>
            <a:pPr algn="ctr">
              <a:lnSpc>
                <a:spcPct val="70000"/>
              </a:lnSpc>
            </a:pPr>
            <a:r>
              <a:rPr sz="6800" b="1" i="0">
                <a:solidFill>
                  <a:srgbClr val="FFFFFF"/>
                </a:solidFill>
                <a:latin typeface="Poppins"/>
              </a:rPr>
              <a:t>MANALIG KA</a:t>
            </a:r>
          </a:p>
          <a:p>
            <a:pPr algn="ctr">
              <a:lnSpc>
                <a:spcPct val="70000"/>
              </a:lnSpc>
            </a:pPr>
            <a:r>
              <a:rPr sz="6800" b="1" i="0">
                <a:solidFill>
                  <a:srgbClr val="FFFFFF"/>
                </a:solidFill>
                <a:latin typeface="Poppins"/>
              </a:rPr>
              <a:t>TUYUIN ANG LUHA SA MGA MATA</a:t>
            </a:r>
          </a:p>
          <a:p>
            <a:pPr algn="ctr">
              <a:lnSpc>
                <a:spcPct val="70000"/>
              </a:lnSpc>
            </a:pPr>
            <a:r>
              <a:rPr sz="6800" b="1" i="0">
                <a:solidFill>
                  <a:srgbClr val="FFFFFF"/>
                </a:solidFill>
                <a:latin typeface="Poppins"/>
              </a:rPr>
              <a:t>HINDI SIYA NATUTULOG</a:t>
            </a:r>
          </a:p>
          <a:p>
            <a:pPr algn="ctr">
              <a:lnSpc>
                <a:spcPct val="70000"/>
              </a:lnSpc>
            </a:pPr>
            <a:r>
              <a:rPr sz="6800" b="1" i="0">
                <a:solidFill>
                  <a:srgbClr val="FFFFFF"/>
                </a:solidFill>
                <a:latin typeface="Poppins"/>
              </a:rPr>
              <a:t>HINDI NAKAKALIMOT</a:t>
            </a:r>
          </a:p>
          <a:p>
            <a:pPr algn="ctr">
              <a:lnSpc>
                <a:spcPct val="70000"/>
              </a:lnSpc>
            </a:pPr>
            <a:r>
              <a:rPr sz="6800" b="1" i="0">
                <a:solidFill>
                  <a:srgbClr val="FFFFFF"/>
                </a:solidFill>
                <a:latin typeface="Poppins"/>
              </a:rPr>
              <a:t>KAY HESUS MANALIG KA</a:t>
            </a:r>
          </a:p>
          <a:p>
            <a:pPr algn="ctr">
              <a:lnSpc>
                <a:spcPct val="70000"/>
              </a:lnSpc>
            </a:pPr>
            <a:r>
              <a:rPr sz="6800" b="1" i="0">
                <a:solidFill>
                  <a:srgbClr val="FFFFFF"/>
                </a:solidFill>
                <a:latin typeface="Poppins"/>
              </a:rPr>
              <a:t>KAY HESUS MANALIG KA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Isang Bansa</a:t>
            </a:r>
          </a:p>
        </p:txBody>
      </p:sp>
      <p:sp>
        <p:nvSpPr>
          <p:cNvPr id="3" name="TextBox 2"/>
          <p:cNvSpPr txBox="1"/>
          <p:nvPr/>
        </p:nvSpPr>
        <p:spPr>
          <a:xfrm>
            <a:off x="0" y="1097280"/>
            <a:ext cx="18288000" cy="445770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OH KAY GANDA NG ATING BUHAY</a:t>
            </a:r>
          </a:p>
          <a:p>
            <a:pPr algn="ctr">
              <a:lnSpc>
                <a:spcPct val="70000"/>
              </a:lnSpc>
            </a:pPr>
            <a:r>
              <a:rPr sz="7500" b="1" i="0">
                <a:solidFill>
                  <a:srgbClr val="FFFFFF"/>
                </a:solidFill>
                <a:latin typeface="Poppins"/>
              </a:rPr>
              <a:t>NAPUPUSPOS NG PAGPAPALA</a:t>
            </a:r>
          </a:p>
          <a:p>
            <a:pPr algn="ctr">
              <a:lnSpc>
                <a:spcPct val="70000"/>
              </a:lnSpc>
            </a:pPr>
            <a:r>
              <a:rPr sz="7500" b="1" i="0">
                <a:solidFill>
                  <a:srgbClr val="FFFFFF"/>
                </a:solidFill>
                <a:latin typeface="Poppins"/>
              </a:rPr>
              <a:t>NG SAKRAMENTONG MAHIWAGA</a:t>
            </a:r>
          </a:p>
          <a:p>
            <a:pPr algn="ctr">
              <a:lnSpc>
                <a:spcPct val="70000"/>
              </a:lnSpc>
            </a:pPr>
            <a:r>
              <a:rPr sz="7500" b="1" i="0">
                <a:solidFill>
                  <a:srgbClr val="FFFFFF"/>
                </a:solidFill>
                <a:latin typeface="Poppins"/>
              </a:rPr>
              <a:t>KALOOB NI HESUS SA’TING GABAY</a:t>
            </a:r>
          </a:p>
        </p:txBody>
      </p:sp>
      <p:sp>
        <p:nvSpPr>
          <p:cNvPr id="4" name="TextBox 3"/>
          <p:cNvSpPr txBox="1"/>
          <p:nvPr/>
        </p:nvSpPr>
        <p:spPr>
          <a:xfrm>
            <a:off x="0" y="5829300"/>
            <a:ext cx="18288000" cy="4457700"/>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OH KAY TAMIS NG PAGSASAMA</a:t>
            </a:r>
          </a:p>
          <a:p>
            <a:pPr algn="ctr">
              <a:lnSpc>
                <a:spcPct val="70000"/>
              </a:lnSpc>
            </a:pPr>
            <a:r>
              <a:rPr sz="7500" b="1" i="1">
                <a:solidFill>
                  <a:srgbClr val="FFFFFF"/>
                </a:solidFill>
                <a:latin typeface="Poppins"/>
              </a:rPr>
              <a:t>NAGMUMULA SA PAGKAKAISA</a:t>
            </a:r>
          </a:p>
          <a:p>
            <a:pPr algn="ctr">
              <a:lnSpc>
                <a:spcPct val="70000"/>
              </a:lnSpc>
            </a:pPr>
            <a:r>
              <a:rPr sz="7500" b="1" i="1">
                <a:solidFill>
                  <a:srgbClr val="FFFFFF"/>
                </a:solidFill>
                <a:latin typeface="Poppins"/>
              </a:rPr>
              <a:t>BUMUBUKAL SA PAGSASALO</a:t>
            </a:r>
          </a:p>
          <a:p>
            <a:pPr algn="ctr">
              <a:lnSpc>
                <a:spcPct val="70000"/>
              </a:lnSpc>
            </a:pPr>
            <a:r>
              <a:rPr sz="7500" b="1" i="1">
                <a:solidFill>
                  <a:srgbClr val="FFFFFF"/>
                </a:solidFill>
                <a:latin typeface="Poppins"/>
              </a:rPr>
              <a:t>SA IISANG HAPAG AY DUMALO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PURIHIN SI HESUS SA SAKRAMENTO</a:t>
            </a:r>
          </a:p>
          <a:p>
            <a:pPr algn="ctr">
              <a:lnSpc>
                <a:spcPct val="70000"/>
              </a:lnSpc>
            </a:pPr>
            <a:r>
              <a:rPr sz="7500" b="1" i="0">
                <a:solidFill>
                  <a:srgbClr val="FFFFFF"/>
                </a:solidFill>
                <a:latin typeface="Poppins"/>
              </a:rPr>
              <a:t>PURIHIN NG LAHAT NG TAO</a:t>
            </a:r>
          </a:p>
          <a:p>
            <a:pPr algn="ctr">
              <a:lnSpc>
                <a:spcPct val="70000"/>
              </a:lnSpc>
            </a:pPr>
            <a:r>
              <a:rPr sz="7500" b="1" i="0">
                <a:solidFill>
                  <a:srgbClr val="FFFFFF"/>
                </a:solidFill>
                <a:latin typeface="Poppins"/>
              </a:rPr>
              <a:t>PURIHIN SIYA NG PILIPINO</a:t>
            </a:r>
          </a:p>
          <a:p>
            <a:pPr algn="ctr">
              <a:lnSpc>
                <a:spcPct val="70000"/>
              </a:lnSpc>
            </a:pPr>
            <a:r>
              <a:rPr sz="7500" b="1" i="0">
                <a:solidFill>
                  <a:srgbClr val="FFFFFF"/>
                </a:solidFill>
                <a:latin typeface="Poppins"/>
              </a:rPr>
              <a:t>SA PAGKAKAISA’Y LINGAPIN MO</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non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AF8F4"/>
                </a:solidFill>
                <a:latin typeface="Arial"/>
              </a:defRPr>
            </a:pPr>
            <a:r>
              <a:t>YEAR A · 5 JULY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“I give praise to you, Father, Lord of heaven and earth, for although you have hidden these things from the wise and the learned you have revealed them to little ones.”</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11:25–30)</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14th Sunday in Ordinary Time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4" name="TextBox 3">
            <a:extLst>
              <a:ext uri="{FF2B5EF4-FFF2-40B4-BE49-F238E27FC236}">
                <a16:creationId xmlns:a16="http://schemas.microsoft.com/office/drawing/2014/main" id="{3FE251BE-6C37-A4D1-32D9-85B08A94C476}"/>
              </a:ext>
            </a:extLst>
          </p:cNvPr>
          <p:cNvSpPr txBox="1"/>
          <p:nvPr/>
        </p:nvSpPr>
        <p:spPr>
          <a:xfrm>
            <a:off x="914400" y="1499417"/>
            <a:ext cx="16459200" cy="5040530"/>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10000" dirty="0">
                <a:solidFill>
                  <a:srgbClr val="F0FDF4"/>
                </a:solidFill>
                <a:latin typeface="Georgia" panose="02040502050405020303" pitchFamily="18" charset="0"/>
              </a:rPr>
              <a:t>Welcome newcomers!</a:t>
            </a:r>
            <a:endParaRPr lang="en-US" sz="10000" dirty="0">
              <a:latin typeface="Georgia" panose="02040502050405020303" pitchFamily="18" charset="0"/>
            </a:endParaRPr>
          </a:p>
          <a:p>
            <a:pPr algn="ctr">
              <a:spcAft>
                <a:spcPts val="500"/>
              </a:spcAft>
              <a:defRPr sz="5500" b="1" i="0" u="none">
                <a:solidFill>
                  <a:srgbClr val="F0FDF4"/>
                </a:solidFill>
                <a:latin typeface="Inter"/>
              </a:defRPr>
            </a:pPr>
            <a:r>
              <a:rPr lang="en-KR" sz="10000" dirty="0">
                <a:solidFill>
                  <a:srgbClr val="F0FDF4"/>
                </a:solidFill>
                <a:latin typeface="Georgia" panose="02040502050405020303" pitchFamily="18" charset="0"/>
              </a:rPr>
              <a:t>to</a:t>
            </a:r>
            <a:br>
              <a:rPr lang="en-KR" sz="10000" dirty="0">
                <a:latin typeface="Georgia" panose="02040502050405020303" pitchFamily="18" charset="0"/>
              </a:rPr>
            </a:br>
            <a:r>
              <a:rPr lang="en-KR" sz="10000" dirty="0">
                <a:solidFill>
                  <a:srgbClr val="F0FDF4"/>
                </a:solidFill>
                <a:latin typeface="Georgia" panose="02040502050405020303" pitchFamily="18" charset="0"/>
              </a:rPr>
              <a:t>Gwangju Filipino Catholic Community</a:t>
            </a:r>
            <a:endParaRPr sz="10000" dirty="0">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Welcoming Newcomers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Mass Collection</a:t>
            </a:r>
          </a:p>
        </p:txBody>
      </p:sp>
      <p:sp>
        <p:nvSpPr>
          <p:cNvPr id="6" name="TextBox 5">
            <a:extLst>
              <a:ext uri="{FF2B5EF4-FFF2-40B4-BE49-F238E27FC236}">
                <a16:creationId xmlns:a16="http://schemas.microsoft.com/office/drawing/2014/main" id="{5E6D80AC-E9BA-7C1C-81C5-AA192C66B850}"/>
              </a:ext>
            </a:extLst>
          </p:cNvPr>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Black" panose="020B0604020202020204" pitchFamily="34" charset="0"/>
                <a:cs typeface="Arial Black" panose="020B0604020202020204" pitchFamily="34" charset="0"/>
              </a:rPr>
              <a:t/>
            </a:r>
            <a:endParaRPr sz="10000" b="1" dirty="0">
              <a:latin typeface="Arial Black" panose="020B0604020202020204" pitchFamily="34" charset="0"/>
              <a:cs typeface="Arial Black" panose="020B0604020202020204" pitchFamily="34" charset="0"/>
            </a:endParaRPr>
          </a:p>
        </p:txBody>
      </p:sp>
      <p:sp>
        <p:nvSpPr>
          <p:cNvPr id="8" name="TextBox 7">
            <a:extLst>
              <a:ext uri="{FF2B5EF4-FFF2-40B4-BE49-F238E27FC236}">
                <a16:creationId xmlns:a16="http://schemas.microsoft.com/office/drawing/2014/main" id="{5EE7C7ED-ADC2-17BC-18D0-2CD24423D0BC}"/>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lang="en-US" sz="5000" b="1" i="1" dirty="0">
                <a:solidFill>
                  <a:srgbClr val="F0FDF4"/>
                </a:solidFill>
                <a:latin typeface="Arial" panose="020B0604020202020204" pitchFamily="34" charset="0"/>
                <a:cs typeface="Arial" panose="020B0604020202020204" pitchFamily="34" charset="0"/>
              </a:rPr>
              <a:t>Sunday, June 28, 2026</a:t>
            </a:r>
            <a:endParaRPr sz="5000" b="1" i="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582F665-B508-1D17-B03C-850BD389EC3F}"/>
              </a:ext>
            </a:extLst>
          </p:cNvPr>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dirty="0">
                <a:solidFill>
                  <a:schemeClr val="bg1"/>
                </a:solidFill>
                <a:latin typeface="Arial" panose="020B0604020202020204" pitchFamily="34" charset="0"/>
                <a:cs typeface="Arial" panose="020B0604020202020204" pitchFamily="34" charset="0"/>
              </a:rPr>
              <a:t>Thank you for your generosity.</a:t>
            </a:r>
          </a:p>
        </p:txBody>
      </p:sp>
      <p:sp>
        <p:nvSpPr>
          <p:cNvPr id="13" name="TextBox 1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Mass Collection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dirty="0">
                <a:solidFill>
                  <a:srgbClr val="F0FDF4"/>
                </a:solidFill>
              </a:rPr>
              <a:t>Sacrament of Confession</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solidFill>
                  <a:srgbClr val="FFB800"/>
                </a:solidFill>
                <a:latin typeface="Georgia" panose="02040502050405020303" pitchFamily="18" charset="0"/>
              </a:rPr>
              <a:t>Sacrament of Confession</a:t>
            </a:r>
            <a:endParaRPr u="sng" dirty="0">
              <a:solidFill>
                <a:srgbClr val="FFB800"/>
              </a:solidFill>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Amen.</a:t>
            </a:r>
          </a:p>
        </p:txBody>
      </p:sp>
      <p:sp>
        <p:nvSpPr>
          <p:cNvPr id="3" name="TextBox 2">
            <a:extLst>
              <a:ext uri="{FF2B5EF4-FFF2-40B4-BE49-F238E27FC236}">
                <a16:creationId xmlns:a16="http://schemas.microsoft.com/office/drawing/2014/main" id="{8CC358AF-482B-E6E8-416B-DB6A83AAF1FE}"/>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Thanks be to God.</a:t>
            </a: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Final Blessing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We Are Called</a:t>
            </a:r>
          </a:p>
        </p:txBody>
      </p:sp>
      <p:sp>
        <p:nvSpPr>
          <p:cNvPr id="3" name="TextBox 2"/>
          <p:cNvSpPr txBox="1"/>
          <p:nvPr/>
        </p:nvSpPr>
        <p:spPr>
          <a:xfrm>
            <a:off x="0" y="1097280"/>
            <a:ext cx="18288000" cy="4457700"/>
          </a:xfrm>
          <a:prstGeom prst="rect">
            <a:avLst/>
          </a:prstGeom>
          <a:noFill/>
        </p:spPr>
        <p:txBody>
          <a:bodyPr wrap="square" lIns="0" rIns="0" tIns="73152" bIns="73152" anchor="ctr">
            <a:noAutofit/>
          </a:bodyPr>
          <a:lstStyle/>
          <a:p>
            <a:pPr algn="ctr">
              <a:lnSpc>
                <a:spcPct val="70000"/>
              </a:lnSpc>
            </a:pPr>
            <a:r>
              <a:rPr sz="7100" b="1" i="0">
                <a:solidFill>
                  <a:srgbClr val="FFFFFF"/>
                </a:solidFill>
                <a:latin typeface="Poppins"/>
              </a:rPr>
              <a:t>WE ARE CALLED TO ACT WITH JUSTICE,</a:t>
            </a:r>
          </a:p>
          <a:p>
            <a:pPr algn="ctr">
              <a:lnSpc>
                <a:spcPct val="70000"/>
              </a:lnSpc>
            </a:pPr>
            <a:r>
              <a:rPr sz="7100" b="1" i="0">
                <a:solidFill>
                  <a:srgbClr val="FFFFFF"/>
                </a:solidFill>
                <a:latin typeface="Poppins"/>
              </a:rPr>
              <a:t>WE ARE CALLED TO LOVE TENDERLY;</a:t>
            </a:r>
          </a:p>
          <a:p>
            <a:pPr algn="ctr">
              <a:lnSpc>
                <a:spcPct val="70000"/>
              </a:lnSpc>
            </a:pPr>
            <a:r>
              <a:rPr sz="7100" b="1" i="0">
                <a:solidFill>
                  <a:srgbClr val="FFFFFF"/>
                </a:solidFill>
                <a:latin typeface="Poppins"/>
              </a:rPr>
              <a:t>WE ARE CALLED TO SERVE ONE ANOTHER,</a:t>
            </a:r>
          </a:p>
          <a:p>
            <a:pPr algn="ctr">
              <a:lnSpc>
                <a:spcPct val="70000"/>
              </a:lnSpc>
            </a:pPr>
            <a:r>
              <a:rPr sz="7100" b="1" i="0">
                <a:solidFill>
                  <a:srgbClr val="FFFFFF"/>
                </a:solidFill>
                <a:latin typeface="Poppins"/>
              </a:rPr>
              <a:t>TO WALK HUMBLY WITH GOD.</a:t>
            </a:r>
          </a:p>
        </p:txBody>
      </p:sp>
      <p:sp>
        <p:nvSpPr>
          <p:cNvPr id="4" name="TextBox 3"/>
          <p:cNvSpPr txBox="1"/>
          <p:nvPr/>
        </p:nvSpPr>
        <p:spPr>
          <a:xfrm>
            <a:off x="0" y="5829300"/>
            <a:ext cx="18288000" cy="4457700"/>
          </a:xfrm>
          <a:prstGeom prst="rect">
            <a:avLst/>
          </a:prstGeom>
          <a:noFill/>
        </p:spPr>
        <p:txBody>
          <a:bodyPr wrap="square" lIns="0" rIns="0" tIns="73152" bIns="73152" anchor="ctr">
            <a:noAutofit/>
          </a:bodyPr>
          <a:lstStyle/>
          <a:p>
            <a:pPr algn="ctr">
              <a:lnSpc>
                <a:spcPct val="70000"/>
              </a:lnSpc>
            </a:pPr>
            <a:r>
              <a:rPr sz="5600" b="1" i="1">
                <a:solidFill>
                  <a:srgbClr val="FFFFFF"/>
                </a:solidFill>
                <a:latin typeface="Poppins"/>
              </a:rPr>
              <a:t>COME! LIVE IN THE LIGHT!</a:t>
            </a:r>
          </a:p>
          <a:p>
            <a:pPr algn="ctr">
              <a:lnSpc>
                <a:spcPct val="70000"/>
              </a:lnSpc>
            </a:pPr>
            <a:r>
              <a:rPr sz="5600" b="1" i="1">
                <a:solidFill>
                  <a:srgbClr val="FFFFFF"/>
                </a:solidFill>
                <a:latin typeface="Poppins"/>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5006340"/>
          </a:xfrm>
          <a:prstGeom prst="rect">
            <a:avLst/>
          </a:prstGeom>
          <a:noFill/>
        </p:spPr>
        <p:txBody>
          <a:bodyPr wrap="square" lIns="0" rIns="0" tIns="73152" bIns="73152" anchor="ctr">
            <a:noAutofit/>
          </a:bodyPr>
          <a:lstStyle/>
          <a:p>
            <a:pPr algn="ctr">
              <a:lnSpc>
                <a:spcPct val="70000"/>
              </a:lnSpc>
            </a:pPr>
            <a:r>
              <a:rPr sz="7200" b="1" i="0">
                <a:solidFill>
                  <a:srgbClr val="FFFFFF"/>
                </a:solidFill>
                <a:latin typeface="Poppins"/>
              </a:rPr>
              <a:t>GOD OF DAYBREAK, GOD OF SHADOW,</a:t>
            </a:r>
          </a:p>
          <a:p>
            <a:pPr algn="ctr">
              <a:lnSpc>
                <a:spcPct val="70000"/>
              </a:lnSpc>
            </a:pPr>
            <a:r>
              <a:rPr sz="7200" b="1" i="0">
                <a:solidFill>
                  <a:srgbClr val="FFFFFF"/>
                </a:solidFill>
                <a:latin typeface="Poppins"/>
              </a:rPr>
              <a:t>COME INTO OUR RESTLESS LIVES;</a:t>
            </a:r>
          </a:p>
          <a:p>
            <a:pPr algn="ctr">
              <a:lnSpc>
                <a:spcPct val="70000"/>
              </a:lnSpc>
            </a:pPr>
            <a:r>
              <a:rPr sz="7200" b="1" i="0">
                <a:solidFill>
                  <a:srgbClr val="FFFFFF"/>
                </a:solidFill>
                <a:latin typeface="Poppins"/>
              </a:rPr>
              <a:t>LIFT FROM US THE FEAR OF SHADOWS,</a:t>
            </a:r>
          </a:p>
          <a:p>
            <a:pPr algn="ctr">
              <a:lnSpc>
                <a:spcPct val="70000"/>
              </a:lnSpc>
            </a:pPr>
            <a:r>
              <a:rPr sz="7200" b="1" i="0">
                <a:solidFill>
                  <a:srgbClr val="FFFFFF"/>
                </a:solidFill>
                <a:latin typeface="Poppins"/>
              </a:rPr>
              <a:t>THAT WE MAY ARISE WITH LIGHT.</a:t>
            </a:r>
          </a:p>
        </p:txBody>
      </p:sp>
      <p:sp>
        <p:nvSpPr>
          <p:cNvPr id="3" name="TextBox 2"/>
          <p:cNvSpPr txBox="1"/>
          <p:nvPr/>
        </p:nvSpPr>
        <p:spPr>
          <a:xfrm>
            <a:off x="0" y="5280660"/>
            <a:ext cx="18288000" cy="5006340"/>
          </a:xfrm>
          <a:prstGeom prst="rect">
            <a:avLst/>
          </a:prstGeom>
          <a:noFill/>
        </p:spPr>
        <p:txBody>
          <a:bodyPr wrap="square" lIns="0" rIns="0" tIns="73152" bIns="73152" anchor="ctr">
            <a:noAutofit/>
          </a:bodyPr>
          <a:lstStyle/>
          <a:p>
            <a:pPr algn="ctr">
              <a:lnSpc>
                <a:spcPct val="70000"/>
              </a:lnSpc>
            </a:pPr>
            <a:r>
              <a:rPr sz="7300" b="1" i="1">
                <a:solidFill>
                  <a:srgbClr val="FFFFFF"/>
                </a:solidFill>
                <a:latin typeface="Poppins"/>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500634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COME! LIVE IN THE LIGHT!...</a:t>
            </a:r>
          </a:p>
        </p:txBody>
      </p:sp>
      <p:sp>
        <p:nvSpPr>
          <p:cNvPr id="3" name="TextBox 2"/>
          <p:cNvSpPr txBox="1"/>
          <p:nvPr/>
        </p:nvSpPr>
        <p:spPr>
          <a:xfrm>
            <a:off x="0" y="5280660"/>
            <a:ext cx="18288000" cy="5006340"/>
          </a:xfrm>
          <a:prstGeom prst="rect">
            <a:avLst/>
          </a:prstGeom>
          <a:noFill/>
        </p:spPr>
        <p:txBody>
          <a:bodyPr wrap="square" lIns="0" rIns="0" tIns="73152" bIns="73152" anchor="ctr">
            <a:noAutofit/>
          </a:bodyPr>
          <a:lstStyle/>
          <a:p>
            <a:pPr algn="ctr">
              <a:lnSpc>
                <a:spcPct val="70000"/>
              </a:lnSpc>
            </a:pPr>
            <a:r>
              <a:rPr sz="6400" b="1" i="1">
                <a:solidFill>
                  <a:srgbClr val="FFFFFF"/>
                </a:solidFill>
                <a:latin typeface="Poppins"/>
              </a:rPr>
              <a:t>GOD OF NEWNESS, GOD OF FRESHNESS,</a:t>
            </a:r>
          </a:p>
          <a:p>
            <a:pPr algn="ctr">
              <a:lnSpc>
                <a:spcPct val="70000"/>
              </a:lnSpc>
            </a:pPr>
            <a:r>
              <a:rPr sz="6400" b="1" i="1">
                <a:solidFill>
                  <a:srgbClr val="FFFFFF"/>
                </a:solidFill>
                <a:latin typeface="Poppins"/>
              </a:rPr>
              <a:t>COME INTO OUR MORNING SONG:</a:t>
            </a:r>
          </a:p>
          <a:p>
            <a:pPr algn="ctr">
              <a:lnSpc>
                <a:spcPct val="70000"/>
              </a:lnSpc>
            </a:pPr>
            <a:r>
              <a:rPr sz="6400" b="1" i="1">
                <a:solidFill>
                  <a:srgbClr val="FFFFFF"/>
                </a:solidFill>
                <a:latin typeface="Poppins"/>
              </a:rPr>
              <a:t>GIVE TO US A NEW BEGINNING,</a:t>
            </a:r>
          </a:p>
          <a:p>
            <a:pPr algn="ctr">
              <a:lnSpc>
                <a:spcPct val="70000"/>
              </a:lnSpc>
            </a:pPr>
            <a:r>
              <a:rPr sz="6400" b="1" i="1">
                <a:solidFill>
                  <a:srgbClr val="FFFFFF"/>
                </a:solidFill>
                <a:latin typeface="Poppins"/>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5006340"/>
          </a:xfrm>
          <a:prstGeom prst="rect">
            <a:avLst/>
          </a:prstGeom>
          <a:noFill/>
        </p:spPr>
        <p:txBody>
          <a:bodyPr wrap="square" lIns="0" rIns="0" tIns="73152" bIns="73152" anchor="ctr">
            <a:noAutofit/>
          </a:bodyPr>
          <a:lstStyle/>
          <a:p>
            <a:pPr algn="ctr">
              <a:lnSpc>
                <a:spcPct val="70000"/>
              </a:lnSpc>
            </a:pPr>
            <a:r>
              <a:rPr sz="7300" b="1" i="0">
                <a:solidFill>
                  <a:srgbClr val="FFFFFF"/>
                </a:solidFill>
                <a:latin typeface="Poppins"/>
              </a:rPr>
              <a:t>WE ARE CALLED TO ACT WITH JUSTICE...</a:t>
            </a:r>
          </a:p>
        </p:txBody>
      </p:sp>
      <p:sp>
        <p:nvSpPr>
          <p:cNvPr id="3" name="TextBox 2"/>
          <p:cNvSpPr txBox="1"/>
          <p:nvPr/>
        </p:nvSpPr>
        <p:spPr>
          <a:xfrm>
            <a:off x="0" y="5280660"/>
            <a:ext cx="18288000" cy="5006340"/>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COME! LIVE IN THE LIGHT!...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non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AF8F4"/>
                </a:solidFill>
                <a:latin typeface="Arial"/>
              </a:defRPr>
            </a:pPr>
            <a:r>
              <a:t>YEAR A · 5 JULY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“I give praise to you, Father, Lord of heaven and earth, for although you have hidden these things from the wise and the learned you have revealed them to little ones.”</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11:25–30)</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14th Sunday in Ordinary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