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87" name="Google Shape;87;p13"/>
          <p:cNvSpPr txBox="1"/>
          <p:nvPr/>
        </p:nvSpPr>
        <p:spPr>
          <a:xfrm>
            <a:off x="0" y="2990446"/>
            <a:ext cx="18288000" cy="1840500"/>
          </a:xfrm>
          <a:prstGeom prst="rect">
            <a:avLst/>
          </a:prstGeom>
          <a:noFill/>
          <a:ln>
            <a:noFill/>
          </a:ln>
          <a:effectLst>
            <a:outerShdw blurRad="57150" dist="19050" dir="5400000" algn="bl" rotWithShape="0">
              <a:srgbClr val="000000">
                <a:alpha val="50000"/>
              </a:srgbClr>
            </a:outerShdw>
          </a:effectLst>
        </p:spPr>
        <p:txBody>
          <a:bodyPr spcFirstLastPara="1" wrap="square" lIns="109725" tIns="73150" rIns="109725" bIns="73150" anchor="t" anchorCtr="0">
            <a:spAutoFit/>
          </a:bodyPr>
          <a:lstStyle/>
          <a:p>
            <a:pPr marL="0" marR="0" lvl="0" indent="0" algn="ctr" rtl="0">
              <a:spcBef>
                <a:spcPts val="0"/>
              </a:spcBef>
              <a:spcAft>
                <a:spcPts val="0"/>
              </a:spcAft>
              <a:buNone/>
              <a:defRPr/>
            </a:pPr>
            <a:r>
              <a:rPr lang="en-US" sz="5500" b="1" u="none" strike="noStrike" cap="none" dirty="0">
                <a:solidFill>
                  <a:srgbClr val="FFB800"/>
                </a:solidFill>
                <a:latin typeface="Arial" panose="020B0604020202020204" pitchFamily="34" charset="0"/>
                <a:ea typeface="Calibri"/>
                <a:cs typeface="Arial" panose="020B0604020202020204" pitchFamily="34" charset="0"/>
                <a:sym typeface="Calibri"/>
              </a:rPr>
              <a:t>PUT YOUR CELLPHONE ON SILENT MODE DURING THE MASS.</a:t>
            </a:r>
            <a:endParaRPr sz="5500" b="1" dirty="0">
              <a:latin typeface="Arial" panose="020B0604020202020204" pitchFamily="34" charset="0"/>
              <a:cs typeface="Arial" panose="020B0604020202020204" pitchFamily="34" charset="0"/>
            </a:endParaRPr>
          </a:p>
        </p:txBody>
      </p:sp>
      <p:sp>
        <p:nvSpPr>
          <p:cNvPr id="3" name="Google Shape;87;p13">
            <a:extLst>
              <a:ext uri="{FF2B5EF4-FFF2-40B4-BE49-F238E27FC236}">
                <a16:creationId xmlns:a16="http://schemas.microsoft.com/office/drawing/2014/main" id="{8C5BC4BB-A7D0-077D-48C7-021F6B7E4547}"/>
              </a:ext>
            </a:extLst>
          </p:cNvPr>
          <p:cNvSpPr txBox="1"/>
          <p:nvPr/>
        </p:nvSpPr>
        <p:spPr>
          <a:xfrm>
            <a:off x="685800" y="5529464"/>
            <a:ext cx="16916400" cy="1135179"/>
          </a:xfrm>
          <a:prstGeom prst="rect">
            <a:avLst/>
          </a:prstGeom>
          <a:noFill/>
          <a:ln>
            <a:noFill/>
          </a:ln>
          <a:effectLst>
            <a:outerShdw blurRad="57150" dist="19050" dir="5400000" algn="bl" rotWithShape="0">
              <a:srgbClr val="000000">
                <a:alpha val="50000"/>
              </a:srgbClr>
            </a:outerShdw>
          </a:effectLst>
        </p:spPr>
        <p:txBody>
          <a:bodyPr spcFirstLastPara="1" wrap="square" lIns="109725" tIns="73150" rIns="109725" bIns="73150" anchor="t" anchorCtr="0">
            <a:spAutoFit/>
          </a:bodyPr>
          <a:lstStyle/>
          <a:p>
            <a:pPr lvl="0" algn="ctr">
              <a:spcBef>
                <a:spcPts val="500"/>
              </a:spcBef>
              <a:defRPr/>
            </a:pPr>
            <a:r>
              <a:rPr lang="en-US" sz="6000" b="1" i="1" dirty="0">
                <a:solidFill>
                  <a:srgbClr val="F0FDF4"/>
                </a:solidFill>
                <a:latin typeface="Arial" panose="020B0604020202020204" pitchFamily="34" charset="0"/>
                <a:ea typeface="Calibri"/>
                <a:cs typeface="Arial" panose="020B0604020202020204" pitchFamily="34" charset="0"/>
                <a:sym typeface="Calibri"/>
              </a:rPr>
              <a:t>Thank you.</a:t>
            </a:r>
            <a:endParaRPr lang="en-US" sz="6000" b="1" i="1" dirty="0">
              <a:solidFill>
                <a:schemeClr val="bg1"/>
              </a:solidFill>
              <a:latin typeface="Arial" panose="020B0604020202020204" pitchFamily="34" charset="0"/>
              <a:cs typeface="Arial" panose="020B0604020202020204" pitchFamily="34" charset="0"/>
            </a:endParaRPr>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B800"/>
                </a:solidFill>
                <a:latin typeface="Georgia"/>
              </a:rPr>
              <a:t>All Creatures of Our God and King</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ALL CREATURES OF OUR GOD AND KING,</a:t>
            </a:r>
          </a:p>
          <a:p>
            <a:pPr algn="ctr">
              <a:lnSpc>
                <a:spcPct val="70000"/>
              </a:lnSpc>
            </a:pPr>
            <a:r>
              <a:rPr sz="7200" b="1" i="0">
                <a:solidFill>
                  <a:srgbClr val="FFFFFF"/>
                </a:solidFill>
                <a:latin typeface="Poppins"/>
              </a:rPr>
              <a:t>LIFT UP YOUR VOICE AND WITH US SING</a:t>
            </a:r>
          </a:p>
          <a:p>
            <a:pPr algn="ctr">
              <a:lnSpc>
                <a:spcPct val="70000"/>
              </a:lnSpc>
            </a:pPr>
            <a:r>
              <a:rPr sz="7200" b="1" i="0">
                <a:solidFill>
                  <a:srgbClr val="FFFFFF"/>
                </a:solidFill>
                <a:latin typeface="Poppins"/>
              </a:rPr>
              <a:t>ALLELUIA, ALLELUIA!</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6900" b="1" i="1">
                <a:solidFill>
                  <a:srgbClr val="FFFFFF"/>
                </a:solidFill>
                <a:latin typeface="Poppins"/>
              </a:rPr>
              <a:t>THOU BURNING SUN WITH GOLDEN BEAM,</a:t>
            </a:r>
          </a:p>
          <a:p>
            <a:pPr algn="ctr">
              <a:lnSpc>
                <a:spcPct val="70000"/>
              </a:lnSpc>
            </a:pPr>
            <a:r>
              <a:rPr sz="6900" b="1" i="1">
                <a:solidFill>
                  <a:srgbClr val="FFFFFF"/>
                </a:solidFill>
                <a:latin typeface="Poppins"/>
              </a:rPr>
              <a:t>THOU SILVER MOON WITH SOFTER GLEAM,</a:t>
            </a:r>
          </a:p>
          <a:p>
            <a:pPr algn="ctr">
              <a:lnSpc>
                <a:spcPct val="70000"/>
              </a:lnSpc>
            </a:pPr>
            <a:r>
              <a:rPr sz="6900" b="1" i="1">
                <a:solidFill>
                  <a:srgbClr val="FFFFFF"/>
                </a:solidFill>
                <a:latin typeface="Poppins"/>
              </a:rPr>
              <a:t>O PRAISE HIM, O PRAISE HIM,</a:t>
            </a:r>
          </a:p>
          <a:p>
            <a:pPr algn="ctr">
              <a:lnSpc>
                <a:spcPct val="70000"/>
              </a:lnSpc>
            </a:pPr>
            <a:r>
              <a:rPr sz="6900" b="1" i="1">
                <a:solidFill>
                  <a:srgbClr val="FFFFFF"/>
                </a:solidFill>
                <a:latin typeface="Poppins"/>
              </a:rPr>
              <a:t>ALLELUIA, ALLELUIA, ALLELUIA!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THOU RUSHING WIND THAT ART SO STRONG,</a:t>
            </a:r>
          </a:p>
          <a:p>
            <a:pPr algn="ctr">
              <a:lnSpc>
                <a:spcPct val="70000"/>
              </a:lnSpc>
            </a:pPr>
            <a:r>
              <a:rPr sz="6600" b="1" i="0">
                <a:solidFill>
                  <a:srgbClr val="FFFFFF"/>
                </a:solidFill>
                <a:latin typeface="Poppins"/>
              </a:rPr>
              <a:t>YE CLOUDS THAT SAIL IN HEAV'N ALONG,</a:t>
            </a:r>
          </a:p>
          <a:p>
            <a:pPr algn="ctr">
              <a:lnSpc>
                <a:spcPct val="70000"/>
              </a:lnSpc>
            </a:pPr>
            <a:r>
              <a:rPr sz="6600" b="1" i="0">
                <a:solidFill>
                  <a:srgbClr val="FFFFFF"/>
                </a:solidFill>
                <a:latin typeface="Poppins"/>
              </a:rPr>
              <a:t>O PRAISE HIM, ALLELUIA!</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200" b="1" i="1">
                <a:solidFill>
                  <a:srgbClr val="FFFFFF"/>
                </a:solidFill>
                <a:latin typeface="Poppins"/>
              </a:rPr>
              <a:t>THOU RISING MORN, IN PRAISE REJOICE,</a:t>
            </a:r>
          </a:p>
          <a:p>
            <a:pPr algn="ctr">
              <a:lnSpc>
                <a:spcPct val="70000"/>
              </a:lnSpc>
            </a:pPr>
            <a:r>
              <a:rPr sz="7200" b="1" i="1">
                <a:solidFill>
                  <a:srgbClr val="FFFFFF"/>
                </a:solidFill>
                <a:latin typeface="Poppins"/>
              </a:rPr>
              <a:t>YE LIGHTS OF EVENING, FIND A VOICE,</a:t>
            </a:r>
          </a:p>
          <a:p>
            <a:pPr algn="ctr">
              <a:lnSpc>
                <a:spcPct val="70000"/>
              </a:lnSpc>
            </a:pPr>
            <a:r>
              <a:rPr sz="7200" b="1" i="1">
                <a:solidFill>
                  <a:srgbClr val="FFFFFF"/>
                </a:solidFill>
                <a:latin typeface="Poppins"/>
              </a:rPr>
              <a:t>O PRAISE HIM, O PRAISE HIM,</a:t>
            </a:r>
          </a:p>
          <a:p>
            <a:pPr algn="ctr">
              <a:lnSpc>
                <a:spcPct val="70000"/>
              </a:lnSpc>
            </a:pPr>
            <a:r>
              <a:rPr sz="7200" b="1" i="1">
                <a:solidFill>
                  <a:srgbClr val="FFFFFF"/>
                </a:solidFill>
                <a:latin typeface="Poppins"/>
              </a:rPr>
              <a:t>ALLELUIA, ALLELUIA,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000" b="1" i="0">
                <a:solidFill>
                  <a:srgbClr val="FFFFFF"/>
                </a:solidFill>
                <a:latin typeface="Poppins"/>
              </a:rPr>
              <a:t>THOU FLOWING WATER, PURE AND CLEAR,</a:t>
            </a:r>
          </a:p>
          <a:p>
            <a:pPr algn="ctr">
              <a:lnSpc>
                <a:spcPct val="70000"/>
              </a:lnSpc>
            </a:pPr>
            <a:r>
              <a:rPr sz="7000" b="1" i="0">
                <a:solidFill>
                  <a:srgbClr val="FFFFFF"/>
                </a:solidFill>
                <a:latin typeface="Poppins"/>
              </a:rPr>
              <a:t>MAKE MUSIC FOR THY LORD TO HEAR,</a:t>
            </a:r>
          </a:p>
          <a:p>
            <a:pPr algn="ctr">
              <a:lnSpc>
                <a:spcPct val="70000"/>
              </a:lnSpc>
            </a:pPr>
            <a:r>
              <a:rPr sz="7000" b="1" i="0">
                <a:solidFill>
                  <a:srgbClr val="FFFFFF"/>
                </a:solidFill>
                <a:latin typeface="Poppins"/>
              </a:rPr>
              <a:t>ALLELUIA, ALLELUIA!</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WHATSOEVER FOLK THERE BE</a:t>
            </a:r>
          </a:p>
          <a:p>
            <a:pPr algn="ctr">
              <a:lnSpc>
                <a:spcPct val="70000"/>
              </a:lnSpc>
            </a:pPr>
            <a:r>
              <a:rPr sz="7500" b="1" i="1">
                <a:solidFill>
                  <a:srgbClr val="FFFFFF"/>
                </a:solidFill>
                <a:latin typeface="Poppins"/>
              </a:rPr>
              <a:t>WHO HOLD HIGH SPRING IN DIGNITY,</a:t>
            </a:r>
          </a:p>
          <a:p>
            <a:pPr algn="ctr">
              <a:lnSpc>
                <a:spcPct val="70000"/>
              </a:lnSpc>
            </a:pPr>
            <a:r>
              <a:rPr sz="7500" b="1" i="1">
                <a:solidFill>
                  <a:srgbClr val="FFFFFF"/>
                </a:solidFill>
                <a:latin typeface="Poppins"/>
              </a:rPr>
              <a:t>O PRAISE HIM,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AND ALL YE MEN OF TENDER HEART,</a:t>
            </a:r>
          </a:p>
          <a:p>
            <a:pPr algn="ctr">
              <a:lnSpc>
                <a:spcPct val="70000"/>
              </a:lnSpc>
            </a:pPr>
            <a:r>
              <a:rPr sz="7500" b="1" i="0">
                <a:solidFill>
                  <a:srgbClr val="FFFFFF"/>
                </a:solidFill>
                <a:latin typeface="Poppins"/>
              </a:rPr>
              <a:t>FORGIVING OTHERS, TAKE YOUR PART,</a:t>
            </a:r>
          </a:p>
          <a:p>
            <a:pPr algn="ctr">
              <a:lnSpc>
                <a:spcPct val="70000"/>
              </a:lnSpc>
            </a:pPr>
            <a:r>
              <a:rPr sz="7500" b="1" i="0">
                <a:solidFill>
                  <a:srgbClr val="FFFFFF"/>
                </a:solidFill>
                <a:latin typeface="Poppins"/>
              </a:rPr>
              <a:t>O SING YE, ALLELUIA!</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6600" b="1" i="1">
                <a:solidFill>
                  <a:srgbClr val="FFFFFF"/>
                </a:solidFill>
                <a:latin typeface="Poppins"/>
              </a:rPr>
              <a:t>YE WHO LONG PAIN AND SORROW BEAR,</a:t>
            </a:r>
          </a:p>
          <a:p>
            <a:pPr algn="ctr">
              <a:lnSpc>
                <a:spcPct val="70000"/>
              </a:lnSpc>
            </a:pPr>
            <a:r>
              <a:rPr sz="6600" b="1" i="1">
                <a:solidFill>
                  <a:srgbClr val="FFFFFF"/>
                </a:solidFill>
                <a:latin typeface="Poppins"/>
              </a:rPr>
              <a:t>PRAISE GOD AND ON HIM CAST YOUR CARE,</a:t>
            </a:r>
          </a:p>
          <a:p>
            <a:pPr algn="ctr">
              <a:lnSpc>
                <a:spcPct val="70000"/>
              </a:lnSpc>
            </a:pPr>
            <a:r>
              <a:rPr sz="6600" b="1" i="1">
                <a:solidFill>
                  <a:srgbClr val="FFFFFF"/>
                </a:solidFill>
                <a:latin typeface="Poppins"/>
              </a:rPr>
              <a:t>O PRAISE HIM,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LET ALL THINGS THEIR CREATOR BLESS,</a:t>
            </a:r>
          </a:p>
          <a:p>
            <a:pPr algn="ctr">
              <a:lnSpc>
                <a:spcPct val="70000"/>
              </a:lnSpc>
            </a:pPr>
            <a:r>
              <a:rPr sz="7400" b="1" i="0">
                <a:solidFill>
                  <a:srgbClr val="FFFFFF"/>
                </a:solidFill>
                <a:latin typeface="Poppins"/>
              </a:rPr>
              <a:t>AND WORSHIP HIM IN HUMBLENESS,</a:t>
            </a:r>
          </a:p>
          <a:p>
            <a:pPr algn="ctr">
              <a:lnSpc>
                <a:spcPct val="70000"/>
              </a:lnSpc>
            </a:pPr>
            <a:r>
              <a:rPr sz="7400" b="1" i="0">
                <a:solidFill>
                  <a:srgbClr val="FFFFFF"/>
                </a:solidFill>
                <a:latin typeface="Poppins"/>
              </a:rPr>
              <a:t>O PRAISE HIM, ALLELUIA!</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000" b="1" i="1">
                <a:solidFill>
                  <a:srgbClr val="FFFFFF"/>
                </a:solidFill>
                <a:latin typeface="Poppins"/>
              </a:rPr>
              <a:t>OH, PRAISE THE FATHER, PRAISE THE SON,</a:t>
            </a:r>
          </a:p>
          <a:p>
            <a:pPr algn="ctr">
              <a:lnSpc>
                <a:spcPct val="70000"/>
              </a:lnSpc>
            </a:pPr>
            <a:r>
              <a:rPr sz="7000" b="1" i="1">
                <a:solidFill>
                  <a:srgbClr val="FFFFFF"/>
                </a:solidFill>
                <a:latin typeface="Poppins"/>
              </a:rPr>
              <a:t>AND PRAISE THE SPIRIT, THREE IN ONE,</a:t>
            </a:r>
          </a:p>
          <a:p>
            <a:pPr algn="ctr">
              <a:lnSpc>
                <a:spcPct val="70000"/>
              </a:lnSpc>
            </a:pPr>
            <a:r>
              <a:rPr sz="7000" b="1" i="1">
                <a:solidFill>
                  <a:srgbClr val="FFFFFF"/>
                </a:solidFill>
                <a:latin typeface="Poppins"/>
              </a:rPr>
              <a:t>O PRAISE HIM,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27170"/>
            <a:ext cx="18288000" cy="1929858"/>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lang="en-US" sz="6500" dirty="0">
                <a:solidFill>
                  <a:srgbClr val="FFB800"/>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In the Name of the Father, and of the Son, and of the Holy Spirit.</a:t>
            </a:r>
          </a:p>
        </p:txBody>
      </p:sp>
      <p:sp>
        <p:nvSpPr>
          <p:cNvPr id="4" name="TextBox 3">
            <a:extLst>
              <a:ext uri="{FF2B5EF4-FFF2-40B4-BE49-F238E27FC236}">
                <a16:creationId xmlns:a16="http://schemas.microsoft.com/office/drawing/2014/main" id="{F2BA29CD-6673-C210-9661-67EAF01DB4A7}"/>
              </a:ext>
            </a:extLst>
          </p:cNvPr>
          <p:cNvSpPr txBox="1"/>
          <p:nvPr/>
        </p:nvSpPr>
        <p:spPr>
          <a:xfrm>
            <a:off x="0" y="2963816"/>
            <a:ext cx="18288000" cy="962506"/>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b="1" dirty="0">
                <a:solidFill>
                  <a:srgbClr val="F0FDF4"/>
                </a:solidFill>
                <a:latin typeface="Arial" panose="020B0604020202020204" pitchFamily="34" charset="0"/>
                <a:cs typeface="Arial" panose="020B0604020202020204" pitchFamily="34" charset="0"/>
              </a:rPr>
              <a:t>All: Amen.</a:t>
            </a:r>
          </a:p>
        </p:txBody>
      </p:sp>
      <p:sp>
        <p:nvSpPr>
          <p:cNvPr id="5" name="TextBox 4">
            <a:extLst>
              <a:ext uri="{FF2B5EF4-FFF2-40B4-BE49-F238E27FC236}">
                <a16:creationId xmlns:a16="http://schemas.microsoft.com/office/drawing/2014/main" id="{AD5EAFEA-60CE-1B2C-4644-02EB86A1A050}"/>
              </a:ext>
            </a:extLst>
          </p:cNvPr>
          <p:cNvSpPr txBox="1"/>
          <p:nvPr/>
        </p:nvSpPr>
        <p:spPr>
          <a:xfrm>
            <a:off x="0" y="5143500"/>
            <a:ext cx="18288000" cy="962506"/>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lang="en-US" sz="6500" b="1" dirty="0">
                <a:solidFill>
                  <a:srgbClr val="FFB800"/>
                </a:solidFill>
                <a:latin typeface="Arial" panose="020B0604020202020204" pitchFamily="34" charset="0"/>
                <a:cs typeface="Arial" panose="020B0604020202020204" pitchFamily="34" charset="0"/>
              </a:rPr>
              <a:t>Priest:</a:t>
            </a:r>
            <a:r>
              <a:rPr lang="en-US" sz="6500" b="1" dirty="0">
                <a:solidFill>
                  <a:srgbClr val="F0FDF4"/>
                </a:solidFill>
                <a:latin typeface="Arial" panose="020B0604020202020204" pitchFamily="34" charset="0"/>
                <a:cs typeface="Arial" panose="020B0604020202020204" pitchFamily="34" charset="0"/>
              </a:rPr>
              <a:t> </a:t>
            </a:r>
            <a:r>
              <a:rPr lang="en-US" sz="6500" b="1" i="1" dirty="0">
                <a:solidFill>
                  <a:srgbClr val="F0FDF4"/>
                </a:solidFill>
                <a:latin typeface="Arial" panose="020B0604020202020204" pitchFamily="34" charset="0"/>
                <a:cs typeface="Arial" panose="020B0604020202020204" pitchFamily="34" charset="0"/>
              </a:rPr>
              <a:t>The Lord be with you.</a:t>
            </a:r>
          </a:p>
        </p:txBody>
      </p:sp>
      <p:sp>
        <p:nvSpPr>
          <p:cNvPr id="6" name="TextBox 5">
            <a:extLst>
              <a:ext uri="{FF2B5EF4-FFF2-40B4-BE49-F238E27FC236}">
                <a16:creationId xmlns:a16="http://schemas.microsoft.com/office/drawing/2014/main" id="{DB034C0A-DC0E-095C-FF76-156EA590F78F}"/>
              </a:ext>
            </a:extLst>
          </p:cNvPr>
          <p:cNvSpPr txBox="1"/>
          <p:nvPr/>
        </p:nvSpPr>
        <p:spPr>
          <a:xfrm>
            <a:off x="0" y="6173159"/>
            <a:ext cx="18288000" cy="962507"/>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b="1" dirty="0">
                <a:solidFill>
                  <a:srgbClr val="F0FDF4"/>
                </a:solidFill>
                <a:latin typeface="Arial" panose="020B0604020202020204" pitchFamily="34" charset="0"/>
                <a:cs typeface="Arial" panose="020B0604020202020204" pitchFamily="34" charset="0"/>
              </a:rPr>
              <a:t>All: And with your spirit.</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11" name="Google Shape;150;p20">
            <a:extLst>
              <a:ext uri="{FF2B5EF4-FFF2-40B4-BE49-F238E27FC236}">
                <a16:creationId xmlns:a16="http://schemas.microsoft.com/office/drawing/2014/main" id="{A04B8061-2618-0C75-728B-269FC8F164FE}"/>
              </a:ext>
            </a:extLst>
          </p:cNvPr>
          <p:cNvSpPr txBox="1"/>
          <p:nvPr/>
        </p:nvSpPr>
        <p:spPr>
          <a:xfrm>
            <a:off x="0" y="3433970"/>
            <a:ext cx="18288000" cy="1709530"/>
          </a:xfrm>
          <a:prstGeom prst="rect">
            <a:avLst/>
          </a:prstGeom>
          <a:noFill/>
          <a:ln>
            <a:noFill/>
          </a:ln>
        </p:spPr>
        <p:txBody>
          <a:bodyPr spcFirstLastPara="1" wrap="square" lIns="109725" tIns="73150" rIns="109725" bIns="73150" anchor="t" anchorCtr="0">
            <a:noAutofit/>
          </a:bodyPr>
          <a:lstStyle/>
          <a:p>
            <a:pPr marL="0" marR="0" lvl="0" indent="0" algn="ctr" rtl="0">
              <a:spcBef>
                <a:spcPts val="0"/>
              </a:spcBef>
              <a:spcAft>
                <a:spcPts val="0"/>
              </a:spcAft>
              <a:buNone/>
              <a:defRPr/>
            </a:pPr>
            <a:r>
              <a:rPr lang="en-US" sz="7000" b="1" dirty="0">
                <a:solidFill>
                  <a:srgbClr val="FFB800"/>
                </a:solidFill>
                <a:latin typeface="Arial" panose="020B0604020202020204" pitchFamily="34" charset="0"/>
                <a:ea typeface="Calibri"/>
                <a:cs typeface="Arial" panose="020B0604020202020204" pitchFamily="34" charset="0"/>
                <a:sym typeface="Calibri"/>
              </a:rPr>
              <a:t>Priest: </a:t>
            </a:r>
            <a:r>
              <a:rPr lang="en-US" sz="7000" b="1" i="1" u="none" strike="noStrike" cap="none" dirty="0">
                <a:solidFill>
                  <a:srgbClr val="F0FDF4"/>
                </a:solidFill>
                <a:latin typeface="Arial" panose="020B0604020202020204" pitchFamily="34" charset="0"/>
                <a:ea typeface="Calibri"/>
                <a:cs typeface="Arial" panose="020B0604020202020204" pitchFamily="34" charset="0"/>
                <a:sym typeface="Calibri"/>
              </a:rPr>
              <a:t>Brethren (brothers and sisters),</a:t>
            </a:r>
            <a:endParaRPr sz="7000" b="1" i="1" dirty="0">
              <a:solidFill>
                <a:schemeClr val="bg1"/>
              </a:solidFill>
              <a:latin typeface="Arial" panose="020B0604020202020204" pitchFamily="34" charset="0"/>
              <a:ea typeface="Calibri"/>
              <a:cs typeface="Arial" panose="020B0604020202020204" pitchFamily="34" charset="0"/>
              <a:sym typeface="Calibri"/>
            </a:endParaRPr>
          </a:p>
          <a:p>
            <a:pPr marL="0" marR="0" lvl="0" indent="0" algn="ctr" rtl="0">
              <a:spcBef>
                <a:spcPts val="0"/>
              </a:spcBef>
              <a:spcAft>
                <a:spcPts val="0"/>
              </a:spcAft>
              <a:buNone/>
              <a:defRPr/>
            </a:pPr>
            <a:r>
              <a:rPr lang="en-US" sz="7000" b="1" i="1" u="none" strike="noStrike" cap="none" dirty="0">
                <a:solidFill>
                  <a:srgbClr val="F0FDF4"/>
                </a:solidFill>
                <a:latin typeface="Arial" panose="020B0604020202020204" pitchFamily="34" charset="0"/>
                <a:ea typeface="Calibri"/>
                <a:cs typeface="Arial" panose="020B0604020202020204" pitchFamily="34" charset="0"/>
                <a:sym typeface="Calibri"/>
              </a:rPr>
              <a:t>let us acknowledge our sins...</a:t>
            </a:r>
            <a:endParaRPr sz="7000" b="1" i="1" dirty="0">
              <a:solidFill>
                <a:schemeClr val="bg1"/>
              </a:solidFill>
              <a:latin typeface="Arial" panose="020B0604020202020204" pitchFamily="34" charset="0"/>
              <a:ea typeface="Calibri"/>
              <a:cs typeface="Arial" panose="020B0604020202020204" pitchFamily="34" charset="0"/>
              <a:sym typeface="Calibri"/>
            </a:endParaRPr>
          </a:p>
          <a:p>
            <a:pPr marL="0" marR="0" lvl="0" indent="0" algn="l" rtl="0">
              <a:spcBef>
                <a:spcPts val="500"/>
              </a:spcBef>
              <a:spcAft>
                <a:spcPts val="0"/>
              </a:spcAft>
              <a:buNone/>
              <a:defRPr>
                <a:solidFill>
                  <a:srgbClr val="F0FDF4"/>
                </a:solidFill>
              </a:defRPr>
            </a:pPr>
            <a:endParaRPr sz="7000" b="1" dirty="0">
              <a:latin typeface="Arial" panose="020B0604020202020204" pitchFamily="34" charset="0"/>
              <a:cs typeface="Arial" panose="020B0604020202020204" pitchFamily="34" charset="0"/>
            </a:endParaRPr>
          </a:p>
        </p:txBody>
      </p:sp>
      <p:sp>
        <p:nvSpPr>
          <p:cNvPr id="12" name="TextBox 11"/>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Penitential Act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Google Shape;150;p20">
            <a:extLst>
              <a:ext uri="{FF2B5EF4-FFF2-40B4-BE49-F238E27FC236}">
                <a16:creationId xmlns:a16="http://schemas.microsoft.com/office/drawing/2014/main" id="{092D833F-0B66-C02E-1749-ECB1DEA1586F}"/>
              </a:ext>
            </a:extLst>
          </p:cNvPr>
          <p:cNvSpPr txBox="1"/>
          <p:nvPr/>
        </p:nvSpPr>
        <p:spPr>
          <a:xfrm>
            <a:off x="0" y="230588"/>
            <a:ext cx="18288000" cy="4202264"/>
          </a:xfrm>
          <a:prstGeom prst="rect">
            <a:avLst/>
          </a:prstGeom>
          <a:noFill/>
          <a:ln>
            <a:noFill/>
          </a:ln>
        </p:spPr>
        <p:txBody>
          <a:bodyPr spcFirstLastPara="1" wrap="square" lIns="109725" tIns="73150" rIns="109725" bIns="73150" anchor="t" anchorCtr="0">
            <a:noAutofit/>
          </a:bodyPr>
          <a:lstStyle/>
          <a:p>
            <a:pPr lvl="0" algn="ctr">
              <a:defRPr/>
            </a:pPr>
            <a:r>
              <a:rPr lang="en-US" sz="5400" b="1" dirty="0">
                <a:solidFill>
                  <a:srgbClr val="F0FDF4"/>
                </a:solidFill>
                <a:latin typeface="Arial" panose="020B0604020202020204" pitchFamily="34" charset="0"/>
                <a:ea typeface="Calibri"/>
                <a:cs typeface="Arial" panose="020B0604020202020204" pitchFamily="34" charset="0"/>
                <a:sym typeface="Calibri"/>
              </a:rPr>
              <a:t>All:</a:t>
            </a:r>
          </a:p>
          <a:p>
            <a:pPr lvl="0" algn="ctr">
              <a:defRPr/>
            </a:pPr>
            <a:r>
              <a:rPr lang="en-US" sz="5400" b="1" i="1" dirty="0">
                <a:solidFill>
                  <a:srgbClr val="F0FDF4"/>
                </a:solidFill>
                <a:latin typeface="Arial" panose="020B0604020202020204" pitchFamily="34" charset="0"/>
                <a:ea typeface="Calibri"/>
                <a:cs typeface="Arial" panose="020B0604020202020204" pitchFamily="34" charset="0"/>
                <a:sym typeface="Calibri"/>
              </a:rPr>
              <a:t>I confess to almighty God</a:t>
            </a:r>
            <a:r>
              <a:rPr lang="en-US" sz="4800" b="1" i="1" dirty="0">
                <a:solidFill>
                  <a:srgbClr val="F0FDF4"/>
                </a:solidFill>
                <a:latin typeface="Arial" panose="020B0604020202020204" pitchFamily="34" charset="0"/>
                <a:cs typeface="Arial" panose="020B0604020202020204" pitchFamily="34" charset="0"/>
              </a:rPr>
              <a:t> </a:t>
            </a:r>
            <a:r>
              <a:rPr lang="en-US" sz="5400" b="1" dirty="0">
                <a:solidFill>
                  <a:srgbClr val="F0FDF4"/>
                </a:solidFill>
                <a:latin typeface="Arial" panose="020B0604020202020204" pitchFamily="34" charset="0"/>
                <a:ea typeface="Calibri"/>
                <a:cs typeface="Arial" panose="020B0604020202020204" pitchFamily="34" charset="0"/>
                <a:sym typeface="Calibri"/>
              </a:rPr>
              <a:t>and to you, my brothers and sisters,</a:t>
            </a:r>
            <a:r>
              <a:rPr lang="en-US" sz="4800" b="1" dirty="0">
                <a:solidFill>
                  <a:srgbClr val="F0FDF4"/>
                </a:solidFill>
                <a:latin typeface="Arial" panose="020B0604020202020204" pitchFamily="34" charset="0"/>
                <a:ea typeface="Calibri"/>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that I have greatly sinned,</a:t>
            </a:r>
            <a:r>
              <a:rPr lang="en-US" sz="4800" b="1" dirty="0">
                <a:solidFill>
                  <a:srgbClr val="F0FDF4"/>
                </a:solidFill>
                <a:latin typeface="Arial" panose="020B0604020202020204" pitchFamily="34" charset="0"/>
                <a:cs typeface="Arial" panose="020B0604020202020204" pitchFamily="34" charset="0"/>
              </a:rPr>
              <a:t> </a:t>
            </a:r>
            <a:r>
              <a:rPr lang="en-US" sz="5400" b="1" dirty="0">
                <a:solidFill>
                  <a:srgbClr val="F0FDF4"/>
                </a:solidFill>
                <a:latin typeface="Arial" panose="020B0604020202020204" pitchFamily="34" charset="0"/>
                <a:ea typeface="Calibri"/>
                <a:cs typeface="Arial" panose="020B0604020202020204" pitchFamily="34" charset="0"/>
                <a:sym typeface="Calibri"/>
              </a:rPr>
              <a:t>in my thoughts and in my words,</a:t>
            </a:r>
            <a:r>
              <a:rPr lang="en-US" sz="4800" b="1" dirty="0">
                <a:solidFill>
                  <a:srgbClr val="F0FDF4"/>
                </a:solidFill>
                <a:latin typeface="Arial" panose="020B0604020202020204" pitchFamily="34" charset="0"/>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in what I have done and in what I have failed to do...</a:t>
            </a:r>
          </a:p>
        </p:txBody>
      </p:sp>
      <p:sp>
        <p:nvSpPr>
          <p:cNvPr id="3" name="Google Shape;150;p20">
            <a:extLst>
              <a:ext uri="{FF2B5EF4-FFF2-40B4-BE49-F238E27FC236}">
                <a16:creationId xmlns:a16="http://schemas.microsoft.com/office/drawing/2014/main" id="{A6D56A76-9399-5D42-5B93-9B5E66906F85}"/>
              </a:ext>
            </a:extLst>
          </p:cNvPr>
          <p:cNvSpPr txBox="1"/>
          <p:nvPr/>
        </p:nvSpPr>
        <p:spPr>
          <a:xfrm>
            <a:off x="0" y="5426761"/>
            <a:ext cx="18288000" cy="3346174"/>
          </a:xfrm>
          <a:prstGeom prst="rect">
            <a:avLst/>
          </a:prstGeom>
          <a:noFill/>
          <a:ln>
            <a:noFill/>
          </a:ln>
        </p:spPr>
        <p:txBody>
          <a:bodyPr spcFirstLastPara="1" wrap="square" lIns="109725" tIns="73150" rIns="109725" bIns="73150" anchor="t" anchorCtr="0">
            <a:noAutofit/>
          </a:bodyPr>
          <a:lstStyle/>
          <a:p>
            <a:pPr lvl="0" algn="ctr">
              <a:spcBef>
                <a:spcPts val="500"/>
              </a:spcBef>
              <a:defRPr/>
            </a:pPr>
            <a:r>
              <a:rPr lang="en-US" sz="5400" b="1" i="1" dirty="0">
                <a:solidFill>
                  <a:srgbClr val="FFB800"/>
                </a:solidFill>
                <a:latin typeface="Arial" panose="020B0604020202020204" pitchFamily="34" charset="0"/>
                <a:ea typeface="Calibri"/>
                <a:cs typeface="Arial" panose="020B0604020202020204" pitchFamily="34" charset="0"/>
                <a:sym typeface="Calibri"/>
              </a:rPr>
              <a:t>through my fault, through my fault,</a:t>
            </a:r>
            <a:r>
              <a:rPr lang="en-US" sz="4800" b="1" i="1" dirty="0">
                <a:solidFill>
                  <a:srgbClr val="FFB800"/>
                </a:solidFill>
                <a:latin typeface="Arial" panose="020B0604020202020204" pitchFamily="34" charset="0"/>
                <a:cs typeface="Arial" panose="020B0604020202020204" pitchFamily="34" charset="0"/>
              </a:rPr>
              <a:t> </a:t>
            </a:r>
            <a:r>
              <a:rPr lang="en-US" sz="5400" b="1" i="1" dirty="0">
                <a:solidFill>
                  <a:srgbClr val="FFB800"/>
                </a:solidFill>
                <a:latin typeface="Arial" panose="020B0604020202020204" pitchFamily="34" charset="0"/>
                <a:ea typeface="Calibri"/>
                <a:cs typeface="Arial" panose="020B0604020202020204" pitchFamily="34" charset="0"/>
                <a:sym typeface="Calibri"/>
              </a:rPr>
              <a:t>through my most grievous fault;</a:t>
            </a:r>
            <a:r>
              <a:rPr lang="en-US" sz="4800" b="1" i="1" dirty="0">
                <a:solidFill>
                  <a:srgbClr val="FFB800"/>
                </a:solidFill>
                <a:latin typeface="Arial" panose="020B0604020202020204" pitchFamily="34" charset="0"/>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therefore I ask blessed Mary ever-Virgin,</a:t>
            </a:r>
            <a:r>
              <a:rPr lang="en-US" sz="4800" b="1" dirty="0">
                <a:solidFill>
                  <a:srgbClr val="F0FDF4"/>
                </a:solidFill>
                <a:latin typeface="Arial" panose="020B0604020202020204" pitchFamily="34" charset="0"/>
                <a:ea typeface="Calibri"/>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all the Angels and Saints,</a:t>
            </a:r>
            <a:r>
              <a:rPr lang="en-US" sz="4800" b="1" dirty="0">
                <a:solidFill>
                  <a:srgbClr val="F0FDF4"/>
                </a:solidFill>
                <a:latin typeface="Arial" panose="020B0604020202020204" pitchFamily="34" charset="0"/>
                <a:cs typeface="Arial" panose="020B0604020202020204" pitchFamily="34" charset="0"/>
                <a:sym typeface="Calibri"/>
              </a:rPr>
              <a:t> </a:t>
            </a:r>
            <a:r>
              <a:rPr lang="en-US" sz="5400" b="1" dirty="0">
                <a:solidFill>
                  <a:srgbClr val="F0FDF4"/>
                </a:solidFill>
                <a:latin typeface="Arial" panose="020B0604020202020204" pitchFamily="34" charset="0"/>
                <a:ea typeface="Calibri"/>
                <a:cs typeface="Arial" panose="020B0604020202020204" pitchFamily="34" charset="0"/>
                <a:sym typeface="Calibri"/>
              </a:rPr>
              <a:t>and you, my brothers and sisters,</a:t>
            </a:r>
            <a:r>
              <a:rPr lang="en-US" sz="4800" b="1" dirty="0">
                <a:solidFill>
                  <a:srgbClr val="F0FDF4"/>
                </a:solidFill>
                <a:latin typeface="Arial" panose="020B0604020202020204" pitchFamily="34" charset="0"/>
                <a:cs typeface="Arial" panose="020B0604020202020204" pitchFamily="34" charset="0"/>
              </a:rPr>
              <a:t> </a:t>
            </a:r>
            <a:r>
              <a:rPr lang="en-US" sz="5400" b="1" dirty="0">
                <a:solidFill>
                  <a:srgbClr val="F0FDF4"/>
                </a:solidFill>
                <a:latin typeface="Arial" panose="020B0604020202020204" pitchFamily="34" charset="0"/>
                <a:ea typeface="Calibri"/>
                <a:cs typeface="Arial" panose="020B0604020202020204" pitchFamily="34" charset="0"/>
                <a:sym typeface="Calibri"/>
              </a:rPr>
              <a:t>to pray for me to the Lord our God.</a:t>
            </a:r>
            <a:endParaRPr lang="en-US" sz="4800" b="1" dirty="0">
              <a:solidFill>
                <a:schemeClr val="bg1"/>
              </a:solidFill>
              <a:latin typeface="Arial" panose="020B0604020202020204" pitchFamily="34" charset="0"/>
              <a:cs typeface="Arial" panose="020B0604020202020204" pitchFamily="34" charset="0"/>
            </a:endParaRPr>
          </a:p>
        </p:txBody>
      </p:sp>
      <p:sp>
        <p:nvSpPr>
          <p:cNvPr id="4" name="Google Shape;150;p20">
            <a:extLst>
              <a:ext uri="{FF2B5EF4-FFF2-40B4-BE49-F238E27FC236}">
                <a16:creationId xmlns:a16="http://schemas.microsoft.com/office/drawing/2014/main" id="{A6AABE4C-946D-B425-B087-C6073C4F1E85}"/>
              </a:ext>
            </a:extLst>
          </p:cNvPr>
          <p:cNvSpPr txBox="1"/>
          <p:nvPr/>
        </p:nvSpPr>
        <p:spPr>
          <a:xfrm>
            <a:off x="0" y="4511708"/>
            <a:ext cx="18288000" cy="1133057"/>
          </a:xfrm>
          <a:prstGeom prst="rect">
            <a:avLst/>
          </a:prstGeom>
          <a:noFill/>
          <a:ln>
            <a:noFill/>
          </a:ln>
        </p:spPr>
        <p:txBody>
          <a:bodyPr spcFirstLastPara="1" wrap="square" lIns="109725" tIns="73150" rIns="109725" bIns="73150" anchor="t" anchorCtr="0">
            <a:noAutofit/>
          </a:bodyPr>
          <a:lstStyle/>
          <a:p>
            <a:pPr lvl="0" algn="ctr">
              <a:spcBef>
                <a:spcPts val="500"/>
              </a:spcBef>
              <a:defRPr/>
            </a:pPr>
            <a:r>
              <a:rPr lang="en-US" sz="5400" b="1" i="1" dirty="0">
                <a:solidFill>
                  <a:srgbClr val="FFB800"/>
                </a:solidFill>
                <a:latin typeface="Georgia" panose="02040502050405020303" pitchFamily="18" charset="0"/>
                <a:ea typeface="Calibri"/>
                <a:cs typeface="Arial" panose="020B0604020202020204" pitchFamily="34" charset="0"/>
                <a:sym typeface="Calibri"/>
              </a:rPr>
              <a:t>(strike chest)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Penitential Act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159" name="Google Shape;159;p21"/>
          <p:cNvSpPr txBox="1"/>
          <p:nvPr/>
        </p:nvSpPr>
        <p:spPr>
          <a:xfrm>
            <a:off x="0" y="1569072"/>
            <a:ext cx="18288000" cy="3276790"/>
          </a:xfrm>
          <a:prstGeom prst="rect">
            <a:avLst/>
          </a:prstGeom>
          <a:noFill/>
          <a:ln>
            <a:noFill/>
          </a:ln>
        </p:spPr>
        <p:txBody>
          <a:bodyPr spcFirstLastPara="1" wrap="square" lIns="109725" tIns="73150" rIns="109725" bIns="73150" anchor="t" anchorCtr="0">
            <a:spAutoFit/>
          </a:bodyPr>
          <a:lstStyle/>
          <a:p>
            <a:pPr marL="0" lvl="0" indent="0" algn="ctr" rtl="0">
              <a:spcBef>
                <a:spcPts val="500"/>
              </a:spcBef>
              <a:spcAft>
                <a:spcPts val="0"/>
              </a:spcAft>
              <a:buNone/>
              <a:defRPr/>
            </a:pPr>
            <a:r>
              <a:rPr lang="en-US" sz="6500" b="1" dirty="0">
                <a:solidFill>
                  <a:srgbClr val="FFB800"/>
                </a:solidFill>
                <a:latin typeface="Arial" panose="020B0604020202020204" pitchFamily="34" charset="0"/>
                <a:ea typeface="Calibri"/>
                <a:cs typeface="Arial" panose="020B0604020202020204" pitchFamily="34" charset="0"/>
                <a:sym typeface="Calibri"/>
              </a:rPr>
              <a:t>Priest: </a:t>
            </a:r>
            <a:r>
              <a:rPr lang="en-US" sz="6500" b="1" i="1" dirty="0">
                <a:solidFill>
                  <a:srgbClr val="F0FDF4"/>
                </a:solidFill>
                <a:latin typeface="Arial" panose="020B0604020202020204" pitchFamily="34" charset="0"/>
                <a:ea typeface="Calibri"/>
                <a:cs typeface="Arial" panose="020B0604020202020204" pitchFamily="34" charset="0"/>
                <a:sym typeface="Calibri"/>
              </a:rPr>
              <a:t>May almighty God have mercy on us,</a:t>
            </a:r>
            <a:endParaRPr sz="6500" b="1" i="1" dirty="0">
              <a:solidFill>
                <a:schemeClr val="lt1"/>
              </a:solidFill>
              <a:latin typeface="Arial" panose="020B0604020202020204" pitchFamily="34" charset="0"/>
              <a:ea typeface="Calibri"/>
              <a:cs typeface="Arial" panose="020B0604020202020204" pitchFamily="34" charset="0"/>
              <a:sym typeface="Calibri"/>
            </a:endParaRPr>
          </a:p>
          <a:p>
            <a:pPr marL="0" lvl="0" indent="0" algn="ctr" rtl="0">
              <a:spcBef>
                <a:spcPts val="500"/>
              </a:spcBef>
              <a:spcAft>
                <a:spcPts val="0"/>
              </a:spcAft>
              <a:buClr>
                <a:schemeClr val="dk1"/>
              </a:buClr>
              <a:buFont typeface="Arial"/>
              <a:buNone/>
              <a:defRPr/>
            </a:pPr>
            <a:r>
              <a:rPr lang="en-US" sz="6500" b="1" i="1" dirty="0">
                <a:solidFill>
                  <a:srgbClr val="F0FDF4"/>
                </a:solidFill>
                <a:latin typeface="Arial" panose="020B0604020202020204" pitchFamily="34" charset="0"/>
                <a:ea typeface="Calibri"/>
                <a:cs typeface="Arial" panose="020B0604020202020204" pitchFamily="34" charset="0"/>
                <a:sym typeface="Calibri"/>
              </a:rPr>
              <a:t>forgive us our sins and bring us to everlasting life</a:t>
            </a:r>
            <a:r>
              <a:rPr lang="en-US" sz="6500" b="1" i="1" dirty="0">
                <a:solidFill>
                  <a:srgbClr val="FFB800"/>
                </a:solidFill>
                <a:latin typeface="Arial" panose="020B0604020202020204" pitchFamily="34" charset="0"/>
                <a:ea typeface="Calibri"/>
                <a:cs typeface="Arial" panose="020B0604020202020204" pitchFamily="34" charset="0"/>
                <a:sym typeface="Calibri"/>
              </a:rPr>
              <a:t>.</a:t>
            </a:r>
            <a:endParaRPr sz="6500" b="1" i="1" dirty="0">
              <a:solidFill>
                <a:srgbClr val="FFDA91"/>
              </a:solidFill>
              <a:latin typeface="Arial" panose="020B0604020202020204" pitchFamily="34" charset="0"/>
              <a:ea typeface="Calibri"/>
              <a:cs typeface="Arial" panose="020B0604020202020204" pitchFamily="34" charset="0"/>
              <a:sym typeface="Calibri"/>
            </a:endParaRPr>
          </a:p>
        </p:txBody>
      </p:sp>
      <p:sp>
        <p:nvSpPr>
          <p:cNvPr id="164" name="Google Shape;164;p21"/>
          <p:cNvSpPr txBox="1"/>
          <p:nvPr/>
        </p:nvSpPr>
        <p:spPr>
          <a:xfrm>
            <a:off x="0" y="6256725"/>
            <a:ext cx="18288000" cy="1750732"/>
          </a:xfrm>
          <a:prstGeom prst="rect">
            <a:avLst/>
          </a:prstGeom>
          <a:noFill/>
          <a:ln>
            <a:noFill/>
          </a:ln>
        </p:spPr>
        <p:txBody>
          <a:bodyPr spcFirstLastPara="1" wrap="square" lIns="109725" tIns="73150" rIns="109725" bIns="73150" anchor="t" anchorCtr="0">
            <a:spAutoFit/>
          </a:bodyPr>
          <a:lstStyle/>
          <a:p>
            <a:pPr marL="0" lvl="0" indent="0" algn="ctr" rtl="0">
              <a:spcBef>
                <a:spcPts val="500"/>
              </a:spcBef>
              <a:spcAft>
                <a:spcPts val="0"/>
              </a:spcAft>
              <a:buNone/>
              <a:defRPr/>
            </a:pPr>
            <a:r>
              <a:rPr lang="en-US" sz="10000" b="1" dirty="0">
                <a:solidFill>
                  <a:srgbClr val="F0FDF4"/>
                </a:solidFill>
                <a:latin typeface="Arial" panose="020B0604020202020204" pitchFamily="34" charset="0"/>
                <a:ea typeface="Calibri"/>
                <a:cs typeface="Arial" panose="020B0604020202020204" pitchFamily="34" charset="0"/>
                <a:sym typeface="Calibri"/>
              </a:rPr>
              <a:t>All: AMEN!</a:t>
            </a:r>
            <a:endParaRPr sz="10000" b="1" dirty="0">
              <a:solidFill>
                <a:schemeClr val="bg1"/>
              </a:solidFill>
              <a:latin typeface="Arial" panose="020B0604020202020204" pitchFamily="34" charset="0"/>
              <a:ea typeface="Calibri"/>
              <a:cs typeface="Arial" panose="020B0604020202020204" pitchFamily="34" charset="0"/>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Penitential Act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4040533" y="1329421"/>
            <a:ext cx="10206933" cy="2269852"/>
          </a:xfrm>
          <a:prstGeom prst="rect">
            <a:avLst/>
          </a:prstGeom>
        </p:spPr>
        <p:txBody>
          <a:bodyPr wrap="square" lIns="0" tIns="0" rIns="0" bIns="0" rtlCol="0" anchor="t">
            <a:spAutoFit/>
          </a:bodyPr>
          <a:lstStyle/>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marL="0" lvl="0" indent="0"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           LORD, HAVE MERCY.</a:t>
            </a:r>
          </a:p>
        </p:txBody>
      </p:sp>
      <p:sp>
        <p:nvSpPr>
          <p:cNvPr id="3" name="TextBox 3"/>
          <p:cNvSpPr txBox="1"/>
          <p:nvPr/>
        </p:nvSpPr>
        <p:spPr>
          <a:xfrm>
            <a:off x="4040533" y="4238944"/>
            <a:ext cx="10544863" cy="2269852"/>
          </a:xfrm>
          <a:prstGeom prst="rect">
            <a:avLst/>
          </a:prstGeom>
        </p:spPr>
        <p:txBody>
          <a:bodyPr wrap="square" lIns="0" tIns="0" rIns="0" bIns="0" rtlCol="0" anchor="t">
            <a:spAutoFit/>
          </a:bodyPr>
          <a:lstStyle/>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CHRIST, HAVE MERCY.</a:t>
            </a:r>
          </a:p>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CHRIST, HAVE MERCY.</a:t>
            </a:r>
          </a:p>
          <a:p>
            <a:pPr marL="0" lvl="0" indent="0"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           CHRIST, HAVE MERCY.</a:t>
            </a:r>
          </a:p>
        </p:txBody>
      </p:sp>
      <p:sp>
        <p:nvSpPr>
          <p:cNvPr id="4" name="TextBox 4"/>
          <p:cNvSpPr txBox="1"/>
          <p:nvPr/>
        </p:nvSpPr>
        <p:spPr>
          <a:xfrm>
            <a:off x="4040534" y="7148468"/>
            <a:ext cx="10544862" cy="2269852"/>
          </a:xfrm>
          <a:prstGeom prst="rect">
            <a:avLst/>
          </a:prstGeom>
        </p:spPr>
        <p:txBody>
          <a:bodyPr wrap="square" lIns="0" tIns="0" rIns="0" bIns="0" rtlCol="0" anchor="t">
            <a:spAutoFit/>
          </a:bodyPr>
          <a:lstStyle/>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LORD, HAVE MERCY.</a:t>
            </a:r>
          </a:p>
          <a:p>
            <a:pPr marL="0" lvl="0" indent="0" algn="l">
              <a:lnSpc>
                <a:spcPts val="5935"/>
              </a:lnSpc>
              <a:defRPr/>
            </a:pPr>
            <a:r>
              <a:rPr lang="en-US" sz="5600" b="1" spc="148" dirty="0">
                <a:solidFill>
                  <a:srgbClr val="F0FDF4"/>
                </a:solidFill>
                <a:latin typeface="Arial" panose="020B0604020202020204" pitchFamily="34" charset="0"/>
                <a:ea typeface="Poppins Bold"/>
                <a:cs typeface="Arial" panose="020B0604020202020204" pitchFamily="34" charset="0"/>
                <a:sym typeface="Poppins Bold"/>
              </a:rPr>
              <a:t>           LORD, HAVE MERCY.</a:t>
            </a:r>
          </a:p>
        </p:txBody>
      </p:sp>
      <p:sp>
        <p:nvSpPr>
          <p:cNvPr id="8" name="TextBox 7">
            <a:extLst>
              <a:ext uri="{FF2B5EF4-FFF2-40B4-BE49-F238E27FC236}">
                <a16:creationId xmlns:a16="http://schemas.microsoft.com/office/drawing/2014/main" id="{930F1F71-8092-F45A-9882-366A7F7F0588}"/>
              </a:ext>
            </a:extLst>
          </p:cNvPr>
          <p:cNvSpPr txBox="1"/>
          <p:nvPr/>
        </p:nvSpPr>
        <p:spPr>
          <a:xfrm>
            <a:off x="914400" y="109728"/>
            <a:ext cx="164592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Kyrie Eleison</a:t>
            </a:r>
            <a:endParaRPr sz="3600" b="1" u="sng" dirty="0">
              <a:solidFill>
                <a:srgbClr val="86EFAC"/>
              </a:solidFill>
              <a:latin typeface="Georgia"/>
            </a:endParaRPr>
          </a:p>
        </p:txBody>
      </p:sp>
      <p:sp>
        <p:nvSpPr>
          <p:cNvPr id="9" name="TextBox 8"/>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Kyrie Eleison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896938"/>
            <a:ext cx="18288000" cy="4138869"/>
          </a:xfrm>
          <a:prstGeom prst="rect">
            <a:avLst/>
          </a:prstGeom>
        </p:spPr>
        <p:txBody>
          <a:bodyPr lIns="0" tIns="0" rIns="0" bIns="0" rtlCol="0" anchor="t">
            <a:spAutoFit/>
          </a:bodyPr>
          <a:lstStyle/>
          <a:p>
            <a:pPr algn="ctr">
              <a:lnSpc>
                <a:spcPts val="8123"/>
              </a:lnSpc>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GLORY TO GOD! GLORY TO GOD!</a:t>
            </a:r>
          </a:p>
          <a:p>
            <a:pPr algn="ctr">
              <a:lnSpc>
                <a:spcPts val="8123"/>
              </a:lnSpc>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GLORY TO GOD IN THE HIGHEST, </a:t>
            </a:r>
          </a:p>
          <a:p>
            <a:pPr algn="ctr">
              <a:lnSpc>
                <a:spcPts val="8123"/>
              </a:lnSpc>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AND ON EARTH , PEACE ON EARTH,</a:t>
            </a:r>
          </a:p>
          <a:p>
            <a:pPr marL="0" lvl="0" indent="0" algn="ctr">
              <a:lnSpc>
                <a:spcPts val="8123"/>
              </a:lnSpc>
              <a:spcBef>
                <a:spcPct val="0"/>
              </a:spcBef>
              <a:defRPr/>
            </a:pPr>
            <a:r>
              <a:rPr lang="en-US" sz="5802" b="1" dirty="0">
                <a:solidFill>
                  <a:srgbClr val="FFB800"/>
                </a:solidFill>
                <a:latin typeface="Arial" panose="020B0604020202020204" pitchFamily="34" charset="0"/>
                <a:ea typeface="Poppins Bold"/>
                <a:cs typeface="Arial" panose="020B0604020202020204" pitchFamily="34" charset="0"/>
                <a:sym typeface="Poppins Bold"/>
              </a:rPr>
              <a:t>PEACE TO PEOPLE OF GOOD WILL!</a:t>
            </a:r>
          </a:p>
        </p:txBody>
      </p:sp>
      <p:sp>
        <p:nvSpPr>
          <p:cNvPr id="3" name="TextBox 3"/>
          <p:cNvSpPr txBox="1"/>
          <p:nvPr/>
        </p:nvSpPr>
        <p:spPr>
          <a:xfrm>
            <a:off x="0" y="5132070"/>
            <a:ext cx="18288000" cy="5074921"/>
          </a:xfrm>
          <a:prstGeom prst="rect">
            <a:avLst/>
          </a:prstGeom>
        </p:spPr>
        <p:txBody>
          <a:bodyPr lIns="0" tIns="0" rIns="0" bIns="0" rtlCol="0" anchor="t">
            <a:spAutoFit/>
          </a:bodyPr>
          <a:lstStyle/>
          <a:p>
            <a:pPr algn="ctr">
              <a:lnSpc>
                <a:spcPts val="7979"/>
              </a:lnSpc>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WE PRAISE YOU, WE BLESS YOU,</a:t>
            </a:r>
          </a:p>
          <a:p>
            <a:pPr algn="ctr">
              <a:lnSpc>
                <a:spcPts val="7979"/>
              </a:lnSpc>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WE ADORE YOU, WE GLORIFY YOU,</a:t>
            </a:r>
          </a:p>
          <a:p>
            <a:pPr algn="ctr">
              <a:lnSpc>
                <a:spcPts val="7979"/>
              </a:lnSpc>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WE GIVE YOU THANKS FOR YOUR GREAT GLORY, LORD GOD, HEAVENLY KING,</a:t>
            </a:r>
          </a:p>
          <a:p>
            <a:pPr marL="0" lvl="0" indent="0" algn="ctr">
              <a:lnSpc>
                <a:spcPts val="7979"/>
              </a:lnSpc>
              <a:spcBef>
                <a:spcPct val="0"/>
              </a:spcBef>
              <a:defRPr/>
            </a:pPr>
            <a:r>
              <a:rPr lang="en-US" sz="5699" b="1" dirty="0">
                <a:solidFill>
                  <a:srgbClr val="F0FDF4"/>
                </a:solidFill>
                <a:latin typeface="Arial" panose="020B0604020202020204" pitchFamily="34" charset="0"/>
                <a:ea typeface="Poppins Bold"/>
                <a:cs typeface="Arial" panose="020B0604020202020204" pitchFamily="34" charset="0"/>
                <a:sym typeface="Poppins Bold"/>
              </a:rPr>
              <a:t>O GOD, ALMIGHTY FATHER. </a:t>
            </a:r>
          </a:p>
        </p:txBody>
      </p:sp>
      <p:sp>
        <p:nvSpPr>
          <p:cNvPr id="7" name="TextBox 6">
            <a:extLst>
              <a:ext uri="{FF2B5EF4-FFF2-40B4-BE49-F238E27FC236}">
                <a16:creationId xmlns:a16="http://schemas.microsoft.com/office/drawing/2014/main" id="{6BA9F0D8-448F-2511-EAC2-EFC6680FA374}"/>
              </a:ext>
            </a:extLst>
          </p:cNvPr>
          <p:cNvSpPr txBox="1"/>
          <p:nvPr/>
        </p:nvSpPr>
        <p:spPr>
          <a:xfrm>
            <a:off x="914400" y="109728"/>
            <a:ext cx="164592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Gloria</a:t>
            </a:r>
            <a:endParaRPr sz="3600" b="1" u="sng" dirty="0">
              <a:solidFill>
                <a:srgbClr val="86EFAC"/>
              </a:solidFill>
              <a:latin typeface="Georgia"/>
            </a:endParaRP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441462"/>
            <a:ext cx="18288000" cy="2749599"/>
          </a:xfrm>
          <a:prstGeom prst="rect">
            <a:avLst/>
          </a:prstGeom>
        </p:spPr>
        <p:txBody>
          <a:bodyPr lIns="0" tIns="0" rIns="0" bIns="0" rtlCol="0" anchor="t">
            <a:spAutoFit/>
          </a:bodyPr>
          <a:lstStyle/>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LORD JESUS CHRIST, ONLY BEGOTTEN SON, </a:t>
            </a:r>
          </a:p>
          <a:p>
            <a:pPr marL="0" lvl="0" indent="0"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LORD GOD, LAMB OF GOD, SON OF THE FATHER.</a:t>
            </a:r>
          </a:p>
        </p:txBody>
      </p:sp>
      <p:sp>
        <p:nvSpPr>
          <p:cNvPr id="3" name="TextBox 3"/>
          <p:cNvSpPr txBox="1"/>
          <p:nvPr/>
        </p:nvSpPr>
        <p:spPr>
          <a:xfrm>
            <a:off x="0" y="3446070"/>
            <a:ext cx="18288000" cy="6583553"/>
          </a:xfrm>
          <a:prstGeom prst="rect">
            <a:avLst/>
          </a:prstGeom>
        </p:spPr>
        <p:txBody>
          <a:bodyPr wrap="square" lIns="0" tIns="0" rIns="0" bIns="0" rtlCol="0" anchor="t">
            <a:spAutoFit/>
          </a:bodyPr>
          <a:lstStyle/>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algn="ctr">
              <a:lnSpc>
                <a:spcPts val="7380"/>
              </a:lnSpc>
              <a:defRPr/>
            </a:pPr>
            <a:r>
              <a:rPr lang="en-US" sz="6099"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6099" b="1" dirty="0">
                <a:solidFill>
                  <a:srgbClr val="F0FDF4"/>
                </a:solidFill>
                <a:latin typeface="Arial" panose="020B0604020202020204" pitchFamily="34" charset="0"/>
                <a:ea typeface="Poppins Bold"/>
                <a:cs typeface="Arial" panose="020B0604020202020204" pitchFamily="34" charset="0"/>
                <a:sym typeface="Poppins Bold"/>
              </a:rPr>
              <a:t>;</a:t>
            </a:r>
          </a:p>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algn="ctr">
              <a:lnSpc>
                <a:spcPts val="7380"/>
              </a:lnSpc>
              <a:defRPr/>
            </a:pPr>
            <a:r>
              <a:rPr lang="en-US" sz="6099" b="1" dirty="0">
                <a:solidFill>
                  <a:srgbClr val="FFB800"/>
                </a:solidFill>
                <a:latin typeface="Arial" panose="020B0604020202020204" pitchFamily="34" charset="0"/>
                <a:ea typeface="Poppins Bold"/>
                <a:cs typeface="Arial" panose="020B0604020202020204" pitchFamily="34" charset="0"/>
                <a:sym typeface="Poppins Bold"/>
              </a:rPr>
              <a:t>RECEIVE OUR PRAYER</a:t>
            </a:r>
            <a:r>
              <a:rPr lang="en-US" sz="6099" b="1" dirty="0">
                <a:solidFill>
                  <a:srgbClr val="F0FDF4"/>
                </a:solidFill>
                <a:latin typeface="Arial" panose="020B0604020202020204" pitchFamily="34" charset="0"/>
                <a:ea typeface="Poppins Bold"/>
                <a:cs typeface="Arial" panose="020B0604020202020204" pitchFamily="34" charset="0"/>
                <a:sym typeface="Poppins Bold"/>
              </a:rPr>
              <a:t>;</a:t>
            </a:r>
          </a:p>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YOU ARE SEATED AT THE RIGHT HAND,</a:t>
            </a:r>
          </a:p>
          <a:p>
            <a:pPr algn="ctr">
              <a:lnSpc>
                <a:spcPts val="7380"/>
              </a:lnSpc>
              <a:defRPr/>
            </a:pPr>
            <a:r>
              <a:rPr lang="en-US" sz="6099" b="1" dirty="0">
                <a:solidFill>
                  <a:srgbClr val="F0FDF4"/>
                </a:solidFill>
                <a:latin typeface="Arial" panose="020B0604020202020204" pitchFamily="34" charset="0"/>
                <a:ea typeface="Poppins Bold"/>
                <a:cs typeface="Arial" panose="020B0604020202020204" pitchFamily="34" charset="0"/>
                <a:sym typeface="Poppins Bold"/>
              </a:rPr>
              <a:t>THE RIGHT OF THE FATHER,</a:t>
            </a:r>
          </a:p>
          <a:p>
            <a:pPr marL="0" lvl="0" indent="0" algn="ctr">
              <a:lnSpc>
                <a:spcPts val="7380"/>
              </a:lnSpc>
              <a:defRPr/>
            </a:pPr>
            <a:r>
              <a:rPr lang="en-US" sz="6099"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6099" b="1" dirty="0">
                <a:solidFill>
                  <a:srgbClr val="F0FDF4"/>
                </a:solidFill>
                <a:latin typeface="Arial" panose="020B0604020202020204" pitchFamily="34" charset="0"/>
                <a:ea typeface="Poppins Bold"/>
                <a:cs typeface="Arial" panose="020B0604020202020204" pitchFamily="34" charset="0"/>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5207256"/>
            <a:ext cx="18288000" cy="4631055"/>
          </a:xfrm>
          <a:prstGeom prst="rect">
            <a:avLst/>
          </a:prstGeom>
        </p:spPr>
        <p:txBody>
          <a:bodyPr lIns="0" tIns="0" rIns="0" bIns="0" rtlCol="0" anchor="t">
            <a:spAutoFit/>
          </a:bodyPr>
          <a:lstStyle/>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FOR YOU ALONE ARE THE HOLY ONE, </a:t>
            </a:r>
          </a:p>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YOU ALONE ARE THE LORD,</a:t>
            </a:r>
          </a:p>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YOU ALONE ARE THE MOST HIGH,</a:t>
            </a:r>
          </a:p>
          <a:p>
            <a:pPr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JESUS CHRIST, WITH THE HOLY SPIRIT,</a:t>
            </a:r>
          </a:p>
          <a:p>
            <a:pPr marL="0" lvl="0" indent="0" algn="ctr">
              <a:lnSpc>
                <a:spcPts val="7259"/>
              </a:lnSpc>
              <a:defRPr/>
            </a:pPr>
            <a:r>
              <a:rPr lang="en-US" sz="5999" b="1" dirty="0">
                <a:solidFill>
                  <a:srgbClr val="F0FDF4"/>
                </a:solidFill>
                <a:latin typeface="Arial" panose="020B0604020202020204" pitchFamily="34" charset="0"/>
                <a:ea typeface="Poppins Bold"/>
                <a:cs typeface="Arial" panose="020B0604020202020204" pitchFamily="34" charset="0"/>
                <a:sym typeface="Poppins Bold"/>
              </a:rPr>
              <a:t>IN THE GLORY OF GOD THE FATHER. </a:t>
            </a:r>
          </a:p>
        </p:txBody>
      </p:sp>
      <p:sp>
        <p:nvSpPr>
          <p:cNvPr id="6" name="TextBox 6"/>
          <p:cNvSpPr txBox="1"/>
          <p:nvPr/>
        </p:nvSpPr>
        <p:spPr>
          <a:xfrm>
            <a:off x="0" y="521018"/>
            <a:ext cx="18288000" cy="4276664"/>
          </a:xfrm>
          <a:prstGeom prst="rect">
            <a:avLst/>
          </a:prstGeom>
        </p:spPr>
        <p:txBody>
          <a:bodyPr lIns="0" tIns="0" rIns="0" bIns="0" rtlCol="0" anchor="t">
            <a:spAutoFit/>
          </a:bodyPr>
          <a:lstStyle/>
          <a:p>
            <a:pPr algn="ctr">
              <a:lnSpc>
                <a:spcPts val="8403"/>
              </a:lnSpc>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GLORY TO GOD! GLORY TO GOD!</a:t>
            </a:r>
          </a:p>
          <a:p>
            <a:pPr algn="ctr">
              <a:lnSpc>
                <a:spcPts val="8403"/>
              </a:lnSpc>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GLORY TO GOD IN THE HIGHEST, </a:t>
            </a:r>
          </a:p>
          <a:p>
            <a:pPr algn="ctr">
              <a:lnSpc>
                <a:spcPts val="8403"/>
              </a:lnSpc>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AND ON EARTH , PEACE ON EARTH,</a:t>
            </a:r>
          </a:p>
          <a:p>
            <a:pPr marL="0" lvl="0" indent="0" algn="ctr">
              <a:lnSpc>
                <a:spcPts val="8403"/>
              </a:lnSpc>
              <a:spcBef>
                <a:spcPct val="0"/>
              </a:spcBef>
              <a:defRPr/>
            </a:pPr>
            <a:r>
              <a:rPr lang="en-US" sz="6002" b="1" dirty="0">
                <a:solidFill>
                  <a:srgbClr val="FFB800"/>
                </a:solidFill>
                <a:latin typeface="Arial" panose="020B0604020202020204" pitchFamily="34" charset="0"/>
                <a:ea typeface="Poppins Bold"/>
                <a:cs typeface="Arial" panose="020B0604020202020204" pitchFamily="34" charset="0"/>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7432051"/>
            <a:ext cx="18288000" cy="1263808"/>
          </a:xfrm>
          <a:prstGeom prst="rect">
            <a:avLst/>
          </a:prstGeom>
        </p:spPr>
        <p:txBody>
          <a:bodyPr lIns="0" tIns="0" rIns="0" bIns="0" rtlCol="0" anchor="t">
            <a:spAutoFit/>
          </a:bodyPr>
          <a:lstStyle/>
          <a:p>
            <a:pPr marL="0" lvl="0" indent="0" algn="ctr">
              <a:lnSpc>
                <a:spcPts val="10526"/>
              </a:lnSpc>
              <a:defRPr/>
            </a:pPr>
            <a:r>
              <a:rPr lang="en-US" sz="8699" b="1" dirty="0">
                <a:solidFill>
                  <a:srgbClr val="F0FDF4"/>
                </a:solidFill>
                <a:latin typeface="Arial" panose="020B0604020202020204" pitchFamily="34" charset="0"/>
                <a:ea typeface="Poppins Bold"/>
                <a:cs typeface="Arial" panose="020B0604020202020204" pitchFamily="34" charset="0"/>
                <a:sym typeface="Poppins Bold"/>
              </a:rPr>
              <a:t>AMEN, AMEN, AMEN!</a:t>
            </a:r>
          </a:p>
        </p:txBody>
      </p:sp>
      <p:sp>
        <p:nvSpPr>
          <p:cNvPr id="6" name="TextBox 6"/>
          <p:cNvSpPr txBox="1"/>
          <p:nvPr/>
        </p:nvSpPr>
        <p:spPr>
          <a:xfrm>
            <a:off x="0" y="1724273"/>
            <a:ext cx="18288000" cy="5122485"/>
          </a:xfrm>
          <a:prstGeom prst="rect">
            <a:avLst/>
          </a:prstGeom>
        </p:spPr>
        <p:txBody>
          <a:bodyPr lIns="0" tIns="0" rIns="0" bIns="0" rtlCol="0" anchor="t">
            <a:spAutoFit/>
          </a:bodyPr>
          <a:lstStyle/>
          <a:p>
            <a:pPr algn="ctr">
              <a:lnSpc>
                <a:spcPts val="10083"/>
              </a:lnSpc>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GLORY TO GOD! GLORY TO GOD!</a:t>
            </a:r>
          </a:p>
          <a:p>
            <a:pPr algn="ctr">
              <a:lnSpc>
                <a:spcPts val="10083"/>
              </a:lnSpc>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GLORY TO GOD IN THE HIGHEST, </a:t>
            </a:r>
          </a:p>
          <a:p>
            <a:pPr algn="ctr">
              <a:lnSpc>
                <a:spcPts val="10083"/>
              </a:lnSpc>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AND ON EARTH , PEACE ON EARTH,</a:t>
            </a:r>
          </a:p>
          <a:p>
            <a:pPr marL="0" lvl="0" indent="0" algn="ctr">
              <a:lnSpc>
                <a:spcPts val="10083"/>
              </a:lnSpc>
              <a:spcBef>
                <a:spcPct val="0"/>
              </a:spcBef>
              <a:defRPr/>
            </a:pPr>
            <a:r>
              <a:rPr lang="en-US" sz="7202" b="1" dirty="0">
                <a:solidFill>
                  <a:srgbClr val="FFB800"/>
                </a:solidFill>
                <a:latin typeface="Arial" panose="020B0604020202020204" pitchFamily="34" charset="0"/>
                <a:ea typeface="Poppins Bold"/>
                <a:cs typeface="Arial" panose="020B0604020202020204" pitchFamily="34" charset="0"/>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Gloria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 y="2514276"/>
            <a:ext cx="18105120" cy="2094875"/>
          </a:xfrm>
          <a:prstGeom prst="rect">
            <a:avLst/>
          </a:prstGeom>
          <a:noFill/>
        </p:spPr>
        <p:txBody>
          <a:bodyPr wrap="square" lIns="109728" tIns="73152" rIns="109728" bIns="73152" anchor="ctr">
            <a:noAutofit/>
          </a:bodyPr>
          <a:lstStyle/>
          <a:p>
            <a:pPr algn="ctr">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lang="en-US" sz="6500" dirty="0">
                <a:solidFill>
                  <a:srgbClr val="FFB800"/>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Let us pray.</a:t>
            </a:r>
          </a:p>
        </p:txBody>
      </p:sp>
      <p:sp>
        <p:nvSpPr>
          <p:cNvPr id="4" name="TextBox 3">
            <a:extLst>
              <a:ext uri="{FF2B5EF4-FFF2-40B4-BE49-F238E27FC236}">
                <a16:creationId xmlns:a16="http://schemas.microsoft.com/office/drawing/2014/main" id="{D523B40F-D4AE-E410-B93B-DBCE73DFD0DC}"/>
              </a:ext>
            </a:extLst>
          </p:cNvPr>
          <p:cNvSpPr txBox="1"/>
          <p:nvPr/>
        </p:nvSpPr>
        <p:spPr>
          <a:xfrm>
            <a:off x="0" y="5677850"/>
            <a:ext cx="18105120" cy="1075002"/>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10000" dirty="0">
                <a:solidFill>
                  <a:srgbClr val="F0FDF4"/>
                </a:solidFill>
                <a:latin typeface="Arial" panose="020B0604020202020204" pitchFamily="34" charset="0"/>
                <a:cs typeface="Arial" panose="020B0604020202020204" pitchFamily="34" charset="0"/>
              </a:rPr>
              <a:t>All: Amen.</a:t>
            </a:r>
          </a:p>
        </p:txBody>
      </p:sp>
      <p:sp>
        <p:nvSpPr>
          <p:cNvPr id="5" name="TextBox 4">
            <a:extLst>
              <a:ext uri="{FF2B5EF4-FFF2-40B4-BE49-F238E27FC236}">
                <a16:creationId xmlns:a16="http://schemas.microsoft.com/office/drawing/2014/main" id="{DF34FD32-C662-A942-8295-B1C168627E18}"/>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Liturgy Of The Word</a:t>
            </a:r>
            <a:endParaRPr sz="5000" b="1" u="sng" dirty="0">
              <a:solidFill>
                <a:srgbClr val="86EFAC"/>
              </a:solidFill>
              <a:latin typeface="Georgia"/>
            </a:endParaRP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w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Liturgy of the Word</a:t>
            </a:r>
          </a:p>
        </p:txBody>
      </p:sp>
      <p:sp>
        <p:nvSpPr>
          <p:cNvPr id="3" name="TextBox 2"/>
          <p:cNvSpPr txBox="1"/>
          <p:nvPr/>
        </p:nvSpPr>
        <p:spPr>
          <a:xfrm>
            <a:off x="914400" y="3273553"/>
            <a:ext cx="16459200" cy="1020152"/>
          </a:xfrm>
          <a:prstGeom prst="rect">
            <a:avLst/>
          </a:prstGeom>
          <a:noFill/>
        </p:spPr>
        <p:txBody>
          <a:bodyPr wrap="square" lIns="109728" tIns="73152" rIns="109728" bIns="73152" anchor="ctr">
            <a:noAutofit/>
          </a:bodyPr>
          <a:lstStyle/>
          <a:p>
            <a:pPr algn="ctr">
              <a:spcAft>
                <a:spcPts val="1600"/>
              </a:spcAft>
              <a:defRPr sz="5500" b="1" i="0" u="none">
                <a:solidFill>
                  <a:srgbClr val="FFB800"/>
                </a:solidFill>
                <a:latin typeface="Arial"/>
              </a:defRPr>
            </a:pPr>
            <a:r>
              <a:rPr sz="6000" dirty="0">
                <a:solidFill>
                  <a:srgbClr val="FFB800"/>
                </a:solidFill>
              </a:rPr>
              <a:t>First Reading</a:t>
            </a:r>
          </a:p>
        </p:txBody>
      </p:sp>
      <p:sp>
        <p:nvSpPr>
          <p:cNvPr id="5" name="TextBox 4">
            <a:extLst>
              <a:ext uri="{FF2B5EF4-FFF2-40B4-BE49-F238E27FC236}">
                <a16:creationId xmlns:a16="http://schemas.microsoft.com/office/drawing/2014/main" id="{ED11F322-F618-3AF9-1A95-114FB2F300B6}"/>
              </a:ext>
            </a:extLst>
          </p:cNvPr>
          <p:cNvSpPr txBox="1"/>
          <p:nvPr/>
        </p:nvSpPr>
        <p:spPr>
          <a:xfrm>
            <a:off x="914400" y="4459623"/>
            <a:ext cx="16459200" cy="1020152"/>
          </a:xfrm>
          <a:prstGeom prst="rect">
            <a:avLst/>
          </a:prstGeom>
          <a:noFill/>
        </p:spPr>
        <p:txBody>
          <a:bodyPr wrap="square" lIns="109728" tIns="73152" rIns="109728" bIns="73152" anchor="ctr">
            <a:noAutofit/>
          </a:bodyPr>
          <a:lstStyle/>
          <a:p>
            <a:pPr algn="ctr">
              <a:defRPr sz="5500" b="0" i="0" u="none">
                <a:solidFill>
                  <a:srgbClr val="F0FDF4"/>
                </a:solidFill>
                <a:latin typeface="Arial"/>
              </a:defRPr>
            </a:pPr>
            <a:r>
              <a:rPr lang="en-US" sz="6600" dirty="0">
                <a:solidFill>
                  <a:srgbClr val="F0FDF4"/>
                </a:solidFill>
              </a:rPr>
              <a:t>Zechariah 9:9-10</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Liturgy of the Word</a:t>
            </a:r>
          </a:p>
        </p:txBody>
      </p:sp>
      <p:sp>
        <p:nvSpPr>
          <p:cNvPr id="3" name="TextBox 2"/>
          <p:cNvSpPr txBox="1"/>
          <p:nvPr/>
        </p:nvSpPr>
        <p:spPr>
          <a:xfrm>
            <a:off x="914400" y="2220004"/>
            <a:ext cx="16459200" cy="1775526"/>
          </a:xfrm>
          <a:prstGeom prst="rect">
            <a:avLst/>
          </a:prstGeom>
          <a:noFill/>
        </p:spPr>
        <p:txBody>
          <a:bodyPr wrap="square" lIns="109728" tIns="73152" rIns="109728" bIns="73152" anchor="ctr">
            <a:noAutofit/>
          </a:bodyPr>
          <a:lstStyle/>
          <a:p>
            <a:pPr algn="ctr">
              <a:spcAft>
                <a:spcPts val="1200"/>
              </a:spcAft>
              <a:defRPr sz="5500" b="1" i="0" u="none">
                <a:solidFill>
                  <a:srgbClr val="FFB800"/>
                </a:solidFill>
                <a:latin typeface="Arial"/>
              </a:defRPr>
            </a:pPr>
            <a:r>
              <a:rPr dirty="0">
                <a:solidFill>
                  <a:srgbClr val="FFB800"/>
                </a:solidFill>
              </a:rPr>
              <a:t>Responsorial Psalm</a:t>
            </a:r>
            <a:br>
              <a:rPr dirty="0"/>
            </a:br>
            <a:r>
              <a:rPr dirty="0">
                <a:solidFill>
                  <a:srgbClr val="FFB800"/>
                </a:solidFill>
              </a:rPr>
              <a:t>(</a:t>
            </a:r>
            <a:r>
              <a:rPr i="1" dirty="0">
                <a:solidFill>
                  <a:srgbClr val="FFB800"/>
                </a:solidFill>
              </a:rPr>
              <a:t>Psalm 145:1-2, 8-9, 10-11, 13-14</a:t>
            </a:r>
            <a:r>
              <a:rPr dirty="0">
                <a:solidFill>
                  <a:srgbClr val="FFB800"/>
                </a:solidFill>
              </a:rPr>
              <a:t>)</a:t>
            </a:r>
          </a:p>
        </p:txBody>
      </p:sp>
      <p:sp>
        <p:nvSpPr>
          <p:cNvPr id="5" name="TextBox 4">
            <a:extLst>
              <a:ext uri="{FF2B5EF4-FFF2-40B4-BE49-F238E27FC236}">
                <a16:creationId xmlns:a16="http://schemas.microsoft.com/office/drawing/2014/main" id="{2423FBB6-3147-28D7-6387-19BCE557DD74}"/>
              </a:ext>
            </a:extLst>
          </p:cNvPr>
          <p:cNvSpPr txBox="1"/>
          <p:nvPr/>
        </p:nvSpPr>
        <p:spPr>
          <a:xfrm>
            <a:off x="0" y="4625672"/>
            <a:ext cx="18288000" cy="1775526"/>
          </a:xfrm>
          <a:prstGeom prst="rect">
            <a:avLst/>
          </a:prstGeom>
          <a:noFill/>
        </p:spPr>
        <p:txBody>
          <a:bodyPr wrap="square" lIns="109728" tIns="73152" rIns="109728" bIns="73152" anchor="ctr">
            <a:noAutofit/>
          </a:bodyPr>
          <a:lstStyle/>
          <a:p>
            <a:pPr algn="ctr">
              <a:spcAft>
                <a:spcPts val="800"/>
              </a:spcAft>
              <a:defRPr sz="5500" b="0" i="0" u="none">
                <a:solidFill>
                  <a:srgbClr val="F0FDF4"/>
                </a:solidFill>
                <a:latin typeface="Arial"/>
              </a:defRPr>
            </a:pPr>
            <a:r>
              <a:rPr lang="en-US" sz="6000" b="1" dirty="0">
                <a:solidFill>
                  <a:srgbClr val="F0FDF4"/>
                </a:solidFill>
                <a:latin typeface="Arial Black" panose="020B0604020202020204" pitchFamily="34" charset="0"/>
                <a:cs typeface="Arial Black" panose="020B0604020202020204" pitchFamily="34" charset="0"/>
              </a:rPr>
              <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a:extLst>
              <a:ext uri="{FF2B5EF4-FFF2-40B4-BE49-F238E27FC236}">
                <a16:creationId xmlns:a16="http://schemas.microsoft.com/office/drawing/2014/main" id="{BFB1C7CD-6C6A-15FA-88FD-77344BBF7CC6}"/>
              </a:ext>
            </a:extLst>
          </p:cNvPr>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Liturgy of the Word</a:t>
            </a:r>
          </a:p>
        </p:txBody>
      </p:sp>
      <p:sp>
        <p:nvSpPr>
          <p:cNvPr id="3" name="TextBox 2">
            <a:extLst>
              <a:ext uri="{FF2B5EF4-FFF2-40B4-BE49-F238E27FC236}">
                <a16:creationId xmlns:a16="http://schemas.microsoft.com/office/drawing/2014/main" id="{2FDAF354-60C2-0C1C-7FC8-C9F8BB38D0C9}"/>
              </a:ext>
            </a:extLst>
          </p:cNvPr>
          <p:cNvSpPr txBox="1"/>
          <p:nvPr/>
        </p:nvSpPr>
        <p:spPr>
          <a:xfrm>
            <a:off x="914400" y="3273553"/>
            <a:ext cx="16459200" cy="1020152"/>
          </a:xfrm>
          <a:prstGeom prst="rect">
            <a:avLst/>
          </a:prstGeom>
          <a:noFill/>
        </p:spPr>
        <p:txBody>
          <a:bodyPr wrap="square" lIns="109728" tIns="73152" rIns="109728" bIns="73152" anchor="ctr">
            <a:noAutofit/>
          </a:bodyPr>
          <a:lstStyle/>
          <a:p>
            <a:pPr algn="ctr">
              <a:spcAft>
                <a:spcPts val="1600"/>
              </a:spcAft>
              <a:defRPr sz="5500" b="1" i="0" u="none">
                <a:solidFill>
                  <a:srgbClr val="FFB800"/>
                </a:solidFill>
                <a:latin typeface="Arial"/>
              </a:defRPr>
            </a:pPr>
            <a:r>
              <a:rPr lang="en-US" sz="6000" dirty="0">
                <a:solidFill>
                  <a:srgbClr val="FFB800"/>
                </a:solidFill>
              </a:rPr>
              <a:t>Second</a:t>
            </a:r>
            <a:r>
              <a:rPr sz="6000" dirty="0">
                <a:solidFill>
                  <a:srgbClr val="FFB800"/>
                </a:solidFill>
              </a:rPr>
              <a:t> Reading</a:t>
            </a:r>
          </a:p>
        </p:txBody>
      </p:sp>
      <p:sp>
        <p:nvSpPr>
          <p:cNvPr id="5" name="TextBox 4">
            <a:extLst>
              <a:ext uri="{FF2B5EF4-FFF2-40B4-BE49-F238E27FC236}">
                <a16:creationId xmlns:a16="http://schemas.microsoft.com/office/drawing/2014/main" id="{4974E577-906C-25DF-48F4-D8E7CAA24E0B}"/>
              </a:ext>
            </a:extLst>
          </p:cNvPr>
          <p:cNvSpPr txBox="1"/>
          <p:nvPr/>
        </p:nvSpPr>
        <p:spPr>
          <a:xfrm>
            <a:off x="914400" y="4459623"/>
            <a:ext cx="16459200" cy="1020152"/>
          </a:xfrm>
          <a:prstGeom prst="rect">
            <a:avLst/>
          </a:prstGeom>
          <a:noFill/>
        </p:spPr>
        <p:txBody>
          <a:bodyPr wrap="square" lIns="109728" tIns="73152" rIns="109728" bIns="73152" anchor="ctr">
            <a:noAutofit/>
          </a:bodyPr>
          <a:lstStyle/>
          <a:p>
            <a:pPr algn="ctr">
              <a:defRPr sz="5500" b="0" i="0" u="none">
                <a:solidFill>
                  <a:srgbClr val="F0FDF4"/>
                </a:solidFill>
                <a:latin typeface="Arial"/>
              </a:defRPr>
            </a:pPr>
            <a:r>
              <a:rPr lang="en-US" sz="6600" dirty="0">
                <a:solidFill>
                  <a:srgbClr val="F0FDF4"/>
                </a:solidFill>
              </a:rPr>
              <a:t>Romans 8:9, 11-13</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2602230"/>
            <a:ext cx="18288000" cy="4892041"/>
          </a:xfrm>
          <a:prstGeom prst="rect">
            <a:avLst/>
          </a:prstGeom>
        </p:spPr>
        <p:txBody>
          <a:bodyPr lIns="0" tIns="0" rIns="0" bIns="0" rtlCol="0" anchor="t">
            <a:noAutofit/>
          </a:bodyPr>
          <a:lstStyle/>
          <a:p>
            <a:pPr algn="ctr">
              <a:lnSpc>
                <a:spcPts val="9659"/>
              </a:lnSpc>
              <a:defRPr/>
            </a:pPr>
            <a:r>
              <a:rPr lang="en-US" sz="6900" b="1">
                <a:solidFill>
                  <a:srgbClr val="F0FDF4"/>
                </a:solidFill>
                <a:latin typeface="Arial"/>
                <a:ea typeface="Poppins Bold"/>
                <a:cs typeface="Poppins Bold"/>
                <a:sym typeface="Poppins Bold"/>
              </a:rPr>
              <a:t>ALLELUIA! ALLELUIA!</a:t>
            </a:r>
          </a:p>
          <a:p>
            <a:pPr algn="ctr">
              <a:lnSpc>
                <a:spcPts val="9659"/>
              </a:lnSpc>
              <a:defRPr/>
            </a:pPr>
            <a:r>
              <a:rPr lang="en-US" sz="6900" b="1">
                <a:solidFill>
                  <a:srgbClr val="F0FDF4"/>
                </a:solidFill>
                <a:latin typeface="Arial"/>
                <a:ea typeface="Poppins Bold"/>
                <a:cs typeface="Poppins Bold"/>
                <a:sym typeface="Poppins Bold"/>
              </a:rPr>
              <a:t>ALLELUIA! ALLELUIA!</a:t>
            </a:r>
          </a:p>
          <a:p>
            <a:pPr algn="ctr">
              <a:lnSpc>
                <a:spcPts val="9659"/>
              </a:lnSpc>
              <a:defRPr/>
            </a:pPr>
            <a:r>
              <a:rPr lang="en-US" sz="6900" b="1">
                <a:solidFill>
                  <a:srgbClr val="F0FDF4"/>
                </a:solidFill>
                <a:latin typeface="Arial"/>
                <a:ea typeface="Poppins Bold"/>
                <a:cs typeface="Poppins Bold"/>
                <a:sym typeface="Poppins Bold"/>
              </a:rPr>
              <a:t>ALLELUIA! ALLELUIA!</a:t>
            </a:r>
          </a:p>
          <a:p>
            <a:pPr marL="0" lvl="0" indent="0" algn="ctr">
              <a:lnSpc>
                <a:spcPts val="9659"/>
              </a:lnSpc>
              <a:spcBef>
                <a:spcPct val="0"/>
              </a:spcBef>
              <a:defRPr/>
            </a:pPr>
            <a:r>
              <a:rPr lang="en-US" sz="6900" b="1">
                <a:solidFill>
                  <a:srgbClr val="F0FDF4"/>
                </a:solidFill>
                <a:latin typeface="Arial"/>
                <a:ea typeface="Poppins Bold"/>
                <a:cs typeface="Poppins Bold"/>
                <a:sym typeface="Poppins Bold"/>
              </a:rPr>
              <a:t>ALLELUIA! ALLELUIA!</a:t>
            </a:r>
          </a:p>
        </p:txBody>
      </p:sp>
      <p:sp>
        <p:nvSpPr>
          <p:cNvPr id="3" name="TextBox 3"/>
          <p:cNvSpPr txBox="1"/>
          <p:nvPr/>
        </p:nvSpPr>
        <p:spPr>
          <a:xfrm>
            <a:off x="0" y="109728"/>
            <a:ext cx="18288000" cy="868680"/>
          </a:xfrm>
          <a:prstGeom prst="rect">
            <a:avLst/>
          </a:prstGeom>
        </p:spPr>
        <p:txBody>
          <a:bodyPr wrap="square" lIns="0" tIns="0" rIns="0" bIns="0" rtlCol="0" anchor="t">
            <a:noAutofit/>
          </a:bodyPr>
          <a:lstStyle/>
          <a:p>
            <a:pPr marL="0" lvl="0" indent="0" algn="ctr">
              <a:lnSpc>
                <a:spcPts val="8175"/>
              </a:lnSpc>
              <a:spcBef>
                <a:spcPct val="0"/>
              </a:spcBef>
              <a:defRPr/>
            </a:pPr>
            <a:r>
              <a:rPr lang="en-US" sz="5000" b="1" i="0" u="sng">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Gospel Acclamation (1/2)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2741394" y="2126857"/>
            <a:ext cx="12101674" cy="1227455"/>
          </a:xfrm>
          <a:prstGeom prst="rect">
            <a:avLst/>
          </a:prstGeom>
        </p:spPr>
        <p:txBody>
          <a:bodyPr lIns="0" tIns="0" rIns="0" bIns="0" rtlCol="0" anchor="t">
            <a:noAutofit/>
          </a:bodyPr>
          <a:lstStyle/>
          <a:p>
            <a:pPr marL="0" lvl="0" indent="0" algn="l">
              <a:lnSpc>
                <a:spcPts val="9520"/>
              </a:lnSpc>
              <a:spcBef>
                <a:spcPct val="0"/>
              </a:spcBef>
              <a:defRPr/>
            </a:pPr>
            <a:r>
              <a:rPr sz="6900" b="1" i="0">
                <a:solidFill>
                  <a:srgbClr val="FFB800"/>
                </a:solidFill>
                <a:latin typeface="Arial"/>
              </a:rPr>
              <a:t>Priest: </a:t>
            </a:r>
            <a:r>
              <a:rPr sz="6900" b="1" i="0">
                <a:solidFill>
                  <a:srgbClr val="F0FDF4"/>
                </a:solidFill>
                <a:latin typeface="Arial"/>
              </a:rPr>
              <a:t>The Lord be with you.</a:t>
            </a:r>
          </a:p>
        </p:txBody>
      </p:sp>
      <p:sp>
        <p:nvSpPr>
          <p:cNvPr id="3" name="TextBox 3"/>
          <p:cNvSpPr txBox="1"/>
          <p:nvPr/>
        </p:nvSpPr>
        <p:spPr>
          <a:xfrm>
            <a:off x="2741394" y="5586337"/>
            <a:ext cx="14802275" cy="1860423"/>
          </a:xfrm>
          <a:prstGeom prst="rect">
            <a:avLst/>
          </a:prstGeom>
        </p:spPr>
        <p:txBody>
          <a:bodyPr lIns="0" tIns="0" rIns="0" bIns="0" rtlCol="0" anchor="t">
            <a:noAutofit/>
          </a:bodyPr>
          <a:lstStyle/>
          <a:p>
            <a:pPr algn="l">
              <a:lnSpc>
                <a:spcPts val="6936"/>
              </a:lnSpc>
              <a:defRPr/>
            </a:pPr>
            <a:r>
              <a:rPr sz="6900" b="1" i="0">
                <a:solidFill>
                  <a:srgbClr val="FFB800"/>
                </a:solidFill>
                <a:latin typeface="Arial"/>
              </a:rPr>
              <a:t>Priest: </a:t>
            </a:r>
            <a:r>
              <a:rPr sz="6900" b="1" i="0">
                <a:solidFill>
                  <a:srgbClr val="F0FDF4"/>
                </a:solidFill>
                <a:latin typeface="Arial"/>
              </a:rPr>
              <a:t>A reading from the holy</a:t>
            </a:r>
          </a:p>
          <a:p>
            <a:r>
              <a:rPr sz="6900" b="1" i="0">
                <a:solidFill>
                  <a:srgbClr val="F0FDF4"/>
                </a:solidFill>
                <a:latin typeface="Arial"/>
              </a:rPr>
              <a:t>Gospel according to </a:t>
            </a:r>
            <a:r>
              <a:rPr sz="6900" b="1" i="1">
                <a:solidFill>
                  <a:srgbClr val="F0FDF4"/>
                </a:solidFill>
                <a:latin typeface="Arial"/>
              </a:rPr>
              <a:t>Matthew</a:t>
            </a:r>
            <a:r>
              <a:rPr sz="6900" b="1" i="0">
                <a:solidFill>
                  <a:srgbClr val="F0FDF4"/>
                </a:solidFill>
                <a:latin typeface="Arial"/>
              </a:rPr>
              <a:t>.</a:t>
            </a:r>
          </a:p>
        </p:txBody>
      </p:sp>
      <p:sp>
        <p:nvSpPr>
          <p:cNvPr id="4" name="TextBox 4"/>
          <p:cNvSpPr txBox="1"/>
          <p:nvPr/>
        </p:nvSpPr>
        <p:spPr>
          <a:xfrm>
            <a:off x="2741394" y="3725787"/>
            <a:ext cx="12168662" cy="1250950"/>
          </a:xfrm>
          <a:prstGeom prst="rect">
            <a:avLst/>
          </a:prstGeom>
        </p:spPr>
        <p:txBody>
          <a:bodyPr lIns="0" tIns="0" rIns="0" bIns="0" rtlCol="0" anchor="t">
            <a:noAutofit/>
          </a:bodyPr>
          <a:lstStyle/>
          <a:p>
            <a:pPr marL="0" lvl="0" indent="0" algn="l">
              <a:lnSpc>
                <a:spcPts val="9799"/>
              </a:lnSpc>
              <a:spcBef>
                <a:spcPct val="0"/>
              </a:spcBef>
              <a:defRPr/>
            </a:pPr>
            <a:r>
              <a:rPr sz="6900" b="1" i="0">
                <a:solidFill>
                  <a:srgbClr val="F0FDF4"/>
                </a:solidFill>
                <a:latin typeface="Arial"/>
              </a:rPr>
              <a:t>All: And with your spirit.</a:t>
            </a:r>
          </a:p>
        </p:txBody>
      </p:sp>
      <p:sp>
        <p:nvSpPr>
          <p:cNvPr id="5" name="TextBox 5"/>
          <p:cNvSpPr txBox="1"/>
          <p:nvPr/>
        </p:nvSpPr>
        <p:spPr>
          <a:xfrm>
            <a:off x="2741394" y="7913485"/>
            <a:ext cx="12002049" cy="1250950"/>
          </a:xfrm>
          <a:prstGeom prst="rect">
            <a:avLst/>
          </a:prstGeom>
        </p:spPr>
        <p:txBody>
          <a:bodyPr lIns="0" tIns="0" rIns="0" bIns="0" rtlCol="0" anchor="t">
            <a:noAutofit/>
          </a:bodyPr>
          <a:lstStyle/>
          <a:p>
            <a:pPr marL="0" lvl="0" indent="0" algn="l">
              <a:lnSpc>
                <a:spcPts val="9799"/>
              </a:lnSpc>
              <a:spcBef>
                <a:spcPct val="0"/>
              </a:spcBef>
              <a:defRPr/>
            </a:pPr>
            <a:r>
              <a:rPr sz="6900" b="1" i="0">
                <a:solidFill>
                  <a:srgbClr val="F0FDF4"/>
                </a:solidFill>
                <a:latin typeface="Arial"/>
              </a:rPr>
              <a:t>All: Glory to you, O Lord!</a:t>
            </a:r>
          </a:p>
        </p:txBody>
      </p:sp>
      <p:sp>
        <p:nvSpPr>
          <p:cNvPr id="6" name="TextBox 6"/>
          <p:cNvSpPr txBox="1"/>
          <p:nvPr/>
        </p:nvSpPr>
        <p:spPr>
          <a:xfrm>
            <a:off x="0" y="109728"/>
            <a:ext cx="18288000" cy="868680"/>
          </a:xfrm>
          <a:prstGeom prst="rect">
            <a:avLst/>
          </a:prstGeom>
        </p:spPr>
        <p:txBody>
          <a:bodyPr wrap="square" lIns="0" tIns="0" rIns="0" bIns="0" rtlCol="0" anchor="t">
            <a:noAutofit/>
          </a:bodyPr>
          <a:lstStyle/>
          <a:p>
            <a:pPr marL="0" lvl="0" indent="0" algn="ctr">
              <a:lnSpc>
                <a:spcPts val="8175"/>
              </a:lnSpc>
              <a:spcBef>
                <a:spcPct val="0"/>
              </a:spcBef>
              <a:defRPr/>
            </a:pPr>
            <a:r>
              <a:rPr lang="en-US" sz="5000" b="1" i="0" u="sng">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Gospel Acclamation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7146"/>
            <a:ext cx="18288000" cy="1075002"/>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b="1" dirty="0">
                <a:solidFill>
                  <a:srgbClr val="FFB800"/>
                </a:solidFill>
                <a:latin typeface="Arial" panose="020B0604020202020204" pitchFamily="34" charset="0"/>
                <a:cs typeface="Arial" panose="020B0604020202020204" pitchFamily="34" charset="0"/>
              </a:rPr>
              <a:t>Priest:</a:t>
            </a:r>
            <a:r>
              <a:rPr sz="6500" b="1" dirty="0">
                <a:solidFill>
                  <a:srgbClr val="F0FDF4"/>
                </a:solidFill>
                <a:latin typeface="Arial" panose="020B0604020202020204" pitchFamily="34" charset="0"/>
                <a:cs typeface="Arial" panose="020B0604020202020204" pitchFamily="34" charset="0"/>
              </a:rPr>
              <a:t> </a:t>
            </a:r>
            <a:r>
              <a:rPr sz="6500" b="1" i="1" dirty="0">
                <a:solidFill>
                  <a:srgbClr val="F0FDF4"/>
                </a:solidFill>
                <a:latin typeface="Arial" panose="020B0604020202020204" pitchFamily="34" charset="0"/>
                <a:cs typeface="Arial" panose="020B0604020202020204" pitchFamily="34" charset="0"/>
              </a:rPr>
              <a:t>The Gospel of the Lord.</a:t>
            </a:r>
          </a:p>
        </p:txBody>
      </p:sp>
      <p:sp>
        <p:nvSpPr>
          <p:cNvPr id="4" name="TextBox 3">
            <a:extLst>
              <a:ext uri="{FF2B5EF4-FFF2-40B4-BE49-F238E27FC236}">
                <a16:creationId xmlns:a16="http://schemas.microsoft.com/office/drawing/2014/main" id="{C6E02250-0768-74C1-AE64-FF04A540A99D}"/>
              </a:ext>
            </a:extLst>
          </p:cNvPr>
          <p:cNvSpPr txBox="1"/>
          <p:nvPr/>
        </p:nvSpPr>
        <p:spPr>
          <a:xfrm>
            <a:off x="0" y="4989594"/>
            <a:ext cx="18288000" cy="2768836"/>
          </a:xfrm>
          <a:prstGeom prst="rect">
            <a:avLst/>
          </a:prstGeom>
          <a:noFill/>
        </p:spPr>
        <p:txBody>
          <a:bodyPr wrap="square" lIns="109728" tIns="73152" rIns="109728" bIns="73152" anchor="ctr">
            <a:noAutofit/>
          </a:bodyPr>
          <a:lstStyle/>
          <a:p>
            <a:pPr algn="ctr">
              <a:defRPr sz="5500" b="1" i="0" u="none">
                <a:solidFill>
                  <a:srgbClr val="F0FDF4"/>
                </a:solidFill>
                <a:latin typeface="Inter"/>
              </a:defRPr>
            </a:pPr>
            <a:r>
              <a:rPr lang="en-US" sz="10000" b="1" dirty="0">
                <a:solidFill>
                  <a:srgbClr val="F0FDF4"/>
                </a:solidFill>
                <a:latin typeface="Arial" panose="020B0604020202020204" pitchFamily="34" charset="0"/>
                <a:cs typeface="Arial" panose="020B0604020202020204" pitchFamily="34" charset="0"/>
              </a:rPr>
              <a:t>All: Praise to you, Lord</a:t>
            </a:r>
          </a:p>
          <a:p>
            <a:pPr algn="ctr">
              <a:defRPr sz="5500" b="1" i="0" u="none">
                <a:solidFill>
                  <a:srgbClr val="F0FDF4"/>
                </a:solidFill>
                <a:latin typeface="Inter"/>
              </a:defRPr>
            </a:pPr>
            <a:r>
              <a:rPr lang="en-US" sz="10000" b="1" dirty="0">
                <a:solidFill>
                  <a:srgbClr val="F0FDF4"/>
                </a:solidFill>
                <a:latin typeface="Arial" panose="020B0604020202020204" pitchFamily="34" charset="0"/>
                <a:cs typeface="Arial" panose="020B0604020202020204" pitchFamily="34" charset="0"/>
              </a:rPr>
              <a:t>Jesus Christ.</a:t>
            </a:r>
          </a:p>
        </p:txBody>
      </p:sp>
      <p:sp>
        <p:nvSpPr>
          <p:cNvPr id="5" name="TextBox 4">
            <a:extLst>
              <a:ext uri="{FF2B5EF4-FFF2-40B4-BE49-F238E27FC236}">
                <a16:creationId xmlns:a16="http://schemas.microsoft.com/office/drawing/2014/main" id="{53B32836-6730-1393-8444-8AC84975CFFB}"/>
              </a:ext>
            </a:extLst>
          </p:cNvPr>
          <p:cNvSpPr txBox="1"/>
          <p:nvPr/>
        </p:nvSpPr>
        <p:spPr>
          <a:xfrm>
            <a:off x="0" y="109728"/>
            <a:ext cx="18288000" cy="868680"/>
          </a:xfrm>
          <a:prstGeom prst="rect">
            <a:avLst/>
          </a:prstGeom>
          <a:noFill/>
        </p:spPr>
        <p:txBody>
          <a:bodyPr wrap="square" lIns="109728" tIns="73152" rIns="109728" bIns="73152" anchor="t">
            <a:noAutofit/>
          </a:bodyPr>
          <a:lstStyle/>
          <a:p>
            <a:pPr algn="ctr"/>
            <a:r>
              <a:rPr lang="en-US" sz="5000" b="1" u="sng" dirty="0" i="0">
                <a:solidFill>
                  <a:srgbClr val="FFB800"/>
                </a:solidFill>
                <a:latin typeface="Georgia"/>
              </a:rPr>
              <a:t>Gospel Acclamation</a:t>
            </a:r>
            <a:endParaRPr sz="3600" b="1" u="sng" dirty="0">
              <a:solidFill>
                <a:srgbClr val="86EFAC"/>
              </a:solidFill>
              <a:latin typeface="Georgia"/>
            </a:endParaRP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232285"/>
            <a:ext cx="18288000" cy="2444242"/>
          </a:xfrm>
          <a:prstGeom prst="rect">
            <a:avLst/>
          </a:prstGeom>
        </p:spPr>
        <p:txBody>
          <a:bodyPr lIns="0" tIns="0" rIns="0" bIns="0" rtlCol="0" anchor="t">
            <a:noAutofit/>
          </a:bodyPr>
          <a:lstStyle/>
          <a:p>
            <a:pPr marL="0" lvl="0" indent="0" algn="ctr">
              <a:lnSpc>
                <a:spcPts val="6343"/>
              </a:lnSpc>
            </a:pPr>
            <a:r>
              <a:rPr lang="en-US" sz="5199" b="1" spc="83" dirty="0">
                <a:solidFill>
                  <a:srgbClr val="F0FDF4"/>
                </a:solidFill>
                <a:latin typeface="Arial" panose="020B0604020202020204" pitchFamily="34" charset="0"/>
                <a:ea typeface="Poppins Bold"/>
                <a:cs typeface="Arial" panose="020B0604020202020204" pitchFamily="34" charset="0"/>
                <a:sym typeface="Poppins Bold"/>
              </a:rPr>
              <a:t>All:</a:t>
            </a:r>
          </a:p>
          <a:p>
            <a:pPr marL="0" lvl="0" indent="0" algn="ctr">
              <a:lnSpc>
                <a:spcPts val="6343"/>
              </a:lnSpc>
            </a:pPr>
            <a:r>
              <a:rPr lang="en-US" sz="5199" b="1" i="1" spc="83" dirty="0">
                <a:solidFill>
                  <a:srgbClr val="F0FDF4"/>
                </a:solidFill>
                <a:latin typeface="Arial" panose="020B0604020202020204" pitchFamily="34" charset="0"/>
                <a:ea typeface="Poppins Bold"/>
                <a:cs typeface="Arial" panose="020B0604020202020204" pitchFamily="34" charset="0"/>
                <a:sym typeface="Poppins Bold"/>
              </a:rPr>
              <a:t>I believe in one God</a:t>
            </a:r>
            <a:r>
              <a:rPr lang="en-US" sz="5199" b="1" spc="83" dirty="0">
                <a:solidFill>
                  <a:srgbClr val="F0FDF4"/>
                </a:solidFill>
                <a:latin typeface="Arial" panose="020B0604020202020204" pitchFamily="34" charset="0"/>
                <a:ea typeface="Poppins Bold"/>
                <a:cs typeface="Arial" panose="020B0604020202020204" pitchFamily="34" charset="0"/>
                <a:sym typeface="Poppins Bold"/>
              </a:rPr>
              <a:t>, the Father almighty, maker of heaven and earth, of all things visible and invisible.</a:t>
            </a:r>
          </a:p>
        </p:txBody>
      </p:sp>
      <p:sp>
        <p:nvSpPr>
          <p:cNvPr id="3" name="TextBox 3"/>
          <p:cNvSpPr txBox="1"/>
          <p:nvPr/>
        </p:nvSpPr>
        <p:spPr>
          <a:xfrm>
            <a:off x="0" y="4886711"/>
            <a:ext cx="18288000" cy="4791075"/>
          </a:xfrm>
          <a:prstGeom prst="rect">
            <a:avLst/>
          </a:prstGeom>
        </p:spPr>
        <p:txBody>
          <a:bodyPr lIns="0" tIns="0" rIns="0" bIns="0" rtlCol="0" anchor="t">
            <a:noAutofit/>
          </a:bodyPr>
          <a:lstStyle/>
          <a:p>
            <a:pPr marL="0" lvl="0" indent="0" algn="ctr">
              <a:lnSpc>
                <a:spcPts val="6239"/>
              </a:lnSpc>
            </a:pPr>
            <a:r>
              <a:rPr lang="en-US" sz="5199" b="1" dirty="0">
                <a:solidFill>
                  <a:srgbClr val="F0FDF4"/>
                </a:solidFill>
                <a:latin typeface="Arial" panose="020B0604020202020204" pitchFamily="34" charset="0"/>
                <a:ea typeface="Poppins Bold"/>
                <a:cs typeface="Arial" panose="020B0604020202020204" pitchFamily="34" charset="0"/>
                <a:sym typeface="Poppins Bold"/>
              </a:rPr>
              <a:t>I believe in one Lord Jesus Christ, the Only Begotten Son of God, born of the Father before all ages. God from God, Light from Light, true God from true God, begotten, not made, consubstantial with the Father; through him all things were made.</a:t>
            </a:r>
          </a:p>
        </p:txBody>
      </p:sp>
      <p:sp>
        <p:nvSpPr>
          <p:cNvPr id="6" name="TextBox 5">
            <a:extLst>
              <a:ext uri="{FF2B5EF4-FFF2-40B4-BE49-F238E27FC236}">
                <a16:creationId xmlns:a16="http://schemas.microsoft.com/office/drawing/2014/main" id="{6A140E8A-4111-2C2D-F4D0-24F55D511E25}"/>
              </a:ext>
            </a:extLst>
          </p:cNvPr>
          <p:cNvSpPr txBox="1"/>
          <p:nvPr/>
        </p:nvSpPr>
        <p:spPr>
          <a:xfrm>
            <a:off x="914400" y="109728"/>
            <a:ext cx="164592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Nicene Creed</a:t>
            </a:r>
            <a:endParaRPr sz="3600" b="1" u="sng" dirty="0">
              <a:solidFill>
                <a:srgbClr val="86EFAC"/>
              </a:solidFill>
              <a:latin typeface="Georgia"/>
            </a:endParaRP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319554"/>
            <a:ext cx="18288000" cy="1977432"/>
          </a:xfrm>
          <a:prstGeom prst="rect">
            <a:avLst/>
          </a:prstGeom>
        </p:spPr>
        <p:txBody>
          <a:bodyPr lIns="0" tIns="0" rIns="0" bIns="0" rtlCol="0" anchor="t">
            <a:noAutofit/>
          </a:bodyPr>
          <a:lstStyle/>
          <a:p>
            <a:pPr marL="0" lvl="0" indent="0" algn="ctr">
              <a:lnSpc>
                <a:spcPts val="7703"/>
              </a:lnSpc>
              <a:spcBef>
                <a:spcPct val="0"/>
              </a:spcBef>
            </a:pPr>
            <a:r>
              <a:rPr lang="en-US" sz="5502" b="1" spc="88" dirty="0">
                <a:solidFill>
                  <a:srgbClr val="F0FDF4"/>
                </a:solidFill>
                <a:latin typeface="Arial" panose="020B0604020202020204" pitchFamily="34" charset="0"/>
                <a:ea typeface="Poppins Bold"/>
                <a:cs typeface="Arial" panose="020B0604020202020204" pitchFamily="34" charset="0"/>
                <a:sym typeface="Poppins Bold"/>
              </a:rPr>
              <a:t>For us men and for our salvation he came down from heaven,</a:t>
            </a:r>
          </a:p>
        </p:txBody>
      </p:sp>
      <p:sp>
        <p:nvSpPr>
          <p:cNvPr id="3" name="TextBox 3"/>
          <p:cNvSpPr txBox="1"/>
          <p:nvPr/>
        </p:nvSpPr>
        <p:spPr>
          <a:xfrm>
            <a:off x="1" y="2499075"/>
            <a:ext cx="18287998" cy="1056951"/>
          </a:xfrm>
          <a:prstGeom prst="rect">
            <a:avLst/>
          </a:prstGeom>
        </p:spPr>
        <p:txBody>
          <a:bodyPr lIns="0" tIns="0" rIns="0" bIns="0" rtlCol="0" anchor="t">
            <a:noAutofit/>
          </a:bodyPr>
          <a:lstStyle/>
          <a:p>
            <a:pPr marL="0" lvl="0" indent="0" algn="ctr">
              <a:lnSpc>
                <a:spcPts val="7703"/>
              </a:lnSpc>
              <a:spcBef>
                <a:spcPct val="0"/>
              </a:spcBef>
            </a:pPr>
            <a:r>
              <a:rPr lang="en-US" sz="5000" i="1" dirty="0">
                <a:solidFill>
                  <a:srgbClr val="FFB800"/>
                </a:solidFill>
                <a:latin typeface="Georgia" panose="02040502050405020303" pitchFamily="18" charset="0"/>
                <a:ea typeface="ITC Zapf Chancery Italics"/>
                <a:cs typeface="ITC Zapf Chancery Italics"/>
                <a:sym typeface="ITC Zapf Chancery Italics"/>
              </a:rPr>
              <a:t>(all bow their head)</a:t>
            </a:r>
          </a:p>
        </p:txBody>
      </p:sp>
      <p:sp>
        <p:nvSpPr>
          <p:cNvPr id="4" name="TextBox 4"/>
          <p:cNvSpPr txBox="1"/>
          <p:nvPr/>
        </p:nvSpPr>
        <p:spPr>
          <a:xfrm>
            <a:off x="1" y="3223880"/>
            <a:ext cx="18287999" cy="1977432"/>
          </a:xfrm>
          <a:prstGeom prst="rect">
            <a:avLst/>
          </a:prstGeom>
        </p:spPr>
        <p:txBody>
          <a:bodyPr lIns="0" tIns="0" rIns="0" bIns="0" rtlCol="0" anchor="t">
            <a:noAutofit/>
          </a:bodyPr>
          <a:lstStyle/>
          <a:p>
            <a:pPr marL="0" lvl="0" indent="0" algn="ctr">
              <a:lnSpc>
                <a:spcPts val="7703"/>
              </a:lnSpc>
              <a:spcBef>
                <a:spcPct val="0"/>
              </a:spcBef>
            </a:pPr>
            <a:r>
              <a:rPr lang="en-US" sz="5502" b="1" i="1" spc="88" dirty="0">
                <a:solidFill>
                  <a:srgbClr val="FFB800"/>
                </a:solidFill>
                <a:latin typeface="Arial" panose="020B0604020202020204" pitchFamily="34" charset="0"/>
                <a:ea typeface="Poppins Bold Italics"/>
                <a:cs typeface="Arial" panose="020B0604020202020204" pitchFamily="34" charset="0"/>
                <a:sym typeface="Poppins Bold Italics"/>
              </a:rPr>
              <a:t>and by the Holy Spirit was incarnate of the Virgin Mary and became man.</a:t>
            </a:r>
          </a:p>
        </p:txBody>
      </p:sp>
      <p:sp>
        <p:nvSpPr>
          <p:cNvPr id="5" name="TextBox 5"/>
          <p:cNvSpPr txBox="1"/>
          <p:nvPr/>
        </p:nvSpPr>
        <p:spPr>
          <a:xfrm>
            <a:off x="1" y="5529260"/>
            <a:ext cx="18287998" cy="3932697"/>
          </a:xfrm>
          <a:prstGeom prst="rect">
            <a:avLst/>
          </a:prstGeom>
        </p:spPr>
        <p:txBody>
          <a:bodyPr lIns="0" tIns="0" rIns="0" bIns="0" rtlCol="0" anchor="t">
            <a:noAutofit/>
          </a:bodyPr>
          <a:lstStyle/>
          <a:p>
            <a:pPr marL="0" lvl="0" indent="0" algn="ctr">
              <a:lnSpc>
                <a:spcPts val="7703"/>
              </a:lnSpc>
              <a:spcBef>
                <a:spcPct val="0"/>
              </a:spcBef>
            </a:pPr>
            <a:r>
              <a:rPr lang="en-US" sz="5502" b="1" spc="88" dirty="0">
                <a:solidFill>
                  <a:srgbClr val="F0FDF4"/>
                </a:solidFill>
                <a:latin typeface="Arial" panose="020B0604020202020204" pitchFamily="34" charset="0"/>
                <a:ea typeface="Poppins Bold"/>
                <a:cs typeface="Arial" panose="020B0604020202020204" pitchFamily="34" charset="0"/>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542403"/>
            <a:ext cx="18288000" cy="3898900"/>
          </a:xfrm>
          <a:prstGeom prst="rect">
            <a:avLst/>
          </a:prstGeom>
        </p:spPr>
        <p:txBody>
          <a:bodyPr lIns="0" tIns="0" rIns="0" bIns="0" rtlCol="0" anchor="t">
            <a:noAutofit/>
          </a:bodyPr>
          <a:lstStyle/>
          <a:p>
            <a:pPr marL="0" lvl="0" indent="0" algn="ctr">
              <a:lnSpc>
                <a:spcPts val="7699"/>
              </a:lnSpc>
              <a:spcBef>
                <a:spcPct val="0"/>
              </a:spcBef>
            </a:pPr>
            <a:r>
              <a:rPr lang="en-US" sz="5499" b="1" spc="87" dirty="0">
                <a:solidFill>
                  <a:srgbClr val="F0FDF4"/>
                </a:solidFill>
                <a:latin typeface="Arial" panose="020B0604020202020204" pitchFamily="34" charset="0"/>
                <a:ea typeface="Poppins Bold"/>
                <a:cs typeface="Arial" panose="020B0604020202020204" pitchFamily="34" charset="0"/>
                <a:sym typeface="Poppins Bold"/>
              </a:rPr>
              <a:t>He ascended into heaven and is seated at the right hand of the Father. He will come again in glory to judge the living and the dead and his kingdom will have no end.</a:t>
            </a:r>
          </a:p>
        </p:txBody>
      </p:sp>
      <p:sp>
        <p:nvSpPr>
          <p:cNvPr id="3" name="TextBox 3"/>
          <p:cNvSpPr txBox="1"/>
          <p:nvPr/>
        </p:nvSpPr>
        <p:spPr>
          <a:xfrm>
            <a:off x="0" y="4721747"/>
            <a:ext cx="18288000" cy="4870450"/>
          </a:xfrm>
          <a:prstGeom prst="rect">
            <a:avLst/>
          </a:prstGeom>
        </p:spPr>
        <p:txBody>
          <a:bodyPr lIns="0" tIns="0" rIns="0" bIns="0" rtlCol="0" anchor="t">
            <a:noAutofit/>
          </a:bodyPr>
          <a:lstStyle/>
          <a:p>
            <a:pPr marL="0" lvl="0" indent="0" algn="ctr">
              <a:lnSpc>
                <a:spcPts val="7699"/>
              </a:lnSpc>
              <a:spcBef>
                <a:spcPct val="0"/>
              </a:spcBef>
            </a:pPr>
            <a:r>
              <a:rPr lang="en-US" sz="5499" b="1" spc="87" dirty="0">
                <a:solidFill>
                  <a:srgbClr val="F0FDF4"/>
                </a:solidFill>
                <a:latin typeface="Arial" panose="020B0604020202020204" pitchFamily="34" charset="0"/>
                <a:ea typeface="Poppins Bold"/>
                <a:cs typeface="Arial" panose="020B0604020202020204" pitchFamily="34" charset="0"/>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910652"/>
            <a:ext cx="18288000" cy="4593451"/>
          </a:xfrm>
          <a:prstGeom prst="rect">
            <a:avLst/>
          </a:prstGeom>
        </p:spPr>
        <p:txBody>
          <a:bodyPr lIns="0" tIns="0" rIns="0" bIns="0" rtlCol="0" anchor="t">
            <a:noAutofit/>
          </a:bodyPr>
          <a:lstStyle/>
          <a:p>
            <a:pPr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I believe in one, holy, catholic,</a:t>
            </a:r>
          </a:p>
          <a:p>
            <a:pPr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and apostolic Church.</a:t>
            </a:r>
          </a:p>
          <a:p>
            <a:pPr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I confess one Baptism for the forgiveness of sins and I look forward to the resurrection</a:t>
            </a:r>
          </a:p>
          <a:p>
            <a:pPr marL="0" lvl="0" indent="0" algn="ctr">
              <a:lnSpc>
                <a:spcPts val="7162"/>
              </a:lnSpc>
            </a:pPr>
            <a:r>
              <a:rPr lang="en-US" sz="6300" b="1" spc="41" dirty="0">
                <a:solidFill>
                  <a:srgbClr val="F0FDF4"/>
                </a:solidFill>
                <a:latin typeface="Arial" panose="020B0604020202020204" pitchFamily="34" charset="0"/>
                <a:ea typeface="Poppins Bold"/>
                <a:cs typeface="Arial" panose="020B0604020202020204" pitchFamily="34" charset="0"/>
                <a:sym typeface="Poppins Bold"/>
              </a:rPr>
              <a:t>of the dead and the life of the world to come.</a:t>
            </a:r>
          </a:p>
        </p:txBody>
      </p:sp>
      <p:sp>
        <p:nvSpPr>
          <p:cNvPr id="3" name="TextBox 3"/>
          <p:cNvSpPr txBox="1"/>
          <p:nvPr/>
        </p:nvSpPr>
        <p:spPr>
          <a:xfrm>
            <a:off x="0" y="7352325"/>
            <a:ext cx="18287999" cy="1580402"/>
          </a:xfrm>
          <a:prstGeom prst="rect">
            <a:avLst/>
          </a:prstGeom>
        </p:spPr>
        <p:txBody>
          <a:bodyPr lIns="0" tIns="0" rIns="0" bIns="0" rtlCol="0" anchor="t">
            <a:noAutofit/>
          </a:bodyPr>
          <a:lstStyle/>
          <a:p>
            <a:pPr marL="0" lvl="0" indent="0" algn="ctr">
              <a:lnSpc>
                <a:spcPts val="11799"/>
              </a:lnSpc>
            </a:pPr>
            <a:r>
              <a:rPr lang="en-US" sz="9832" b="1" spc="68" dirty="0">
                <a:solidFill>
                  <a:srgbClr val="FFB800"/>
                </a:solidFill>
                <a:latin typeface="Arial" panose="020B0604020202020204" pitchFamily="34" charset="0"/>
                <a:ea typeface="Poppins Bold"/>
                <a:cs typeface="Arial" panose="020B0604020202020204" pitchFamily="34" charset="0"/>
                <a:sym typeface="Poppins Bold"/>
              </a:rPr>
              <a:t>Amen</a:t>
            </a:r>
            <a:endParaRPr lang="en-US" sz="9832" b="1" spc="68" dirty="0">
              <a:solidFill>
                <a:srgbClr val="F0FDF4"/>
              </a:solidFill>
              <a:latin typeface="Arial" panose="020B0604020202020204" pitchFamily="34" charset="0"/>
              <a:ea typeface="Poppins Bold"/>
              <a:cs typeface="Arial" panose="020B0604020202020204" pitchFamily="34" charset="0"/>
              <a:sym typeface="Poppins Bold"/>
            </a:endParaRP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Nicene Creed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4190343"/>
            <a:ext cx="16459200" cy="1430827"/>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10000" b="1" dirty="0">
                <a:solidFill>
                  <a:srgbClr val="F0FDF4"/>
                </a:solidFill>
                <a:latin typeface="Arial" panose="020B0604020202020204" pitchFamily="34" charset="0"/>
                <a:cs typeface="Arial" panose="020B0604020202020204" pitchFamily="34" charset="0"/>
              </a:rPr>
              <a:t>All: Lord, hear our prayer.</a:t>
            </a:r>
          </a:p>
        </p:txBody>
      </p:sp>
      <p:sp>
        <p:nvSpPr>
          <p:cNvPr id="4" name="TextBox 3">
            <a:extLst>
              <a:ext uri="{FF2B5EF4-FFF2-40B4-BE49-F238E27FC236}">
                <a16:creationId xmlns:a16="http://schemas.microsoft.com/office/drawing/2014/main" id="{B436A201-D91B-AC44-8142-20FBEC978F83}"/>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Prayer of the Faithful</a:t>
            </a:r>
            <a:endParaRPr sz="5000" b="1" u="sng" dirty="0">
              <a:solidFill>
                <a:srgbClr val="86EFAC"/>
              </a:solidFill>
              <a:latin typeface="Georgia"/>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Prayer of the Faithful (1/2)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5734431"/>
            <a:ext cx="16459200" cy="1573910"/>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sz="10000" b="1" dirty="0">
                <a:solidFill>
                  <a:srgbClr val="F0FDF4"/>
                </a:solidFill>
                <a:latin typeface="Arial" panose="020B0604020202020204" pitchFamily="34" charset="0"/>
                <a:cs typeface="Arial" panose="020B0604020202020204" pitchFamily="34" charset="0"/>
              </a:rPr>
              <a:t>All: Amen.</a:t>
            </a:r>
          </a:p>
        </p:txBody>
      </p:sp>
      <p:sp>
        <p:nvSpPr>
          <p:cNvPr id="4" name="TextBox 3">
            <a:extLst>
              <a:ext uri="{FF2B5EF4-FFF2-40B4-BE49-F238E27FC236}">
                <a16:creationId xmlns:a16="http://schemas.microsoft.com/office/drawing/2014/main" id="{EE30C16C-BBAA-3487-E45C-20107E5A955A}"/>
              </a:ext>
            </a:extLst>
          </p:cNvPr>
          <p:cNvSpPr txBox="1"/>
          <p:nvPr/>
        </p:nvSpPr>
        <p:spPr>
          <a:xfrm>
            <a:off x="0" y="1689652"/>
            <a:ext cx="18288000" cy="2862917"/>
          </a:xfrm>
          <a:prstGeom prst="rect">
            <a:avLst/>
          </a:prstGeom>
          <a:noFill/>
        </p:spPr>
        <p:txBody>
          <a:bodyPr wrap="square" lIns="109728" tIns="73152" rIns="109728" bIns="73152" anchor="ctr">
            <a:noAutofit/>
          </a:bodyPr>
          <a:lstStyle/>
          <a:p>
            <a:pPr algn="ctr">
              <a:defRPr sz="5500" b="1" i="0" u="none">
                <a:solidFill>
                  <a:srgbClr val="86EFAC"/>
                </a:solidFill>
                <a:latin typeface="Inter"/>
              </a:defRPr>
            </a:pPr>
            <a:r>
              <a:rPr lang="en-US" sz="6500" b="1" dirty="0">
                <a:solidFill>
                  <a:srgbClr val="FFB800"/>
                </a:solidFill>
                <a:latin typeface="Arial" panose="020B0604020202020204" pitchFamily="34" charset="0"/>
                <a:cs typeface="Arial" panose="020B0604020202020204" pitchFamily="34" charset="0"/>
              </a:rPr>
              <a:t>Priest:</a:t>
            </a:r>
            <a:r>
              <a:rPr lang="en-US" sz="6500" b="1" dirty="0">
                <a:solidFill>
                  <a:srgbClr val="F0FDF4"/>
                </a:solidFill>
                <a:latin typeface="Arial" panose="020B0604020202020204" pitchFamily="34" charset="0"/>
                <a:cs typeface="Arial" panose="020B0604020202020204" pitchFamily="34" charset="0"/>
              </a:rPr>
              <a:t> </a:t>
            </a:r>
            <a:r>
              <a:rPr lang="en-US" sz="6500" b="1" i="1" dirty="0">
                <a:solidFill>
                  <a:srgbClr val="F0FDF4"/>
                </a:solidFill>
                <a:latin typeface="Arial" panose="020B0604020202020204" pitchFamily="34" charset="0"/>
                <a:cs typeface="Arial" panose="020B0604020202020204" pitchFamily="34" charset="0"/>
              </a:rPr>
              <a:t>Heavenly Father, hear the prayers of the Church, which we make through Christ our Lord.</a:t>
            </a:r>
          </a:p>
        </p:txBody>
      </p:sp>
      <p:sp>
        <p:nvSpPr>
          <p:cNvPr id="5" name="TextBox 4">
            <a:extLst>
              <a:ext uri="{FF2B5EF4-FFF2-40B4-BE49-F238E27FC236}">
                <a16:creationId xmlns:a16="http://schemas.microsoft.com/office/drawing/2014/main" id="{0E43C135-6FC3-B00D-80F0-612957771E96}"/>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Prayer of the Faithful</a:t>
            </a:r>
            <a:endParaRPr sz="5000" b="1" u="sng" dirty="0">
              <a:solidFill>
                <a:srgbClr val="86EFAC"/>
              </a:solidFill>
              <a:latin typeface="Georgia"/>
            </a:endParaRP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Prayer of the Faithful (2/2)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Take, O Take Me As I Am</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TAKE, O TAKE ME AS I AM,</a:t>
            </a:r>
          </a:p>
          <a:p>
            <a:pPr algn="ctr">
              <a:lnSpc>
                <a:spcPct val="70000"/>
              </a:lnSpc>
            </a:pPr>
            <a:r>
              <a:rPr sz="7500" b="1" i="0">
                <a:solidFill>
                  <a:srgbClr val="FFFFFF"/>
                </a:solidFill>
                <a:latin typeface="Poppins"/>
              </a:rPr>
              <a:t>RECREATE THE HEART OF CLAY;</a:t>
            </a:r>
          </a:p>
          <a:p>
            <a:pPr algn="ctr">
              <a:lnSpc>
                <a:spcPct val="70000"/>
              </a:lnSpc>
            </a:pPr>
            <a:r>
              <a:rPr sz="7500" b="1" i="0">
                <a:solidFill>
                  <a:srgbClr val="FFFFFF"/>
                </a:solidFill>
                <a:latin typeface="Poppins"/>
              </a:rPr>
              <a:t>SHAPE A NEW LIFE IN YOUR PATTERN,</a:t>
            </a:r>
          </a:p>
          <a:p>
            <a:pPr algn="ctr">
              <a:lnSpc>
                <a:spcPct val="70000"/>
              </a:lnSpc>
            </a:pPr>
            <a:r>
              <a:rPr sz="7500" b="1" i="0">
                <a:solidFill>
                  <a:srgbClr val="FFFFFF"/>
                </a:solidFill>
                <a:latin typeface="Poppins"/>
              </a:rPr>
              <a:t>WORD OF GOD, I HUMBLY PRAY.</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6800" b="1" i="1">
                <a:solidFill>
                  <a:srgbClr val="FFFFFF"/>
                </a:solidFill>
                <a:latin typeface="Poppins"/>
              </a:rPr>
              <a:t>SUMMON OUT WHOM I SHOULD SERVE;</a:t>
            </a:r>
          </a:p>
          <a:p>
            <a:pPr algn="ctr">
              <a:lnSpc>
                <a:spcPct val="70000"/>
              </a:lnSpc>
            </a:pPr>
            <a:r>
              <a:rPr sz="6800" b="1" i="1">
                <a:solidFill>
                  <a:srgbClr val="FFFFFF"/>
                </a:solidFill>
                <a:latin typeface="Poppins"/>
              </a:rPr>
              <a:t>GIVE ME COURAGE, STRENGTH AND NERVE;</a:t>
            </a:r>
          </a:p>
          <a:p>
            <a:pPr algn="ctr">
              <a:lnSpc>
                <a:spcPct val="70000"/>
              </a:lnSpc>
            </a:pPr>
            <a:r>
              <a:rPr sz="6800" b="1" i="1">
                <a:solidFill>
                  <a:srgbClr val="FFFFFF"/>
                </a:solidFill>
                <a:latin typeface="Poppins"/>
              </a:rPr>
              <a:t>BID ME ACT THE LOVE I PRAISE,</a:t>
            </a:r>
          </a:p>
          <a:p>
            <a:pPr algn="ctr">
              <a:lnSpc>
                <a:spcPct val="70000"/>
              </a:lnSpc>
            </a:pPr>
            <a:r>
              <a:rPr sz="6800" b="1" i="1">
                <a:solidFill>
                  <a:srgbClr val="FFFFFF"/>
                </a:solidFill>
                <a:latin typeface="Poppins"/>
              </a:rPr>
              <a:t>ALL MY BUSY, BUSTLING DAYS.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TAKE THE WORK MY HANDS CAN OFFER;</a:t>
            </a:r>
          </a:p>
          <a:p>
            <a:pPr algn="ctr">
              <a:lnSpc>
                <a:spcPct val="70000"/>
              </a:lnSpc>
            </a:pPr>
            <a:r>
              <a:rPr sz="7500" b="1" i="0">
                <a:solidFill>
                  <a:srgbClr val="FFFFFF"/>
                </a:solidFill>
                <a:latin typeface="Poppins"/>
              </a:rPr>
              <a:t>TAKE THE LOAVES, THE WORK OF ART;</a:t>
            </a:r>
          </a:p>
          <a:p>
            <a:pPr algn="ctr">
              <a:lnSpc>
                <a:spcPct val="70000"/>
              </a:lnSpc>
            </a:pPr>
            <a:r>
              <a:rPr sz="7500" b="1" i="0">
                <a:solidFill>
                  <a:srgbClr val="FFFFFF"/>
                </a:solidFill>
                <a:latin typeface="Poppins"/>
              </a:rPr>
              <a:t>TAKE MYSELF—EACH PART I PROFFER—</a:t>
            </a:r>
          </a:p>
          <a:p>
            <a:pPr algn="ctr">
              <a:lnSpc>
                <a:spcPct val="70000"/>
              </a:lnSpc>
            </a:pPr>
            <a:r>
              <a:rPr sz="7500" b="1" i="0">
                <a:solidFill>
                  <a:srgbClr val="FFFFFF"/>
                </a:solidFill>
                <a:latin typeface="Poppins"/>
              </a:rPr>
              <a:t>TAKE, O LORD, MY BROKEN HEART.</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6800" b="1" i="1">
                <a:solidFill>
                  <a:srgbClr val="FFFFFF"/>
                </a:solidFill>
                <a:latin typeface="Poppins"/>
              </a:rPr>
              <a:t>TAKE MY LIFE AS WINE OUTPOURED:</a:t>
            </a:r>
          </a:p>
          <a:p>
            <a:pPr algn="ctr">
              <a:lnSpc>
                <a:spcPct val="70000"/>
              </a:lnSpc>
            </a:pPr>
            <a:r>
              <a:rPr sz="6800" b="1" i="1">
                <a:solidFill>
                  <a:srgbClr val="FFFFFF"/>
                </a:solidFill>
                <a:latin typeface="Poppins"/>
              </a:rPr>
              <a:t>DRINK FROM THE FRUIT OF EVERY FIELD.</a:t>
            </a:r>
          </a:p>
          <a:p>
            <a:pPr algn="ctr">
              <a:lnSpc>
                <a:spcPct val="70000"/>
              </a:lnSpc>
            </a:pPr>
            <a:r>
              <a:rPr sz="6800" b="1" i="1">
                <a:solidFill>
                  <a:srgbClr val="FFFFFF"/>
                </a:solidFill>
                <a:latin typeface="Poppins"/>
              </a:rPr>
              <a:t>TAKE MY LOVE—I AM YOUR HARP,</a:t>
            </a:r>
          </a:p>
          <a:p>
            <a:pPr algn="ctr">
              <a:lnSpc>
                <a:spcPct val="70000"/>
              </a:lnSpc>
            </a:pPr>
            <a:r>
              <a:rPr sz="6800" b="1" i="1">
                <a:solidFill>
                  <a:srgbClr val="FFFFFF"/>
                </a:solidFill>
                <a:latin typeface="Poppins"/>
              </a:rPr>
              <a:t>TAKE MY SONG, LET YOUR TUNE BE HEARD.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TAKE, O TAKE ME AS I AM,</a:t>
            </a:r>
          </a:p>
          <a:p>
            <a:pPr algn="ctr">
              <a:lnSpc>
                <a:spcPct val="70000"/>
              </a:lnSpc>
            </a:pPr>
            <a:r>
              <a:rPr sz="7500" b="1" i="0">
                <a:solidFill>
                  <a:srgbClr val="FFFFFF"/>
                </a:solidFill>
                <a:latin typeface="Poppins"/>
              </a:rPr>
              <a:t>RECREATE THE HEART OF CLAY;</a:t>
            </a:r>
          </a:p>
          <a:p>
            <a:pPr algn="ctr">
              <a:lnSpc>
                <a:spcPct val="70000"/>
              </a:lnSpc>
            </a:pPr>
            <a:r>
              <a:rPr sz="7500" b="1" i="0">
                <a:solidFill>
                  <a:srgbClr val="FFFFFF"/>
                </a:solidFill>
                <a:latin typeface="Poppins"/>
              </a:rPr>
              <a:t>SHAPE A NEW LIFE IN YOUR PATTERN,</a:t>
            </a:r>
          </a:p>
          <a:p>
            <a:pPr algn="ctr">
              <a:lnSpc>
                <a:spcPct val="70000"/>
              </a:lnSpc>
            </a:pPr>
            <a:r>
              <a:rPr sz="7500" b="1" i="0">
                <a:solidFill>
                  <a:srgbClr val="FFFFFF"/>
                </a:solidFill>
                <a:latin typeface="Poppins"/>
              </a:rPr>
              <a:t>GOD OF LOVE, I HUMBLY PRAY.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907300"/>
            <a:ext cx="18288000" cy="3067105"/>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sz="6500" dirty="0">
                <a:solidFill>
                  <a:srgbClr val="F0FDF4"/>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Pray, brethren, that my sacrifice and yours may be acceptable to God,</a:t>
            </a:r>
            <a:endParaRPr lang="en-US" sz="6500" i="1" dirty="0">
              <a:solidFill>
                <a:schemeClr val="bg1"/>
              </a:solidFill>
              <a:latin typeface="Arial" panose="020B0604020202020204" pitchFamily="34" charset="0"/>
              <a:cs typeface="Arial" panose="020B0604020202020204" pitchFamily="34" charset="0"/>
            </a:endParaRPr>
          </a:p>
          <a:p>
            <a:pPr algn="ctr">
              <a:spcBef>
                <a:spcPts val="400"/>
              </a:spcBef>
              <a:spcAft>
                <a:spcPts val="500"/>
              </a:spcAft>
              <a:defRPr sz="5500" b="1" i="0" u="none">
                <a:solidFill>
                  <a:srgbClr val="86EFAC"/>
                </a:solidFill>
                <a:latin typeface="Inter"/>
              </a:defRPr>
            </a:pPr>
            <a:r>
              <a:rPr sz="6500" i="1" dirty="0">
                <a:solidFill>
                  <a:srgbClr val="F0FDF4"/>
                </a:solidFill>
                <a:latin typeface="Arial" panose="020B0604020202020204" pitchFamily="34" charset="0"/>
                <a:cs typeface="Arial" panose="020B0604020202020204" pitchFamily="34" charset="0"/>
              </a:rPr>
              <a:t>the almighty Father.</a:t>
            </a:r>
          </a:p>
        </p:txBody>
      </p:sp>
      <p:sp>
        <p:nvSpPr>
          <p:cNvPr id="4" name="TextBox 3">
            <a:extLst>
              <a:ext uri="{FF2B5EF4-FFF2-40B4-BE49-F238E27FC236}">
                <a16:creationId xmlns:a16="http://schemas.microsoft.com/office/drawing/2014/main" id="{424B7C78-C17E-B489-002D-3FEAAB20B215}"/>
              </a:ext>
            </a:extLst>
          </p:cNvPr>
          <p:cNvSpPr txBox="1"/>
          <p:nvPr/>
        </p:nvSpPr>
        <p:spPr>
          <a:xfrm>
            <a:off x="0" y="4456993"/>
            <a:ext cx="18288000" cy="4583639"/>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solidFill>
                  <a:srgbClr val="F0FDF4"/>
                </a:solidFill>
                <a:latin typeface="Arial" panose="020B0604020202020204" pitchFamily="34" charset="0"/>
                <a:cs typeface="Arial" panose="020B0604020202020204" pitchFamily="34" charset="0"/>
              </a:rP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637044"/>
            <a:ext cx="16459200" cy="703744"/>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sz="6500" dirty="0">
                <a:solidFill>
                  <a:srgbClr val="FFB800"/>
                </a:solidFill>
                <a:latin typeface="Arial" panose="020B0604020202020204" pitchFamily="34" charset="0"/>
                <a:cs typeface="Arial" panose="020B0604020202020204" pitchFamily="34" charset="0"/>
              </a:rPr>
              <a:t>Priest:</a:t>
            </a:r>
            <a:r>
              <a:rPr sz="6500" dirty="0">
                <a:solidFill>
                  <a:srgbClr val="F0FDF4"/>
                </a:solidFill>
                <a:latin typeface="Arial" panose="020B0604020202020204" pitchFamily="34" charset="0"/>
                <a:cs typeface="Arial" panose="020B0604020202020204" pitchFamily="34" charset="0"/>
              </a:rPr>
              <a:t> </a:t>
            </a:r>
            <a:r>
              <a:rPr sz="6500" i="1" dirty="0">
                <a:solidFill>
                  <a:srgbClr val="F0FDF4"/>
                </a:solidFill>
                <a:latin typeface="Arial" panose="020B0604020202020204" pitchFamily="34" charset="0"/>
                <a:cs typeface="Arial" panose="020B0604020202020204" pitchFamily="34" charset="0"/>
              </a:rPr>
              <a:t>The Lord be with you.</a:t>
            </a:r>
          </a:p>
        </p:txBody>
      </p:sp>
      <p:sp>
        <p:nvSpPr>
          <p:cNvPr id="4" name="TextBox 3">
            <a:extLst>
              <a:ext uri="{FF2B5EF4-FFF2-40B4-BE49-F238E27FC236}">
                <a16:creationId xmlns:a16="http://schemas.microsoft.com/office/drawing/2014/main" id="{834B590C-70E2-B843-FDCA-653906E9175F}"/>
              </a:ext>
            </a:extLst>
          </p:cNvPr>
          <p:cNvSpPr txBox="1"/>
          <p:nvPr/>
        </p:nvSpPr>
        <p:spPr>
          <a:xfrm>
            <a:off x="914400" y="3358177"/>
            <a:ext cx="16459200" cy="777240"/>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86EFAC"/>
                </a:solidFill>
                <a:latin typeface="Inter"/>
              </a:defRPr>
            </a:pPr>
            <a:r>
              <a:rPr lang="en-US" sz="6500" dirty="0">
                <a:solidFill>
                  <a:srgbClr val="FFB800"/>
                </a:solidFill>
                <a:latin typeface="Arial" panose="020B0604020202020204" pitchFamily="34" charset="0"/>
                <a:cs typeface="Arial" panose="020B0604020202020204" pitchFamily="34" charset="0"/>
              </a:rPr>
              <a:t>Priest:</a:t>
            </a:r>
            <a:r>
              <a:rPr lang="en-US" sz="6500" dirty="0">
                <a:solidFill>
                  <a:srgbClr val="F0FDF4"/>
                </a:solidFill>
                <a:latin typeface="Arial" panose="020B0604020202020204" pitchFamily="34" charset="0"/>
                <a:cs typeface="Arial" panose="020B0604020202020204" pitchFamily="34" charset="0"/>
              </a:rPr>
              <a:t> </a:t>
            </a:r>
            <a:r>
              <a:rPr lang="en-US" sz="6500" i="1" dirty="0">
                <a:solidFill>
                  <a:srgbClr val="F0FDF4"/>
                </a:solidFill>
                <a:latin typeface="Arial" panose="020B0604020202020204" pitchFamily="34" charset="0"/>
                <a:cs typeface="Arial" panose="020B0604020202020204" pitchFamily="34" charset="0"/>
              </a:rPr>
              <a:t>Lift up your hearts.</a:t>
            </a:r>
          </a:p>
        </p:txBody>
      </p:sp>
      <p:sp>
        <p:nvSpPr>
          <p:cNvPr id="5" name="TextBox 4">
            <a:extLst>
              <a:ext uri="{FF2B5EF4-FFF2-40B4-BE49-F238E27FC236}">
                <a16:creationId xmlns:a16="http://schemas.microsoft.com/office/drawing/2014/main" id="{B9907DBB-8F74-6585-1A63-BCC4DBC7D838}"/>
              </a:ext>
            </a:extLst>
          </p:cNvPr>
          <p:cNvSpPr txBox="1"/>
          <p:nvPr/>
        </p:nvSpPr>
        <p:spPr>
          <a:xfrm>
            <a:off x="914400" y="6349909"/>
            <a:ext cx="16459200" cy="1949573"/>
          </a:xfrm>
          <a:prstGeom prst="rect">
            <a:avLst/>
          </a:prstGeom>
          <a:noFill/>
        </p:spPr>
        <p:txBody>
          <a:bodyPr wrap="square" lIns="109728" tIns="73152" rIns="109728" bIns="73152" anchor="ctr">
            <a:noAutofit/>
          </a:bodyPr>
          <a:lstStyle/>
          <a:p>
            <a:pPr algn="ctr">
              <a:defRPr sz="5500" b="1" i="0" u="none">
                <a:solidFill>
                  <a:srgbClr val="86EFAC"/>
                </a:solidFill>
                <a:latin typeface="Inter"/>
              </a:defRPr>
            </a:pPr>
            <a:r>
              <a:rPr lang="en-US" sz="6500" dirty="0">
                <a:solidFill>
                  <a:srgbClr val="FFB800"/>
                </a:solidFill>
                <a:latin typeface="Arial" panose="020B0604020202020204" pitchFamily="34" charset="0"/>
                <a:cs typeface="Arial" panose="020B0604020202020204" pitchFamily="34" charset="0"/>
              </a:rPr>
              <a:t>Priest:</a:t>
            </a:r>
            <a:r>
              <a:rPr lang="en-US" sz="6500" dirty="0">
                <a:solidFill>
                  <a:srgbClr val="F0FDF4"/>
                </a:solidFill>
                <a:latin typeface="Arial" panose="020B0604020202020204" pitchFamily="34" charset="0"/>
                <a:cs typeface="Arial" panose="020B0604020202020204" pitchFamily="34" charset="0"/>
              </a:rPr>
              <a:t> </a:t>
            </a:r>
            <a:r>
              <a:rPr lang="en-US" sz="6500" i="1" dirty="0">
                <a:solidFill>
                  <a:srgbClr val="F0FDF4"/>
                </a:solidFill>
                <a:latin typeface="Arial" panose="020B0604020202020204" pitchFamily="34" charset="0"/>
                <a:cs typeface="Arial" panose="020B0604020202020204" pitchFamily="34" charset="0"/>
              </a:rPr>
              <a:t>Let us give thanks to the</a:t>
            </a:r>
          </a:p>
          <a:p>
            <a:pPr algn="ctr">
              <a:defRPr sz="5500" b="1" i="0" u="none">
                <a:solidFill>
                  <a:srgbClr val="86EFAC"/>
                </a:solidFill>
                <a:latin typeface="Inter"/>
              </a:defRPr>
            </a:pPr>
            <a:r>
              <a:rPr lang="en-US" sz="6500" i="1" dirty="0">
                <a:solidFill>
                  <a:srgbClr val="F0FDF4"/>
                </a:solidFill>
                <a:latin typeface="Arial" panose="020B0604020202020204" pitchFamily="34" charset="0"/>
                <a:cs typeface="Arial" panose="020B0604020202020204" pitchFamily="34" charset="0"/>
              </a:rPr>
              <a:t>Lord our God.</a:t>
            </a:r>
          </a:p>
        </p:txBody>
      </p:sp>
      <p:sp>
        <p:nvSpPr>
          <p:cNvPr id="6" name="TextBox 5">
            <a:extLst>
              <a:ext uri="{FF2B5EF4-FFF2-40B4-BE49-F238E27FC236}">
                <a16:creationId xmlns:a16="http://schemas.microsoft.com/office/drawing/2014/main" id="{40C76CD3-4924-1258-FD92-3E238A808645}"/>
              </a:ext>
            </a:extLst>
          </p:cNvPr>
          <p:cNvSpPr txBox="1"/>
          <p:nvPr/>
        </p:nvSpPr>
        <p:spPr>
          <a:xfrm>
            <a:off x="914400" y="1535595"/>
            <a:ext cx="16459200" cy="703744"/>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solidFill>
                  <a:srgbClr val="F0FDF4"/>
                </a:solidFill>
                <a:latin typeface="Arial" panose="020B0604020202020204" pitchFamily="34" charset="0"/>
                <a:cs typeface="Arial" panose="020B0604020202020204" pitchFamily="34" charset="0"/>
              </a:rPr>
              <a:t>All: And with your spirit.</a:t>
            </a:r>
          </a:p>
        </p:txBody>
      </p:sp>
      <p:sp>
        <p:nvSpPr>
          <p:cNvPr id="7" name="TextBox 6">
            <a:extLst>
              <a:ext uri="{FF2B5EF4-FFF2-40B4-BE49-F238E27FC236}">
                <a16:creationId xmlns:a16="http://schemas.microsoft.com/office/drawing/2014/main" id="{1691FB47-CBCF-4E7C-D482-04D3A3B03C61}"/>
              </a:ext>
            </a:extLst>
          </p:cNvPr>
          <p:cNvSpPr txBox="1"/>
          <p:nvPr/>
        </p:nvSpPr>
        <p:spPr>
          <a:xfrm>
            <a:off x="914400" y="4330224"/>
            <a:ext cx="16459200" cy="703744"/>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solidFill>
                  <a:srgbClr val="F0FDF4"/>
                </a:solidFill>
                <a:latin typeface="Arial" panose="020B0604020202020204" pitchFamily="34" charset="0"/>
                <a:cs typeface="Arial" panose="020B0604020202020204" pitchFamily="34" charset="0"/>
              </a:rPr>
              <a:t>All: We lift them up to the Lord.</a:t>
            </a:r>
          </a:p>
        </p:txBody>
      </p:sp>
      <p:sp>
        <p:nvSpPr>
          <p:cNvPr id="3" name="TextBox 2">
            <a:extLst>
              <a:ext uri="{FF2B5EF4-FFF2-40B4-BE49-F238E27FC236}">
                <a16:creationId xmlns:a16="http://schemas.microsoft.com/office/drawing/2014/main" id="{CA37E2CD-6598-89D4-6A8B-8276F41A0DBB}"/>
              </a:ext>
            </a:extLst>
          </p:cNvPr>
          <p:cNvSpPr txBox="1"/>
          <p:nvPr/>
        </p:nvSpPr>
        <p:spPr>
          <a:xfrm>
            <a:off x="708991" y="8251467"/>
            <a:ext cx="16459200" cy="777239"/>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7500" dirty="0">
                <a:latin typeface="Arial" panose="020B0604020202020204" pitchFamily="34" charset="0"/>
                <a:cs typeface="Arial" panose="020B0604020202020204" pitchFamily="34" charset="0"/>
              </a:rPr>
              <a:t>All: It is right and just.</a:t>
            </a: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8893"/>
            <a:ext cx="18288000" cy="4850766"/>
          </a:xfrm>
          <a:prstGeom prst="rect">
            <a:avLst/>
          </a:prstGeom>
          <a:noFill/>
        </p:spPr>
        <p:txBody>
          <a:bodyPr wrap="square" lIns="109728" tIns="73152" rIns="109728" bIns="73152" anchor="ctr">
            <a:noAutofit/>
          </a:bodyPr>
          <a:lstStyle/>
          <a:p>
            <a:pPr algn="ctr"/>
            <a:r>
              <a:rPr lang="en-US" sz="6000" b="1" dirty="0">
                <a:solidFill>
                  <a:srgbClr val="F0FDF4"/>
                </a:solidFill>
                <a:latin typeface="Arial" panose="020B0604020202020204" pitchFamily="34" charset="0"/>
                <a:cs typeface="Arial" panose="020B0604020202020204" pitchFamily="34" charset="0"/>
              </a:rPr>
              <a:t>HOLY, HOLY, HOLY</a:t>
            </a:r>
          </a:p>
          <a:p>
            <a:pPr algn="ctr"/>
            <a:r>
              <a:rPr lang="en-US" sz="6000" b="1" dirty="0">
                <a:solidFill>
                  <a:srgbClr val="F0FDF4"/>
                </a:solidFill>
                <a:latin typeface="Arial" panose="020B0604020202020204" pitchFamily="34" charset="0"/>
                <a:cs typeface="Arial" panose="020B0604020202020204" pitchFamily="34" charset="0"/>
              </a:rPr>
              <a:t>LORD GOD OF HOST. </a:t>
            </a:r>
          </a:p>
          <a:p>
            <a:pPr algn="ctr"/>
            <a:r>
              <a:rPr lang="en-US" sz="6000" b="1" dirty="0">
                <a:solidFill>
                  <a:srgbClr val="F0FDF4"/>
                </a:solidFill>
                <a:latin typeface="Arial" panose="020B0604020202020204" pitchFamily="34" charset="0"/>
                <a:cs typeface="Arial" panose="020B0604020202020204" pitchFamily="34" charset="0"/>
              </a:rPr>
              <a:t>HEAVEN AND EARTH ARE</a:t>
            </a:r>
          </a:p>
          <a:p>
            <a:pPr algn="ctr"/>
            <a:r>
              <a:rPr lang="en-US" sz="6000" b="1" dirty="0">
                <a:solidFill>
                  <a:srgbClr val="F0FDF4"/>
                </a:solidFill>
                <a:latin typeface="Arial" panose="020B0604020202020204" pitchFamily="34" charset="0"/>
                <a:cs typeface="Arial" panose="020B0604020202020204" pitchFamily="34" charset="0"/>
              </a:rPr>
              <a:t>FULL OF YOUR GLORY,</a:t>
            </a:r>
          </a:p>
          <a:p>
            <a:pPr algn="ctr"/>
            <a:r>
              <a:rPr lang="en-US" sz="6000" b="1" dirty="0">
                <a:solidFill>
                  <a:srgbClr val="F0FDF4"/>
                </a:solidFill>
                <a:latin typeface="Arial" panose="020B0604020202020204" pitchFamily="34" charset="0"/>
                <a:cs typeface="Arial" panose="020B0604020202020204" pitchFamily="34" charset="0"/>
              </a:rPr>
              <a:t>FULL OF YOUR GLORY.</a:t>
            </a:r>
          </a:p>
          <a:p>
            <a:pPr algn="ctr"/>
            <a:r>
              <a:rPr lang="en-US" sz="6000" b="1" i="1" dirty="0">
                <a:solidFill>
                  <a:srgbClr val="FFB800"/>
                </a:solidFill>
                <a:latin typeface="Arial" panose="020B0604020202020204" pitchFamily="34" charset="0"/>
                <a:cs typeface="Arial" panose="020B0604020202020204" pitchFamily="34" charset="0"/>
              </a:rPr>
              <a:t>HOSANNA IN THE HIGHEST(2X)</a:t>
            </a:r>
          </a:p>
        </p:txBody>
      </p:sp>
      <p:sp>
        <p:nvSpPr>
          <p:cNvPr id="4" name="TextBox 3">
            <a:extLst>
              <a:ext uri="{FF2B5EF4-FFF2-40B4-BE49-F238E27FC236}">
                <a16:creationId xmlns:a16="http://schemas.microsoft.com/office/drawing/2014/main" id="{16EA37CF-E5C0-F90C-DA87-8CC3C2134191}"/>
              </a:ext>
            </a:extLst>
          </p:cNvPr>
          <p:cNvSpPr txBox="1"/>
          <p:nvPr/>
        </p:nvSpPr>
        <p:spPr>
          <a:xfrm>
            <a:off x="0" y="6284050"/>
            <a:ext cx="18288000" cy="2867439"/>
          </a:xfrm>
          <a:prstGeom prst="rect">
            <a:avLst/>
          </a:prstGeom>
          <a:noFill/>
        </p:spPr>
        <p:txBody>
          <a:bodyPr wrap="square" lIns="109728" tIns="73152" rIns="109728" bIns="73152" anchor="ctr">
            <a:noAutofit/>
          </a:bodyPr>
          <a:lstStyle/>
          <a:p>
            <a:pPr algn="ctr"/>
            <a:r>
              <a:rPr lang="en-US" sz="6000" b="1" dirty="0">
                <a:solidFill>
                  <a:srgbClr val="F0FDF4"/>
                </a:solidFill>
                <a:latin typeface="Arial" panose="020B0604020202020204" pitchFamily="34" charset="0"/>
                <a:cs typeface="Arial" panose="020B0604020202020204" pitchFamily="34" charset="0"/>
              </a:rPr>
              <a:t>BLESSED IS HE WHO COMES</a:t>
            </a:r>
          </a:p>
          <a:p>
            <a:pPr algn="ctr"/>
            <a:r>
              <a:rPr lang="en-US" sz="6000" b="1" dirty="0">
                <a:solidFill>
                  <a:srgbClr val="F0FDF4"/>
                </a:solidFill>
                <a:latin typeface="Arial" panose="020B0604020202020204" pitchFamily="34" charset="0"/>
                <a:cs typeface="Arial" panose="020B0604020202020204" pitchFamily="34" charset="0"/>
              </a:rPr>
              <a:t>IN THE NAME OF THE LORD.</a:t>
            </a:r>
          </a:p>
          <a:p>
            <a:pPr algn="ctr"/>
            <a:r>
              <a:rPr lang="en-US" sz="6000" b="1" i="1" dirty="0">
                <a:solidFill>
                  <a:srgbClr val="FFB800"/>
                </a:solidFill>
                <a:latin typeface="Arial" panose="020B0604020202020204" pitchFamily="34" charset="0"/>
                <a:cs typeface="Arial" panose="020B0604020202020204" pitchFamily="34" charset="0"/>
              </a:rPr>
              <a:t>HOSANNA IN THE HIGHEST(4X)</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Sanctus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750808"/>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6000" b="1" dirty="0">
                <a:solidFill>
                  <a:srgbClr val="F0FDF4"/>
                </a:solidFill>
                <a:latin typeface="Arial" panose="020B0604020202020204" pitchFamily="34" charset="0"/>
                <a:cs typeface="Arial" panose="020B0604020202020204" pitchFamily="34" charset="0"/>
              </a:rPr>
              <a:t>WHEN WE EAT THIS BREAD AND DRINK THIS CUP WE PROCLAIM YOUR DEATH O LORD. UNTIL YOU COME AGAIN, UNTIL YOU COME AGAIN WE PROCLAIM YOUR DEATH O LORD.</a:t>
            </a:r>
            <a:endParaRPr sz="6000" b="1"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CDA2F03A-FAF2-7FE4-6E1E-DFEEE560DD83}"/>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The Mystery Of Faith</a:t>
            </a:r>
            <a:endParaRPr sz="5000" b="1" u="sng" dirty="0">
              <a:solidFill>
                <a:srgbClr val="86EFAC"/>
              </a:solidFill>
              <a:latin typeface="Georgia"/>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The Eucharistic Prayer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te1.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tIns="73152" rIns="109728" bIns="73152" anchor="ctr">
            <a:noAutofit/>
          </a:bodyPr>
          <a:lstStyle/>
          <a:p>
            <a:pPr algn="ctr">
              <a:spcBef>
                <a:spcPts val="400"/>
              </a:spcBef>
              <a:spcAft>
                <a:spcPts val="500"/>
              </a:spcAft>
              <a:defRPr sz="5500" b="1" i="0" u="none">
                <a:solidFill>
                  <a:srgbClr val="F0FDF4"/>
                </a:solidFill>
                <a:latin typeface="Inter"/>
              </a:defRPr>
            </a:pPr>
            <a:r>
              <a:rPr lang="en-US" sz="8000" dirty="0">
                <a:solidFill>
                  <a:srgbClr val="F0FDF4"/>
                </a:solidFill>
                <a:latin typeface="Arial" panose="020B0604020202020204" pitchFamily="34" charset="0"/>
                <a:cs typeface="Arial" panose="020B0604020202020204" pitchFamily="34" charset="0"/>
              </a:rPr>
              <a:t>AMEN AMEN AMEN AMEN</a:t>
            </a:r>
          </a:p>
          <a:p>
            <a:pPr algn="ctr">
              <a:spcBef>
                <a:spcPts val="400"/>
              </a:spcBef>
              <a:spcAft>
                <a:spcPts val="500"/>
              </a:spcAft>
              <a:defRPr sz="5500" b="1" i="0" u="none">
                <a:solidFill>
                  <a:srgbClr val="F0FDF4"/>
                </a:solidFill>
                <a:latin typeface="Inter"/>
              </a:defRPr>
            </a:pPr>
            <a:r>
              <a:rPr lang="en-US" sz="8000" dirty="0">
                <a:solidFill>
                  <a:srgbClr val="F0FDF4"/>
                </a:solidFill>
                <a:latin typeface="Arial" panose="020B0604020202020204" pitchFamily="34" charset="0"/>
                <a:cs typeface="Arial" panose="020B0604020202020204" pitchFamily="34" charset="0"/>
              </a:rPr>
              <a:t>AMEN AMEN AMEN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Great Amen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3600" b="1" i="0" u="sng">
                <a:solidFill>
                  <a:srgbClr val="FFB800"/>
                </a:solidFill>
                <a:latin typeface="Georgia"/>
              </a:defRPr>
            </a:pPr>
            <a:r>
              <a:rPr>
                <a:solidFill>
                  <a:srgbClr val="FFB800"/>
                </a:solidFill>
              </a:rPr>
              <a:t>Our Father</a:t>
            </a:r>
          </a:p>
        </p:txBody>
      </p:sp>
      <p:sp>
        <p:nvSpPr>
          <p:cNvPr id="3" name="TextBox 2"/>
          <p:cNvSpPr txBox="1"/>
          <p:nvPr/>
        </p:nvSpPr>
        <p:spPr>
          <a:xfrm>
            <a:off x="0" y="849034"/>
            <a:ext cx="18288000" cy="4067687"/>
          </a:xfrm>
          <a:prstGeom prst="rect">
            <a:avLst/>
          </a:prstGeom>
          <a:noFill/>
        </p:spPr>
        <p:txBody>
          <a:bodyPr wrap="square" lIns="109728" tIns="73152" rIns="109728" bIns="73152" anchor="ctr">
            <a:noAutofit/>
          </a:bodyPr>
          <a:lstStyle/>
          <a:p>
            <a:pPr algn="ctr">
              <a:lnSpc>
                <a:spcPts val="5500"/>
              </a:lnSpc>
              <a:spcBef>
                <a:spcPts val="400"/>
              </a:spcBef>
              <a:defRPr sz="2600" b="1"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OUR FATHER, WHO ART IN HEAVEN,</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HALLOWED BE YOUR NAME;</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YOUR KINGDOM COME,</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YOUR WILL BE DONE,</a:t>
            </a:r>
          </a:p>
          <a:p>
            <a:pPr algn="ctr">
              <a:lnSpc>
                <a:spcPts val="5500"/>
              </a:lnSpc>
              <a:defRPr sz="2600" b="0" i="0" u="none">
                <a:solidFill>
                  <a:srgbClr val="F0FDF4"/>
                </a:solidFill>
                <a:latin typeface="Arial"/>
              </a:defRPr>
            </a:pPr>
            <a:r>
              <a:rPr lang="en-US" sz="7000" b="1" dirty="0">
                <a:solidFill>
                  <a:srgbClr val="F0FDF4"/>
                </a:solidFill>
                <a:latin typeface="Arial" panose="020B0604020202020204" pitchFamily="34" charset="0"/>
                <a:cs typeface="Arial" panose="020B0604020202020204" pitchFamily="34" charset="0"/>
              </a:rPr>
              <a:t>ON EARTH AS IT IS IN HEAVEN.</a:t>
            </a:r>
          </a:p>
        </p:txBody>
      </p:sp>
      <p:sp>
        <p:nvSpPr>
          <p:cNvPr id="5" name="TextBox 4">
            <a:extLst>
              <a:ext uri="{FF2B5EF4-FFF2-40B4-BE49-F238E27FC236}">
                <a16:creationId xmlns:a16="http://schemas.microsoft.com/office/drawing/2014/main" id="{B0E41674-432D-59B5-74C3-4778FD3C73E2}"/>
              </a:ext>
            </a:extLst>
          </p:cNvPr>
          <p:cNvSpPr txBox="1"/>
          <p:nvPr/>
        </p:nvSpPr>
        <p:spPr>
          <a:xfrm>
            <a:off x="0" y="4787347"/>
            <a:ext cx="18288000" cy="5499653"/>
          </a:xfrm>
          <a:prstGeom prst="rect">
            <a:avLst/>
          </a:prstGeom>
          <a:noFill/>
        </p:spPr>
        <p:txBody>
          <a:bodyPr wrap="square" lIns="109728" tIns="73152" rIns="109728" bIns="73152" anchor="ctr">
            <a:noAutofit/>
          </a:bodyPr>
          <a:lstStyle/>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GIVE US THIS DAY OUR DAILY BREAD;</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AND FORGIVE US OUR TRESPASSES,</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AS WE FORGIVE THOSE WHO TRESPASS AGAINST US;</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AND LEAD US NOT INTO TEMPTATION,</a:t>
            </a:r>
          </a:p>
          <a:p>
            <a:pPr algn="ctr">
              <a:lnSpc>
                <a:spcPts val="5500"/>
              </a:lnSpc>
              <a:defRPr sz="2600" b="0" i="0" u="none">
                <a:solidFill>
                  <a:srgbClr val="F0FDF4"/>
                </a:solidFill>
                <a:latin typeface="Arial"/>
              </a:defRPr>
            </a:pPr>
            <a:r>
              <a:rPr lang="en-US" sz="7000" b="1" i="1" dirty="0">
                <a:solidFill>
                  <a:srgbClr val="F0FDF4"/>
                </a:solidFill>
                <a:latin typeface="Arial" panose="020B0604020202020204" pitchFamily="34" charset="0"/>
                <a:cs typeface="Arial" panose="020B0604020202020204" pitchFamily="34" charset="0"/>
              </a:rPr>
              <a:t>BUT DELIVER US, DELIVER US FROM EVIL.</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Our Father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3" name="TextBox 2">
            <a:extLst>
              <a:ext uri="{FF2B5EF4-FFF2-40B4-BE49-F238E27FC236}">
                <a16:creationId xmlns:a16="http://schemas.microsoft.com/office/drawing/2014/main" id="{A5D65447-56D1-6AD8-3118-EE39D1BF6F6E}"/>
              </a:ext>
            </a:extLst>
          </p:cNvPr>
          <p:cNvSpPr txBox="1"/>
          <p:nvPr/>
        </p:nvSpPr>
        <p:spPr>
          <a:xfrm>
            <a:off x="914400" y="530352"/>
            <a:ext cx="16459200" cy="8750808"/>
          </a:xfrm>
          <a:prstGeom prst="rect">
            <a:avLst/>
          </a:prstGeom>
          <a:noFill/>
        </p:spPr>
        <p:txBody>
          <a:bodyPr wrap="square" lIns="109728" tIns="73152" rIns="109728" bIns="73152" anchor="ctr">
            <a:noAutofit/>
          </a:bodyPr>
          <a:lstStyle/>
          <a:p>
            <a:pPr algn="ctr">
              <a:spcBef>
                <a:spcPts val="400"/>
              </a:spcBef>
              <a:spcAft>
                <a:spcPts val="364"/>
              </a:spcAft>
              <a:defRPr sz="2600" b="1" i="0" u="none">
                <a:solidFill>
                  <a:srgbClr val="FFB800"/>
                </a:solidFill>
                <a:latin typeface="Arial"/>
              </a:defRPr>
            </a:pPr>
            <a:r>
              <a:rPr lang="en-US" sz="6600" dirty="0">
                <a:solidFill>
                  <a:srgbClr val="F0FDF4"/>
                </a:solidFill>
              </a:rPr>
              <a:t>Priest: </a:t>
            </a:r>
            <a:r>
              <a:rPr lang="en-US" sz="6600" i="1" dirty="0">
                <a:solidFill>
                  <a:srgbClr val="F0FDF4"/>
                </a:solidFill>
              </a:rPr>
              <a:t>Deliver us, Lord, we pray, from every evil, graciously grant peace in our days, that, by the help of your mercy, we may be always free from sin and safe from all distress, as we await the blessed hope and the coming of our Savior, Jesus Christ.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Our Father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3" name="TextBox 2">
            <a:extLst>
              <a:ext uri="{FF2B5EF4-FFF2-40B4-BE49-F238E27FC236}">
                <a16:creationId xmlns:a16="http://schemas.microsoft.com/office/drawing/2014/main" id="{3C8D2707-7756-A8E3-CBF5-4BA3F8BE583B}"/>
              </a:ext>
            </a:extLst>
          </p:cNvPr>
          <p:cNvSpPr txBox="1"/>
          <p:nvPr/>
        </p:nvSpPr>
        <p:spPr>
          <a:xfrm>
            <a:off x="914400" y="1444753"/>
            <a:ext cx="16459200" cy="3286273"/>
          </a:xfrm>
          <a:prstGeom prst="rect">
            <a:avLst/>
          </a:prstGeom>
          <a:noFill/>
        </p:spPr>
        <p:txBody>
          <a:bodyPr wrap="square" lIns="109728" tIns="73152" rIns="109728" bIns="73152" anchor="ctr">
            <a:noAutofit/>
          </a:bodyPr>
          <a:lstStyle/>
          <a:p>
            <a:pPr algn="ctr">
              <a:spcBef>
                <a:spcPts val="400"/>
              </a:spcBef>
              <a:spcAft>
                <a:spcPts val="364"/>
              </a:spcAft>
              <a:defRPr sz="2600" b="1" i="0" u="none">
                <a:solidFill>
                  <a:srgbClr val="F0FDF4"/>
                </a:solidFill>
                <a:latin typeface="Arial"/>
              </a:defRPr>
            </a:pPr>
            <a:r>
              <a:rPr lang="en-US" sz="7000" dirty="0">
                <a:solidFill>
                  <a:srgbClr val="F0FDF4"/>
                </a:solidFill>
              </a:rPr>
              <a:t>FOR THE KINGDOM, THE POWER, AND THE GLORY ARE YOURS NOW AND FOR EVER.</a:t>
            </a:r>
          </a:p>
        </p:txBody>
      </p:sp>
      <p:sp>
        <p:nvSpPr>
          <p:cNvPr id="5" name="TextBox 4">
            <a:extLst>
              <a:ext uri="{FF2B5EF4-FFF2-40B4-BE49-F238E27FC236}">
                <a16:creationId xmlns:a16="http://schemas.microsoft.com/office/drawing/2014/main" id="{D3483208-BA5E-930E-3B94-EA7431D41750}"/>
              </a:ext>
            </a:extLst>
          </p:cNvPr>
          <p:cNvSpPr txBox="1"/>
          <p:nvPr/>
        </p:nvSpPr>
        <p:spPr>
          <a:xfrm>
            <a:off x="914400" y="5143500"/>
            <a:ext cx="16459200" cy="3286273"/>
          </a:xfrm>
          <a:prstGeom prst="rect">
            <a:avLst/>
          </a:prstGeom>
          <a:noFill/>
        </p:spPr>
        <p:txBody>
          <a:bodyPr wrap="square" lIns="109728" tIns="73152" rIns="109728" bIns="73152" anchor="ctr">
            <a:noAutofit/>
          </a:bodyPr>
          <a:lstStyle/>
          <a:p>
            <a:pPr algn="ctr">
              <a:spcBef>
                <a:spcPts val="400"/>
              </a:spcBef>
              <a:spcAft>
                <a:spcPts val="364"/>
              </a:spcAft>
              <a:defRPr sz="2600" b="1" i="0" u="none">
                <a:solidFill>
                  <a:srgbClr val="F0FDF4"/>
                </a:solidFill>
                <a:latin typeface="Arial"/>
              </a:defRPr>
            </a:pPr>
            <a:r>
              <a:rPr lang="en-US" sz="9000" i="1" dirty="0">
                <a:solidFill>
                  <a:srgbClr val="F0FDF4"/>
                </a:solidFill>
              </a:rPr>
              <a:t>AMEN, AMEN, AMEN.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Our Father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746530"/>
            <a:ext cx="18288000" cy="2038763"/>
          </a:xfrm>
          <a:prstGeom prst="rect">
            <a:avLst/>
          </a:prstGeom>
        </p:spPr>
        <p:txBody>
          <a:bodyPr wrap="square" lIns="0" tIns="0" rIns="0" bIns="0" rtlCol="0" anchor="t">
            <a:spAutoFit/>
          </a:bodyPr>
          <a:lstStyle/>
          <a:p>
            <a:pPr marL="0" lvl="0" indent="0" algn="ctr">
              <a:lnSpc>
                <a:spcPts val="8228"/>
              </a:lnSpc>
              <a:defRPr/>
            </a:pPr>
            <a:r>
              <a:rPr lang="en-US" sz="6500" b="1" dirty="0">
                <a:solidFill>
                  <a:srgbClr val="FFB800"/>
                </a:solidFill>
                <a:latin typeface="Arial" panose="020B0604020202020204" pitchFamily="34" charset="0"/>
                <a:ea typeface="Poppins Semi-Bold"/>
                <a:cs typeface="Arial" panose="020B0604020202020204" pitchFamily="34" charset="0"/>
                <a:sym typeface="Poppins Semi-Bold"/>
              </a:rPr>
              <a:t>Priest</a:t>
            </a:r>
            <a:r>
              <a:rPr lang="en-US" sz="6500" b="1" dirty="0">
                <a:solidFill>
                  <a:srgbClr val="F0FDF4"/>
                </a:solidFill>
                <a:latin typeface="Arial" panose="020B0604020202020204" pitchFamily="34" charset="0"/>
                <a:ea typeface="Poppins Semi-Bold"/>
                <a:cs typeface="Arial" panose="020B0604020202020204" pitchFamily="34" charset="0"/>
                <a:sym typeface="Poppins Semi-Bold"/>
              </a:rPr>
              <a:t>: </a:t>
            </a: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The peace of the Lord</a:t>
            </a:r>
          </a:p>
          <a:p>
            <a:pPr marL="0" lvl="0" indent="0" algn="ctr">
              <a:lnSpc>
                <a:spcPts val="8228"/>
              </a:lnSpc>
              <a:defRPr/>
            </a:pP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be with you.</a:t>
            </a:r>
          </a:p>
        </p:txBody>
      </p:sp>
      <p:sp>
        <p:nvSpPr>
          <p:cNvPr id="4" name="TextBox 4"/>
          <p:cNvSpPr txBox="1"/>
          <p:nvPr/>
        </p:nvSpPr>
        <p:spPr>
          <a:xfrm>
            <a:off x="0" y="7665339"/>
            <a:ext cx="18288000" cy="1090042"/>
          </a:xfrm>
          <a:prstGeom prst="rect">
            <a:avLst/>
          </a:prstGeom>
        </p:spPr>
        <p:txBody>
          <a:bodyPr wrap="square" lIns="0" tIns="0" rIns="0" bIns="0" rtlCol="0" anchor="t">
            <a:spAutoFit/>
          </a:bodyPr>
          <a:lstStyle/>
          <a:p>
            <a:pPr marL="0" lvl="0" indent="0" algn="ctr">
              <a:lnSpc>
                <a:spcPts val="8469"/>
              </a:lnSpc>
              <a:defRPr/>
            </a:pPr>
            <a:r>
              <a:rPr lang="en-US" sz="8000" b="1" dirty="0">
                <a:solidFill>
                  <a:srgbClr val="F0FDF4"/>
                </a:solidFill>
                <a:latin typeface="Arial" panose="020B0604020202020204" pitchFamily="34" charset="0"/>
                <a:ea typeface="Poppins Bold"/>
                <a:cs typeface="Arial" panose="020B0604020202020204" pitchFamily="34" charset="0"/>
                <a:sym typeface="Poppins Bold"/>
              </a:rPr>
              <a:t>All: Peace be with you.</a:t>
            </a:r>
          </a:p>
        </p:txBody>
      </p:sp>
      <p:sp>
        <p:nvSpPr>
          <p:cNvPr id="6" name="TextBox 6"/>
          <p:cNvSpPr txBox="1"/>
          <p:nvPr/>
        </p:nvSpPr>
        <p:spPr>
          <a:xfrm>
            <a:off x="0" y="5626576"/>
            <a:ext cx="18288000" cy="2038763"/>
          </a:xfrm>
          <a:prstGeom prst="rect">
            <a:avLst/>
          </a:prstGeom>
        </p:spPr>
        <p:txBody>
          <a:bodyPr wrap="square" lIns="0" tIns="0" rIns="0" bIns="0" rtlCol="0" anchor="t">
            <a:spAutoFit/>
          </a:bodyPr>
          <a:lstStyle/>
          <a:p>
            <a:pPr marL="0" lvl="0" indent="0" algn="ctr">
              <a:lnSpc>
                <a:spcPts val="8228"/>
              </a:lnSpc>
              <a:defRPr/>
            </a:pPr>
            <a:r>
              <a:rPr lang="en-US" sz="6500" b="1" dirty="0">
                <a:solidFill>
                  <a:srgbClr val="FFB800"/>
                </a:solidFill>
                <a:latin typeface="Arial" panose="020B0604020202020204" pitchFamily="34" charset="0"/>
                <a:ea typeface="Poppins Semi-Bold"/>
                <a:cs typeface="Arial" panose="020B0604020202020204" pitchFamily="34" charset="0"/>
                <a:sym typeface="Poppins Semi-Bold"/>
              </a:rPr>
              <a:t>Priest</a:t>
            </a:r>
            <a:r>
              <a:rPr lang="en-US" sz="6500" b="1" dirty="0">
                <a:solidFill>
                  <a:srgbClr val="F0FDF4"/>
                </a:solidFill>
                <a:latin typeface="Arial" panose="020B0604020202020204" pitchFamily="34" charset="0"/>
                <a:ea typeface="Poppins Semi-Bold"/>
                <a:cs typeface="Arial" panose="020B0604020202020204" pitchFamily="34" charset="0"/>
                <a:sym typeface="Poppins Semi-Bold"/>
              </a:rPr>
              <a:t>: </a:t>
            </a: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Let us offer each other</a:t>
            </a:r>
          </a:p>
          <a:p>
            <a:pPr marL="0" lvl="0" indent="0" algn="ctr">
              <a:lnSpc>
                <a:spcPts val="8228"/>
              </a:lnSpc>
              <a:defRPr/>
            </a:pPr>
            <a:r>
              <a:rPr lang="en-US" sz="6500" b="1" i="1" dirty="0">
                <a:solidFill>
                  <a:srgbClr val="F0FDF4"/>
                </a:solidFill>
                <a:latin typeface="Arial" panose="020B0604020202020204" pitchFamily="34" charset="0"/>
                <a:ea typeface="Poppins Semi-Bold"/>
                <a:cs typeface="Arial" panose="020B0604020202020204" pitchFamily="34" charset="0"/>
                <a:sym typeface="Poppins Semi-Bold"/>
              </a:rPr>
              <a:t>the sign of peace. </a:t>
            </a:r>
          </a:p>
        </p:txBody>
      </p:sp>
      <p:sp>
        <p:nvSpPr>
          <p:cNvPr id="5" name="TextBox 4">
            <a:extLst>
              <a:ext uri="{FF2B5EF4-FFF2-40B4-BE49-F238E27FC236}">
                <a16:creationId xmlns:a16="http://schemas.microsoft.com/office/drawing/2014/main" id="{664176DB-8A06-D3DB-13A1-B22D1175E2F2}"/>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5000" b="1" u="sng" dirty="0">
                <a:solidFill>
                  <a:srgbClr val="FFB800"/>
                </a:solidFill>
                <a:latin typeface="Georgia"/>
              </a:rPr>
              <a:t>Sign of Peace</a:t>
            </a:r>
            <a:endParaRPr sz="5000" b="1" u="sng" dirty="0">
              <a:solidFill>
                <a:srgbClr val="86EFAC"/>
              </a:solidFill>
              <a:latin typeface="Georgia"/>
            </a:endParaRPr>
          </a:p>
        </p:txBody>
      </p:sp>
      <p:sp>
        <p:nvSpPr>
          <p:cNvPr id="8" name="TextBox 4">
            <a:extLst>
              <a:ext uri="{FF2B5EF4-FFF2-40B4-BE49-F238E27FC236}">
                <a16:creationId xmlns:a16="http://schemas.microsoft.com/office/drawing/2014/main" id="{F7E45210-3BE8-09AA-AD33-DBEA6071DC28}"/>
              </a:ext>
            </a:extLst>
          </p:cNvPr>
          <p:cNvSpPr txBox="1"/>
          <p:nvPr/>
        </p:nvSpPr>
        <p:spPr>
          <a:xfrm>
            <a:off x="0" y="3768412"/>
            <a:ext cx="18288000" cy="1090042"/>
          </a:xfrm>
          <a:prstGeom prst="rect">
            <a:avLst/>
          </a:prstGeom>
        </p:spPr>
        <p:txBody>
          <a:bodyPr wrap="square" lIns="0" tIns="0" rIns="0" bIns="0" rtlCol="0" anchor="t">
            <a:spAutoFit/>
          </a:bodyPr>
          <a:lstStyle/>
          <a:p>
            <a:pPr marL="0" lvl="0" indent="0" algn="ctr">
              <a:lnSpc>
                <a:spcPts val="8469"/>
              </a:lnSpc>
              <a:defRPr/>
            </a:pPr>
            <a:r>
              <a:rPr lang="en-US" sz="8000" b="1" dirty="0">
                <a:solidFill>
                  <a:srgbClr val="F0FDF4"/>
                </a:solidFill>
                <a:latin typeface="Arial" panose="020B0604020202020204" pitchFamily="34" charset="0"/>
                <a:ea typeface="Poppins Bold"/>
                <a:cs typeface="Arial" panose="020B0604020202020204" pitchFamily="34" charset="0"/>
                <a:sym typeface="Poppins Bold"/>
              </a:rPr>
              <a:t>All: And with your spirit.</a:t>
            </a:r>
          </a:p>
        </p:txBody>
      </p:sp>
      <p:sp>
        <p:nvSpPr>
          <p:cNvPr id="9" name="TextBox 8"/>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Sign of Peace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2"/>
          <p:cNvSpPr txBox="1"/>
          <p:nvPr/>
        </p:nvSpPr>
        <p:spPr>
          <a:xfrm>
            <a:off x="0" y="1248545"/>
            <a:ext cx="18288000" cy="2539157"/>
          </a:xfrm>
          <a:prstGeom prst="rect">
            <a:avLst/>
          </a:prstGeom>
        </p:spPr>
        <p:txBody>
          <a:bodyPr wrap="square" lIns="0" tIns="0" rIns="0" bIns="0" rtlCol="0" anchor="t">
            <a:spAutoFit/>
          </a:bodyPr>
          <a:lstStyle/>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LAMB OF GOD</a:t>
            </a:r>
          </a:p>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marL="0" lvl="0" indent="0" algn="ctr">
              <a:lnSpc>
                <a:spcPts val="6608"/>
              </a:lnSpc>
              <a:defRPr/>
            </a:pP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a:t>
            </a:r>
            <a:r>
              <a:rPr lang="en-US" sz="5500" b="1" dirty="0">
                <a:solidFill>
                  <a:srgbClr val="F0FDF4"/>
                </a:solidFill>
                <a:latin typeface="Arial" panose="020B0604020202020204" pitchFamily="34" charset="0"/>
                <a:ea typeface="Poppins Bold"/>
                <a:cs typeface="Arial" panose="020B0604020202020204" pitchFamily="34" charset="0"/>
                <a:sym typeface="Poppins Bold"/>
              </a:rPr>
              <a:t>, </a:t>
            </a: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5500" b="1" dirty="0">
                <a:solidFill>
                  <a:srgbClr val="F0FDF4"/>
                </a:solidFill>
                <a:latin typeface="Arial" panose="020B0604020202020204" pitchFamily="34" charset="0"/>
                <a:ea typeface="Poppins Bold"/>
                <a:cs typeface="Arial" panose="020B0604020202020204" pitchFamily="34" charset="0"/>
                <a:sym typeface="Poppins Bold"/>
              </a:rPr>
              <a:t>.</a:t>
            </a:r>
          </a:p>
        </p:txBody>
      </p:sp>
      <p:sp>
        <p:nvSpPr>
          <p:cNvPr id="3" name="TextBox 3"/>
          <p:cNvSpPr txBox="1"/>
          <p:nvPr/>
        </p:nvSpPr>
        <p:spPr>
          <a:xfrm>
            <a:off x="0" y="6645357"/>
            <a:ext cx="18288000" cy="2539157"/>
          </a:xfrm>
          <a:prstGeom prst="rect">
            <a:avLst/>
          </a:prstGeom>
        </p:spPr>
        <p:txBody>
          <a:bodyPr wrap="square" lIns="0" tIns="0" rIns="0" bIns="0" rtlCol="0" anchor="t">
            <a:spAutoFit/>
          </a:bodyPr>
          <a:lstStyle/>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LAMB OF GOD</a:t>
            </a:r>
          </a:p>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marL="0" lvl="0" indent="0" algn="ctr">
              <a:lnSpc>
                <a:spcPts val="6608"/>
              </a:lnSpc>
              <a:defRPr/>
            </a:pPr>
            <a:r>
              <a:rPr lang="en-US" sz="5500" b="1" dirty="0">
                <a:solidFill>
                  <a:srgbClr val="FFB800"/>
                </a:solidFill>
                <a:latin typeface="Arial" panose="020B0604020202020204" pitchFamily="34" charset="0"/>
                <a:ea typeface="Poppins Bold"/>
                <a:cs typeface="Arial" panose="020B0604020202020204" pitchFamily="34" charset="0"/>
                <a:sym typeface="Poppins Bold"/>
              </a:rPr>
              <a:t>GRANT US PEACE</a:t>
            </a:r>
            <a:r>
              <a:rPr lang="en-US" sz="5500" b="1" dirty="0">
                <a:solidFill>
                  <a:srgbClr val="F0FDF4"/>
                </a:solidFill>
                <a:latin typeface="Arial" panose="020B0604020202020204" pitchFamily="34" charset="0"/>
                <a:ea typeface="Poppins Bold"/>
                <a:cs typeface="Arial" panose="020B0604020202020204" pitchFamily="34" charset="0"/>
                <a:sym typeface="Poppins Bold"/>
              </a:rPr>
              <a:t>, </a:t>
            </a:r>
            <a:r>
              <a:rPr lang="en-US" sz="5500" b="1" dirty="0">
                <a:solidFill>
                  <a:srgbClr val="FFB800"/>
                </a:solidFill>
                <a:latin typeface="Arial" panose="020B0604020202020204" pitchFamily="34" charset="0"/>
                <a:ea typeface="Poppins Bold"/>
                <a:cs typeface="Arial" panose="020B0604020202020204" pitchFamily="34" charset="0"/>
                <a:sym typeface="Poppins Bold"/>
              </a:rPr>
              <a:t>GRANT US PEACE</a:t>
            </a:r>
            <a:r>
              <a:rPr lang="en-US" sz="5500" b="1" dirty="0">
                <a:solidFill>
                  <a:srgbClr val="F0FDF4"/>
                </a:solidFill>
                <a:latin typeface="Arial" panose="020B0604020202020204" pitchFamily="34" charset="0"/>
                <a:ea typeface="Poppins Bold"/>
                <a:cs typeface="Arial" panose="020B0604020202020204" pitchFamily="34" charset="0"/>
                <a:sym typeface="Poppins Bold"/>
              </a:rPr>
              <a:t>.</a:t>
            </a:r>
          </a:p>
        </p:txBody>
      </p:sp>
      <p:sp>
        <p:nvSpPr>
          <p:cNvPr id="4" name="TextBox 4"/>
          <p:cNvSpPr txBox="1"/>
          <p:nvPr/>
        </p:nvSpPr>
        <p:spPr>
          <a:xfrm>
            <a:off x="0" y="3946951"/>
            <a:ext cx="18288000" cy="2539157"/>
          </a:xfrm>
          <a:prstGeom prst="rect">
            <a:avLst/>
          </a:prstGeom>
        </p:spPr>
        <p:txBody>
          <a:bodyPr wrap="square" lIns="0" tIns="0" rIns="0" bIns="0" rtlCol="0" anchor="t">
            <a:spAutoFit/>
          </a:bodyPr>
          <a:lstStyle/>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LAMB OF GOD</a:t>
            </a:r>
          </a:p>
          <a:p>
            <a:pPr algn="ctr">
              <a:lnSpc>
                <a:spcPts val="6608"/>
              </a:lnSpc>
              <a:defRPr/>
            </a:pPr>
            <a:r>
              <a:rPr lang="en-US" sz="5500" b="1" dirty="0">
                <a:solidFill>
                  <a:srgbClr val="F0FDF4"/>
                </a:solidFill>
                <a:latin typeface="Arial" panose="020B0604020202020204" pitchFamily="34" charset="0"/>
                <a:ea typeface="Poppins Bold"/>
                <a:cs typeface="Arial" panose="020B0604020202020204" pitchFamily="34" charset="0"/>
                <a:sym typeface="Poppins Bold"/>
              </a:rPr>
              <a:t>YOU TAKE AWAY THE SINS OF THE WORLD</a:t>
            </a:r>
          </a:p>
          <a:p>
            <a:pPr marL="0" lvl="0" indent="0" algn="ctr">
              <a:lnSpc>
                <a:spcPts val="6608"/>
              </a:lnSpc>
              <a:defRPr/>
            </a:pP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a:t>
            </a:r>
            <a:r>
              <a:rPr lang="en-US" sz="5500" b="1" dirty="0">
                <a:solidFill>
                  <a:srgbClr val="F0FDF4"/>
                </a:solidFill>
                <a:latin typeface="Arial" panose="020B0604020202020204" pitchFamily="34" charset="0"/>
                <a:ea typeface="Poppins Bold"/>
                <a:cs typeface="Arial" panose="020B0604020202020204" pitchFamily="34" charset="0"/>
                <a:sym typeface="Poppins Bold"/>
              </a:rPr>
              <a:t>, </a:t>
            </a:r>
            <a:r>
              <a:rPr lang="en-US" sz="5500" b="1" dirty="0">
                <a:solidFill>
                  <a:srgbClr val="FFB800"/>
                </a:solidFill>
                <a:latin typeface="Arial" panose="020B0604020202020204" pitchFamily="34" charset="0"/>
                <a:ea typeface="Poppins Bold"/>
                <a:cs typeface="Arial" panose="020B0604020202020204" pitchFamily="34" charset="0"/>
                <a:sym typeface="Poppins Bold"/>
              </a:rPr>
              <a:t>HAVE MERCY ON US</a:t>
            </a:r>
            <a:r>
              <a:rPr lang="en-US" sz="5500" b="1" dirty="0">
                <a:solidFill>
                  <a:srgbClr val="F0FDF4"/>
                </a:solidFill>
                <a:latin typeface="Arial" panose="020B0604020202020204" pitchFamily="34" charset="0"/>
                <a:ea typeface="Poppins Bold"/>
                <a:cs typeface="Arial" panose="020B0604020202020204" pitchFamily="34" charset="0"/>
                <a:sym typeface="Poppins Bold"/>
              </a:rPr>
              <a:t>.</a:t>
            </a:r>
          </a:p>
        </p:txBody>
      </p:sp>
      <p:sp>
        <p:nvSpPr>
          <p:cNvPr id="7" name="TextBox 6">
            <a:extLst>
              <a:ext uri="{FF2B5EF4-FFF2-40B4-BE49-F238E27FC236}">
                <a16:creationId xmlns:a16="http://schemas.microsoft.com/office/drawing/2014/main" id="{F9D2276B-3751-00B9-B051-3CB47914D3DE}"/>
              </a:ext>
            </a:extLst>
          </p:cNvPr>
          <p:cNvSpPr txBox="1"/>
          <p:nvPr/>
        </p:nvSpPr>
        <p:spPr>
          <a:xfrm>
            <a:off x="0" y="109728"/>
            <a:ext cx="18288000" cy="868680"/>
          </a:xfrm>
          <a:prstGeom prst="rect">
            <a:avLst/>
          </a:prstGeom>
          <a:noFill/>
        </p:spPr>
        <p:txBody>
          <a:bodyPr wrap="square" lIns="109728" tIns="73152" rIns="109728" bIns="73152">
            <a:noAutofit/>
          </a:bodyPr>
          <a:lstStyle/>
          <a:p>
            <a:pPr algn="ctr"/>
            <a:r>
              <a:rPr lang="en-US" sz="3600" b="1" u="sng" dirty="0">
                <a:solidFill>
                  <a:srgbClr val="FFB800"/>
                </a:solidFill>
                <a:latin typeface="Georgia"/>
              </a:rPr>
              <a:t>Lamb of God</a:t>
            </a:r>
            <a:endParaRPr sz="3600" b="1" u="sng" dirty="0">
              <a:solidFill>
                <a:srgbClr val="86EFAC"/>
              </a:solidFill>
              <a:latin typeface="Georgia"/>
            </a:endParaRP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Lamb of God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3553930"/>
            <a:ext cx="18288000" cy="5864390"/>
          </a:xfrm>
          <a:prstGeom prst="rect">
            <a:avLst/>
          </a:prstGeom>
          <a:noFill/>
        </p:spPr>
        <p:txBody>
          <a:bodyPr wrap="square" lIns="109728" tIns="73152" rIns="109728" bIns="73152" anchor="ctr">
            <a:noAutofit/>
          </a:bodyPr>
          <a:lstStyle/>
          <a:p>
            <a:pPr algn="ctr" fontAlgn="ctr"/>
            <a:r>
              <a:rPr sz="8000" b="1" dirty="0">
                <a:solidFill>
                  <a:srgbClr val="F0FDF4"/>
                </a:solidFill>
                <a:latin typeface="Arial" panose="020B0604020202020204" pitchFamily="34" charset="0"/>
                <a:cs typeface="Arial" panose="020B0604020202020204" pitchFamily="34" charset="0"/>
              </a:rPr>
              <a:t>All:</a:t>
            </a:r>
            <a:endParaRPr lang="en-US" sz="8000" b="1" dirty="0">
              <a:solidFill>
                <a:srgbClr val="F0FDF4"/>
              </a:solidFill>
              <a:latin typeface="Arial" panose="020B0604020202020204" pitchFamily="34" charset="0"/>
              <a:cs typeface="Arial" panose="020B0604020202020204" pitchFamily="34" charset="0"/>
            </a:endParaRPr>
          </a:p>
          <a:p>
            <a:pPr algn="ctr" fontAlgn="ctr"/>
            <a:r>
              <a:rPr sz="8000" b="1" dirty="0">
                <a:solidFill>
                  <a:srgbClr val="F0FDF4"/>
                </a:solidFill>
                <a:latin typeface="Arial" panose="020B0604020202020204" pitchFamily="34" charset="0"/>
                <a:cs typeface="Arial" panose="020B0604020202020204" pitchFamily="34" charset="0"/>
              </a:rPr>
              <a:t>Lord, I am not worthy that you should enter under my roof, but only say the word and my soul shall be healed.</a:t>
            </a:r>
          </a:p>
        </p:txBody>
      </p:sp>
      <p:sp>
        <p:nvSpPr>
          <p:cNvPr id="4" name="TextBox 3">
            <a:extLst>
              <a:ext uri="{FF2B5EF4-FFF2-40B4-BE49-F238E27FC236}">
                <a16:creationId xmlns:a16="http://schemas.microsoft.com/office/drawing/2014/main" id="{23E58424-4860-EF09-E5A9-C4A4AD77B7B8}"/>
              </a:ext>
            </a:extLst>
          </p:cNvPr>
          <p:cNvSpPr txBox="1"/>
          <p:nvPr/>
        </p:nvSpPr>
        <p:spPr>
          <a:xfrm>
            <a:off x="0" y="506591"/>
            <a:ext cx="18288000" cy="2696351"/>
          </a:xfrm>
          <a:prstGeom prst="rect">
            <a:avLst/>
          </a:prstGeom>
          <a:noFill/>
        </p:spPr>
        <p:txBody>
          <a:bodyPr wrap="square" lIns="109728" tIns="73152" rIns="109728" bIns="73152" anchor="ctr">
            <a:noAutofit/>
          </a:bodyPr>
          <a:lstStyle/>
          <a:p>
            <a:pPr algn="ctr"/>
            <a:r>
              <a:rPr lang="en-US" sz="5500" b="1" dirty="0">
                <a:solidFill>
                  <a:srgbClr val="FFB800"/>
                </a:solidFill>
                <a:latin typeface="Arial" panose="020B0604020202020204" pitchFamily="34" charset="0"/>
                <a:cs typeface="Arial" panose="020B0604020202020204" pitchFamily="34" charset="0"/>
              </a:rPr>
              <a:t>Priest: </a:t>
            </a:r>
            <a:r>
              <a:rPr lang="en-US" sz="5500" b="1" i="1" dirty="0">
                <a:solidFill>
                  <a:srgbClr val="F0FDF4"/>
                </a:solidFill>
                <a:latin typeface="Arial" panose="020B0604020202020204" pitchFamily="34" charset="0"/>
                <a:cs typeface="Arial" panose="020B0604020202020204" pitchFamily="34" charset="0"/>
              </a:rPr>
              <a:t>Behold the Lamb of God, behold him who takes away the sins of the world. Blessed are those called to the supper of the Lamb.</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The Communion Rite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Taste and See</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TASTE AND SEE THE GOODNESS OF THE LORD,</a:t>
            </a:r>
          </a:p>
          <a:p>
            <a:pPr algn="ctr">
              <a:lnSpc>
                <a:spcPct val="70000"/>
              </a:lnSpc>
            </a:pPr>
            <a:r>
              <a:rPr sz="6200" b="1" i="0">
                <a:solidFill>
                  <a:srgbClr val="FFFFFF"/>
                </a:solidFill>
                <a:latin typeface="Poppins"/>
              </a:rPr>
              <a:t>TASTE AND SEE THE GOODNESS OF THE LORD.</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6600" b="1" i="1">
                <a:solidFill>
                  <a:srgbClr val="FFFFFF"/>
                </a:solidFill>
                <a:latin typeface="Poppins"/>
              </a:rPr>
              <a:t>I WILL BLESS THE LORD AT ALL TIMES,</a:t>
            </a:r>
          </a:p>
          <a:p>
            <a:pPr algn="ctr">
              <a:lnSpc>
                <a:spcPct val="70000"/>
              </a:lnSpc>
            </a:pPr>
            <a:r>
              <a:rPr sz="6600" b="1" i="1">
                <a:solidFill>
                  <a:srgbClr val="FFFFFF"/>
                </a:solidFill>
                <a:latin typeface="Poppins"/>
              </a:rPr>
              <a:t>HIS PRAISE SHALL BE ALWAYS IN MY MOUTH.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TASTE AND SEE THE GOODNESS OF THE LORD,</a:t>
            </a:r>
          </a:p>
          <a:p>
            <a:pPr algn="ctr">
              <a:lnSpc>
                <a:spcPct val="70000"/>
              </a:lnSpc>
            </a:pPr>
            <a:r>
              <a:rPr sz="6200" b="1" i="0">
                <a:solidFill>
                  <a:srgbClr val="FFFFFF"/>
                </a:solidFill>
                <a:latin typeface="Poppins"/>
              </a:rPr>
              <a:t>TASTE AND SEE THE GOODNESS OF THE LORD.</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GLORIFY THE LORD WITH ME,</a:t>
            </a:r>
          </a:p>
          <a:p>
            <a:pPr algn="ctr">
              <a:lnSpc>
                <a:spcPct val="70000"/>
              </a:lnSpc>
            </a:pPr>
            <a:r>
              <a:rPr sz="7500" b="1" i="1">
                <a:solidFill>
                  <a:srgbClr val="FFFFFF"/>
                </a:solidFill>
                <a:latin typeface="Poppins"/>
              </a:rPr>
              <a:t>LET US EXALT HIS NAME TOGETHER.</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TASTE AND SEE THE GOODNESS OF THE LORD,</a:t>
            </a:r>
          </a:p>
          <a:p>
            <a:pPr algn="ctr">
              <a:lnSpc>
                <a:spcPct val="70000"/>
              </a:lnSpc>
            </a:pPr>
            <a:r>
              <a:rPr sz="6200" b="1" i="0">
                <a:solidFill>
                  <a:srgbClr val="FFFFFF"/>
                </a:solidFill>
                <a:latin typeface="Poppins"/>
              </a:rPr>
              <a:t>TASTE AND SEE THE GOODNESS OF THE LORD.</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5400" b="1" i="1">
                <a:solidFill>
                  <a:srgbClr val="FFFFFF"/>
                </a:solidFill>
                <a:latin typeface="Poppins"/>
              </a:rPr>
              <a:t>LOOK TO HIM THAT YOU MAY BE RADIANT WITH JOY,</a:t>
            </a:r>
          </a:p>
          <a:p>
            <a:pPr algn="ctr">
              <a:lnSpc>
                <a:spcPct val="70000"/>
              </a:lnSpc>
            </a:pPr>
            <a:r>
              <a:rPr sz="5400" b="1" i="1">
                <a:solidFill>
                  <a:srgbClr val="FFFFFF"/>
                </a:solidFill>
                <a:latin typeface="Poppins"/>
              </a:rPr>
              <a:t>AND YOUR SOULS SHALL FIND THEIR JOY IN HIM.</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TASTE AND SEE THE GOODNESS OF THE LORD,</a:t>
            </a:r>
          </a:p>
          <a:p>
            <a:pPr algn="ctr">
              <a:lnSpc>
                <a:spcPct val="70000"/>
              </a:lnSpc>
            </a:pPr>
            <a:r>
              <a:rPr sz="6200" b="1" i="0">
                <a:solidFill>
                  <a:srgbClr val="FFFFFF"/>
                </a:solidFill>
                <a:latin typeface="Poppins"/>
              </a:rPr>
              <a:t>TASTE AND SEE THE GOODNESS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One Bread, One Body</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5800" b="1" i="0">
                <a:solidFill>
                  <a:srgbClr val="FFFFFF"/>
                </a:solidFill>
                <a:latin typeface="Poppins"/>
              </a:rPr>
              <a:t>ONE BREAD, ONE BODY, ONE LORD OF ALL,</a:t>
            </a:r>
          </a:p>
          <a:p>
            <a:pPr algn="ctr">
              <a:lnSpc>
                <a:spcPct val="70000"/>
              </a:lnSpc>
            </a:pPr>
            <a:r>
              <a:rPr sz="5800" b="1" i="0">
                <a:solidFill>
                  <a:srgbClr val="FFFFFF"/>
                </a:solidFill>
                <a:latin typeface="Poppins"/>
              </a:rPr>
              <a:t>ONE CUP OF BLESSING WHICH WE BLESS.</a:t>
            </a:r>
          </a:p>
          <a:p>
            <a:pPr algn="ctr">
              <a:lnSpc>
                <a:spcPct val="70000"/>
              </a:lnSpc>
            </a:pPr>
            <a:r>
              <a:rPr sz="5800" b="1" i="0">
                <a:solidFill>
                  <a:srgbClr val="FFFFFF"/>
                </a:solidFill>
                <a:latin typeface="Poppins"/>
              </a:rPr>
              <a:t>AND WE, THOUGH MANY, THROUGHOUT THE EARTH,</a:t>
            </a:r>
          </a:p>
          <a:p>
            <a:pPr algn="ctr">
              <a:lnSpc>
                <a:spcPct val="70000"/>
              </a:lnSpc>
            </a:pPr>
            <a:r>
              <a:rPr sz="5800" b="1" i="0">
                <a:solidFill>
                  <a:srgbClr val="FFFFFF"/>
                </a:solidFill>
                <a:latin typeface="Poppins"/>
              </a:rPr>
              <a:t>WE ARE ONE BODY IN THIS ONE LORD.</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7500" b="1" i="1">
                <a:solidFill>
                  <a:srgbClr val="FFFFFF"/>
                </a:solidFill>
                <a:latin typeface="Poppins"/>
              </a:rPr>
              <a:t>GENTILE OR JEW, SERVANT OR FREE,</a:t>
            </a:r>
          </a:p>
          <a:p>
            <a:pPr algn="ctr">
              <a:lnSpc>
                <a:spcPct val="70000"/>
              </a:lnSpc>
            </a:pPr>
            <a:r>
              <a:rPr sz="7500" b="1" i="1">
                <a:solidFill>
                  <a:srgbClr val="FFFFFF"/>
                </a:solidFill>
                <a:latin typeface="Poppins"/>
              </a:rPr>
              <a:t>WOMAN OR MAN, NO MORE.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MANY THE GIFTS, MANY THE WORKS,</a:t>
            </a:r>
          </a:p>
          <a:p>
            <a:pPr algn="ctr">
              <a:lnSpc>
                <a:spcPct val="70000"/>
              </a:lnSpc>
            </a:pPr>
            <a:r>
              <a:rPr sz="7400" b="1" i="0">
                <a:solidFill>
                  <a:srgbClr val="FFFFFF"/>
                </a:solidFill>
                <a:latin typeface="Poppins"/>
              </a:rPr>
              <a:t>MANY THE WAYS WE SERVE.</a:t>
            </a:r>
          </a:p>
          <a:p>
            <a:pPr algn="ctr">
              <a:lnSpc>
                <a:spcPct val="70000"/>
              </a:lnSpc>
            </a:pPr>
            <a:r>
              <a:rPr sz="7400" b="1" i="0">
                <a:solidFill>
                  <a:srgbClr val="FFFFFF"/>
                </a:solidFill>
                <a:latin typeface="Poppins"/>
              </a:rPr>
              <a:t>MANY THE MOMENTS, MANY THE HOURS,</a:t>
            </a:r>
          </a:p>
          <a:p>
            <a:pPr algn="ctr">
              <a:lnSpc>
                <a:spcPct val="70000"/>
              </a:lnSpc>
            </a:pPr>
            <a:r>
              <a:rPr sz="7400" b="1" i="0">
                <a:solidFill>
                  <a:srgbClr val="FFFFFF"/>
                </a:solidFill>
                <a:latin typeface="Poppins"/>
              </a:rPr>
              <a:t>MANY THE TALENTS SHARED.</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5800" b="1" i="1">
                <a:solidFill>
                  <a:srgbClr val="FFFFFF"/>
                </a:solidFill>
                <a:latin typeface="Poppins"/>
              </a:rPr>
              <a:t>ONE BREAD, ONE BODY, ONE LORD OF ALL,</a:t>
            </a:r>
          </a:p>
          <a:p>
            <a:pPr algn="ctr">
              <a:lnSpc>
                <a:spcPct val="70000"/>
              </a:lnSpc>
            </a:pPr>
            <a:r>
              <a:rPr sz="5800" b="1" i="1">
                <a:solidFill>
                  <a:srgbClr val="FFFFFF"/>
                </a:solidFill>
                <a:latin typeface="Poppins"/>
              </a:rPr>
              <a:t>ONE CUP OF BLESSING WHICH WE BLESS.</a:t>
            </a:r>
          </a:p>
          <a:p>
            <a:pPr algn="ctr">
              <a:lnSpc>
                <a:spcPct val="70000"/>
              </a:lnSpc>
            </a:pPr>
            <a:r>
              <a:rPr sz="5800" b="1" i="1">
                <a:solidFill>
                  <a:srgbClr val="FFFFFF"/>
                </a:solidFill>
                <a:latin typeface="Poppins"/>
              </a:rPr>
              <a:t>AND WE, THOUGH MANY, THROUGHOUT THE EARTH,</a:t>
            </a:r>
          </a:p>
          <a:p>
            <a:pPr algn="ctr">
              <a:lnSpc>
                <a:spcPct val="70000"/>
              </a:lnSpc>
            </a:pPr>
            <a:r>
              <a:rPr sz="5800" b="1" i="1">
                <a:solidFill>
                  <a:srgbClr val="FFFFFF"/>
                </a:solidFill>
                <a:latin typeface="Poppins"/>
              </a:rPr>
              <a:t>WE ARE ONE BODY IN THIS ONE LORD.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Communion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2365907"/>
            <a:ext cx="16459200" cy="1280365"/>
          </a:xfrm>
          <a:prstGeom prst="rect">
            <a:avLst/>
          </a:prstGeom>
          <a:noFill/>
        </p:spPr>
        <p:txBody>
          <a:bodyPr wrap="square" lIns="109728" tIns="73152" rIns="109728" bIns="73152" anchor="ctr">
            <a:noAutofit/>
          </a:bodyPr>
          <a:lstStyle/>
          <a:p>
            <a:pPr algn="ctr">
              <a:spcBef>
                <a:spcPts val="600"/>
              </a:spcBef>
              <a:spcAft>
                <a:spcPts val="800"/>
              </a:spcAft>
            </a:pPr>
            <a:r>
              <a:rPr sz="6500" b="1" dirty="0">
                <a:solidFill>
                  <a:srgbClr val="FFB800"/>
                </a:solidFill>
                <a:latin typeface="Arial" panose="020B0604020202020204" pitchFamily="34" charset="0"/>
                <a:cs typeface="Arial" panose="020B0604020202020204" pitchFamily="34" charset="0"/>
              </a:rPr>
              <a:t>Priest: </a:t>
            </a:r>
            <a:r>
              <a:rPr sz="6500" b="1" i="1" dirty="0">
                <a:solidFill>
                  <a:srgbClr val="F0FDF4"/>
                </a:solidFill>
                <a:latin typeface="Arial" panose="020B0604020202020204" pitchFamily="34" charset="0"/>
                <a:cs typeface="Arial" panose="020B0604020202020204" pitchFamily="34" charset="0"/>
              </a:rPr>
              <a:t>Let us pray.</a:t>
            </a:r>
          </a:p>
        </p:txBody>
      </p:sp>
      <p:sp>
        <p:nvSpPr>
          <p:cNvPr id="4" name="TextBox 3">
            <a:extLst>
              <a:ext uri="{FF2B5EF4-FFF2-40B4-BE49-F238E27FC236}">
                <a16:creationId xmlns:a16="http://schemas.microsoft.com/office/drawing/2014/main" id="{7B73A9D8-8533-CC78-5413-306BA3BD42DC}"/>
              </a:ext>
            </a:extLst>
          </p:cNvPr>
          <p:cNvSpPr txBox="1"/>
          <p:nvPr/>
        </p:nvSpPr>
        <p:spPr>
          <a:xfrm>
            <a:off x="914400" y="5143500"/>
            <a:ext cx="16459200" cy="1280365"/>
          </a:xfrm>
          <a:prstGeom prst="rect">
            <a:avLst/>
          </a:prstGeom>
          <a:noFill/>
        </p:spPr>
        <p:txBody>
          <a:bodyPr wrap="square" lIns="109728" tIns="73152" rIns="109728" bIns="73152" anchor="ctr">
            <a:noAutofit/>
          </a:bodyPr>
          <a:lstStyle/>
          <a:p>
            <a:pPr algn="ctr">
              <a:spcBef>
                <a:spcPts val="600"/>
              </a:spcBef>
              <a:spcAft>
                <a:spcPts val="800"/>
              </a:spcAft>
            </a:pPr>
            <a:r>
              <a:rPr lang="en-US" sz="9000" b="1" dirty="0">
                <a:solidFill>
                  <a:srgbClr val="F0FDF4"/>
                </a:solidFill>
                <a:latin typeface="Arial" panose="020B0604020202020204" pitchFamily="34" charset="0"/>
                <a:cs typeface="Arial" panose="020B0604020202020204" pitchFamily="34" charset="0"/>
              </a:rP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The Communion Rite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4" name="TextBox 3">
            <a:extLst>
              <a:ext uri="{FF2B5EF4-FFF2-40B4-BE49-F238E27FC236}">
                <a16:creationId xmlns:a16="http://schemas.microsoft.com/office/drawing/2014/main" id="{3FE251BE-6C37-A4D1-32D9-85B08A94C476}"/>
              </a:ext>
            </a:extLst>
          </p:cNvPr>
          <p:cNvSpPr txBox="1"/>
          <p:nvPr/>
        </p:nvSpPr>
        <p:spPr>
          <a:xfrm>
            <a:off x="914400" y="1499417"/>
            <a:ext cx="16459200" cy="5040530"/>
          </a:xfrm>
          <a:prstGeom prst="rect">
            <a:avLst/>
          </a:prstGeom>
          <a:noFill/>
        </p:spPr>
        <p:txBody>
          <a:bodyPr wrap="square" lIns="109728" tIns="73152" rIns="109728" bIns="73152" anchor="ctr">
            <a:noAutofit/>
          </a:bodyPr>
          <a:lstStyle/>
          <a:p>
            <a:pPr algn="ctr">
              <a:spcAft>
                <a:spcPts val="500"/>
              </a:spcAft>
              <a:defRPr sz="5500" b="1" i="0" u="none">
                <a:solidFill>
                  <a:srgbClr val="F0FDF4"/>
                </a:solidFill>
                <a:latin typeface="Inter"/>
              </a:defRPr>
            </a:pPr>
            <a:r>
              <a:rPr sz="10000" dirty="0">
                <a:solidFill>
                  <a:srgbClr val="F0FDF4"/>
                </a:solidFill>
                <a:latin typeface="Georgia" panose="02040502050405020303" pitchFamily="18" charset="0"/>
              </a:rPr>
              <a:t>Welcome newcomers!</a:t>
            </a:r>
            <a:endParaRPr lang="en-US" sz="10000" dirty="0">
              <a:latin typeface="Georgia" panose="02040502050405020303" pitchFamily="18" charset="0"/>
            </a:endParaRPr>
          </a:p>
          <a:p>
            <a:pPr algn="ctr">
              <a:spcAft>
                <a:spcPts val="500"/>
              </a:spcAft>
              <a:defRPr sz="5500" b="1" i="0" u="none">
                <a:solidFill>
                  <a:srgbClr val="F0FDF4"/>
                </a:solidFill>
                <a:latin typeface="Inter"/>
              </a:defRPr>
            </a:pPr>
            <a:r>
              <a:rPr lang="en-KR" sz="10000" dirty="0">
                <a:solidFill>
                  <a:srgbClr val="F0FDF4"/>
                </a:solidFill>
                <a:latin typeface="Georgia" panose="02040502050405020303" pitchFamily="18" charset="0"/>
              </a:rPr>
              <a:t>to</a:t>
            </a:r>
            <a:br>
              <a:rPr lang="en-KR" sz="10000" dirty="0">
                <a:latin typeface="Georgia" panose="02040502050405020303" pitchFamily="18" charset="0"/>
              </a:rPr>
            </a:br>
            <a:r>
              <a:rPr lang="en-KR" sz="10000" dirty="0">
                <a:solidFill>
                  <a:srgbClr val="F0FDF4"/>
                </a:solidFill>
                <a:latin typeface="Georgia" panose="02040502050405020303" pitchFamily="18" charset="0"/>
              </a:rPr>
              <a:t>Gwangju Filipino Catholic Community</a:t>
            </a:r>
            <a:endParaRPr sz="10000" dirty="0">
              <a:latin typeface="Georgia" panose="02040502050405020303" pitchFamily="18" charset="0"/>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Welcoming Newcomers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109728"/>
            <a:ext cx="18288000" cy="868680"/>
          </a:xfrm>
          <a:prstGeom prst="rect">
            <a:avLst/>
          </a:prstGeom>
          <a:noFill/>
        </p:spPr>
        <p:txBody>
          <a:bodyPr wrap="square" lIns="109728" tIns="73152" rIns="109728" bIns="73152" anchor="t">
            <a:noAutofit/>
          </a:bodyPr>
          <a:lstStyle/>
          <a:p>
            <a:pPr algn="ctr">
              <a:defRPr sz="5000" b="1" i="0" u="sng">
                <a:solidFill>
                  <a:srgbClr val="FFB800"/>
                </a:solidFill>
                <a:latin typeface="Georgia"/>
              </a:defRPr>
            </a:pPr>
            <a:r>
              <a:rPr>
                <a:solidFill>
                  <a:srgbClr val="FFB800"/>
                </a:solidFill>
              </a:rPr>
              <a:t>Mass Collection</a:t>
            </a:r>
          </a:p>
        </p:txBody>
      </p:sp>
      <p:sp>
        <p:nvSpPr>
          <p:cNvPr id="6" name="TextBox 5">
            <a:extLst>
              <a:ext uri="{FF2B5EF4-FFF2-40B4-BE49-F238E27FC236}">
                <a16:creationId xmlns:a16="http://schemas.microsoft.com/office/drawing/2014/main" id="{5E6D80AC-E9BA-7C1C-81C5-AA192C66B850}"/>
              </a:ext>
            </a:extLst>
          </p:cNvPr>
          <p:cNvSpPr txBox="1"/>
          <p:nvPr/>
        </p:nvSpPr>
        <p:spPr>
          <a:xfrm>
            <a:off x="914400" y="4553503"/>
            <a:ext cx="16459200" cy="1161706"/>
          </a:xfrm>
          <a:prstGeom prst="rect">
            <a:avLst/>
          </a:prstGeom>
          <a:noFill/>
        </p:spPr>
        <p:txBody>
          <a:bodyPr wrap="square" lIns="109728" tIns="73152" rIns="109728" bIns="73152" anchor="ctr">
            <a:noAutofit/>
          </a:bodyPr>
          <a:lstStyle/>
          <a:p>
            <a:pPr algn="ctr">
              <a:defRPr sz="5500" b="1" i="0" u="none">
                <a:solidFill>
                  <a:srgbClr val="F0FDF4"/>
                </a:solidFill>
                <a:latin typeface="Inter"/>
              </a:defRPr>
            </a:pPr>
            <a:r>
              <a:rPr lang="en-US" sz="10000" b="1" dirty="0">
                <a:solidFill>
                  <a:srgbClr val="F0FDF4"/>
                </a:solidFill>
                <a:latin typeface="Arial Black" panose="020B0604020202020204" pitchFamily="34" charset="0"/>
                <a:cs typeface="Arial Black" panose="020B0604020202020204" pitchFamily="34" charset="0"/>
              </a:rPr>
              <a:t/>
            </a:r>
            <a:endParaRPr sz="10000" b="1" dirty="0">
              <a:latin typeface="Arial Black" panose="020B0604020202020204" pitchFamily="34" charset="0"/>
              <a:cs typeface="Arial Black" panose="020B0604020202020204" pitchFamily="34" charset="0"/>
            </a:endParaRPr>
          </a:p>
        </p:txBody>
      </p:sp>
      <p:sp>
        <p:nvSpPr>
          <p:cNvPr id="8" name="TextBox 7">
            <a:extLst>
              <a:ext uri="{FF2B5EF4-FFF2-40B4-BE49-F238E27FC236}">
                <a16:creationId xmlns:a16="http://schemas.microsoft.com/office/drawing/2014/main" id="{5EE7C7ED-ADC2-17BC-18D0-2CD24423D0BC}"/>
              </a:ext>
            </a:extLst>
          </p:cNvPr>
          <p:cNvSpPr txBox="1"/>
          <p:nvPr/>
        </p:nvSpPr>
        <p:spPr>
          <a:xfrm>
            <a:off x="914400" y="1381540"/>
            <a:ext cx="16459200" cy="1051561"/>
          </a:xfrm>
          <a:prstGeom prst="rect">
            <a:avLst/>
          </a:prstGeom>
          <a:noFill/>
        </p:spPr>
        <p:txBody>
          <a:bodyPr wrap="square" lIns="109728" tIns="73152" rIns="109728" bIns="73152">
            <a:noAutofit/>
          </a:bodyPr>
          <a:lstStyle/>
          <a:p>
            <a:pPr algn="ctr">
              <a:spcAft>
                <a:spcPts val="200"/>
              </a:spcAft>
              <a:defRPr sz="1500" b="0" i="0" u="none">
                <a:solidFill>
                  <a:srgbClr val="22C55E"/>
                </a:solidFill>
                <a:latin typeface="Inter"/>
              </a:defRPr>
            </a:pPr>
            <a:r>
              <a:rPr lang="en-US" sz="5000" b="1" i="1" dirty="0">
                <a:solidFill>
                  <a:srgbClr val="F0FDF4"/>
                </a:solidFill>
                <a:latin typeface="Arial" panose="020B0604020202020204" pitchFamily="34" charset="0"/>
                <a:cs typeface="Arial" panose="020B0604020202020204" pitchFamily="34" charset="0"/>
              </a:rPr>
              <a:t>Sunday, June 28, 2026</a:t>
            </a:r>
            <a:endParaRPr sz="5000" b="1" i="1" dirty="0">
              <a:solidFill>
                <a:schemeClr val="bg1"/>
              </a:solidFill>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B582F665-B508-1D17-B03C-850BD389EC3F}"/>
              </a:ext>
            </a:extLst>
          </p:cNvPr>
          <p:cNvSpPr txBox="1"/>
          <p:nvPr/>
        </p:nvSpPr>
        <p:spPr>
          <a:xfrm>
            <a:off x="914400" y="8324606"/>
            <a:ext cx="16459200" cy="1161707"/>
          </a:xfrm>
          <a:prstGeom prst="rect">
            <a:avLst/>
          </a:prstGeom>
          <a:noFill/>
        </p:spPr>
        <p:txBody>
          <a:bodyPr wrap="square" lIns="109728" tIns="73152" rIns="109728" bIns="73152">
            <a:noAutofit/>
          </a:bodyPr>
          <a:lstStyle/>
          <a:p>
            <a:pPr algn="ctr">
              <a:spcAft>
                <a:spcPts val="200"/>
              </a:spcAft>
              <a:defRPr sz="1500" b="0" i="0" u="none">
                <a:solidFill>
                  <a:srgbClr val="22C55E"/>
                </a:solidFill>
                <a:latin typeface="Inter"/>
              </a:defRPr>
            </a:pPr>
            <a:r>
              <a:rPr sz="5000" b="1" dirty="0">
                <a:solidFill>
                  <a:schemeClr val="bg1"/>
                </a:solidFill>
                <a:latin typeface="Arial" panose="020B0604020202020204" pitchFamily="34" charset="0"/>
                <a:cs typeface="Arial" panose="020B0604020202020204" pitchFamily="34" charset="0"/>
              </a:rPr>
              <a:t>Thank you for your generosity.</a:t>
            </a:r>
          </a:p>
        </p:txBody>
      </p:sp>
      <p:sp>
        <p:nvSpPr>
          <p:cNvPr id="13" name="TextBox 1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Mass Collection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tIns="73152" rIns="109728" bIns="73152" anchor="ctr">
            <a:noAutofit/>
          </a:bodyPr>
          <a:lstStyle/>
          <a:p>
            <a:pPr algn="ctr">
              <a:spcAft>
                <a:spcPts val="500"/>
              </a:spcAft>
              <a:defRPr sz="5500" b="1" i="0" u="none">
                <a:solidFill>
                  <a:srgbClr val="F0FDF4"/>
                </a:solidFill>
                <a:latin typeface="Inter"/>
              </a:defRPr>
            </a:pPr>
            <a:r>
              <a:rPr dirty="0">
                <a:solidFill>
                  <a:srgbClr val="F0FDF4"/>
                </a:solidFill>
              </a:rPr>
              <a:t>Sacrament of Confession</a:t>
            </a:r>
          </a:p>
        </p:txBody>
      </p:sp>
      <p:sp>
        <p:nvSpPr>
          <p:cNvPr id="4" name="TextBox 3">
            <a:extLst>
              <a:ext uri="{FF2B5EF4-FFF2-40B4-BE49-F238E27FC236}">
                <a16:creationId xmlns:a16="http://schemas.microsoft.com/office/drawing/2014/main" id="{A6D3B25F-5450-9BDC-7305-792F22175713}"/>
              </a:ext>
            </a:extLst>
          </p:cNvPr>
          <p:cNvSpPr txBox="1"/>
          <p:nvPr/>
        </p:nvSpPr>
        <p:spPr>
          <a:xfrm>
            <a:off x="914400" y="91440"/>
            <a:ext cx="16459200" cy="1051560"/>
          </a:xfrm>
          <a:prstGeom prst="rect">
            <a:avLst/>
          </a:prstGeom>
          <a:noFill/>
        </p:spPr>
        <p:txBody>
          <a:bodyPr wrap="square" lIns="109728" tIns="73152" rIns="109728" bIns="73152" anchor="t">
            <a:noAutofit/>
          </a:bodyPr>
          <a:lstStyle/>
          <a:p>
            <a:pPr algn="ctr">
              <a:defRPr sz="5500" b="1" i="0" u="none">
                <a:solidFill>
                  <a:srgbClr val="86EFAC"/>
                </a:solidFill>
                <a:latin typeface="Inter"/>
              </a:defRPr>
            </a:pPr>
            <a:r>
              <a:rPr lang="en-US" u="sng" dirty="0">
                <a:solidFill>
                  <a:srgbClr val="FFB800"/>
                </a:solidFill>
                <a:latin typeface="Georgia" panose="02040502050405020303" pitchFamily="18" charset="0"/>
              </a:rPr>
              <a:t>Sacrament of Confession</a:t>
            </a:r>
            <a:endParaRPr u="sng" dirty="0">
              <a:solidFill>
                <a:srgbClr val="FFB800"/>
              </a:solidFill>
              <a:latin typeface="Georgia" panose="02040502050405020303" pitchFamily="18" charset="0"/>
            </a:endParaRP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Announcements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373049"/>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sz="6500" b="1" dirty="0">
                <a:solidFill>
                  <a:srgbClr val="FFB800"/>
                </a:solidFill>
                <a:latin typeface="Arial" panose="020B0604020202020204" pitchFamily="34" charset="0"/>
                <a:cs typeface="Arial" panose="020B0604020202020204" pitchFamily="34" charset="0"/>
              </a:rPr>
              <a:t>Priest: </a:t>
            </a:r>
            <a:r>
              <a:rPr sz="6500" b="1" i="1" dirty="0">
                <a:solidFill>
                  <a:srgbClr val="F0FDF4"/>
                </a:solidFill>
                <a:latin typeface="Arial" panose="020B0604020202020204" pitchFamily="34" charset="0"/>
                <a:cs typeface="Arial" panose="020B0604020202020204" pitchFamily="34" charset="0"/>
              </a:rPr>
              <a:t>The Lord be with you.</a:t>
            </a:r>
          </a:p>
        </p:txBody>
      </p:sp>
      <p:sp>
        <p:nvSpPr>
          <p:cNvPr id="4" name="TextBox 3">
            <a:extLst>
              <a:ext uri="{FF2B5EF4-FFF2-40B4-BE49-F238E27FC236}">
                <a16:creationId xmlns:a16="http://schemas.microsoft.com/office/drawing/2014/main" id="{96FC87FF-BC64-13B6-66A9-387D1C03AA8D}"/>
              </a:ext>
            </a:extLst>
          </p:cNvPr>
          <p:cNvSpPr txBox="1"/>
          <p:nvPr/>
        </p:nvSpPr>
        <p:spPr>
          <a:xfrm>
            <a:off x="914400" y="3006090"/>
            <a:ext cx="16459200" cy="1899699"/>
          </a:xfrm>
          <a:prstGeom prst="rect">
            <a:avLst/>
          </a:prstGeom>
          <a:noFill/>
        </p:spPr>
        <p:txBody>
          <a:bodyPr wrap="square" lIns="109728" tIns="73152" rIns="109728" bIns="73152" anchor="ctr">
            <a:noAutofit/>
          </a:bodyPr>
          <a:lstStyle/>
          <a:p>
            <a:pPr algn="ctr">
              <a:spcBef>
                <a:spcPts val="600"/>
              </a:spcBef>
              <a:spcAft>
                <a:spcPts val="800"/>
              </a:spcAft>
            </a:pPr>
            <a:r>
              <a:rPr lang="en-US" sz="6500" b="1" dirty="0">
                <a:solidFill>
                  <a:srgbClr val="FFB800"/>
                </a:solidFill>
                <a:latin typeface="Arial" panose="020B0604020202020204" pitchFamily="34" charset="0"/>
                <a:cs typeface="Arial" panose="020B0604020202020204" pitchFamily="34" charset="0"/>
              </a:rPr>
              <a:t>Priest: </a:t>
            </a:r>
            <a:r>
              <a:rPr lang="en-US" sz="6500" b="1" i="1" dirty="0">
                <a:solidFill>
                  <a:srgbClr val="F0FDF4"/>
                </a:solidFill>
                <a:latin typeface="Arial" panose="020B0604020202020204" pitchFamily="34" charset="0"/>
                <a:cs typeface="Arial" panose="020B0604020202020204" pitchFamily="34" charset="0"/>
              </a:rPr>
              <a:t>May almighty God bless you, the Father, and the Son, and the Holy Spirit.</a:t>
            </a:r>
          </a:p>
        </p:txBody>
      </p:sp>
      <p:sp>
        <p:nvSpPr>
          <p:cNvPr id="5" name="TextBox 4">
            <a:extLst>
              <a:ext uri="{FF2B5EF4-FFF2-40B4-BE49-F238E27FC236}">
                <a16:creationId xmlns:a16="http://schemas.microsoft.com/office/drawing/2014/main" id="{3389B624-E2F8-3F71-E14D-62975158B081}"/>
              </a:ext>
            </a:extLst>
          </p:cNvPr>
          <p:cNvSpPr txBox="1"/>
          <p:nvPr/>
        </p:nvSpPr>
        <p:spPr>
          <a:xfrm>
            <a:off x="914400" y="6719516"/>
            <a:ext cx="16459200" cy="1938794"/>
          </a:xfrm>
          <a:prstGeom prst="rect">
            <a:avLst/>
          </a:prstGeom>
          <a:noFill/>
        </p:spPr>
        <p:txBody>
          <a:bodyPr wrap="square" lIns="109728" tIns="73152" rIns="109728" bIns="73152" anchor="ctr">
            <a:noAutofit/>
          </a:bodyPr>
          <a:lstStyle/>
          <a:p>
            <a:pPr algn="ctr">
              <a:spcBef>
                <a:spcPts val="600"/>
              </a:spcBef>
              <a:spcAft>
                <a:spcPts val="800"/>
              </a:spcAft>
            </a:pPr>
            <a:r>
              <a:rPr lang="en-US" sz="6500" b="1" dirty="0">
                <a:solidFill>
                  <a:srgbClr val="FFB800"/>
                </a:solidFill>
                <a:latin typeface="Arial" panose="020B0604020202020204" pitchFamily="34" charset="0"/>
                <a:cs typeface="Arial" panose="020B0604020202020204" pitchFamily="34" charset="0"/>
              </a:rPr>
              <a:t>Priest: </a:t>
            </a:r>
            <a:r>
              <a:rPr lang="en-US" sz="6500" b="1" i="1" dirty="0">
                <a:solidFill>
                  <a:srgbClr val="F0FDF4"/>
                </a:solidFill>
                <a:latin typeface="Arial" panose="020B0604020202020204" pitchFamily="34" charset="0"/>
                <a:cs typeface="Arial" panose="020B0604020202020204" pitchFamily="34" charset="0"/>
              </a:rPr>
              <a:t>Go in peace, glorifying the Lord by your life.</a:t>
            </a:r>
          </a:p>
        </p:txBody>
      </p:sp>
      <p:sp>
        <p:nvSpPr>
          <p:cNvPr id="6" name="TextBox 5">
            <a:extLst>
              <a:ext uri="{FF2B5EF4-FFF2-40B4-BE49-F238E27FC236}">
                <a16:creationId xmlns:a16="http://schemas.microsoft.com/office/drawing/2014/main" id="{BA7046C5-1E52-F69D-BF92-086E85CFB1E9}"/>
              </a:ext>
            </a:extLst>
          </p:cNvPr>
          <p:cNvSpPr txBox="1"/>
          <p:nvPr/>
        </p:nvSpPr>
        <p:spPr>
          <a:xfrm>
            <a:off x="914400" y="1192364"/>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lang="en-US" sz="7500" b="1" dirty="0">
                <a:solidFill>
                  <a:srgbClr val="F0FDF4"/>
                </a:solidFill>
                <a:latin typeface="Arial" panose="020B0604020202020204" pitchFamily="34" charset="0"/>
                <a:cs typeface="Arial" panose="020B0604020202020204" pitchFamily="34" charset="0"/>
              </a:rPr>
              <a:t>All: And with your spirit.</a:t>
            </a:r>
          </a:p>
        </p:txBody>
      </p:sp>
      <p:sp>
        <p:nvSpPr>
          <p:cNvPr id="7" name="TextBox 6">
            <a:extLst>
              <a:ext uri="{FF2B5EF4-FFF2-40B4-BE49-F238E27FC236}">
                <a16:creationId xmlns:a16="http://schemas.microsoft.com/office/drawing/2014/main" id="{A0016F4A-78CD-6BF8-2FB2-AD9931C686BE}"/>
              </a:ext>
            </a:extLst>
          </p:cNvPr>
          <p:cNvSpPr txBox="1"/>
          <p:nvPr/>
        </p:nvSpPr>
        <p:spPr>
          <a:xfrm>
            <a:off x="914400" y="4905789"/>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lang="en-US" sz="7500" b="1" dirty="0">
                <a:solidFill>
                  <a:srgbClr val="F0FDF4"/>
                </a:solidFill>
                <a:latin typeface="Arial" panose="020B0604020202020204" pitchFamily="34" charset="0"/>
                <a:cs typeface="Arial" panose="020B0604020202020204" pitchFamily="34" charset="0"/>
              </a:rPr>
              <a:t>All: Amen.</a:t>
            </a:r>
          </a:p>
        </p:txBody>
      </p:sp>
      <p:sp>
        <p:nvSpPr>
          <p:cNvPr id="3" name="TextBox 2">
            <a:extLst>
              <a:ext uri="{FF2B5EF4-FFF2-40B4-BE49-F238E27FC236}">
                <a16:creationId xmlns:a16="http://schemas.microsoft.com/office/drawing/2014/main" id="{8CC358AF-482B-E6E8-416B-DB6A83AAF1FE}"/>
              </a:ext>
            </a:extLst>
          </p:cNvPr>
          <p:cNvSpPr txBox="1"/>
          <p:nvPr/>
        </p:nvSpPr>
        <p:spPr>
          <a:xfrm>
            <a:off x="914400" y="8558917"/>
            <a:ext cx="16459200" cy="859403"/>
          </a:xfrm>
          <a:prstGeom prst="rect">
            <a:avLst/>
          </a:prstGeom>
          <a:noFill/>
        </p:spPr>
        <p:txBody>
          <a:bodyPr wrap="square" lIns="109728" tIns="73152" rIns="109728" bIns="73152" anchor="ctr">
            <a:noAutofit/>
          </a:bodyPr>
          <a:lstStyle/>
          <a:p>
            <a:pPr algn="ctr">
              <a:spcBef>
                <a:spcPts val="600"/>
              </a:spcBef>
              <a:spcAft>
                <a:spcPts val="800"/>
              </a:spcAft>
            </a:pPr>
            <a:r>
              <a:rPr lang="en-US" sz="7500" b="1" dirty="0">
                <a:solidFill>
                  <a:srgbClr val="F0FDF4"/>
                </a:solidFill>
                <a:latin typeface="Arial" panose="020B0604020202020204" pitchFamily="34" charset="0"/>
                <a:cs typeface="Arial" panose="020B0604020202020204" pitchFamily="34" charset="0"/>
              </a:rPr>
              <a:t>All: Thanks be to God.</a:t>
            </a:r>
          </a:p>
        </p:txBody>
      </p:sp>
      <p:sp>
        <p:nvSpPr>
          <p:cNvPr id="8" name="TextBox 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FFB800"/>
                </a:solidFill>
                <a:latin typeface="Arial"/>
              </a:defRPr>
            </a:pPr>
            <a:r>
              <a:t>Final Blessing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B800"/>
                </a:solidFill>
                <a:latin typeface="Georgia"/>
              </a:rPr>
              <a:t>Go Make a Difference</a:t>
            </a:r>
          </a:p>
        </p:txBody>
      </p:sp>
      <p:sp>
        <p:nvSpPr>
          <p:cNvPr id="3" name="TextBox 2"/>
          <p:cNvSpPr txBox="1"/>
          <p:nvPr/>
        </p:nvSpPr>
        <p:spPr>
          <a:xfrm>
            <a:off x="0" y="1097280"/>
            <a:ext cx="18288000" cy="44577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 MAKE A DIFFERENCE;</a:t>
            </a:r>
          </a:p>
          <a:p>
            <a:pPr algn="ctr">
              <a:lnSpc>
                <a:spcPct val="70000"/>
              </a:lnSpc>
            </a:pPr>
            <a:r>
              <a:rPr sz="7500" b="1" i="0">
                <a:solidFill>
                  <a:srgbClr val="FFFFFF"/>
                </a:solidFill>
                <a:latin typeface="Poppins"/>
              </a:rPr>
              <a:t>WE CAN MAKE A DIFFERENCE</a:t>
            </a:r>
          </a:p>
          <a:p>
            <a:pPr algn="ctr">
              <a:lnSpc>
                <a:spcPct val="70000"/>
              </a:lnSpc>
            </a:pPr>
            <a:r>
              <a:rPr sz="7500" b="1" i="0">
                <a:solidFill>
                  <a:srgbClr val="FFFFFF"/>
                </a:solidFill>
                <a:latin typeface="Poppins"/>
              </a:rPr>
              <a:t>IN THE NAME OF THE LORD.</a:t>
            </a:r>
          </a:p>
        </p:txBody>
      </p:sp>
      <p:sp>
        <p:nvSpPr>
          <p:cNvPr id="4" name="TextBox 3"/>
          <p:cNvSpPr txBox="1"/>
          <p:nvPr/>
        </p:nvSpPr>
        <p:spPr>
          <a:xfrm>
            <a:off x="0" y="5829300"/>
            <a:ext cx="18288000" cy="4457700"/>
          </a:xfrm>
          <a:prstGeom prst="rect">
            <a:avLst/>
          </a:prstGeom>
          <a:noFill/>
        </p:spPr>
        <p:txBody>
          <a:bodyPr wrap="square" lIns="0" rIns="0" tIns="73152" bIns="73152" anchor="ctr">
            <a:noAutofit/>
          </a:bodyPr>
          <a:lstStyle/>
          <a:p>
            <a:pPr algn="ctr">
              <a:lnSpc>
                <a:spcPct val="70000"/>
              </a:lnSpc>
            </a:pPr>
            <a:r>
              <a:rPr sz="7100" b="1" i="1">
                <a:solidFill>
                  <a:srgbClr val="FFFFFF"/>
                </a:solidFill>
                <a:latin typeface="Poppins"/>
              </a:rPr>
              <a:t>WE ARE SENT IN THE POWER OF LOVE,</a:t>
            </a:r>
          </a:p>
          <a:p>
            <a:pPr algn="ctr">
              <a:lnSpc>
                <a:spcPct val="70000"/>
              </a:lnSpc>
            </a:pPr>
            <a:r>
              <a:rPr sz="7100" b="1" i="1">
                <a:solidFill>
                  <a:srgbClr val="FFFFFF"/>
                </a:solidFill>
                <a:latin typeface="Poppins"/>
              </a:rPr>
              <a:t>BEARING PEACE LIKE A PURE, HOLY DOVE</a:t>
            </a:r>
          </a:p>
          <a:p>
            <a:pPr algn="ctr">
              <a:lnSpc>
                <a:spcPct val="70000"/>
              </a:lnSpc>
            </a:pPr>
            <a:r>
              <a:rPr sz="7100" b="1" i="1">
                <a:solidFill>
                  <a:srgbClr val="FFFFFF"/>
                </a:solidFill>
                <a:latin typeface="Poppins"/>
              </a:rPr>
              <a:t>TO EVERY NATION, EVERY LAND.</a:t>
            </a:r>
          </a:p>
          <a:p>
            <a:pPr algn="ctr">
              <a:lnSpc>
                <a:spcPct val="70000"/>
              </a:lnSpc>
            </a:pPr>
            <a:r>
              <a:rPr sz="7100" b="1" i="1">
                <a:solidFill>
                  <a:srgbClr val="FFFFFF"/>
                </a:solidFill>
                <a:latin typeface="Poppins"/>
              </a:rPr>
              <a:t>GO MAKE A DIFFERENCE.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Recessional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 MAKE A DIFFERENCE;</a:t>
            </a:r>
          </a:p>
          <a:p>
            <a:pPr algn="ctr">
              <a:lnSpc>
                <a:spcPct val="70000"/>
              </a:lnSpc>
            </a:pPr>
            <a:r>
              <a:rPr sz="7500" b="1" i="0">
                <a:solidFill>
                  <a:srgbClr val="FFFFFF"/>
                </a:solidFill>
                <a:latin typeface="Poppins"/>
              </a:rPr>
              <a:t>WE CAN MAKE A DIFFERENCE</a:t>
            </a:r>
          </a:p>
          <a:p>
            <a:pPr algn="ctr">
              <a:lnSpc>
                <a:spcPct val="70000"/>
              </a:lnSpc>
            </a:pPr>
            <a:r>
              <a:rPr sz="7500" b="1" i="0">
                <a:solidFill>
                  <a:srgbClr val="FFFFFF"/>
                </a:solidFill>
                <a:latin typeface="Poppins"/>
              </a:rPr>
              <a:t>IN THE NAME OF THE LORD.</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6600" b="1" i="1">
                <a:solidFill>
                  <a:srgbClr val="FFFFFF"/>
                </a:solidFill>
                <a:latin typeface="Poppins"/>
              </a:rPr>
              <a:t>WE ARE THE SALT OF THE EARTH,</a:t>
            </a:r>
          </a:p>
          <a:p>
            <a:pPr algn="ctr">
              <a:lnSpc>
                <a:spcPct val="70000"/>
              </a:lnSpc>
            </a:pPr>
            <a:r>
              <a:rPr sz="6600" b="1" i="1">
                <a:solidFill>
                  <a:srgbClr val="FFFFFF"/>
                </a:solidFill>
                <a:latin typeface="Poppins"/>
              </a:rPr>
              <a:t>CALLED TO GIVE THE WORLD A NEW TASTE:</a:t>
            </a:r>
          </a:p>
          <a:p>
            <a:pPr algn="ctr">
              <a:lnSpc>
                <a:spcPct val="70000"/>
              </a:lnSpc>
            </a:pPr>
            <a:r>
              <a:rPr sz="6600" b="1" i="1">
                <a:solidFill>
                  <a:srgbClr val="FFFFFF"/>
                </a:solidFill>
                <a:latin typeface="Poppins"/>
              </a:rPr>
              <a:t>LOVE, JUSTICE, MERCY, AND PRAISE.</a:t>
            </a:r>
          </a:p>
          <a:p>
            <a:pPr algn="ctr">
              <a:lnSpc>
                <a:spcPct val="70000"/>
              </a:lnSpc>
            </a:pPr>
            <a:r>
              <a:rPr sz="6600" b="1" i="1">
                <a:solidFill>
                  <a:srgbClr val="FFFFFF"/>
                </a:solidFill>
                <a:latin typeface="Poppins"/>
              </a:rPr>
              <a:t>GO MAKE A DIFFERENCE.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Recessional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500634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 MAKE A DIFFERENCE;</a:t>
            </a:r>
          </a:p>
          <a:p>
            <a:pPr algn="ctr">
              <a:lnSpc>
                <a:spcPct val="70000"/>
              </a:lnSpc>
            </a:pPr>
            <a:r>
              <a:rPr sz="7500" b="1" i="0">
                <a:solidFill>
                  <a:srgbClr val="FFFFFF"/>
                </a:solidFill>
                <a:latin typeface="Poppins"/>
              </a:rPr>
              <a:t>WE CAN MAKE A DIFFERENCE</a:t>
            </a:r>
          </a:p>
          <a:p>
            <a:pPr algn="ctr">
              <a:lnSpc>
                <a:spcPct val="70000"/>
              </a:lnSpc>
            </a:pPr>
            <a:r>
              <a:rPr sz="7500" b="1" i="0">
                <a:solidFill>
                  <a:srgbClr val="FFFFFF"/>
                </a:solidFill>
                <a:latin typeface="Poppins"/>
              </a:rPr>
              <a:t>IN THE NAME OF THE LORD.</a:t>
            </a:r>
          </a:p>
        </p:txBody>
      </p:sp>
      <p:sp>
        <p:nvSpPr>
          <p:cNvPr id="3" name="TextBox 2"/>
          <p:cNvSpPr txBox="1"/>
          <p:nvPr/>
        </p:nvSpPr>
        <p:spPr>
          <a:xfrm>
            <a:off x="0" y="5280660"/>
            <a:ext cx="18288000" cy="5006340"/>
          </a:xfrm>
          <a:prstGeom prst="rect">
            <a:avLst/>
          </a:prstGeom>
          <a:noFill/>
        </p:spPr>
        <p:txBody>
          <a:bodyPr wrap="square" lIns="0" rIns="0" tIns="73152" bIns="73152" anchor="ctr">
            <a:noAutofit/>
          </a:bodyPr>
          <a:lstStyle/>
          <a:p>
            <a:pPr algn="ctr">
              <a:lnSpc>
                <a:spcPct val="70000"/>
              </a:lnSpc>
            </a:pPr>
            <a:r>
              <a:rPr sz="6400" b="1" i="1">
                <a:solidFill>
                  <a:srgbClr val="FFFFFF"/>
                </a:solidFill>
                <a:latin typeface="Poppins"/>
              </a:rPr>
              <a:t>WE ARE A LIGHT ON THE HILL,</a:t>
            </a:r>
          </a:p>
          <a:p>
            <a:pPr algn="ctr">
              <a:lnSpc>
                <a:spcPct val="70000"/>
              </a:lnSpc>
            </a:pPr>
            <a:r>
              <a:rPr sz="6400" b="1" i="1">
                <a:solidFill>
                  <a:srgbClr val="FFFFFF"/>
                </a:solidFill>
                <a:latin typeface="Poppins"/>
              </a:rPr>
              <a:t>MAY OUR GOOD DEEDS SHINE, LORD, UNTIL</a:t>
            </a:r>
          </a:p>
          <a:p>
            <a:pPr algn="ctr">
              <a:lnSpc>
                <a:spcPct val="70000"/>
              </a:lnSpc>
            </a:pPr>
            <a:r>
              <a:rPr sz="6400" b="1" i="1">
                <a:solidFill>
                  <a:srgbClr val="FFFFFF"/>
                </a:solidFill>
                <a:latin typeface="Poppins"/>
              </a:rPr>
              <a:t>ALL KNOW YOUR KINGDOM IS NEAR.</a:t>
            </a:r>
          </a:p>
          <a:p>
            <a:pPr algn="ctr">
              <a:lnSpc>
                <a:spcPct val="70000"/>
              </a:lnSpc>
            </a:pPr>
            <a:r>
              <a:rPr sz="6400" b="1" i="1">
                <a:solidFill>
                  <a:srgbClr val="FFFFFF"/>
                </a:solidFill>
                <a:latin typeface="Poppins"/>
              </a:rPr>
              <a:t>GO MAKE A DIFFERENCE.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B800"/>
                </a:solidFill>
                <a:latin typeface="Arial"/>
              </a:defRPr>
            </a:pPr>
            <a:r>
              <a:t>Recessional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F1A13"/>
            </a:gs>
            <a:gs pos="100000">
              <a:srgbClr val="689474"/>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D6A3E">
              <a:alpha val="44706"/>
            </a:srgbClr>
          </a:solidFill>
          <a:ln w="14299" cap="sq">
            <a:solidFill>
              <a:srgbClr val="749D80">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D4128">
              <a:alpha val="60784"/>
            </a:srgbClr>
          </a:solidFill>
          <a:ln w="14299" cap="sq">
            <a:solidFill>
              <a:srgbClr val="1D4128">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FFEABF"/>
                </a:solidFill>
                <a:latin typeface="Arial"/>
              </a:defRPr>
            </a:pPr>
            <a:r>
              <a:t>MASS CELEBRANT:</a:t>
            </a:r>
          </a:p>
        </p:txBody>
      </p:sp>
      <p:sp>
        <p:nvSpPr>
          <p:cNvPr id="5" name="TextBox 4"/>
          <p:cNvSpPr txBox="1"/>
          <p:nvPr/>
        </p:nvSpPr>
        <p:spPr>
          <a:xfrm>
            <a:off x="267004" y="3053181"/>
            <a:ext cx="6589166" cy="1057046"/>
          </a:xfrm>
          <a:prstGeom prst="rect">
            <a:avLst/>
          </a:prstGeom>
          <a:noFill/>
        </p:spPr>
        <p:txBody>
          <a:bodyPr wrap="none" lIns="109728" rIns="109728" tIns="73152" bIns="73152" anchor="ctr">
            <a:noAutofit/>
          </a:bodyPr>
          <a:lstStyle/>
          <a:p>
            <a:pPr algn="ctr">
              <a:lnSpc>
                <a:spcPct val="108000"/>
              </a:lnSpc>
              <a:defRPr sz="3600" b="1" i="0" u="none">
                <a:solidFill>
                  <a:srgbClr val="FAF8F4"/>
                </a:solidFill>
                <a:latin typeface="Arial"/>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u="none">
                <a:solidFill>
                  <a:srgbClr val="FAF8F4"/>
                </a:solidFill>
                <a:latin typeface="Arial"/>
              </a:defRPr>
            </a:pPr>
            <a:r>
              <a:t>YEAR A · 5 JULY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800" b="0" i="0" u="none">
                <a:solidFill>
                  <a:srgbClr val="EFEDEC"/>
                </a:solidFill>
                <a:latin typeface="Arial"/>
              </a:defRPr>
            </a:pPr>
            <a:r>
              <a:t>“I thank you, Father, Lord of heaven and earth, that you hid these things from the wise and understanding, and revealed them to infants.”</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FFDE9E"/>
                </a:solidFill>
                <a:latin typeface="Arial"/>
              </a:defRPr>
            </a:pPr>
            <a:r>
              <a:t>GOSPEL (MATTHEW 11:25–30)</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AF8F4"/>
                </a:solidFill>
                <a:latin typeface="Arial"/>
              </a:defRPr>
            </a:pPr>
            <a:r>
              <a:t>14th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