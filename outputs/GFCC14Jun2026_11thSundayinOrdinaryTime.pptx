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90D0D"/>
            </a:gs>
            <a:gs pos="100000">
              <a:srgbClr val="53625C"/>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B9F6C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u="none">
                <a:solidFill>
                  <a:srgbClr val="F0FDF4"/>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0FDF4"/>
                </a:solidFill>
                <a:latin typeface="Calibri"/>
              </a:defRPr>
            </a:pPr>
            <a:r>
              <a:t>YEAR A · 14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CBF3D9"/>
                </a:solidFill>
                <a:latin typeface="Calibri"/>
              </a:defRPr>
            </a:pPr>
            <a:r>
              <a:t>“Do not go into pagan territory or enter a Samaritan town.”</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300" b="1" i="0" u="none">
                <a:solidFill>
                  <a:srgbClr val="95F1B6"/>
                </a:solidFill>
                <a:latin typeface="Calibri"/>
              </a:defRPr>
            </a:pPr>
            <a:r>
              <a:t>GOSPEL (MATTHEW 9:36—10:8)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0FDF4"/>
                </a:solidFill>
                <a:latin typeface="Calibri"/>
              </a:defRPr>
            </a:pPr>
            <a:r>
              <a:t>11th Sunday in Ordinary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600" b="1" u="sng">
                <a:solidFill>
                  <a:srgbClr val="FFCC4D"/>
                </a:solidFill>
                <a:latin typeface="Georgia"/>
              </a:rPr>
              <a:t>Sing a New Song</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YAHWEH'S PEOPLE DANCE FOR JOY</a:t>
            </a:r>
          </a:p>
          <a:p>
            <a:pPr algn="ctr">
              <a:lnSpc>
                <a:spcPct val="70000"/>
              </a:lnSpc>
            </a:pPr>
            <a:r>
              <a:rPr sz="7500" b="1" i="0">
                <a:solidFill>
                  <a:srgbClr val="FFFFFF"/>
                </a:solidFill>
                <a:latin typeface="Poppins"/>
              </a:rPr>
              <a:t>O COME BEFORE THE LORD</a:t>
            </a:r>
          </a:p>
          <a:p>
            <a:pPr algn="ctr">
              <a:lnSpc>
                <a:spcPct val="70000"/>
              </a:lnSpc>
            </a:pPr>
            <a:r>
              <a:rPr sz="7500" b="1" i="0">
                <a:solidFill>
                  <a:srgbClr val="FFFFFF"/>
                </a:solidFill>
                <a:latin typeface="Poppins"/>
              </a:rPr>
              <a:t>AND PLAY FOR HIM ON GLAD TAMBOURINES</a:t>
            </a:r>
          </a:p>
          <a:p>
            <a:pPr algn="ctr">
              <a:lnSpc>
                <a:spcPct val="70000"/>
              </a:lnSpc>
            </a:pPr>
            <a:r>
              <a:rPr sz="7500" b="1" i="0">
                <a:solidFill>
                  <a:srgbClr val="FFFFFF"/>
                </a:solidFill>
                <a:latin typeface="Poppins"/>
              </a:rPr>
              <a:t>AND LET YOUR TRUMPET SOUND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RISE, O CHILDREN, FROM YOUR SLEEP;</a:t>
            </a:r>
          </a:p>
          <a:p>
            <a:pPr algn="ctr">
              <a:lnSpc>
                <a:spcPct val="70000"/>
              </a:lnSpc>
            </a:pPr>
            <a:r>
              <a:rPr sz="7500" b="1" i="0">
                <a:solidFill>
                  <a:srgbClr val="FFFFFF"/>
                </a:solidFill>
                <a:latin typeface="Poppins"/>
              </a:rPr>
              <a:t>YOUR SAVIOR NOW HAS COME</a:t>
            </a:r>
          </a:p>
          <a:p>
            <a:pPr algn="ctr">
              <a:lnSpc>
                <a:spcPct val="70000"/>
              </a:lnSpc>
            </a:pPr>
            <a:r>
              <a:rPr sz="7500" b="1" i="0">
                <a:solidFill>
                  <a:srgbClr val="FFFFFF"/>
                </a:solidFill>
                <a:latin typeface="Poppins"/>
              </a:rPr>
              <a:t>HE HAS TURNED YOUR SORROW TO JOY</a:t>
            </a:r>
          </a:p>
          <a:p>
            <a:pPr algn="ctr">
              <a:lnSpc>
                <a:spcPct val="70000"/>
              </a:lnSpc>
            </a:pPr>
            <a:r>
              <a:rPr sz="7500" b="1" i="0">
                <a:solidFill>
                  <a:srgbClr val="FFFFFF"/>
                </a:solidFill>
                <a:latin typeface="Poppins"/>
              </a:rPr>
              <a:t>AND FILLED YOUR SOUL WITH SONG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a:p>
            <a:pPr algn="ctr">
              <a:lnSpc>
                <a:spcPct val="70000"/>
              </a:lnSpc>
            </a:pPr>
            <a:r>
              <a:rPr sz="6600" b="1" i="1">
                <a:solidFill>
                  <a:srgbClr val="FFB800"/>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90D0D"/>
            </a:gs>
            <a:gs pos="100000">
              <a:srgbClr val="53625C"/>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B9F6C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u="none">
                <a:solidFill>
                  <a:srgbClr val="F0FDF4"/>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0FDF4"/>
                </a:solidFill>
                <a:latin typeface="Calibri"/>
              </a:defRPr>
            </a:pPr>
            <a:r>
              <a:t>YEAR A · 14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CBF3D9"/>
                </a:solidFill>
                <a:latin typeface="Calibri"/>
              </a:defRPr>
            </a:pPr>
            <a:r>
              <a:t>“Do not go into pagan territory or enter a Samaritan town.”</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300" b="1" i="0" u="none">
                <a:solidFill>
                  <a:srgbClr val="95F1B6"/>
                </a:solidFill>
                <a:latin typeface="Calibri"/>
              </a:defRPr>
            </a:pPr>
            <a:r>
              <a:t>GOSPEL (MATTHEW 9:36—10:8)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0FDF4"/>
                </a:solidFill>
                <a:latin typeface="Calibri"/>
              </a:defRPr>
            </a:pPr>
            <a:r>
              <a:t>11th Sunday in Ordinary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86EFAC"/>
                </a:solidFill>
                <a:latin typeface="Inter"/>
              </a:defRPr>
            </a:pPr>
            <a:r>
              <a:t>Priest: In the Name of the Father, and of the Son, and of the Holy Spirit.</a:t>
            </a:r>
          </a:p>
          <a:p>
            <a:pPr algn="ctr">
              <a:spcBef>
                <a:spcPts val="400"/>
              </a:spcBef>
              <a:spcAft>
                <a:spcPts val="500"/>
              </a:spcAft>
              <a:defRPr sz="5500" b="1" i="0" u="none">
                <a:solidFill>
                  <a:srgbClr val="F0FDF4"/>
                </a:solidFill>
                <a:latin typeface="Inter"/>
              </a:defRPr>
            </a:pPr>
            <a:r>
              <a:t>All: Amen.</a:t>
            </a:r>
          </a:p>
          <a:p>
            <a:pPr algn="ctr">
              <a:spcBef>
                <a:spcPts val="400"/>
              </a:spcBef>
              <a:spcAft>
                <a:spcPts val="500"/>
              </a:spcAft>
              <a:defRPr sz="5500" b="1" i="0" u="none">
                <a:solidFill>
                  <a:srgbClr val="86EFAC"/>
                </a:solidFill>
                <a:latin typeface="Inter"/>
              </a:defRPr>
            </a:pPr>
            <a:r>
              <a:t>Priest: The Lord be with you.</a:t>
            </a:r>
          </a:p>
          <a:p>
            <a:pPr algn="ctr">
              <a:spcBef>
                <a:spcPts val="400"/>
              </a:spcBef>
              <a:spcAft>
                <a:spcPts val="500"/>
              </a:spcAft>
              <a:defRPr sz="5500" b="1" i="0" u="none">
                <a:solidFill>
                  <a:srgbClr val="F0FDF4"/>
                </a:solidFill>
                <a:latin typeface="Inter"/>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Introductory Rites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Penitential Act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Penitential Act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4801154" y="1896595"/>
            <a:ext cx="9278336"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3" id="3"/>
          <p:cNvSpPr txBox="true"/>
          <p:nvPr/>
        </p:nvSpPr>
        <p:spPr>
          <a:xfrm rot="0">
            <a:off x="4801154" y="4666484"/>
            <a:ext cx="10374670"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a:lnSpc>
                <a:spcPts val="5935"/>
              </a:lnSpc>
              <a:defRPr/>
            </a:pPr>
            <a:r>
              <a:rPr lang="en-US" b="1" sz="5600" spc="148">
                <a:solidFill>
                  <a:srgbClr val="FFFFFF"/>
                </a:solidFill>
                <a:latin typeface="Poppins Bold"/>
                <a:ea typeface="Poppins Bold"/>
                <a:cs typeface="Poppins Bold"/>
                <a:sym typeface="Poppins Bold"/>
              </a:rPr>
              <a:t>CHRIST,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CHRIST, HAVE MERCY.</a:t>
            </a:r>
          </a:p>
        </p:txBody>
      </p:sp>
      <p:sp>
        <p:nvSpPr>
          <p:cNvPr name="TextBox 4" id="4"/>
          <p:cNvSpPr txBox="true"/>
          <p:nvPr/>
        </p:nvSpPr>
        <p:spPr>
          <a:xfrm rot="0">
            <a:off x="4801154" y="7436374"/>
            <a:ext cx="9575679" cy="2320798"/>
          </a:xfrm>
          <a:prstGeom prst="rect">
            <a:avLst/>
          </a:prstGeom>
        </p:spPr>
        <p:txBody>
          <a:bodyPr anchor="t" rtlCol="false" tIns="0" lIns="0" bIns="0" rIns="0">
            <a:spAutoFit/>
          </a:bodyPr>
          <a:lstStyle/>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a:lnSpc>
                <a:spcPts val="5935"/>
              </a:lnSpc>
              <a:defRPr/>
            </a:pPr>
            <a:r>
              <a:rPr lang="en-US" b="1" sz="5600" spc="148">
                <a:solidFill>
                  <a:srgbClr val="FFFFFF"/>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FFFFF"/>
                </a:solidFill>
                <a:latin typeface="Poppins Bold"/>
                <a:ea typeface="Poppins Bold"/>
                <a:cs typeface="Poppins Bold"/>
                <a:sym typeface="Poppins Bold"/>
              </a:rPr>
              <a:t>           </a:t>
            </a:r>
            <a:r>
              <a:rPr lang="en-US" b="1" sz="5600" spc="148">
                <a:gradFill>
                  <a:gsLst>
                    <a:gs pos="0">
                      <a:srgbClr val="FFDE59">
                        <a:alpha val="100000"/>
                      </a:srgbClr>
                    </a:gs>
                    <a:gs pos="100000">
                      <a:srgbClr val="FF914D">
                        <a:alpha val="100000"/>
                      </a:srgbClr>
                    </a:gs>
                  </a:gsLst>
                  <a:lin ang="0"/>
                </a:gradFill>
                <a:latin typeface="Poppins Bold"/>
                <a:ea typeface="Poppins Bold"/>
                <a:cs typeface="Poppins Bold"/>
                <a:sym typeface="Poppins Bold"/>
              </a:rPr>
              <a:t>LORD, HAVE MERCY.</a:t>
            </a:r>
          </a:p>
        </p:txBody>
      </p:sp>
      <p:sp>
        <p:nvSpPr>
          <p:cNvPr name="TextBox 5" id="5"/>
          <p:cNvSpPr txBox="true"/>
          <p:nvPr/>
        </p:nvSpPr>
        <p:spPr>
          <a:xfrm rot="0">
            <a:off x="2874744" y="331003"/>
            <a:ext cx="12538511"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Kyrie Eleison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Kyrie Eleison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0" y="896938"/>
            <a:ext cx="18288000" cy="4138869"/>
          </a:xfrm>
          <a:prstGeom prst="rect">
            <a:avLst/>
          </a:prstGeom>
        </p:spPr>
        <p:txBody>
          <a:bodyPr anchor="t" rtlCol="false" tIns="0" lIns="0" bIns="0" rIns="0">
            <a:spAutoFit/>
          </a:bodyPr>
          <a:lstStyle/>
          <a:p>
            <a:pPr algn="ctr">
              <a:lnSpc>
                <a:spcPts val="8123"/>
              </a:lnSpc>
              <a:defRPr/>
            </a:pPr>
            <a:r>
              <a:rPr lang="en-US" b="true" sz="5802">
                <a:solidFill>
                  <a:srgbClr val="FFB800"/>
                </a:solidFill>
                <a:latin typeface="Poppins Bold"/>
                <a:ea typeface="Poppins Bold"/>
                <a:cs typeface="Poppins Bold"/>
                <a:sym typeface="Poppins Bold"/>
              </a:rPr>
              <a:t>GLORY TO GOD! GLORY TO GOD!</a:t>
            </a:r>
          </a:p>
          <a:p>
            <a:pPr algn="ctr">
              <a:lnSpc>
                <a:spcPts val="8123"/>
              </a:lnSpc>
              <a:defRPr/>
            </a:pPr>
            <a:r>
              <a:rPr lang="en-US" b="true" sz="5802">
                <a:solidFill>
                  <a:srgbClr val="FFB800"/>
                </a:solidFill>
                <a:latin typeface="Poppins Bold"/>
                <a:ea typeface="Poppins Bold"/>
                <a:cs typeface="Poppins Bold"/>
                <a:sym typeface="Poppins Bold"/>
              </a:rPr>
              <a:t>GLORY TO GOD IN THE HIGHEST, </a:t>
            </a:r>
          </a:p>
          <a:p>
            <a:pPr algn="ctr">
              <a:lnSpc>
                <a:spcPts val="8123"/>
              </a:lnSpc>
              <a:defRPr/>
            </a:pPr>
            <a:r>
              <a:rPr lang="en-US" b="true" sz="5802">
                <a:solidFill>
                  <a:srgbClr val="FFB800"/>
                </a:solidFill>
                <a:latin typeface="Poppins Bold"/>
                <a:ea typeface="Poppins Bold"/>
                <a:cs typeface="Poppins Bold"/>
                <a:sym typeface="Poppins Bold"/>
              </a:rPr>
              <a:t>AND ON EARTH , PEACE ON EARTH,</a:t>
            </a:r>
          </a:p>
          <a:p>
            <a:pPr algn="ctr" marL="0" indent="0" lvl="0">
              <a:lnSpc>
                <a:spcPts val="8123"/>
              </a:lnSpc>
              <a:spcBef>
                <a:spcPct val="0"/>
              </a:spcBef>
              <a:defRPr/>
            </a:pPr>
            <a:r>
              <a:rPr lang="en-US" b="true" sz="5802">
                <a:solidFill>
                  <a:srgbClr val="FFB800"/>
                </a:solidFill>
                <a:latin typeface="Poppins Bold"/>
                <a:ea typeface="Poppins Bold"/>
                <a:cs typeface="Poppins Bold"/>
                <a:sym typeface="Poppins Bold"/>
              </a:rPr>
              <a:t>PEACE TO PEOPLE OF GOOD WILL!</a:t>
            </a:r>
          </a:p>
        </p:txBody>
      </p:sp>
      <p:sp>
        <p:nvSpPr>
          <p:cNvPr name="TextBox 3" id="3"/>
          <p:cNvSpPr txBox="true"/>
          <p:nvPr/>
        </p:nvSpPr>
        <p:spPr>
          <a:xfrm rot="0">
            <a:off x="0" y="5132070"/>
            <a:ext cx="18288000" cy="5074921"/>
          </a:xfrm>
          <a:prstGeom prst="rect">
            <a:avLst/>
          </a:prstGeom>
        </p:spPr>
        <p:txBody>
          <a:bodyPr anchor="t" rtlCol="false" tIns="0" lIns="0" bIns="0" rIns="0">
            <a:spAutoFit/>
          </a:bodyPr>
          <a:lstStyle/>
          <a:p>
            <a:pPr algn="ctr">
              <a:lnSpc>
                <a:spcPts val="7979"/>
              </a:lnSpc>
              <a:defRPr/>
            </a:pPr>
            <a:r>
              <a:rPr lang="en-US" b="true" sz="5699">
                <a:solidFill>
                  <a:srgbClr val="FFFFFF"/>
                </a:solidFill>
                <a:latin typeface="Poppins Bold"/>
                <a:ea typeface="Poppins Bold"/>
                <a:cs typeface="Poppins Bold"/>
                <a:sym typeface="Poppins Bold"/>
              </a:rPr>
              <a:t>WE PRAISE YOU, WE BLESS YOU,</a:t>
            </a:r>
          </a:p>
          <a:p>
            <a:pPr algn="ctr">
              <a:lnSpc>
                <a:spcPts val="7979"/>
              </a:lnSpc>
              <a:defRPr/>
            </a:pPr>
            <a:r>
              <a:rPr lang="en-US" b="true" sz="5699">
                <a:solidFill>
                  <a:srgbClr val="FFFFFF"/>
                </a:solidFill>
                <a:latin typeface="Poppins Bold"/>
                <a:ea typeface="Poppins Bold"/>
                <a:cs typeface="Poppins Bold"/>
                <a:sym typeface="Poppins Bold"/>
              </a:rPr>
              <a:t>WE ADORE YOU, WE GLORIFY YOU,</a:t>
            </a:r>
          </a:p>
          <a:p>
            <a:pPr algn="ctr">
              <a:lnSpc>
                <a:spcPts val="7979"/>
              </a:lnSpc>
              <a:defRPr/>
            </a:pPr>
            <a:r>
              <a:rPr lang="en-US" b="true" sz="5699">
                <a:solidFill>
                  <a:srgbClr val="FFFFFF"/>
                </a:solidFill>
                <a:latin typeface="Poppins Bold"/>
                <a:ea typeface="Poppins Bold"/>
                <a:cs typeface="Poppins Bold"/>
                <a:sym typeface="Poppins Bold"/>
              </a:rPr>
              <a:t>WE GIVE YOU THANKS FOR YOUR GREAT GLORY, LORD GOD, HEAVENLY KING,</a:t>
            </a:r>
          </a:p>
          <a:p>
            <a:pPr algn="ctr" marL="0" indent="0" lvl="0">
              <a:lnSpc>
                <a:spcPts val="7979"/>
              </a:lnSpc>
              <a:spcBef>
                <a:spcPct val="0"/>
              </a:spcBef>
              <a:defRPr/>
            </a:pPr>
            <a:r>
              <a:rPr lang="en-US" b="true" sz="5699">
                <a:solidFill>
                  <a:srgbClr val="FFFFFF"/>
                </a:solidFill>
                <a:latin typeface="Poppins Bold"/>
                <a:ea typeface="Poppins Bold"/>
                <a:cs typeface="Poppins Bold"/>
                <a:sym typeface="Poppins Bold"/>
              </a:rPr>
              <a:t>O GOD, ALMIGHTY FATHER. </a:t>
            </a:r>
          </a:p>
        </p:txBody>
      </p:sp>
      <p:sp>
        <p:nvSpPr>
          <p:cNvPr name="TextBox 4" id="4"/>
          <p:cNvSpPr txBox="true"/>
          <p:nvPr/>
        </p:nvSpPr>
        <p:spPr>
          <a:xfrm rot="0">
            <a:off x="2874744" y="118555"/>
            <a:ext cx="12538511" cy="921258"/>
          </a:xfrm>
          <a:prstGeom prst="rect">
            <a:avLst/>
          </a:prstGeom>
        </p:spPr>
        <p:txBody>
          <a:bodyPr anchor="t" rtlCol="false" tIns="0" lIns="0" bIns="0" rIns="0">
            <a:spAutoFit/>
          </a:bodyPr>
          <a:lstStyle/>
          <a:p>
            <a:pPr algn="ctr" marL="0" indent="0" lvl="0">
              <a:lnSpc>
                <a:spcPts val="7056"/>
              </a:lnSpc>
              <a:spcBef>
                <a:spcPct val="0"/>
              </a:spcBef>
              <a:defRPr/>
            </a:pPr>
            <a:r>
              <a:rPr lang="en-US" sz="3850">
                <a:solidFill>
                  <a:srgbClr val="FFB800"/>
                </a:solidFill>
                <a:latin typeface="Georgia"/>
                <a:ea typeface="Recoleta"/>
                <a:cs typeface="Recoleta"/>
                <a:sym typeface="Recoleta"/>
              </a:rPr>
              <a:t>Gloria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Gloria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0" y="819150"/>
            <a:ext cx="18288000" cy="18878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LORD JESUS CHRIST, ONLY BEGOTTEN SON, </a:t>
            </a:r>
          </a:p>
          <a:p>
            <a:pPr algn="ctr" marL="0" indent="0" lvl="0">
              <a:lnSpc>
                <a:spcPts val="7259"/>
              </a:lnSpc>
              <a:defRPr/>
            </a:pPr>
            <a:r>
              <a:rPr lang="en-US" b="true" sz="5999">
                <a:solidFill>
                  <a:srgbClr val="FFFFFF"/>
                </a:solidFill>
                <a:latin typeface="Poppins Bold"/>
                <a:ea typeface="Poppins Bold"/>
                <a:cs typeface="Poppins Bold"/>
                <a:sym typeface="Poppins Bold"/>
              </a:rPr>
              <a:t>LORD GOD, LAMB OF GOD, SON OF THE FATHER.</a:t>
            </a:r>
          </a:p>
        </p:txBody>
      </p:sp>
      <p:sp>
        <p:nvSpPr>
          <p:cNvPr name="TextBox 3" id="3"/>
          <p:cNvSpPr txBox="true"/>
          <p:nvPr/>
        </p:nvSpPr>
        <p:spPr>
          <a:xfrm rot="0">
            <a:off x="1076325" y="3306924"/>
            <a:ext cx="16898156" cy="6583553"/>
          </a:xfrm>
          <a:prstGeom prst="rect">
            <a:avLst/>
          </a:prstGeom>
        </p:spPr>
        <p:txBody>
          <a:bodyPr anchor="t" rtlCol="false" tIns="0" lIns="0" bIns="0" rIns="0">
            <a:spAutoFit/>
          </a:bodyPr>
          <a:lstStyle/>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HAVE MERCY ON US</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TAKE AWAY THE SINS OF THE WORLD,</a:t>
            </a:r>
          </a:p>
          <a:p>
            <a:pPr algn="l">
              <a:lnSpc>
                <a:spcPts val="7380"/>
              </a:lnSpc>
              <a:defRPr/>
            </a:pPr>
            <a:r>
              <a:rPr lang="en-US" sz="6099" b="true">
                <a:solidFill>
                  <a:srgbClr val="FFB800"/>
                </a:solidFill>
                <a:latin typeface="Poppins Bold"/>
                <a:ea typeface="Poppins Bold"/>
                <a:cs typeface="Poppins Bold"/>
                <a:sym typeface="Poppins Bold"/>
              </a:rPr>
              <a:t>RECEIVE OUR PRAYER</a:t>
            </a:r>
            <a:r>
              <a:rPr lang="en-US" sz="6099" b="true">
                <a:solidFill>
                  <a:srgbClr val="FFFFFF"/>
                </a:solidFill>
                <a:latin typeface="Poppins Bold"/>
                <a:ea typeface="Poppins Bold"/>
                <a:cs typeface="Poppins Bold"/>
                <a:sym typeface="Poppins Bold"/>
              </a:rPr>
              <a:t>;</a:t>
            </a:r>
          </a:p>
          <a:p>
            <a:pPr algn="l">
              <a:lnSpc>
                <a:spcPts val="7380"/>
              </a:lnSpc>
              <a:defRPr/>
            </a:pPr>
            <a:r>
              <a:rPr lang="en-US" sz="6099" b="true">
                <a:solidFill>
                  <a:srgbClr val="FFFFFF"/>
                </a:solidFill>
                <a:latin typeface="Poppins Bold"/>
                <a:ea typeface="Poppins Bold"/>
                <a:cs typeface="Poppins Bold"/>
                <a:sym typeface="Poppins Bold"/>
              </a:rPr>
              <a:t>YOU ARE SEATED AT THE RIGHT HAND,</a:t>
            </a:r>
          </a:p>
          <a:p>
            <a:pPr algn="l">
              <a:lnSpc>
                <a:spcPts val="7380"/>
              </a:lnSpc>
              <a:defRPr/>
            </a:pPr>
            <a:r>
              <a:rPr lang="en-US" sz="6099" b="true">
                <a:solidFill>
                  <a:srgbClr val="FFFFFF"/>
                </a:solidFill>
                <a:latin typeface="Poppins Bold"/>
                <a:ea typeface="Poppins Bold"/>
                <a:cs typeface="Poppins Bold"/>
                <a:sym typeface="Poppins Bold"/>
              </a:rPr>
              <a:t>THE RIGHT OF THE FATHER,</a:t>
            </a:r>
          </a:p>
          <a:p>
            <a:pPr algn="l" marL="0" indent="0" lvl="0">
              <a:lnSpc>
                <a:spcPts val="7380"/>
              </a:lnSpc>
              <a:defRPr/>
            </a:pPr>
            <a:r>
              <a:rPr lang="en-US" b="true" sz="6099">
                <a:solidFill>
                  <a:srgbClr val="FFB800"/>
                </a:solidFill>
                <a:latin typeface="Poppins Bold"/>
                <a:ea typeface="Poppins Bold"/>
                <a:cs typeface="Poppins Bold"/>
                <a:sym typeface="Poppins Bold"/>
              </a:rPr>
              <a:t>HAVE MERCY ON US</a:t>
            </a:r>
            <a:r>
              <a:rPr lang="en-US" b="true" sz="6099">
                <a:solidFill>
                  <a:srgbClr val="FFFFFF"/>
                </a:solidFill>
                <a:latin typeface="Poppins Bold"/>
                <a:ea typeface="Poppins Bold"/>
                <a:cs typeface="Poppins Bold"/>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Gloria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0" y="5207256"/>
            <a:ext cx="18288000" cy="4631055"/>
          </a:xfrm>
          <a:prstGeom prst="rect">
            <a:avLst/>
          </a:prstGeom>
        </p:spPr>
        <p:txBody>
          <a:bodyPr anchor="t" rtlCol="false" tIns="0" lIns="0" bIns="0" rIns="0">
            <a:spAutoFit/>
          </a:bodyPr>
          <a:lstStyle/>
          <a:p>
            <a:pPr algn="ctr">
              <a:lnSpc>
                <a:spcPts val="7259"/>
              </a:lnSpc>
              <a:defRPr/>
            </a:pPr>
            <a:r>
              <a:rPr lang="en-US" b="true" sz="5999">
                <a:solidFill>
                  <a:srgbClr val="FFFFFF"/>
                </a:solidFill>
                <a:latin typeface="Poppins Bold"/>
                <a:ea typeface="Poppins Bold"/>
                <a:cs typeface="Poppins Bold"/>
                <a:sym typeface="Poppins Bold"/>
              </a:rPr>
              <a:t>FOR YOU ALONE ARE THE HOLY ONE, </a:t>
            </a:r>
          </a:p>
          <a:p>
            <a:pPr algn="ctr">
              <a:lnSpc>
                <a:spcPts val="7259"/>
              </a:lnSpc>
              <a:defRPr/>
            </a:pPr>
            <a:r>
              <a:rPr lang="en-US" b="true" sz="5999">
                <a:solidFill>
                  <a:srgbClr val="FFFFFF"/>
                </a:solidFill>
                <a:latin typeface="Poppins Bold"/>
                <a:ea typeface="Poppins Bold"/>
                <a:cs typeface="Poppins Bold"/>
                <a:sym typeface="Poppins Bold"/>
              </a:rPr>
              <a:t>YOU ALONE ARE THE LORD,</a:t>
            </a:r>
          </a:p>
          <a:p>
            <a:pPr algn="ctr">
              <a:lnSpc>
                <a:spcPts val="7259"/>
              </a:lnSpc>
              <a:defRPr/>
            </a:pPr>
            <a:r>
              <a:rPr lang="en-US" b="true" sz="5999">
                <a:solidFill>
                  <a:srgbClr val="FFFFFF"/>
                </a:solidFill>
                <a:latin typeface="Poppins Bold"/>
                <a:ea typeface="Poppins Bold"/>
                <a:cs typeface="Poppins Bold"/>
                <a:sym typeface="Poppins Bold"/>
              </a:rPr>
              <a:t>YOU ALONE ARE THE MOST HIGH,</a:t>
            </a:r>
          </a:p>
          <a:p>
            <a:pPr algn="ctr">
              <a:lnSpc>
                <a:spcPts val="7259"/>
              </a:lnSpc>
              <a:defRPr/>
            </a:pPr>
            <a:r>
              <a:rPr lang="en-US" b="true" sz="5999">
                <a:solidFill>
                  <a:srgbClr val="FFFFFF"/>
                </a:solidFill>
                <a:latin typeface="Poppins Bold"/>
                <a:ea typeface="Poppins Bold"/>
                <a:cs typeface="Poppins Bold"/>
                <a:sym typeface="Poppins Bold"/>
              </a:rPr>
              <a:t>J</a:t>
            </a:r>
            <a:r>
              <a:rPr lang="en-US" b="true" sz="5999">
                <a:solidFill>
                  <a:srgbClr val="FFFFFF"/>
                </a:solidFill>
                <a:latin typeface="Poppins Bold"/>
                <a:ea typeface="Poppins Bold"/>
                <a:cs typeface="Poppins Bold"/>
                <a:sym typeface="Poppins Bold"/>
              </a:rPr>
              <a:t>E</a:t>
            </a:r>
            <a:r>
              <a:rPr lang="en-US" b="true" sz="5999">
                <a:solidFill>
                  <a:srgbClr val="FFFFFF"/>
                </a:solidFill>
                <a:latin typeface="Poppins Bold"/>
                <a:ea typeface="Poppins Bold"/>
                <a:cs typeface="Poppins Bold"/>
                <a:sym typeface="Poppins Bold"/>
              </a:rPr>
              <a:t>S</a:t>
            </a:r>
            <a:r>
              <a:rPr lang="en-US" b="true" sz="5999">
                <a:solidFill>
                  <a:srgbClr val="FFFFFF"/>
                </a:solidFill>
                <a:latin typeface="Poppins Bold"/>
                <a:ea typeface="Poppins Bold"/>
                <a:cs typeface="Poppins Bold"/>
                <a:sym typeface="Poppins Bold"/>
              </a:rPr>
              <a:t>US</a:t>
            </a:r>
            <a:r>
              <a:rPr lang="en-US" b="true" sz="5999">
                <a:solidFill>
                  <a:srgbClr val="FFFFFF"/>
                </a:solidFill>
                <a:latin typeface="Poppins Bold"/>
                <a:ea typeface="Poppins Bold"/>
                <a:cs typeface="Poppins Bold"/>
                <a:sym typeface="Poppins Bold"/>
              </a:rPr>
              <a:t> CHRIST, WITH THE HOL</a:t>
            </a:r>
            <a:r>
              <a:rPr lang="en-US" b="true" sz="5999">
                <a:solidFill>
                  <a:srgbClr val="FFFFFF"/>
                </a:solidFill>
                <a:latin typeface="Poppins Bold"/>
                <a:ea typeface="Poppins Bold"/>
                <a:cs typeface="Poppins Bold"/>
                <a:sym typeface="Poppins Bold"/>
              </a:rPr>
              <a:t>Y</a:t>
            </a:r>
            <a:r>
              <a:rPr lang="en-US" b="true" sz="5999">
                <a:solidFill>
                  <a:srgbClr val="FFFFFF"/>
                </a:solidFill>
                <a:latin typeface="Poppins Bold"/>
                <a:ea typeface="Poppins Bold"/>
                <a:cs typeface="Poppins Bold"/>
                <a:sym typeface="Poppins Bold"/>
              </a:rPr>
              <a:t> SPIRIT,</a:t>
            </a:r>
          </a:p>
          <a:p>
            <a:pPr algn="ctr" marL="0" indent="0" lvl="0">
              <a:lnSpc>
                <a:spcPts val="7259"/>
              </a:lnSpc>
              <a:defRPr/>
            </a:pPr>
            <a:r>
              <a:rPr lang="en-US" b="true" sz="5999">
                <a:solidFill>
                  <a:srgbClr val="FFFFFF"/>
                </a:solidFill>
                <a:latin typeface="Poppins Bold"/>
                <a:ea typeface="Poppins Bold"/>
                <a:cs typeface="Poppins Bold"/>
                <a:sym typeface="Poppins Bold"/>
              </a:rPr>
              <a:t>IN THE GLORY</a:t>
            </a:r>
            <a:r>
              <a:rPr lang="en-US" b="true" sz="5999">
                <a:solidFill>
                  <a:srgbClr val="FFFFFF"/>
                </a:solidFill>
                <a:latin typeface="Poppins Bold"/>
                <a:ea typeface="Poppins Bold"/>
                <a:cs typeface="Poppins Bold"/>
                <a:sym typeface="Poppins Bold"/>
              </a:rPr>
              <a:t> OF GOD THE FATHER. </a:t>
            </a:r>
          </a:p>
        </p:txBody>
      </p:sp>
      <p:sp>
        <p:nvSpPr>
          <p:cNvPr name="TextBox 6" id="6"/>
          <p:cNvSpPr txBox="true"/>
          <p:nvPr/>
        </p:nvSpPr>
        <p:spPr>
          <a:xfrm rot="0">
            <a:off x="0" y="521018"/>
            <a:ext cx="18288000" cy="4276664"/>
          </a:xfrm>
          <a:prstGeom prst="rect">
            <a:avLst/>
          </a:prstGeom>
        </p:spPr>
        <p:txBody>
          <a:bodyPr anchor="t" rtlCol="false" tIns="0" lIns="0" bIns="0" rIns="0">
            <a:spAutoFit/>
          </a:bodyPr>
          <a:lstStyle/>
          <a:p>
            <a:pPr algn="ctr">
              <a:lnSpc>
                <a:spcPts val="8403"/>
              </a:lnSpc>
              <a:defRPr/>
            </a:pPr>
            <a:r>
              <a:rPr lang="en-US" b="true" sz="6002">
                <a:solidFill>
                  <a:srgbClr val="FFB800"/>
                </a:solidFill>
                <a:latin typeface="Poppins Bold"/>
                <a:ea typeface="Poppins Bold"/>
                <a:cs typeface="Poppins Bold"/>
                <a:sym typeface="Poppins Bold"/>
              </a:rPr>
              <a:t>GLORY TO GOD! GLORY TO GOD!</a:t>
            </a:r>
          </a:p>
          <a:p>
            <a:pPr algn="ctr">
              <a:lnSpc>
                <a:spcPts val="8403"/>
              </a:lnSpc>
              <a:defRPr/>
            </a:pPr>
            <a:r>
              <a:rPr lang="en-US" b="true" sz="6002">
                <a:solidFill>
                  <a:srgbClr val="FFB800"/>
                </a:solidFill>
                <a:latin typeface="Poppins Bold"/>
                <a:ea typeface="Poppins Bold"/>
                <a:cs typeface="Poppins Bold"/>
                <a:sym typeface="Poppins Bold"/>
              </a:rPr>
              <a:t>GLORY TO GOD IN THE HIGHEST, </a:t>
            </a:r>
          </a:p>
          <a:p>
            <a:pPr algn="ctr">
              <a:lnSpc>
                <a:spcPts val="8403"/>
              </a:lnSpc>
              <a:defRPr/>
            </a:pPr>
            <a:r>
              <a:rPr lang="en-US" b="true" sz="6002">
                <a:solidFill>
                  <a:srgbClr val="FFB800"/>
                </a:solidFill>
                <a:latin typeface="Poppins Bold"/>
                <a:ea typeface="Poppins Bold"/>
                <a:cs typeface="Poppins Bold"/>
                <a:sym typeface="Poppins Bold"/>
              </a:rPr>
              <a:t>AND ON EARTH , PEACE ON EARTH,</a:t>
            </a:r>
          </a:p>
          <a:p>
            <a:pPr algn="ctr" marL="0" indent="0" lvl="0">
              <a:lnSpc>
                <a:spcPts val="8403"/>
              </a:lnSpc>
              <a:spcBef>
                <a:spcPct val="0"/>
              </a:spcBef>
              <a:defRPr/>
            </a:pPr>
            <a:r>
              <a:rPr lang="en-US" b="true" sz="60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Gloria (3/4)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0" y="7432051"/>
            <a:ext cx="18288000" cy="1417701"/>
          </a:xfrm>
          <a:prstGeom prst="rect">
            <a:avLst/>
          </a:prstGeom>
        </p:spPr>
        <p:txBody>
          <a:bodyPr anchor="t" rtlCol="false" tIns="0" lIns="0" bIns="0" rIns="0">
            <a:spAutoFit/>
          </a:bodyPr>
          <a:lstStyle/>
          <a:p>
            <a:pPr algn="ctr" marL="0" indent="0" lvl="0">
              <a:lnSpc>
                <a:spcPts val="10526"/>
              </a:lnSpc>
              <a:defRPr/>
            </a:pPr>
            <a:r>
              <a:rPr lang="en-US" b="true" sz="8699">
                <a:solidFill>
                  <a:srgbClr val="FFFFFF"/>
                </a:solidFill>
                <a:latin typeface="Poppins Bold"/>
                <a:ea typeface="Poppins Bold"/>
                <a:cs typeface="Poppins Bold"/>
                <a:sym typeface="Poppins Bold"/>
              </a:rPr>
              <a:t>AMEN, AMEN, AMEN!</a:t>
            </a:r>
          </a:p>
        </p:txBody>
      </p:sp>
      <p:sp>
        <p:nvSpPr>
          <p:cNvPr name="TextBox 6" id="6"/>
          <p:cNvSpPr txBox="true"/>
          <p:nvPr/>
        </p:nvSpPr>
        <p:spPr>
          <a:xfrm rot="0">
            <a:off x="0" y="1724273"/>
            <a:ext cx="18288000" cy="5122485"/>
          </a:xfrm>
          <a:prstGeom prst="rect">
            <a:avLst/>
          </a:prstGeom>
        </p:spPr>
        <p:txBody>
          <a:bodyPr anchor="t" rtlCol="false" tIns="0" lIns="0" bIns="0" rIns="0">
            <a:spAutoFit/>
          </a:bodyPr>
          <a:lstStyle/>
          <a:p>
            <a:pPr algn="ctr">
              <a:lnSpc>
                <a:spcPts val="10083"/>
              </a:lnSpc>
              <a:defRPr/>
            </a:pPr>
            <a:r>
              <a:rPr lang="en-US" b="true" sz="7202">
                <a:solidFill>
                  <a:srgbClr val="FFB800"/>
                </a:solidFill>
                <a:latin typeface="Poppins Bold"/>
                <a:ea typeface="Poppins Bold"/>
                <a:cs typeface="Poppins Bold"/>
                <a:sym typeface="Poppins Bold"/>
              </a:rPr>
              <a:t>GLORY TO GOD! GLORY TO GOD!</a:t>
            </a:r>
          </a:p>
          <a:p>
            <a:pPr algn="ctr">
              <a:lnSpc>
                <a:spcPts val="10083"/>
              </a:lnSpc>
              <a:defRPr/>
            </a:pPr>
            <a:r>
              <a:rPr lang="en-US" b="true" sz="7202">
                <a:solidFill>
                  <a:srgbClr val="FFB800"/>
                </a:solidFill>
                <a:latin typeface="Poppins Bold"/>
                <a:ea typeface="Poppins Bold"/>
                <a:cs typeface="Poppins Bold"/>
                <a:sym typeface="Poppins Bold"/>
              </a:rPr>
              <a:t>GLORY TO GOD IN THE HIGHEST, </a:t>
            </a:r>
          </a:p>
          <a:p>
            <a:pPr algn="ctr">
              <a:lnSpc>
                <a:spcPts val="10083"/>
              </a:lnSpc>
              <a:defRPr/>
            </a:pPr>
            <a:r>
              <a:rPr lang="en-US" b="true" sz="7202">
                <a:solidFill>
                  <a:srgbClr val="FFB800"/>
                </a:solidFill>
                <a:latin typeface="Poppins Bold"/>
                <a:ea typeface="Poppins Bold"/>
                <a:cs typeface="Poppins Bold"/>
                <a:sym typeface="Poppins Bold"/>
              </a:rPr>
              <a:t>AND ON EARTH , PEACE ON EARTH,</a:t>
            </a:r>
          </a:p>
          <a:p>
            <a:pPr algn="ctr" marL="0" indent="0" lvl="0">
              <a:lnSpc>
                <a:spcPts val="10083"/>
              </a:lnSpc>
              <a:spcBef>
                <a:spcPct val="0"/>
              </a:spcBef>
              <a:defRPr/>
            </a:pPr>
            <a:r>
              <a:rPr lang="en-US" b="true" sz="7202">
                <a:solidFill>
                  <a:srgbClr val="FFB800"/>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Gloria (4/4)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86EFAC"/>
                </a:solidFill>
                <a:latin typeface="Inter"/>
              </a:defRPr>
            </a:pPr>
            <a:r>
              <a:t>Priest: Let us pray.</a:t>
            </a:r>
          </a:p>
          <a:p>
            <a:pPr algn="ctr">
              <a:spcBef>
                <a:spcPts val="400"/>
              </a:spcBef>
              <a:spcAft>
                <a:spcPts val="500"/>
              </a:spcAft>
              <a:defRPr sz="5500" b="1" i="0" u="none">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turgy_of_the_word_title.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86EFAC"/>
                </a:solidFill>
                <a:latin typeface="Inter"/>
              </a:defRPr>
            </a:pPr>
            <a:r>
              <a:t>Liturgy of the Word</a:t>
            </a:r>
          </a:p>
          <a:p>
            <a:pPr algn="ctr">
              <a:spcAft>
                <a:spcPts val="1600"/>
              </a:spcAft>
              <a:defRPr sz="5500" b="1" i="0" u="none">
                <a:solidFill>
                  <a:srgbClr val="86EFAC"/>
                </a:solidFill>
                <a:latin typeface="Inter"/>
              </a:defRPr>
            </a:pPr>
            <a:r>
              <a:t>First Reading</a:t>
            </a:r>
          </a:p>
          <a:p>
            <a:pPr algn="ctr">
              <a:defRPr sz="5500" b="0" i="0" u="none">
                <a:solidFill>
                  <a:srgbClr val="F0FDF4"/>
                </a:solidFill>
                <a:latin typeface="Inter"/>
              </a:defRPr>
            </a:pPr>
            <a:r>
              <a:t>Exodus 19:2-6a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86EFAC"/>
                </a:solidFill>
                <a:latin typeface="Inter"/>
              </a:defRPr>
            </a:pPr>
            <a:r>
              <a:t>Liturgy of the Word</a:t>
            </a:r>
          </a:p>
          <a:p>
            <a:pPr algn="ctr">
              <a:spcAft>
                <a:spcPts val="1200"/>
              </a:spcAft>
              <a:defRPr sz="5500" b="1" i="0" u="none">
                <a:solidFill>
                  <a:srgbClr val="86EFAC"/>
                </a:solidFill>
                <a:latin typeface="Inter"/>
              </a:defRPr>
            </a:pPr>
            <a:r>
              <a:t>Responsorial Psalm</a:t>
            </a:r>
            <a:br/>
            <a:r>
              <a:t>(Psalm 100:1-2, 3, 5)</a:t>
            </a:r>
          </a:p>
          <a:p>
            <a:pPr algn="ctr">
              <a:spcAft>
                <a:spcPts val="800"/>
              </a:spcAft>
              <a:defRPr sz="5500" b="0" i="0" u="none">
                <a:solidFill>
                  <a:srgbClr val="F0FDF4"/>
                </a:solidFill>
                <a:latin typeface="Inter"/>
              </a:defRPr>
            </a:pPr>
            <a:r>
              <a:t>R. We are his people: the sheep of his flock.</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86EFAC"/>
                </a:solidFill>
                <a:latin typeface="Inter"/>
              </a:defRPr>
            </a:pPr>
            <a:r>
              <a:t>Liturgy of the Word</a:t>
            </a:r>
          </a:p>
          <a:p>
            <a:pPr algn="ctr">
              <a:spcAft>
                <a:spcPts val="1600"/>
              </a:spcAft>
              <a:defRPr sz="5500" b="1" i="0" u="none">
                <a:solidFill>
                  <a:srgbClr val="86EFAC"/>
                </a:solidFill>
                <a:latin typeface="Inter"/>
              </a:defRPr>
            </a:pPr>
            <a:r>
              <a:t>Second Reading</a:t>
            </a:r>
          </a:p>
          <a:p>
            <a:pPr algn="ctr">
              <a:defRPr sz="5500" b="0" i="0" u="none">
                <a:solidFill>
                  <a:srgbClr val="F0FDF4"/>
                </a:solidFill>
                <a:latin typeface="Inter"/>
              </a:defRPr>
            </a:pPr>
            <a:r>
              <a:t>Romans 5:6-11</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0" y="2602230"/>
            <a:ext cx="18288000" cy="4892041"/>
          </a:xfrm>
          <a:prstGeom prst="rect">
            <a:avLst/>
          </a:prstGeom>
        </p:spPr>
        <p:txBody>
          <a:bodyPr anchor="t" rtlCol="false" tIns="0" lIns="0" bIns="0" rIns="0">
            <a:noAutofit/>
          </a:bodyPr>
          <a:lstStyle/>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a:lnSpc>
                <a:spcPts val="9659"/>
              </a:lnSpc>
              <a:defRPr/>
            </a:pPr>
            <a:r>
              <a:rPr lang="en-US" b="1" sz="6900">
                <a:solidFill>
                  <a:srgbClr val="FFFFFF"/>
                </a:solidFill>
                <a:latin typeface="Poppins Bold"/>
                <a:ea typeface="Poppins Bold"/>
                <a:cs typeface="Poppins Bold"/>
                <a:sym typeface="Poppins Bold"/>
              </a:rPr>
              <a:t>ALLELUIA! ALLELUIA!</a:t>
            </a:r>
          </a:p>
          <a:p>
            <a:pPr algn="ctr" marL="0" indent="0" lvl="0">
              <a:lnSpc>
                <a:spcPts val="9659"/>
              </a:lnSpc>
              <a:spcBef>
                <a:spcPct val="0"/>
              </a:spcBef>
              <a:defRPr/>
            </a:pPr>
            <a:r>
              <a:rPr lang="en-US" b="1" sz="6900">
                <a:solidFill>
                  <a:srgbClr val="FFFFFF"/>
                </a:solidFill>
                <a:latin typeface="Poppins Bold"/>
                <a:ea typeface="Poppins Bold"/>
                <a:cs typeface="Poppins Bold"/>
                <a:sym typeface="Poppins Bold"/>
              </a:rPr>
              <a:t>ALLELUIA! ALLELUIA!</a:t>
            </a:r>
          </a:p>
        </p:txBody>
      </p:sp>
      <p:sp>
        <p:nvSpPr>
          <p:cNvPr name="TextBox 3" id="3"/>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Gospel Acclamation (1/2)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2741394" y="2126857"/>
            <a:ext cx="12101674" cy="1227455"/>
          </a:xfrm>
          <a:prstGeom prst="rect">
            <a:avLst/>
          </a:prstGeom>
        </p:spPr>
        <p:txBody>
          <a:bodyPr anchor="t" rtlCol="false" tIns="0" lIns="0" bIns="0" rIns="0">
            <a:noAutofit/>
          </a:bodyPr>
          <a:lstStyle/>
          <a:p>
            <a:pPr algn="l" marL="0" indent="0" lvl="0">
              <a:lnSpc>
                <a:spcPts val="9520"/>
              </a:lnSpc>
              <a:spcBef>
                <a:spcPct val="0"/>
              </a:spcBef>
              <a:defRPr/>
            </a:pPr>
            <a:r>
              <a:rPr sz="6900" b="1" i="0">
                <a:solidFill>
                  <a:srgbClr val="F8B300"/>
                </a:solidFill>
                <a:latin typeface="Poppins Bold"/>
              </a:rPr>
              <a:t>Priest: </a:t>
            </a:r>
            <a:r>
              <a:rPr sz="6900" b="1" i="0">
                <a:solidFill>
                  <a:srgbClr val="FFFFFF"/>
                </a:solidFill>
                <a:latin typeface="Poppins Bold"/>
              </a:rPr>
              <a:t>The Lord be with you.</a:t>
            </a:r>
          </a:p>
        </p:txBody>
      </p:sp>
      <p:sp>
        <p:nvSpPr>
          <p:cNvPr name="TextBox 3" id="3"/>
          <p:cNvSpPr txBox="true"/>
          <p:nvPr/>
        </p:nvSpPr>
        <p:spPr>
          <a:xfrm rot="0">
            <a:off x="2741394" y="5586337"/>
            <a:ext cx="14802275" cy="1860423"/>
          </a:xfrm>
          <a:prstGeom prst="rect">
            <a:avLst/>
          </a:prstGeom>
        </p:spPr>
        <p:txBody>
          <a:bodyPr anchor="t" rtlCol="false" tIns="0" lIns="0" bIns="0" rIns="0">
            <a:noAutofit/>
          </a:bodyPr>
          <a:lstStyle/>
          <a:p>
            <a:pPr algn="l">
              <a:lnSpc>
                <a:spcPts val="6936"/>
              </a:lnSpc>
              <a:defRPr/>
            </a:pPr>
            <a:r>
              <a:rPr sz="6900" b="1" i="0">
                <a:solidFill>
                  <a:srgbClr val="F8B300"/>
                </a:solidFill>
                <a:latin typeface="Poppins Bold"/>
              </a:rPr>
              <a:t>Priest: </a:t>
            </a:r>
            <a:r>
              <a:rPr sz="6900" b="1" i="0">
                <a:solidFill>
                  <a:srgbClr val="FFFFFF"/>
                </a:solidFill>
                <a:latin typeface="Poppins Bold"/>
              </a:rPr>
              <a:t>A reading from the holy</a:t>
            </a:r>
          </a:p>
          <a:p>
            <a:r>
              <a:rPr sz="6900" b="1" i="0">
                <a:solidFill>
                  <a:srgbClr val="FFFFFF"/>
                </a:solidFill>
                <a:latin typeface="Poppins Bold"/>
              </a:rPr>
              <a:t>Gospel according to </a:t>
            </a:r>
            <a:r>
              <a:rPr sz="6900" b="1" i="1">
                <a:solidFill>
                  <a:srgbClr val="FFFFFF"/>
                </a:solidFill>
                <a:latin typeface="Poppins Bold"/>
              </a:rPr>
              <a:t>Matthew</a:t>
            </a:r>
            <a:r>
              <a:rPr sz="6900" b="1" i="0">
                <a:solidFill>
                  <a:srgbClr val="FFFFFF"/>
                </a:solidFill>
                <a:latin typeface="Poppins Bold"/>
              </a:rPr>
              <a:t>.</a:t>
            </a:r>
          </a:p>
        </p:txBody>
      </p:sp>
      <p:sp>
        <p:nvSpPr>
          <p:cNvPr name="TextBox 4" id="4"/>
          <p:cNvSpPr txBox="true"/>
          <p:nvPr/>
        </p:nvSpPr>
        <p:spPr>
          <a:xfrm rot="0">
            <a:off x="2741394" y="3725787"/>
            <a:ext cx="12168662" cy="1250950"/>
          </a:xfrm>
          <a:prstGeom prst="rect">
            <a:avLst/>
          </a:prstGeom>
        </p:spPr>
        <p:txBody>
          <a:bodyPr anchor="t" rtlCol="false" tIns="0" lIns="0" bIns="0" rIns="0">
            <a:noAutofit/>
          </a:bodyPr>
          <a:lstStyle/>
          <a:p>
            <a:pPr algn="l" marL="0" indent="0" lvl="0">
              <a:lnSpc>
                <a:spcPts val="9799"/>
              </a:lnSpc>
              <a:spcBef>
                <a:spcPct val="0"/>
              </a:spcBef>
              <a:defRPr/>
            </a:pPr>
            <a:r>
              <a:rPr sz="6900" b="1" i="0">
                <a:solidFill>
                  <a:srgbClr val="FFFFFF"/>
                </a:solidFill>
                <a:latin typeface="Poppins Bold"/>
              </a:rPr>
              <a:t>All: </a:t>
            </a:r>
            <a:r>
              <a:rPr sz="6900" b="1" i="0">
                <a:solidFill>
                  <a:srgbClr val="FFFFFF"/>
                </a:solidFill>
                <a:latin typeface="Poppins Bold"/>
              </a:rPr>
              <a:t>And with your spirit.</a:t>
            </a:r>
          </a:p>
        </p:txBody>
      </p:sp>
      <p:sp>
        <p:nvSpPr>
          <p:cNvPr name="TextBox 5" id="5"/>
          <p:cNvSpPr txBox="true"/>
          <p:nvPr/>
        </p:nvSpPr>
        <p:spPr>
          <a:xfrm rot="0">
            <a:off x="2741394" y="7913485"/>
            <a:ext cx="12002049" cy="1250950"/>
          </a:xfrm>
          <a:prstGeom prst="rect">
            <a:avLst/>
          </a:prstGeom>
        </p:spPr>
        <p:txBody>
          <a:bodyPr anchor="t" rtlCol="false" tIns="0" lIns="0" bIns="0" rIns="0">
            <a:noAutofit/>
          </a:bodyPr>
          <a:lstStyle/>
          <a:p>
            <a:pPr algn="l" marL="0" indent="0" lvl="0">
              <a:lnSpc>
                <a:spcPts val="9799"/>
              </a:lnSpc>
              <a:spcBef>
                <a:spcPct val="0"/>
              </a:spcBef>
              <a:defRPr/>
            </a:pPr>
            <a:r>
              <a:rPr sz="6900" b="1" i="0">
                <a:solidFill>
                  <a:srgbClr val="FFFFFF"/>
                </a:solidFill>
                <a:latin typeface="Poppins Bold"/>
              </a:rPr>
              <a:t>All: </a:t>
            </a:r>
            <a:r>
              <a:rPr sz="6900" b="1" i="0">
                <a:solidFill>
                  <a:srgbClr val="FFFFFF"/>
                </a:solidFill>
                <a:latin typeface="Poppins Bold"/>
              </a:rPr>
              <a:t>Glory to you, O Lord!</a:t>
            </a:r>
          </a:p>
        </p:txBody>
      </p:sp>
      <p:sp>
        <p:nvSpPr>
          <p:cNvPr name="TextBox 6" id="6"/>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Gospel Acclamation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86EFAC"/>
                </a:solidFill>
                <a:latin typeface="Inter"/>
              </a:defRPr>
            </a:pPr>
            <a:r>
              <a:t>Priest: The Gospel of the Lord.</a:t>
            </a:r>
          </a:p>
          <a:p>
            <a:pPr algn="ctr">
              <a:spcBef>
                <a:spcPts val="400"/>
              </a:spcBef>
              <a:spcAft>
                <a:spcPts val="500"/>
              </a:spcAft>
              <a:defRPr sz="5500" b="1" i="0" u="none">
                <a:solidFill>
                  <a:srgbClr val="F0FDF4"/>
                </a:solidFill>
                <a:latin typeface="Inter"/>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90D0D"/>
            </a:gs>
            <a:gs pos="100000">
              <a:srgbClr val="53625C"/>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B9F6C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u="none">
                <a:solidFill>
                  <a:srgbClr val="F0FDF4"/>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0FDF4"/>
                </a:solidFill>
                <a:latin typeface="Calibri"/>
              </a:defRPr>
            </a:pPr>
            <a:r>
              <a:t>YEAR A · 14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CBF3D9"/>
                </a:solidFill>
                <a:latin typeface="Calibri"/>
              </a:defRPr>
            </a:pPr>
            <a:r>
              <a:t>“Do not go into pagan territory or enter a Samaritan town.”</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300" b="1" i="0" u="none">
                <a:solidFill>
                  <a:srgbClr val="95F1B6"/>
                </a:solidFill>
                <a:latin typeface="Calibri"/>
              </a:defRPr>
            </a:pPr>
            <a:r>
              <a:t>GOSPEL (MATTHEW 9:36—10:8)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0FDF4"/>
                </a:solidFill>
                <a:latin typeface="Calibri"/>
              </a:defRPr>
            </a:pPr>
            <a:r>
              <a:t>11th Sunday in Ordinary Time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1155662" y="1689486"/>
            <a:ext cx="16922788" cy="2444242"/>
          </a:xfrm>
          <a:prstGeom prst="rect">
            <a:avLst/>
          </a:prstGeom>
        </p:spPr>
        <p:txBody>
          <a:bodyPr anchor="t" rtlCol="false" tIns="0" lIns="0" bIns="0" rIns="0">
            <a:noAutofit/>
          </a:bodyPr>
          <a:lstStyle/>
          <a:p>
            <a:pPr algn="l" marL="0" indent="0" lvl="0">
              <a:lnSpc>
                <a:spcPts val="6343"/>
              </a:lnSpc>
            </a:pPr>
            <a:r>
              <a:rPr lang="en-US" b="true" sz="5199" spc="83">
                <a:solidFill>
                  <a:srgbClr val="FFFFFF"/>
                </a:solidFill>
                <a:latin typeface="Poppins Bold"/>
                <a:ea typeface="Poppins Bold"/>
                <a:cs typeface="Poppins Bold"/>
                <a:sym typeface="Poppins Bold"/>
              </a:rPr>
              <a:t>All:</a:t>
            </a:r>
            <a:r>
              <a:rPr lang="en-US" b="true" sz="5199" spc="83">
                <a:gradFill>
                  <a:gsLst>
                    <a:gs pos="0">
                      <a:srgbClr val="FFDE59">
                        <a:alpha val="100000"/>
                      </a:srgbClr>
                    </a:gs>
                    <a:gs pos="100000">
                      <a:srgbClr val="FF914D">
                        <a:alpha val="100000"/>
                      </a:srgbClr>
                    </a:gs>
                  </a:gsLst>
                  <a:lin ang="0"/>
                </a:gradFill>
                <a:latin typeface="Poppins Bold"/>
                <a:ea typeface="Poppins Bold"/>
                <a:cs typeface="Poppins Bold"/>
                <a:sym typeface="Poppins Bold"/>
              </a:rPr>
              <a:t> I believe in one God</a:t>
            </a:r>
            <a:r>
              <a:rPr lang="en-US" b="true" sz="5199" spc="83">
                <a:solidFill>
                  <a:srgbClr val="FFFFFF"/>
                </a:solidFill>
                <a:latin typeface="Poppins Bold"/>
                <a:ea typeface="Poppins Bold"/>
                <a:cs typeface="Poppins Bold"/>
                <a:sym typeface="Poppins Bold"/>
              </a:rPr>
              <a:t>, the Father almighty, maker of heaven and earth, of all things visible and invisible.</a:t>
            </a:r>
          </a:p>
        </p:txBody>
      </p:sp>
      <p:sp>
        <p:nvSpPr>
          <p:cNvPr name="TextBox 3" id="3"/>
          <p:cNvSpPr txBox="true"/>
          <p:nvPr/>
        </p:nvSpPr>
        <p:spPr>
          <a:xfrm rot="0">
            <a:off x="1155662" y="4886711"/>
            <a:ext cx="16922788" cy="4791075"/>
          </a:xfrm>
          <a:prstGeom prst="rect">
            <a:avLst/>
          </a:prstGeom>
        </p:spPr>
        <p:txBody>
          <a:bodyPr anchor="t" rtlCol="false" tIns="0" lIns="0" bIns="0" rIns="0">
            <a:noAutofit/>
          </a:bodyPr>
          <a:lstStyle/>
          <a:p>
            <a:pPr algn="l" marL="0" indent="0" lvl="0">
              <a:lnSpc>
                <a:spcPts val="6239"/>
              </a:lnSpc>
            </a:pPr>
            <a:r>
              <a:rPr lang="en-US" b="true" sz="5199">
                <a:solidFill>
                  <a:srgbClr val="FFFFFF"/>
                </a:solidFill>
                <a:latin typeface="Poppins Bold"/>
                <a:ea typeface="Poppins Bold"/>
                <a:cs typeface="Poppins Bold"/>
                <a:sym typeface="Poppins Bold"/>
              </a:rPr>
              <a:t>I believe in one Lord Jesus Christ, the Only Begotten Son of God, born of the Fa</a:t>
            </a:r>
            <a:r>
              <a:rPr lang="en-US" b="true" sz="5199">
                <a:solidFill>
                  <a:srgbClr val="FFFFFF"/>
                </a:solidFill>
                <a:latin typeface="Poppins Bold"/>
                <a:ea typeface="Poppins Bold"/>
                <a:cs typeface="Poppins Bold"/>
                <a:sym typeface="Poppins Bold"/>
              </a:rPr>
              <a:t>ther before all ages. God from God, Light from Light, true God from true God, begotten, not made, consubstantial with the Father; through him all things were made.</a:t>
            </a:r>
          </a:p>
        </p:txBody>
      </p:sp>
      <p:sp>
        <p:nvSpPr>
          <p:cNvPr name="TextBox 4" id="4"/>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pPr>
            <a:r>
              <a:rPr lang="en-US" sz="3850">
                <a:solidFill>
                  <a:srgbClr val="FFB800"/>
                </a:solidFill>
                <a:latin typeface="Georgia"/>
                <a:ea typeface="Recoleta"/>
                <a:cs typeface="Recoleta"/>
                <a:sym typeface="Recoleta"/>
              </a:rPr>
              <a:t>Nicene Creed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Nicene Creed (1/4)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571995" y="644068"/>
            <a:ext cx="17906505" cy="1977432"/>
          </a:xfrm>
          <a:prstGeom prst="rect">
            <a:avLst/>
          </a:prstGeom>
        </p:spPr>
        <p:txBody>
          <a:bodyPr anchor="t" rtlCol="false" tIns="0" lIns="0" bIns="0" rIns="0">
            <a:noAutofit/>
          </a:bodyPr>
          <a:lstStyle/>
          <a:p>
            <a:pPr algn="l" marL="0" indent="0" lvl="0">
              <a:lnSpc>
                <a:spcPts val="7703"/>
              </a:lnSpc>
              <a:spcBef>
                <a:spcPct val="0"/>
              </a:spcBef>
            </a:pPr>
            <a:r>
              <a:rPr lang="en-US" b="true" sz="5502" spc="88">
                <a:solidFill>
                  <a:srgbClr val="FFFFFF"/>
                </a:solidFill>
                <a:latin typeface="Poppins Bold"/>
                <a:ea typeface="Poppins Bold"/>
                <a:cs typeface="Poppins Bold"/>
                <a:sym typeface="Poppins Bold"/>
              </a:rPr>
              <a:t>For us men and for our salvation he came down from heaven,</a:t>
            </a:r>
          </a:p>
        </p:txBody>
      </p:sp>
      <p:sp>
        <p:nvSpPr>
          <p:cNvPr name="TextBox 3" id="3"/>
          <p:cNvSpPr txBox="true"/>
          <p:nvPr/>
        </p:nvSpPr>
        <p:spPr>
          <a:xfrm rot="0">
            <a:off x="6654143" y="2300293"/>
            <a:ext cx="4979713" cy="1056951"/>
          </a:xfrm>
          <a:prstGeom prst="rect">
            <a:avLst/>
          </a:prstGeom>
        </p:spPr>
        <p:txBody>
          <a:bodyPr anchor="t" rtlCol="false" tIns="0" lIns="0" bIns="0" rIns="0">
            <a:noAutofit/>
          </a:bodyPr>
          <a:lstStyle/>
          <a:p>
            <a:pPr algn="ctr" marL="0" indent="0" lvl="0">
              <a:lnSpc>
                <a:spcPts val="7703"/>
              </a:lnSpc>
              <a:spcBef>
                <a:spcPct val="0"/>
              </a:spcBef>
            </a:pPr>
            <a:r>
              <a:rPr lang="en-US" sz="5502" i="true">
                <a:solidFill>
                  <a:srgbClr val="FFB800"/>
                </a:solidFill>
                <a:latin typeface="ITC Zapf Chancery Italics"/>
                <a:ea typeface="ITC Zapf Chancery Italics"/>
                <a:cs typeface="ITC Zapf Chancery Italics"/>
                <a:sym typeface="ITC Zapf Chancery Italics"/>
              </a:rPr>
              <a:t>(all bow their head)</a:t>
            </a:r>
          </a:p>
        </p:txBody>
      </p:sp>
      <p:sp>
        <p:nvSpPr>
          <p:cNvPr name="TextBox 4" id="4"/>
          <p:cNvSpPr txBox="true"/>
          <p:nvPr/>
        </p:nvSpPr>
        <p:spPr>
          <a:xfrm rot="0">
            <a:off x="571995" y="3104611"/>
            <a:ext cx="17906505" cy="1977432"/>
          </a:xfrm>
          <a:prstGeom prst="rect">
            <a:avLst/>
          </a:prstGeom>
        </p:spPr>
        <p:txBody>
          <a:bodyPr anchor="t" rtlCol="false" tIns="0" lIns="0" bIns="0" rIns="0">
            <a:noAutofit/>
          </a:bodyPr>
          <a:lstStyle/>
          <a:p>
            <a:pPr algn="l" marL="0" indent="0" lvl="0">
              <a:lnSpc>
                <a:spcPts val="7703"/>
              </a:lnSpc>
              <a:spcBef>
                <a:spcPct val="0"/>
              </a:spcBef>
            </a:pPr>
            <a:r>
              <a:rPr lang="en-US" b="true" sz="5502" i="true" spc="88">
                <a:solidFill>
                  <a:srgbClr val="F8B300"/>
                </a:solidFill>
                <a:latin typeface="Poppins Bold Italics"/>
                <a:ea typeface="Poppins Bold Italics"/>
                <a:cs typeface="Poppins Bold Italics"/>
                <a:sym typeface="Poppins Bold Italics"/>
              </a:rPr>
              <a:t>and by the Holy Spirit was incarnate of the Virgin Mary, and became man.</a:t>
            </a:r>
          </a:p>
        </p:txBody>
      </p:sp>
      <p:sp>
        <p:nvSpPr>
          <p:cNvPr name="TextBox 5" id="5"/>
          <p:cNvSpPr txBox="true"/>
          <p:nvPr/>
        </p:nvSpPr>
        <p:spPr>
          <a:xfrm rot="0">
            <a:off x="562470" y="5529260"/>
            <a:ext cx="17906505" cy="3932697"/>
          </a:xfrm>
          <a:prstGeom prst="rect">
            <a:avLst/>
          </a:prstGeom>
        </p:spPr>
        <p:txBody>
          <a:bodyPr anchor="t" rtlCol="false" tIns="0" lIns="0" bIns="0" rIns="0">
            <a:noAutofit/>
          </a:bodyPr>
          <a:lstStyle/>
          <a:p>
            <a:pPr algn="l" marL="0" indent="0" lvl="0">
              <a:lnSpc>
                <a:spcPts val="7703"/>
              </a:lnSpc>
              <a:spcBef>
                <a:spcPct val="0"/>
              </a:spcBef>
            </a:pPr>
            <a:r>
              <a:rPr lang="en-US" b="true" sz="5502" spc="88">
                <a:solidFill>
                  <a:srgbClr val="FFFFFF"/>
                </a:solidFill>
                <a:latin typeface="Poppins Bold"/>
                <a:ea typeface="Poppins Bold"/>
                <a:cs typeface="Poppins Bold"/>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Nicene Creed (2/4)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682606" y="542403"/>
            <a:ext cx="16922788" cy="3898900"/>
          </a:xfrm>
          <a:prstGeom prst="rect">
            <a:avLst/>
          </a:prstGeom>
        </p:spPr>
        <p:txBody>
          <a:bodyPr anchor="t" rtlCol="false" tIns="0" lIns="0" bIns="0" rIns="0">
            <a:noAutofit/>
          </a:bodyPr>
          <a:lstStyle/>
          <a:p>
            <a:pPr algn="l" marL="0" indent="0" lvl="0">
              <a:lnSpc>
                <a:spcPts val="7699"/>
              </a:lnSpc>
              <a:spcBef>
                <a:spcPct val="0"/>
              </a:spcBef>
            </a:pPr>
            <a:r>
              <a:rPr lang="en-US" b="true" sz="5499" spc="87">
                <a:solidFill>
                  <a:srgbClr val="FFFFFF"/>
                </a:solidFill>
                <a:latin typeface="Poppins Bold"/>
                <a:ea typeface="Poppins Bold"/>
                <a:cs typeface="Poppins Bold"/>
                <a:sym typeface="Poppins Bold"/>
              </a:rPr>
              <a:t>He ascended into heaven and is seated at the right hand of the Father. He will come again in glory to judge the living and the dead and his kingdom will have no end.</a:t>
            </a:r>
          </a:p>
        </p:txBody>
      </p:sp>
      <p:sp>
        <p:nvSpPr>
          <p:cNvPr name="TextBox 3" id="3"/>
          <p:cNvSpPr txBox="true"/>
          <p:nvPr/>
        </p:nvSpPr>
        <p:spPr>
          <a:xfrm rot="0">
            <a:off x="682606" y="4721747"/>
            <a:ext cx="16922788" cy="4870450"/>
          </a:xfrm>
          <a:prstGeom prst="rect">
            <a:avLst/>
          </a:prstGeom>
        </p:spPr>
        <p:txBody>
          <a:bodyPr anchor="t" rtlCol="false" tIns="0" lIns="0" bIns="0" rIns="0">
            <a:noAutofit/>
          </a:bodyPr>
          <a:lstStyle/>
          <a:p>
            <a:pPr algn="l" marL="0" indent="0" lvl="0">
              <a:lnSpc>
                <a:spcPts val="7699"/>
              </a:lnSpc>
              <a:spcBef>
                <a:spcPct val="0"/>
              </a:spcBef>
            </a:pPr>
            <a:r>
              <a:rPr lang="en-US" b="true" sz="5499" spc="87">
                <a:solidFill>
                  <a:srgbClr val="FFFFFF"/>
                </a:solidFill>
                <a:latin typeface="Poppins Bold"/>
                <a:ea typeface="Poppins Bold"/>
                <a:cs typeface="Poppins Bold"/>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Nicene Creed (3/4)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379580" y="1910652"/>
            <a:ext cx="17528839" cy="4593451"/>
          </a:xfrm>
          <a:prstGeom prst="rect">
            <a:avLst/>
          </a:prstGeom>
        </p:spPr>
        <p:txBody>
          <a:bodyPr anchor="t" rtlCol="false" tIns="0" lIns="0" bIns="0" rIns="0">
            <a:noAutofit/>
          </a:bodyPr>
          <a:lstStyle/>
          <a:p>
            <a:pPr algn="just">
              <a:lnSpc>
                <a:spcPts val="7162"/>
              </a:lnSpc>
            </a:pPr>
            <a:r>
              <a:rPr lang="en-US" b="true" sz="5968" spc="41">
                <a:solidFill>
                  <a:srgbClr val="FFFFFF"/>
                </a:solidFill>
                <a:latin typeface="Poppins Bold"/>
                <a:ea typeface="Poppins Bold"/>
                <a:cs typeface="Poppins Bold"/>
                <a:sym typeface="Poppins Bold"/>
              </a:rPr>
              <a:t>I believe in one, holy, catholic, and</a:t>
            </a:r>
          </a:p>
          <a:p>
            <a:pPr algn="just">
              <a:lnSpc>
                <a:spcPts val="7162"/>
              </a:lnSpc>
            </a:pPr>
            <a:r>
              <a:rPr lang="en-US" b="true" sz="5968" spc="41">
                <a:solidFill>
                  <a:srgbClr val="FFFFFF"/>
                </a:solidFill>
                <a:latin typeface="Poppins Bold"/>
                <a:ea typeface="Poppins Bold"/>
                <a:cs typeface="Poppins Bold"/>
                <a:sym typeface="Poppins Bold"/>
              </a:rPr>
              <a:t>apostolic Church.</a:t>
            </a:r>
          </a:p>
          <a:p>
            <a:pPr algn="just">
              <a:lnSpc>
                <a:spcPts val="7162"/>
              </a:lnSpc>
            </a:pPr>
            <a:r>
              <a:rPr lang="en-US" b="true" sz="5968" spc="41">
                <a:solidFill>
                  <a:srgbClr val="FFFFFF"/>
                </a:solidFill>
                <a:latin typeface="Poppins Bold"/>
                <a:ea typeface="Poppins Bold"/>
                <a:cs typeface="Poppins Bold"/>
                <a:sym typeface="Poppins Bold"/>
              </a:rPr>
              <a:t>I confess one Baptism for the forgiveness of sins and I look forward to the resurrection</a:t>
            </a:r>
          </a:p>
          <a:p>
            <a:pPr algn="just" marL="0" indent="0" lvl="0">
              <a:lnSpc>
                <a:spcPts val="7162"/>
              </a:lnSpc>
            </a:pPr>
            <a:r>
              <a:rPr lang="en-US" b="true" sz="5968" spc="41">
                <a:solidFill>
                  <a:srgbClr val="FFFFFF"/>
                </a:solidFill>
                <a:latin typeface="Poppins Bold"/>
                <a:ea typeface="Poppins Bold"/>
                <a:cs typeface="Poppins Bold"/>
                <a:sym typeface="Poppins Bold"/>
              </a:rPr>
              <a:t>of the dead and the life of the world to come.</a:t>
            </a:r>
          </a:p>
        </p:txBody>
      </p:sp>
      <p:sp>
        <p:nvSpPr>
          <p:cNvPr name="TextBox 3" id="3"/>
          <p:cNvSpPr txBox="true"/>
          <p:nvPr/>
        </p:nvSpPr>
        <p:spPr>
          <a:xfrm rot="0">
            <a:off x="6931597" y="7352325"/>
            <a:ext cx="4424807" cy="1580402"/>
          </a:xfrm>
          <a:prstGeom prst="rect">
            <a:avLst/>
          </a:prstGeom>
        </p:spPr>
        <p:txBody>
          <a:bodyPr anchor="t" rtlCol="false" tIns="0" lIns="0" bIns="0" rIns="0">
            <a:noAutofit/>
          </a:bodyPr>
          <a:lstStyle/>
          <a:p>
            <a:pPr algn="just" marL="0" indent="0" lvl="0">
              <a:lnSpc>
                <a:spcPts val="11799"/>
              </a:lnSpc>
            </a:pPr>
            <a:r>
              <a:rPr lang="en-US" b="true" sz="9832" spc="68">
                <a:solidFill>
                  <a:srgbClr val="F8B300"/>
                </a:solidFill>
                <a:latin typeface="Poppins Bold"/>
                <a:ea typeface="Poppins Bold"/>
                <a:cs typeface="Poppins Bold"/>
                <a:sym typeface="Poppins Bold"/>
              </a:rPr>
              <a:t>Amen</a:t>
            </a:r>
            <a:r>
              <a:rPr lang="en-US" b="true" sz="9832" spc="68">
                <a:solidFill>
                  <a:srgbClr val="FFFFFF"/>
                </a:solidFill>
                <a:latin typeface="Poppins Bold"/>
                <a:ea typeface="Poppins Bold"/>
                <a:cs typeface="Poppins Bold"/>
                <a:sym typeface="Poppins Bold"/>
              </a:rPr>
              <a: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Nicene Creed (4/4)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90D0D"/>
            </a:gs>
            <a:gs pos="100000">
              <a:srgbClr val="53625C"/>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B9F6C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u="none">
                <a:solidFill>
                  <a:srgbClr val="F0FDF4"/>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0FDF4"/>
                </a:solidFill>
                <a:latin typeface="Calibri"/>
              </a:defRPr>
            </a:pPr>
            <a:r>
              <a:t>YEAR A · 14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CBF3D9"/>
                </a:solidFill>
                <a:latin typeface="Calibri"/>
              </a:defRPr>
            </a:pPr>
            <a:r>
              <a:t>“Do not go into pagan territory or enter a Samaritan town.”</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300" b="1" i="0" u="none">
                <a:solidFill>
                  <a:srgbClr val="95F1B6"/>
                </a:solidFill>
                <a:latin typeface="Calibri"/>
              </a:defRPr>
            </a:pPr>
            <a:r>
              <a:t>GOSPEL (MATTHEW 9:36—10:8)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0FDF4"/>
                </a:solidFill>
                <a:latin typeface="Calibri"/>
              </a:defRPr>
            </a:pPr>
            <a:r>
              <a:t>11th Sunday in Ordinary Time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86EFAC"/>
                </a:solidFill>
                <a:latin typeface="Inter"/>
              </a:defRPr>
            </a:pPr>
            <a:r>
              <a:t>Priest: For the holy Church of God throughout the world, that the Lord may guard her and grant her peace and unity according to his will: let us pray to the Lord.</a:t>
            </a:r>
          </a:p>
          <a:p>
            <a:pPr algn="ctr">
              <a:spcBef>
                <a:spcPts val="400"/>
              </a:spcBef>
              <a:spcAft>
                <a:spcPts val="500"/>
              </a:spcAft>
              <a:defRPr sz="5500" b="1" i="0" u="none">
                <a:solidFill>
                  <a:srgbClr val="F0FDF4"/>
                </a:solidFill>
                <a:latin typeface="Inter"/>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Prayer of the Faithful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86EFAC"/>
                </a:solidFill>
                <a:latin typeface="Inter"/>
              </a:defRPr>
            </a:pPr>
            <a:r>
              <a:t>Priest: The Priest concludes the Prayer of the Faithful with a prayer in full, for example:</a:t>
            </a:r>
          </a:p>
          <a:p>
            <a:pPr algn="ctr">
              <a:spcBef>
                <a:spcPts val="400"/>
              </a:spcBef>
              <a:spcAft>
                <a:spcPts val="500"/>
              </a:spcAft>
              <a:defRPr sz="5500" b="1" i="0" u="none">
                <a:solidFill>
                  <a:srgbClr val="86EFAC"/>
                </a:solidFill>
                <a:latin typeface="Inter"/>
              </a:defRPr>
            </a:pPr>
            <a:r>
              <a:t>Priest: Heavenly Father, hear the prayers of the Church, which we make through Christ our Lord.</a:t>
            </a:r>
          </a:p>
          <a:p>
            <a:pPr algn="ctr">
              <a:spcBef>
                <a:spcPts val="400"/>
              </a:spcBef>
              <a:spcAft>
                <a:spcPts val="500"/>
              </a:spcAft>
              <a:defRPr sz="5500" b="1" i="0" u="none">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Prayer of the Faithful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90D0D"/>
            </a:gs>
            <a:gs pos="100000">
              <a:srgbClr val="53625C"/>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B9F6C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u="none">
                <a:solidFill>
                  <a:srgbClr val="F0FDF4"/>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0FDF4"/>
                </a:solidFill>
                <a:latin typeface="Calibri"/>
              </a:defRPr>
            </a:pPr>
            <a:r>
              <a:t>YEAR A · 14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CBF3D9"/>
                </a:solidFill>
                <a:latin typeface="Calibri"/>
              </a:defRPr>
            </a:pPr>
            <a:r>
              <a:t>“Do not go into pagan territory or enter a Samaritan town.”</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300" b="1" i="0" u="none">
                <a:solidFill>
                  <a:srgbClr val="95F1B6"/>
                </a:solidFill>
                <a:latin typeface="Calibri"/>
              </a:defRPr>
            </a:pPr>
            <a:r>
              <a:t>GOSPEL (MATTHEW 9:36—10:8)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0FDF4"/>
                </a:solidFill>
                <a:latin typeface="Calibri"/>
              </a:defRPr>
            </a:pPr>
            <a:r>
              <a:t>11th Sunday in Ordinary Time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CC4D"/>
                </a:solidFill>
                <a:latin typeface="Georgia"/>
              </a:rPr>
              <a:t>Gift of Finest Wheat</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YOU SATISFY THE HUNGRY HEART</a:t>
            </a:r>
          </a:p>
          <a:p>
            <a:pPr algn="ctr">
              <a:lnSpc>
                <a:spcPct val="70000"/>
              </a:lnSpc>
            </a:pPr>
            <a:r>
              <a:rPr sz="7500" b="1" i="0">
                <a:solidFill>
                  <a:srgbClr val="FFFFFF"/>
                </a:solidFill>
                <a:latin typeface="Poppins"/>
              </a:rPr>
              <a:t>WITH GIFT OF FINEST WHEAT,</a:t>
            </a:r>
          </a:p>
          <a:p>
            <a:pPr algn="ctr">
              <a:lnSpc>
                <a:spcPct val="70000"/>
              </a:lnSpc>
            </a:pPr>
            <a:r>
              <a:rPr sz="7500" b="1" i="0">
                <a:solidFill>
                  <a:srgbClr val="FFFFFF"/>
                </a:solidFill>
                <a:latin typeface="Poppins"/>
              </a:rPr>
              <a:t>COME GIVE TO US, O SAVING LORD,</a:t>
            </a:r>
          </a:p>
          <a:p>
            <a:pPr algn="ctr">
              <a:lnSpc>
                <a:spcPct val="70000"/>
              </a:lnSpc>
            </a:pPr>
            <a:r>
              <a:rPr sz="7500" b="1" i="0">
                <a:solidFill>
                  <a:srgbClr val="FFFFFF"/>
                </a:solidFill>
                <a:latin typeface="Poppins"/>
              </a:rPr>
              <a:t>THE BREAD OF LIFE TO EAT.</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AS WHEN THE GRAIN BY SAINTS BELIEVED</a:t>
            </a:r>
          </a:p>
          <a:p>
            <a:pPr algn="ctr">
              <a:lnSpc>
                <a:spcPct val="70000"/>
              </a:lnSpc>
            </a:pPr>
            <a:r>
              <a:rPr sz="7500" b="1" i="0">
                <a:solidFill>
                  <a:srgbClr val="FFFFFF"/>
                </a:solidFill>
                <a:latin typeface="Poppins"/>
              </a:rPr>
              <a:t>WAS BLESSED AND BROKEN, LORD,</a:t>
            </a:r>
          </a:p>
          <a:p>
            <a:pPr algn="ctr">
              <a:lnSpc>
                <a:spcPct val="70000"/>
              </a:lnSpc>
            </a:pPr>
            <a:r>
              <a:rPr sz="7500" b="1" i="0">
                <a:solidFill>
                  <a:srgbClr val="FFFFFF"/>
                </a:solidFill>
                <a:latin typeface="Poppins"/>
              </a:rPr>
              <a:t>SO MAY YOUR CHURCH IN LANDS TODAY</a:t>
            </a:r>
          </a:p>
          <a:p>
            <a:pPr algn="ctr">
              <a:lnSpc>
                <a:spcPct val="70000"/>
              </a:lnSpc>
            </a:pPr>
            <a:r>
              <a:rPr sz="7500" b="1" i="0">
                <a:solidFill>
                  <a:srgbClr val="FFFFFF"/>
                </a:solidFill>
                <a:latin typeface="Poppins"/>
              </a:rPr>
              <a:t>BE FED, YOUR PRAISE RESTORED.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Offertory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O LORD OF HARVEST, GRANT THAT WE</a:t>
            </a:r>
          </a:p>
          <a:p>
            <a:pPr algn="ctr">
              <a:lnSpc>
                <a:spcPct val="70000"/>
              </a:lnSpc>
            </a:pPr>
            <a:r>
              <a:rPr sz="7500" b="1" i="0">
                <a:solidFill>
                  <a:srgbClr val="FFFFFF"/>
                </a:solidFill>
                <a:latin typeface="Poppins"/>
              </a:rPr>
              <a:t>WHO SHARE THIS MYSTERY HERE</a:t>
            </a:r>
          </a:p>
          <a:p>
            <a:pPr algn="ctr">
              <a:lnSpc>
                <a:spcPct val="70000"/>
              </a:lnSpc>
            </a:pPr>
            <a:r>
              <a:rPr sz="7500" b="1" i="0">
                <a:solidFill>
                  <a:srgbClr val="FFFFFF"/>
                </a:solidFill>
                <a:latin typeface="Poppins"/>
              </a:rPr>
              <a:t>MAY FOLLOW YOU UNCEASINGLY</a:t>
            </a:r>
          </a:p>
          <a:p>
            <a:pPr algn="ctr">
              <a:lnSpc>
                <a:spcPct val="70000"/>
              </a:lnSpc>
            </a:pPr>
            <a:r>
              <a:rPr sz="7500" b="1" i="0">
                <a:solidFill>
                  <a:srgbClr val="FFFFFF"/>
                </a:solidFill>
                <a:latin typeface="Poppins"/>
              </a:rPr>
              <a:t>IN PRAISE, IN LOVE, IN FEAR.</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400" b="1" i="0">
                <a:solidFill>
                  <a:srgbClr val="FFFFFF"/>
                </a:solidFill>
                <a:latin typeface="Poppins"/>
              </a:rPr>
              <a:t>ONE BREAD, ONE CUP, ONE LIFE, ONE LORD—</a:t>
            </a:r>
          </a:p>
          <a:p>
            <a:pPr algn="ctr">
              <a:lnSpc>
                <a:spcPct val="70000"/>
              </a:lnSpc>
            </a:pPr>
            <a:r>
              <a:rPr sz="7400" b="1" i="0">
                <a:solidFill>
                  <a:srgbClr val="FFFFFF"/>
                </a:solidFill>
                <a:latin typeface="Poppins"/>
              </a:rPr>
              <a:t>WE OFFER, CHRIST, TO YOU;</a:t>
            </a:r>
          </a:p>
          <a:p>
            <a:pPr algn="ctr">
              <a:lnSpc>
                <a:spcPct val="70000"/>
              </a:lnSpc>
            </a:pPr>
            <a:r>
              <a:rPr sz="7400" b="1" i="0">
                <a:solidFill>
                  <a:srgbClr val="FFFFFF"/>
                </a:solidFill>
                <a:latin typeface="Poppins"/>
              </a:rPr>
              <a:t>UNTIL WE SHARE YOUR BANQUET BOARD</a:t>
            </a:r>
          </a:p>
          <a:p>
            <a:pPr algn="ctr">
              <a:lnSpc>
                <a:spcPct val="70000"/>
              </a:lnSpc>
            </a:pPr>
            <a:r>
              <a:rPr sz="7400" b="1" i="0">
                <a:solidFill>
                  <a:srgbClr val="FFFFFF"/>
                </a:solidFill>
                <a:latin typeface="Poppins"/>
              </a:rPr>
              <a:t>WHERE ALL THE WORLD IS NEW.</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Offertory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Liturgy of the Eucharist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86EFAC"/>
                </a:solidFill>
                <a:latin typeface="Inter"/>
              </a:defRPr>
            </a:pPr>
            <a:r>
              <a:t>Priest: Pray, brethren, that my sacrifice and yours may be acceptable to God, the almighty Father.</a:t>
            </a:r>
          </a:p>
          <a:p>
            <a:pPr algn="ctr">
              <a:spcBef>
                <a:spcPts val="400"/>
              </a:spcBef>
              <a:spcAft>
                <a:spcPts val="500"/>
              </a:spcAft>
              <a:defRPr sz="5500" b="1" i="0" u="none">
                <a:solidFill>
                  <a:srgbClr val="F0FDF4"/>
                </a:solidFill>
                <a:latin typeface="Inter"/>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Liturgy of the Eucharist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Liturgy of the Eucharist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86EFAC"/>
                </a:solidFill>
                <a:latin typeface="Inter"/>
              </a:defRPr>
            </a:pPr>
            <a:r>
              <a:t>Priest: The Lord be with you.</a:t>
            </a:r>
          </a:p>
          <a:p>
            <a:pPr algn="ctr">
              <a:spcBef>
                <a:spcPts val="400"/>
              </a:spcBef>
              <a:spcAft>
                <a:spcPts val="500"/>
              </a:spcAft>
              <a:defRPr sz="5500" b="1" i="0" u="none">
                <a:solidFill>
                  <a:srgbClr val="F0FDF4"/>
                </a:solidFill>
                <a:latin typeface="Inter"/>
              </a:defRPr>
            </a:pPr>
            <a:r>
              <a:t>All: And with your spirit.</a:t>
            </a:r>
          </a:p>
          <a:p>
            <a:pPr algn="ctr">
              <a:spcBef>
                <a:spcPts val="400"/>
              </a:spcBef>
              <a:spcAft>
                <a:spcPts val="500"/>
              </a:spcAft>
              <a:defRPr sz="5500" b="1" i="0" u="none">
                <a:solidFill>
                  <a:srgbClr val="86EFAC"/>
                </a:solidFill>
                <a:latin typeface="Inter"/>
              </a:defRPr>
            </a:pPr>
            <a:r>
              <a:t>Priest: Lift up your hearts.</a:t>
            </a:r>
          </a:p>
          <a:p>
            <a:pPr algn="ctr">
              <a:spcBef>
                <a:spcPts val="400"/>
              </a:spcBef>
              <a:spcAft>
                <a:spcPts val="500"/>
              </a:spcAft>
              <a:defRPr sz="5500" b="1" i="0" u="none">
                <a:solidFill>
                  <a:srgbClr val="F0FDF4"/>
                </a:solidFill>
                <a:latin typeface="Inter"/>
              </a:defRPr>
            </a:pPr>
            <a:r>
              <a:t>All: We lift them up to the Lord.</a:t>
            </a:r>
          </a:p>
          <a:p>
            <a:pPr algn="ctr">
              <a:spcBef>
                <a:spcPts val="400"/>
              </a:spcBef>
              <a:spcAft>
                <a:spcPts val="500"/>
              </a:spcAft>
              <a:defRPr sz="5500" b="1" i="0" u="none">
                <a:solidFill>
                  <a:srgbClr val="86EFAC"/>
                </a:solidFill>
                <a:latin typeface="Inter"/>
              </a:defRPr>
            </a:pPr>
            <a:r>
              <a:t>Priest: Let us give thanks to the Lord our God.</a:t>
            </a:r>
          </a:p>
          <a:p>
            <a:pPr algn="ctr">
              <a:spcBef>
                <a:spcPts val="400"/>
              </a:spcBef>
              <a:spcAft>
                <a:spcPts val="500"/>
              </a:spcAft>
              <a:defRPr sz="5500" b="1" i="0" u="none">
                <a:solidFill>
                  <a:srgbClr val="F0FDF4"/>
                </a:solidFill>
                <a:latin typeface="Inter"/>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0FDF4"/>
                </a:solidFill>
                <a:latin typeface="Inter"/>
              </a:defRPr>
            </a:pPr>
            <a:r>
              <a:t>Holy, Holy, Holy Lord God of hosts.</a:t>
            </a:r>
          </a:p>
          <a:p>
            <a:pPr algn="ctr">
              <a:spcAft>
                <a:spcPts val="800"/>
              </a:spcAft>
              <a:defRPr sz="5500" b="0" i="0" u="none">
                <a:solidFill>
                  <a:srgbClr val="F0FDF4"/>
                </a:solidFill>
                <a:latin typeface="Inter"/>
              </a:defRPr>
            </a:pPr>
            <a:r>
              <a:t>Heaven and earth are full of your glory.</a:t>
            </a:r>
          </a:p>
          <a:p>
            <a:pPr algn="ctr">
              <a:spcAft>
                <a:spcPts val="800"/>
              </a:spcAft>
              <a:defRPr sz="5500" b="0" i="0" u="none">
                <a:solidFill>
                  <a:srgbClr val="F0FDF4"/>
                </a:solidFill>
                <a:latin typeface="Inter"/>
              </a:defRPr>
            </a:pPr>
            <a:r>
              <a:t>Hosanna in the highest.</a:t>
            </a:r>
          </a:p>
          <a:p>
            <a:pPr algn="ctr">
              <a:spcAft>
                <a:spcPts val="800"/>
              </a:spcAft>
              <a:defRPr sz="5500" b="0" i="0" u="none">
                <a:solidFill>
                  <a:srgbClr val="F0FDF4"/>
                </a:solidFill>
                <a:latin typeface="Inter"/>
              </a:defRPr>
            </a:pPr>
            <a:r>
              <a:t>Blessed is he who comes in the name of the Lord.</a:t>
            </a:r>
          </a:p>
          <a:p>
            <a:pPr algn="ctr">
              <a:spcAft>
                <a:spcPts val="800"/>
              </a:spcAft>
              <a:defRPr sz="5500" b="0" i="0" u="none">
                <a:solidFill>
                  <a:srgbClr val="F0FDF4"/>
                </a:solidFill>
                <a:latin typeface="Inter"/>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Sanctus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F0FDF4"/>
                </a:solidFill>
                <a:latin typeface="Inter"/>
              </a:defRPr>
            </a:pPr>
            <a:r>
              <a:t>All: We proclaim your Death, O Lord,</a:t>
            </a:r>
          </a:p>
          <a:p>
            <a:pPr algn="ctr">
              <a:spcAft>
                <a:spcPts val="500"/>
              </a:spcAft>
              <a:defRPr sz="5500" b="0" i="0" u="none">
                <a:solidFill>
                  <a:srgbClr val="F0FDF4"/>
                </a:solidFill>
                <a:latin typeface="Inter"/>
              </a:defRPr>
            </a:pPr>
            <a:r>
              <a:t>and profess your Resurrection</a:t>
            </a:r>
          </a:p>
          <a:p>
            <a:pPr algn="ctr">
              <a:spcAft>
                <a:spcPts val="500"/>
              </a:spcAft>
              <a:defRPr sz="5500" b="0" i="0" u="none">
                <a:solidFill>
                  <a:srgbClr val="F0FDF4"/>
                </a:solidFill>
                <a:latin typeface="Inter"/>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The Eucharistic Prayer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5500" b="1" i="0" u="none">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Great Amen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0FDF4"/>
                </a:solidFill>
                <a:latin typeface="Inter"/>
              </a:defRPr>
            </a:pPr>
            <a:r>
              <a:t>Our Father, who art in heaven,</a:t>
            </a:r>
          </a:p>
          <a:p>
            <a:pPr algn="ctr">
              <a:spcAft>
                <a:spcPts val="800"/>
              </a:spcAft>
              <a:defRPr sz="5500" b="0" i="0" u="none">
                <a:solidFill>
                  <a:srgbClr val="F0FDF4"/>
                </a:solidFill>
                <a:latin typeface="Inter"/>
              </a:defRPr>
            </a:pPr>
            <a:r>
              <a:t>hallowed be thy name;</a:t>
            </a:r>
          </a:p>
          <a:p>
            <a:pPr algn="ctr">
              <a:spcAft>
                <a:spcPts val="800"/>
              </a:spcAft>
              <a:defRPr sz="5500" b="0" i="0" u="none">
                <a:solidFill>
                  <a:srgbClr val="F0FDF4"/>
                </a:solidFill>
                <a:latin typeface="Inter"/>
              </a:defRPr>
            </a:pPr>
            <a:r>
              <a:t>thy kingdom come,</a:t>
            </a:r>
          </a:p>
          <a:p>
            <a:pPr algn="ctr">
              <a:spcAft>
                <a:spcPts val="800"/>
              </a:spcAft>
              <a:defRPr sz="5500" b="0" i="0" u="none">
                <a:solidFill>
                  <a:srgbClr val="F0FDF4"/>
                </a:solidFill>
                <a:latin typeface="Inter"/>
              </a:defRPr>
            </a:pPr>
            <a:r>
              <a:t>thy will be done,</a:t>
            </a:r>
          </a:p>
          <a:p>
            <a:pPr algn="ctr">
              <a:spcAft>
                <a:spcPts val="800"/>
              </a:spcAft>
              <a:defRPr sz="5500" b="0" i="0" u="none">
                <a:solidFill>
                  <a:srgbClr val="F0FDF4"/>
                </a:solidFill>
                <a:latin typeface="Inter"/>
              </a:defRPr>
            </a:pPr>
            <a:r>
              <a:t>on earth as it is in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Our Father (1/5)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0FDF4"/>
                </a:solidFill>
                <a:latin typeface="Inter"/>
              </a:defRPr>
            </a:pPr>
            <a:r>
              <a:t>Give us this day our daily bread;</a:t>
            </a:r>
          </a:p>
          <a:p>
            <a:pPr algn="ctr">
              <a:spcAft>
                <a:spcPts val="800"/>
              </a:spcAft>
              <a:defRPr sz="5500" b="0" i="0" u="none">
                <a:solidFill>
                  <a:srgbClr val="F0FDF4"/>
                </a:solidFill>
                <a:latin typeface="Inter"/>
              </a:defRPr>
            </a:pPr>
            <a:r>
              <a:t>and forgive us our trespasses,</a:t>
            </a:r>
          </a:p>
          <a:p>
            <a:pPr algn="ctr">
              <a:spcAft>
                <a:spcPts val="800"/>
              </a:spcAft>
              <a:defRPr sz="5500" b="0" i="0" u="none">
                <a:solidFill>
                  <a:srgbClr val="F0FDF4"/>
                </a:solidFill>
                <a:latin typeface="Inter"/>
              </a:defRPr>
            </a:pPr>
            <a:r>
              <a:t>as we forgive those who trespass against us;</a:t>
            </a:r>
          </a:p>
          <a:p>
            <a:pPr algn="ctr">
              <a:spcAft>
                <a:spcPts val="800"/>
              </a:spcAft>
              <a:defRPr sz="5500" b="0" i="0" u="none">
                <a:solidFill>
                  <a:srgbClr val="F0FDF4"/>
                </a:solidFill>
                <a:latin typeface="Inter"/>
              </a:defRPr>
            </a:pPr>
            <a:r>
              <a:t>and lead us not into temptation,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Our Father (2/5)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500" b="0" i="0" u="none">
                <a:solidFill>
                  <a:srgbClr val="F0FDF4"/>
                </a:solidFill>
                <a:latin typeface="Inter"/>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Our Father (3/5)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86EFAC"/>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Our Father (4/5)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0FDF4"/>
                </a:solidFill>
                <a:latin typeface="Inter"/>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Our Father (5/5)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90D0D"/>
            </a:gs>
            <a:gs pos="100000">
              <a:srgbClr val="53625C"/>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B9F6C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u="none">
                <a:solidFill>
                  <a:srgbClr val="F0FDF4"/>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0FDF4"/>
                </a:solidFill>
                <a:latin typeface="Calibri"/>
              </a:defRPr>
            </a:pPr>
            <a:r>
              <a:t>YEAR A · 14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CBF3D9"/>
                </a:solidFill>
                <a:latin typeface="Calibri"/>
              </a:defRPr>
            </a:pPr>
            <a:r>
              <a:t>“Do not go into pagan territory or enter a Samaritan town.”</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300" b="1" i="0" u="none">
                <a:solidFill>
                  <a:srgbClr val="95F1B6"/>
                </a:solidFill>
                <a:latin typeface="Calibri"/>
              </a:defRPr>
            </a:pPr>
            <a:r>
              <a:t>GOSPEL (MATTHEW 9:36—10:8)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0FDF4"/>
                </a:solidFill>
                <a:latin typeface="Calibri"/>
              </a:defRPr>
            </a:pPr>
            <a:r>
              <a:t>11th Sunday in Ordinary Time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2927842" y="1531619"/>
            <a:ext cx="12432316" cy="2144014"/>
          </a:xfrm>
          <a:prstGeom prst="rect">
            <a:avLst/>
          </a:prstGeom>
        </p:spPr>
        <p:txBody>
          <a:bodyPr anchor="t" rtlCol="false" tIns="0" lIns="0" bIns="0" rIns="0">
            <a:spAutoFit/>
          </a:bodyPr>
          <a:lstStyle/>
          <a:p>
            <a:pPr algn="just"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The peace of the Lord be with you.</a:t>
            </a:r>
          </a:p>
        </p:txBody>
      </p:sp>
      <p:sp>
        <p:nvSpPr>
          <p:cNvPr name="TextBox 3" id="3"/>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Sign Of Peace</a:t>
            </a:r>
          </a:p>
        </p:txBody>
      </p:sp>
      <p:sp>
        <p:nvSpPr>
          <p:cNvPr name="TextBox 4" id="4"/>
          <p:cNvSpPr txBox="true"/>
          <p:nvPr/>
        </p:nvSpPr>
        <p:spPr>
          <a:xfrm rot="0">
            <a:off x="2927842" y="3637533"/>
            <a:ext cx="12432316" cy="1124585"/>
          </a:xfrm>
          <a:prstGeom prst="rect">
            <a:avLst/>
          </a:prstGeom>
        </p:spPr>
        <p:txBody>
          <a:bodyPr anchor="t" rtlCol="false" tIns="0" lIns="0" bIns="0" rIns="0">
            <a:spAutoFit/>
          </a:bodyPr>
          <a:lstStyle/>
          <a:p>
            <a:pPr algn="l" marL="0" indent="0" lvl="0">
              <a:lnSpc>
                <a:spcPts val="8469"/>
              </a:lnSpc>
              <a:defRPr/>
            </a:pPr>
            <a:r>
              <a:rPr lang="en-US" b="true" sz="6999">
                <a:solidFill>
                  <a:srgbClr val="FFFFFF"/>
                </a:solidFill>
                <a:latin typeface="Poppins Bold"/>
                <a:ea typeface="Poppins Bold"/>
                <a:cs typeface="Poppins Bold"/>
                <a:sym typeface="Poppins Bold"/>
              </a:rPr>
              <a:t>All: And with your spirit.</a:t>
            </a:r>
          </a:p>
        </p:txBody>
      </p:sp>
      <p:sp>
        <p:nvSpPr>
          <p:cNvPr name="TextBox 6" id="6"/>
          <p:cNvSpPr txBox="true"/>
          <p:nvPr/>
        </p:nvSpPr>
        <p:spPr>
          <a:xfrm rot="0">
            <a:off x="2927842" y="5932826"/>
            <a:ext cx="12432316" cy="2144014"/>
          </a:xfrm>
          <a:prstGeom prst="rect">
            <a:avLst/>
          </a:prstGeom>
        </p:spPr>
        <p:txBody>
          <a:bodyPr anchor="t" rtlCol="false" tIns="0" lIns="0" bIns="0" rIns="0">
            <a:spAutoFit/>
          </a:bodyPr>
          <a:lstStyle/>
          <a:p>
            <a:pPr algn="l" marL="0" indent="0" lvl="0">
              <a:lnSpc>
                <a:spcPts val="8228"/>
              </a:lnSpc>
              <a:defRPr/>
            </a:pPr>
            <a:r>
              <a:rPr lang="en-US" b="true" sz="6800">
                <a:solidFill>
                  <a:srgbClr val="F8B300"/>
                </a:solidFill>
                <a:latin typeface="Poppins Semi-Bold"/>
                <a:ea typeface="Poppins Semi-Bold"/>
                <a:cs typeface="Poppins Semi-Bold"/>
                <a:sym typeface="Poppins Semi-Bold"/>
              </a:rPr>
              <a:t>Priest</a:t>
            </a:r>
            <a:r>
              <a:rPr lang="en-US" b="true" sz="6800">
                <a:solidFill>
                  <a:srgbClr val="FFFFFF"/>
                </a:solidFill>
                <a:latin typeface="Poppins Semi-Bold"/>
                <a:ea typeface="Poppins Semi-Bold"/>
                <a:cs typeface="Poppins Semi-Bold"/>
                <a:sym typeface="Poppins Semi-Bold"/>
              </a:rPr>
              <a:t>: Let us offer each other the sign of peace. </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Sign of Peace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name="TextBox 2" id="2"/>
          <p:cNvSpPr txBox="true"/>
          <p:nvPr/>
        </p:nvSpPr>
        <p:spPr>
          <a:xfrm rot="0">
            <a:off x="2245772" y="1447327"/>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3" id="3"/>
          <p:cNvSpPr txBox="true"/>
          <p:nvPr/>
        </p:nvSpPr>
        <p:spPr>
          <a:xfrm rot="0">
            <a:off x="2245772" y="7118506"/>
            <a:ext cx="14757999"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GRANT US PEACE</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GR</a:t>
            </a:r>
            <a:r>
              <a:rPr lang="en-US" b="1" sz="5600">
                <a:solidFill>
                  <a:srgbClr val="F8B300"/>
                </a:solidFill>
                <a:latin typeface="Poppins Bold"/>
                <a:ea typeface="Poppins Bold"/>
                <a:cs typeface="Poppins Bold"/>
                <a:sym typeface="Poppins Bold"/>
              </a:rPr>
              <a:t>ANT US PEACE</a:t>
            </a:r>
            <a:r>
              <a:rPr lang="en-US" b="1" sz="5600">
                <a:solidFill>
                  <a:srgbClr val="FFFFFF"/>
                </a:solidFill>
                <a:latin typeface="Poppins Bold"/>
                <a:ea typeface="Poppins Bold"/>
                <a:cs typeface="Poppins Bold"/>
                <a:sym typeface="Poppins Bold"/>
              </a:rPr>
              <a:t>.</a:t>
            </a:r>
          </a:p>
        </p:txBody>
      </p:sp>
      <p:sp>
        <p:nvSpPr>
          <p:cNvPr name="TextBox 4" id="4"/>
          <p:cNvSpPr txBox="true"/>
          <p:nvPr/>
        </p:nvSpPr>
        <p:spPr>
          <a:xfrm rot="0">
            <a:off x="2245772" y="4284882"/>
            <a:ext cx="14598201" cy="2576449"/>
          </a:xfrm>
          <a:prstGeom prst="rect">
            <a:avLst/>
          </a:prstGeom>
        </p:spPr>
        <p:txBody>
          <a:bodyPr anchor="t" rtlCol="false" tIns="0" lIns="0" bIns="0" rIns="0">
            <a:spAutoFit/>
          </a:bodyPr>
          <a:lstStyle/>
          <a:p>
            <a:pPr algn="l">
              <a:lnSpc>
                <a:spcPts val="6608"/>
              </a:lnSpc>
              <a:defRPr/>
            </a:pPr>
            <a:r>
              <a:rPr lang="en-US" sz="5600" b="1">
                <a:solidFill>
                  <a:srgbClr val="FFFFFF"/>
                </a:solidFill>
                <a:latin typeface="Poppins Bold"/>
                <a:ea typeface="Poppins Bold"/>
                <a:cs typeface="Poppins Bold"/>
                <a:sym typeface="Poppins Bold"/>
              </a:rPr>
              <a:t>LAMB OF GOD</a:t>
            </a:r>
          </a:p>
          <a:p>
            <a:pPr algn="l">
              <a:lnSpc>
                <a:spcPts val="6608"/>
              </a:lnSpc>
              <a:defRPr/>
            </a:pPr>
            <a:r>
              <a:rPr lang="en-US" sz="5600" b="1">
                <a:solidFill>
                  <a:srgbClr val="FFFFFF"/>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8B300"/>
                </a:solidFill>
                <a:latin typeface="Poppins Bold"/>
                <a:ea typeface="Poppins Bold"/>
                <a:cs typeface="Poppins Bold"/>
                <a:sym typeface="Poppins Bold"/>
              </a:rPr>
              <a:t>HAVE MERCY</a:t>
            </a:r>
            <a:r>
              <a:rPr lang="en-US" b="1" sz="5600">
                <a:solidFill>
                  <a:srgbClr val="FFFFFF"/>
                </a:solidFill>
                <a:latin typeface="Poppins Bold"/>
                <a:ea typeface="Poppins Bold"/>
                <a:cs typeface="Poppins Bold"/>
                <a:sym typeface="Poppins Bold"/>
              </a:rPr>
              <a:t>, </a:t>
            </a:r>
            <a:r>
              <a:rPr lang="en-US" b="1" sz="5600">
                <a:solidFill>
                  <a:srgbClr val="F8B300"/>
                </a:solidFill>
                <a:latin typeface="Poppins Bold"/>
                <a:ea typeface="Poppins Bold"/>
                <a:cs typeface="Poppins Bold"/>
                <a:sym typeface="Poppins Bold"/>
              </a:rPr>
              <a:t>H</a:t>
            </a:r>
            <a:r>
              <a:rPr lang="en-US" b="1" sz="5600">
                <a:solidFill>
                  <a:srgbClr val="F8B300"/>
                </a:solidFill>
                <a:latin typeface="Poppins Bold"/>
                <a:ea typeface="Poppins Bold"/>
                <a:cs typeface="Poppins Bold"/>
                <a:sym typeface="Poppins Bold"/>
              </a:rPr>
              <a:t>AVE MERCY ON US</a:t>
            </a:r>
            <a:r>
              <a:rPr lang="en-US" b="1" sz="5600">
                <a:solidFill>
                  <a:srgbClr val="FFFFFF"/>
                </a:solidFill>
                <a:latin typeface="Poppins Bold"/>
                <a:ea typeface="Poppins Bold"/>
                <a:cs typeface="Poppins Bold"/>
                <a:sym typeface="Poppins Bold"/>
              </a:rPr>
              <a:t>.</a:t>
            </a:r>
          </a:p>
        </p:txBody>
      </p:sp>
      <p:sp>
        <p:nvSpPr>
          <p:cNvPr name="TextBox 5" id="5"/>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B800"/>
                </a:solidFill>
                <a:latin typeface="Georgia"/>
                <a:ea typeface="Recoleta"/>
                <a:cs typeface="Recoleta"/>
                <a:sym typeface="Recoleta"/>
              </a:rPr>
              <a:t>Lamb of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Lamb of God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613648"/>
          </a:xfrm>
          <a:prstGeom prst="rect">
            <a:avLst/>
          </a:prstGeom>
          <a:noFill/>
        </p:spPr>
        <p:txBody>
          <a:bodyPr wrap="square" lIns="109728" rIns="109728" tIns="73152" bIns="73152" anchor="ctr">
            <a:noAutofit/>
          </a:bodyPr>
          <a:lstStyle/>
          <a:p>
            <a:pPr algn="ctr">
              <a:spcBef>
                <a:spcPts val="600"/>
              </a:spcBef>
              <a:spcAft>
                <a:spcPts val="800"/>
              </a:spcAft>
            </a:pPr>
            <a:r>
              <a:rPr sz="5500" b="1">
                <a:solidFill>
                  <a:srgbClr val="F8B300"/>
                </a:solidFill>
                <a:latin typeface="Inter"/>
              </a:rPr>
              <a:t>Priest: </a:t>
            </a:r>
            <a:r>
              <a:rPr sz="5500" b="1">
                <a:solidFill>
                  <a:srgbClr val="FFFFFF"/>
                </a:solidFill>
                <a:latin typeface="Inter"/>
              </a:rPr>
              <a:t>Behold the Lamb of God, behold him who takes away the sins of the world. Blessed are those called to the supper of the Lamb.</a:t>
            </a:r>
          </a:p>
          <a:p>
            <a:pPr algn="ctr">
              <a:spcBef>
                <a:spcPts val="600"/>
              </a:spcBef>
              <a:spcAft>
                <a:spcPts val="800"/>
              </a:spcAft>
            </a:pPr>
            <a:r>
              <a:rPr sz="5500" b="1">
                <a:solidFill>
                  <a:srgbClr val="FFFFFF"/>
                </a:solidFill>
                <a:latin typeface="Inter"/>
              </a:rPr>
              <a:t>All: </a:t>
            </a:r>
            <a:r>
              <a:rPr sz="5500" b="1">
                <a:solidFill>
                  <a:srgbClr val="FFFFFF"/>
                </a:solidFill>
                <a:latin typeface="Inter"/>
              </a:rPr>
              <a:t>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The Communion Rite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90D0D"/>
            </a:gs>
            <a:gs pos="100000">
              <a:srgbClr val="53625C"/>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B9F6C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u="none">
                <a:solidFill>
                  <a:srgbClr val="F0FDF4"/>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0FDF4"/>
                </a:solidFill>
                <a:latin typeface="Calibri"/>
              </a:defRPr>
            </a:pPr>
            <a:r>
              <a:t>YEAR A · 14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CBF3D9"/>
                </a:solidFill>
                <a:latin typeface="Calibri"/>
              </a:defRPr>
            </a:pPr>
            <a:r>
              <a:t>“Do not go into pagan territory or enter a Samaritan town.”</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300" b="1" i="0" u="none">
                <a:solidFill>
                  <a:srgbClr val="95F1B6"/>
                </a:solidFill>
                <a:latin typeface="Calibri"/>
              </a:defRPr>
            </a:pPr>
            <a:r>
              <a:t>GOSPEL (MATTHEW 9:36—10:8)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0FDF4"/>
                </a:solidFill>
                <a:latin typeface="Calibri"/>
              </a:defRPr>
            </a:pPr>
            <a:r>
              <a:t>11th Sunday in Ordinary Time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CC4D"/>
                </a:solidFill>
                <a:latin typeface="Georgia"/>
              </a:rPr>
              <a:t>Manalig Ka</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7200" b="1" i="0">
                <a:solidFill>
                  <a:srgbClr val="FFFFFF"/>
                </a:solidFill>
                <a:latin typeface="Poppins"/>
              </a:rPr>
              <a:t>ILUOM LAHAT NG TAKOT SA IYONG DAMDAMIN</a:t>
            </a:r>
          </a:p>
          <a:p>
            <a:pPr algn="ctr">
              <a:lnSpc>
                <a:spcPct val="70000"/>
              </a:lnSpc>
            </a:pPr>
            <a:r>
              <a:rPr sz="7200" b="1" i="0">
                <a:solidFill>
                  <a:srgbClr val="FFFFFF"/>
                </a:solidFill>
                <a:latin typeface="Poppins"/>
              </a:rPr>
              <a:t>ANG PANGALAN N'YA LAGI ANG TAWAGIN</a:t>
            </a:r>
          </a:p>
          <a:p>
            <a:pPr algn="ctr">
              <a:lnSpc>
                <a:spcPct val="70000"/>
              </a:lnSpc>
            </a:pPr>
            <a:r>
              <a:rPr sz="7200" b="1" i="0">
                <a:solidFill>
                  <a:srgbClr val="FFFFFF"/>
                </a:solidFill>
                <a:latin typeface="Poppins"/>
              </a:rPr>
              <a:t>AT SIYA'Y NAKIKINIG</a:t>
            </a:r>
          </a:p>
          <a:p>
            <a:pPr algn="ctr">
              <a:lnSpc>
                <a:spcPct val="70000"/>
              </a:lnSpc>
            </a:pPr>
            <a:r>
              <a:rPr sz="7200" b="1" i="0">
                <a:solidFill>
                  <a:srgbClr val="FFFFFF"/>
                </a:solidFill>
                <a:latin typeface="Poppins"/>
              </a:rPr>
              <a:t>SA BAWAT HINAING</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6800" b="1" i="0">
                <a:solidFill>
                  <a:srgbClr val="FFFFFF"/>
                </a:solidFill>
                <a:latin typeface="Poppins"/>
              </a:rPr>
              <a:t>MAGMASID</a:t>
            </a:r>
          </a:p>
          <a:p>
            <a:pPr algn="ctr">
              <a:lnSpc>
                <a:spcPct val="70000"/>
              </a:lnSpc>
            </a:pPr>
            <a:r>
              <a:rPr sz="6800" b="1" i="0">
                <a:solidFill>
                  <a:srgbClr val="FFFFFF"/>
                </a:solidFill>
                <a:latin typeface="Poppins"/>
              </a:rPr>
              <a:t>AT MAMULAT SA KANYANG KAPANGYARIHAN</a:t>
            </a:r>
          </a:p>
          <a:p>
            <a:pPr algn="ctr">
              <a:lnSpc>
                <a:spcPct val="70000"/>
              </a:lnSpc>
            </a:pPr>
            <a:r>
              <a:rPr sz="6800" b="1" i="0">
                <a:solidFill>
                  <a:srgbClr val="FFFFFF"/>
                </a:solidFill>
                <a:latin typeface="Poppins"/>
              </a:rPr>
              <a:t>NABATID MO BA NA SIYA'Y NAGLALAAN</a:t>
            </a:r>
          </a:p>
          <a:p>
            <a:pPr algn="ctr">
              <a:lnSpc>
                <a:spcPct val="70000"/>
              </a:lnSpc>
            </a:pPr>
            <a:r>
              <a:rPr sz="6800" b="1" i="0">
                <a:solidFill>
                  <a:srgbClr val="FFFFFF"/>
                </a:solidFill>
                <a:latin typeface="Poppins"/>
              </a:rPr>
              <a:t>PATULOY NA NAGHAHATID NG TUNAY NA KALAYAAN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Communion (1)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6200" b="1" i="0">
                <a:solidFill>
                  <a:srgbClr val="FFFFFF"/>
                </a:solidFill>
                <a:latin typeface="Poppins"/>
              </a:rPr>
              <a:t>ANG NGAYON TILA WALANG MARARATING NA BUKAS</a:t>
            </a:r>
          </a:p>
          <a:p>
            <a:pPr algn="ctr">
              <a:lnSpc>
                <a:spcPct val="70000"/>
              </a:lnSpc>
            </a:pPr>
            <a:r>
              <a:rPr sz="6200" b="1" i="0">
                <a:solidFill>
                  <a:srgbClr val="FFFFFF"/>
                </a:solidFill>
                <a:latin typeface="Poppins"/>
              </a:rPr>
              <a:t>NGUNIT KUNG SIYA ANG ATING HAYAANG MAGLANDAS</a:t>
            </a:r>
          </a:p>
          <a:p>
            <a:pPr algn="ctr">
              <a:lnSpc>
                <a:spcPct val="70000"/>
              </a:lnSpc>
            </a:pPr>
            <a:r>
              <a:rPr sz="6200" b="1" i="0">
                <a:solidFill>
                  <a:srgbClr val="FFFFFF"/>
                </a:solidFill>
                <a:latin typeface="Poppins"/>
              </a:rPr>
              <a:t>PAG-ASA AY MULING MABIBIGKAS</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Communion (1)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200" b="1" i="0">
                <a:solidFill>
                  <a:srgbClr val="FFFFFF"/>
                </a:solidFill>
                <a:latin typeface="Poppins"/>
              </a:rPr>
              <a:t>MANALIG KA</a:t>
            </a:r>
          </a:p>
          <a:p>
            <a:pPr algn="ctr">
              <a:lnSpc>
                <a:spcPct val="70000"/>
              </a:lnSpc>
            </a:pPr>
            <a:r>
              <a:rPr sz="7200" b="1" i="0">
                <a:solidFill>
                  <a:srgbClr val="FFFFFF"/>
                </a:solidFill>
                <a:latin typeface="Poppins"/>
              </a:rPr>
              <a:t>TUYUIN ANG LUHA SA MGA MATA</a:t>
            </a:r>
          </a:p>
          <a:p>
            <a:pPr algn="ctr">
              <a:lnSpc>
                <a:spcPct val="70000"/>
              </a:lnSpc>
            </a:pPr>
            <a:r>
              <a:rPr sz="7200" b="1" i="0">
                <a:solidFill>
                  <a:srgbClr val="FFFFFF"/>
                </a:solidFill>
                <a:latin typeface="Poppins"/>
              </a:rPr>
              <a:t>HINDI SIYA NATUTULOG</a:t>
            </a:r>
          </a:p>
          <a:p>
            <a:pPr algn="ctr">
              <a:lnSpc>
                <a:spcPct val="70000"/>
              </a:lnSpc>
            </a:pPr>
            <a:r>
              <a:rPr sz="7200" b="1" i="0">
                <a:solidFill>
                  <a:srgbClr val="FFFFFF"/>
                </a:solidFill>
                <a:latin typeface="Poppins"/>
              </a:rPr>
              <a:t>HINDI NAKAKALIMOT</a:t>
            </a:r>
          </a:p>
          <a:p>
            <a:pPr algn="ctr">
              <a:lnSpc>
                <a:spcPct val="70000"/>
              </a:lnSpc>
            </a:pPr>
            <a:r>
              <a:rPr sz="7200" b="1" i="0">
                <a:solidFill>
                  <a:srgbClr val="FFFFFF"/>
                </a:solidFill>
                <a:latin typeface="Poppins"/>
              </a:rPr>
              <a:t>KAY HESUS MANALIG KA</a:t>
            </a:r>
          </a:p>
          <a:p>
            <a:pPr algn="ctr">
              <a:lnSpc>
                <a:spcPct val="70000"/>
              </a:lnSpc>
            </a:pPr>
            <a:r>
              <a:rPr sz="7200" b="1" i="0">
                <a:solidFill>
                  <a:srgbClr val="FFFFFF"/>
                </a:solidFill>
                <a:latin typeface="Poppins"/>
              </a:rPr>
              <a:t>KAY HESUS MANALIG KA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Communion (1)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(NO LYRICS IN LIBRARY FOR THIS HYMN.)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Communion (2)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613648"/>
          </a:xfrm>
          <a:prstGeom prst="rect">
            <a:avLst/>
          </a:prstGeom>
          <a:noFill/>
        </p:spPr>
        <p:txBody>
          <a:bodyPr wrap="square" lIns="109728" rIns="109728" tIns="73152" bIns="73152" anchor="ctr">
            <a:noAutofit/>
          </a:bodyPr>
          <a:lstStyle/>
          <a:p>
            <a:pPr algn="ctr">
              <a:spcBef>
                <a:spcPts val="600"/>
              </a:spcBef>
              <a:spcAft>
                <a:spcPts val="800"/>
              </a:spcAft>
            </a:pPr>
            <a:r>
              <a:rPr sz="5500" b="1">
                <a:solidFill>
                  <a:srgbClr val="F8B300"/>
                </a:solidFill>
                <a:latin typeface="Inter"/>
              </a:rPr>
              <a:t>Priest: </a:t>
            </a:r>
            <a:r>
              <a:rPr sz="5500" b="1">
                <a:solidFill>
                  <a:srgbClr val="FFFFFF"/>
                </a:solidFill>
                <a:latin typeface="Inter"/>
              </a:rPr>
              <a:t>Let us pray.</a:t>
            </a:r>
          </a:p>
          <a:p>
            <a:pPr algn="ctr">
              <a:spcBef>
                <a:spcPts val="600"/>
              </a:spcBef>
              <a:spcAft>
                <a:spcPts val="800"/>
              </a:spcAft>
            </a:pPr>
            <a:r>
              <a:rPr sz="5500" b="1">
                <a:solidFill>
                  <a:srgbClr val="FFFFFF"/>
                </a:solidFill>
                <a:latin typeface="Inter"/>
              </a:rPr>
              <a:t>All: </a:t>
            </a:r>
            <a:r>
              <a:rPr sz="5500" b="1">
                <a:solidFill>
                  <a:srgbClr val="FFFFFF"/>
                </a:solidFill>
                <a:latin typeface="Inter"/>
              </a:rPr>
              <a:t>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The Communion Rite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90D0D"/>
            </a:gs>
            <a:gs pos="100000">
              <a:srgbClr val="53625C"/>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B9F6C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u="none">
                <a:solidFill>
                  <a:srgbClr val="F0FDF4"/>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0FDF4"/>
                </a:solidFill>
                <a:latin typeface="Calibri"/>
              </a:defRPr>
            </a:pPr>
            <a:r>
              <a:t>YEAR A · 14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CBF3D9"/>
                </a:solidFill>
                <a:latin typeface="Calibri"/>
              </a:defRPr>
            </a:pPr>
            <a:r>
              <a:t>“Do not go into pagan territory or enter a Samaritan town.”</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300" b="1" i="0" u="none">
                <a:solidFill>
                  <a:srgbClr val="95F1B6"/>
                </a:solidFill>
                <a:latin typeface="Calibri"/>
              </a:defRPr>
            </a:pPr>
            <a:r>
              <a:t>GOSPEL (MATTHEW 9:36—10:8)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0FDF4"/>
                </a:solidFill>
                <a:latin typeface="Calibri"/>
              </a:defRPr>
            </a:pPr>
            <a:r>
              <a:t>11th Sunday in Ordinary Time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1051560"/>
          </a:xfrm>
          <a:prstGeom prst="rect">
            <a:avLst/>
          </a:prstGeom>
          <a:noFill/>
        </p:spPr>
        <p:txBody>
          <a:bodyPr wrap="square" lIns="109728" rIns="109728" tIns="73152" bIns="73152" anchor="t">
            <a:noAutofit/>
          </a:bodyPr>
          <a:lstStyle/>
          <a:p>
            <a:pPr algn="ctr">
              <a:defRPr sz="5500" b="1" i="0" u="none">
                <a:solidFill>
                  <a:srgbClr val="86EFAC"/>
                </a:solidFill>
                <a:latin typeface="Inter"/>
              </a:defRPr>
            </a:pPr>
            <a:r>
              <a:t>MASS COLLECTION</a:t>
            </a:r>
          </a:p>
        </p:txBody>
      </p:sp>
      <p:sp>
        <p:nvSpPr>
          <p:cNvPr id="3" name="TextBox 2"/>
          <p:cNvSpPr txBox="1"/>
          <p:nvPr/>
        </p:nvSpPr>
        <p:spPr>
          <a:xfrm>
            <a:off x="914400" y="1581912"/>
            <a:ext cx="16459200" cy="7104888"/>
          </a:xfrm>
          <a:prstGeom prst="rect">
            <a:avLst/>
          </a:prstGeom>
          <a:noFill/>
        </p:spPr>
        <p:txBody>
          <a:bodyPr wrap="square" lIns="109728" rIns="109728" tIns="73152" bIns="73152" anchor="ctr">
            <a:noAutofit/>
          </a:bodyPr>
          <a:lstStyle/>
          <a:p>
            <a:pPr algn="ctr">
              <a:defRPr sz="5500" b="1" i="0" u="none">
                <a:solidFill>
                  <a:srgbClr val="FFFFFF"/>
                </a:solidFill>
                <a:latin typeface="Inter"/>
              </a:defRPr>
            </a:pPr>
            <a:r>
              <a:t>(Enter collection amount in Mass Builder.)</a:t>
            </a:r>
          </a:p>
        </p:txBody>
      </p:sp>
      <p:sp>
        <p:nvSpPr>
          <p:cNvPr id="4" name="TextBox 3"/>
          <p:cNvSpPr txBox="1"/>
          <p:nvPr/>
        </p:nvSpPr>
        <p:spPr>
          <a:xfrm>
            <a:off x="914400" y="8869680"/>
            <a:ext cx="16459200" cy="868680"/>
          </a:xfrm>
          <a:prstGeom prst="rect">
            <a:avLst/>
          </a:prstGeom>
          <a:noFill/>
        </p:spPr>
        <p:txBody>
          <a:bodyPr wrap="square" lIns="109728" rIns="109728" tIns="73152" bIns="73152">
            <a:noAutofit/>
          </a:bodyPr>
          <a:lstStyle/>
          <a:p>
            <a:pPr algn="ctr">
              <a:spcAft>
                <a:spcPts val="200"/>
              </a:spcAft>
              <a:defRPr sz="1500" b="0" i="0" u="none">
                <a:solidFill>
                  <a:srgbClr val="FFFFFF"/>
                </a:solidFill>
                <a:latin typeface="Inter"/>
              </a:defRPr>
            </a:pPr>
            <a:r>
              <a:t>Sunday, June 7, 2026</a:t>
            </a:r>
          </a:p>
          <a:p>
            <a:pPr algn="ctr">
              <a:spcAft>
                <a:spcPts val="200"/>
              </a:spcAft>
              <a:defRPr sz="1500" b="0" i="0" u="none">
                <a:solidFill>
                  <a:srgbClr val="FFFFFF"/>
                </a:solidFill>
                <a:latin typeface="Inter"/>
              </a:defRPr>
            </a:pPr>
            <a:r>
              <a:t>Thank you for your generosity.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Mass Collection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0FDF4"/>
                </a:solidFill>
                <a:latin typeface="Inter"/>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Announcements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0FDF4"/>
                </a:solidFill>
                <a:latin typeface="Inter"/>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Announcements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0FDF4"/>
                </a:solidFill>
                <a:latin typeface="Inter"/>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5500" b="1" i="0" u="none">
                <a:solidFill>
                  <a:srgbClr val="F0FDF4"/>
                </a:solidFill>
                <a:latin typeface="Inter"/>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Announcements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613648"/>
          </a:xfrm>
          <a:prstGeom prst="rect">
            <a:avLst/>
          </a:prstGeom>
          <a:noFill/>
        </p:spPr>
        <p:txBody>
          <a:bodyPr wrap="square" lIns="109728" rIns="109728" tIns="73152" bIns="73152" anchor="ctr">
            <a:noAutofit/>
          </a:bodyPr>
          <a:lstStyle/>
          <a:p>
            <a:pPr algn="ctr">
              <a:spcBef>
                <a:spcPts val="600"/>
              </a:spcBef>
              <a:spcAft>
                <a:spcPts val="800"/>
              </a:spcAft>
            </a:pPr>
            <a:r>
              <a:rPr sz="5500" b="1">
                <a:solidFill>
                  <a:srgbClr val="F8B300"/>
                </a:solidFill>
                <a:latin typeface="Inter"/>
              </a:rPr>
              <a:t>Priest: </a:t>
            </a:r>
            <a:r>
              <a:rPr sz="5500" b="1">
                <a:solidFill>
                  <a:srgbClr val="FFFFFF"/>
                </a:solidFill>
                <a:latin typeface="Inter"/>
              </a:rPr>
              <a:t>The Lord be with you.</a:t>
            </a:r>
          </a:p>
          <a:p>
            <a:pPr algn="ctr">
              <a:spcBef>
                <a:spcPts val="600"/>
              </a:spcBef>
              <a:spcAft>
                <a:spcPts val="800"/>
              </a:spcAft>
            </a:pPr>
            <a:r>
              <a:rPr sz="5500" b="1">
                <a:solidFill>
                  <a:srgbClr val="FFFFFF"/>
                </a:solidFill>
                <a:latin typeface="Inter"/>
              </a:rPr>
              <a:t>All: </a:t>
            </a:r>
            <a:r>
              <a:rPr sz="5500" b="1">
                <a:solidFill>
                  <a:srgbClr val="FFFFFF"/>
                </a:solidFill>
                <a:latin typeface="Inter"/>
              </a:rPr>
              <a:t>And with your spirit.</a:t>
            </a:r>
          </a:p>
          <a:p>
            <a:pPr algn="ctr">
              <a:spcBef>
                <a:spcPts val="600"/>
              </a:spcBef>
              <a:spcAft>
                <a:spcPts val="800"/>
              </a:spcAft>
            </a:pPr>
            <a:r>
              <a:rPr sz="5500" b="1">
                <a:solidFill>
                  <a:srgbClr val="F8B300"/>
                </a:solidFill>
                <a:latin typeface="Inter"/>
              </a:rPr>
              <a:t>Priest: </a:t>
            </a:r>
            <a:r>
              <a:rPr sz="5500" b="1">
                <a:solidFill>
                  <a:srgbClr val="FFFFFF"/>
                </a:solidFill>
                <a:latin typeface="Inter"/>
              </a:rPr>
              <a:t>May almighty God bless you, the Father, and the Son, and the Holy Spirit.</a:t>
            </a:r>
          </a:p>
          <a:p>
            <a:pPr algn="ctr">
              <a:spcBef>
                <a:spcPts val="600"/>
              </a:spcBef>
              <a:spcAft>
                <a:spcPts val="800"/>
              </a:spcAft>
            </a:pPr>
            <a:r>
              <a:rPr sz="5500" b="1">
                <a:solidFill>
                  <a:srgbClr val="FFFFFF"/>
                </a:solidFill>
                <a:latin typeface="Inter"/>
              </a:rPr>
              <a:t>All: </a:t>
            </a:r>
            <a:r>
              <a:rPr sz="5500" b="1">
                <a:solidFill>
                  <a:srgbClr val="FFFFFF"/>
                </a:solidFill>
                <a:latin typeface="Inter"/>
              </a:rPr>
              <a:t>Amen.</a:t>
            </a:r>
          </a:p>
          <a:p>
            <a:pPr algn="ctr">
              <a:spcBef>
                <a:spcPts val="600"/>
              </a:spcBef>
              <a:spcAft>
                <a:spcPts val="800"/>
              </a:spcAft>
            </a:pPr>
            <a:r>
              <a:rPr sz="5500" b="1">
                <a:solidFill>
                  <a:srgbClr val="F8B300"/>
                </a:solidFill>
                <a:latin typeface="Inter"/>
              </a:rPr>
              <a:t>Priest: </a:t>
            </a:r>
            <a:r>
              <a:rPr sz="5500" b="1">
                <a:solidFill>
                  <a:srgbClr val="FFFFFF"/>
                </a:solidFill>
                <a:latin typeface="Inter"/>
              </a:rPr>
              <a:t>Go in peace, glorifying the Lord by your life.</a:t>
            </a:r>
          </a:p>
          <a:p>
            <a:pPr algn="ctr">
              <a:spcBef>
                <a:spcPts val="600"/>
              </a:spcBef>
              <a:spcAft>
                <a:spcPts val="800"/>
              </a:spcAft>
            </a:pPr>
            <a:r>
              <a:rPr sz="5500" b="1">
                <a:solidFill>
                  <a:srgbClr val="FFFFFF"/>
                </a:solidFill>
                <a:latin typeface="Inter"/>
              </a:rPr>
              <a:t>All: </a:t>
            </a:r>
            <a:r>
              <a:rPr sz="5500" b="1">
                <a:solidFill>
                  <a:srgbClr val="FFFFFF"/>
                </a:solidFill>
                <a:latin typeface="Inter"/>
              </a:rPr>
              <a:t>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86EFAC"/>
                </a:solidFill>
                <a:latin typeface="Inter"/>
              </a:defRPr>
            </a:pPr>
            <a:r>
              <a:t>Final Blessing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CC4D"/>
                </a:solidFill>
                <a:latin typeface="Georgia"/>
              </a:rPr>
              <a:t>We Are Called</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WE ARE CALLED TO ACT WITH JUSTICE,</a:t>
            </a:r>
          </a:p>
          <a:p>
            <a:pPr algn="ctr">
              <a:lnSpc>
                <a:spcPct val="70000"/>
              </a:lnSpc>
            </a:pPr>
            <a:r>
              <a:rPr sz="7500" b="1" i="0">
                <a:solidFill>
                  <a:srgbClr val="FFFFFF"/>
                </a:solidFill>
                <a:latin typeface="Poppins"/>
              </a:rPr>
              <a:t>WE ARE CALLED TO LOVE TENDERLY;</a:t>
            </a:r>
          </a:p>
          <a:p>
            <a:pPr algn="ctr">
              <a:lnSpc>
                <a:spcPct val="70000"/>
              </a:lnSpc>
            </a:pPr>
            <a:r>
              <a:rPr sz="7500" b="1" i="0">
                <a:solidFill>
                  <a:srgbClr val="FFFFFF"/>
                </a:solidFill>
                <a:latin typeface="Poppins"/>
              </a:rPr>
              <a:t>WE ARE CALLED TO SERVE ONE ANOTHER,</a:t>
            </a:r>
          </a:p>
          <a:p>
            <a:pPr algn="ctr">
              <a:lnSpc>
                <a:spcPct val="70000"/>
              </a:lnSpc>
            </a:pPr>
            <a:r>
              <a:rPr sz="7500" b="1" i="0">
                <a:solidFill>
                  <a:srgbClr val="FFFFFF"/>
                </a:solidFill>
                <a:latin typeface="Poppins"/>
              </a:rPr>
              <a:t>TO WALK HUMBLY WITH GOD.</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6600" b="1" i="0">
                <a:solidFill>
                  <a:srgbClr val="FFFFFF"/>
                </a:solidFill>
                <a:latin typeface="Poppins"/>
              </a:rPr>
              <a:t>COME! LIVE IN THE LIGHT!</a:t>
            </a:r>
          </a:p>
          <a:p>
            <a:pPr algn="ctr">
              <a:lnSpc>
                <a:spcPct val="70000"/>
              </a:lnSpc>
            </a:pPr>
            <a:r>
              <a:rPr sz="6600" b="1" i="0">
                <a:solidFill>
                  <a:srgbClr val="FFFFFF"/>
                </a:solidFill>
                <a:latin typeface="Poppins"/>
              </a:rPr>
              <a:t>SHINE WITH THE JOY AND THE LOVE OF THE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Recessional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GOD OF DAYBREAK, GOD OF SHADOW,</a:t>
            </a:r>
          </a:p>
          <a:p>
            <a:pPr algn="ctr">
              <a:lnSpc>
                <a:spcPct val="70000"/>
              </a:lnSpc>
            </a:pPr>
            <a:r>
              <a:rPr sz="7500" b="1" i="0">
                <a:solidFill>
                  <a:srgbClr val="FFFFFF"/>
                </a:solidFill>
                <a:latin typeface="Poppins"/>
              </a:rPr>
              <a:t>COME INTO OUR RESTLESS LIVES;</a:t>
            </a:r>
          </a:p>
          <a:p>
            <a:pPr algn="ctr">
              <a:lnSpc>
                <a:spcPct val="70000"/>
              </a:lnSpc>
            </a:pPr>
            <a:r>
              <a:rPr sz="7500" b="1" i="0">
                <a:solidFill>
                  <a:srgbClr val="FFFFFF"/>
                </a:solidFill>
                <a:latin typeface="Poppins"/>
              </a:rPr>
              <a:t>LIFT FROM US THE FEAR OF SHADOWS,</a:t>
            </a:r>
          </a:p>
          <a:p>
            <a:pPr algn="ctr">
              <a:lnSpc>
                <a:spcPct val="70000"/>
              </a:lnSpc>
            </a:pPr>
            <a:r>
              <a:rPr sz="7500" b="1" i="0">
                <a:solidFill>
                  <a:srgbClr val="FFFFFF"/>
                </a:solidFill>
                <a:latin typeface="Poppins"/>
              </a:rPr>
              <a:t>THAT WE MAY ARISE WITH LIGHT.</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WE ARE CALLED TO ACT WITH JUSTICE...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Recessional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COME! LIVE IN THE LIGHT!...</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400" b="1" i="0">
                <a:solidFill>
                  <a:srgbClr val="FFFFFF"/>
                </a:solidFill>
                <a:latin typeface="Poppins"/>
              </a:rPr>
              <a:t>GOD OF NEWNESS, GOD OF FRESHNESS,</a:t>
            </a:r>
          </a:p>
          <a:p>
            <a:pPr algn="ctr">
              <a:lnSpc>
                <a:spcPct val="70000"/>
              </a:lnSpc>
            </a:pPr>
            <a:r>
              <a:rPr sz="7400" b="1" i="0">
                <a:solidFill>
                  <a:srgbClr val="FFFFFF"/>
                </a:solidFill>
                <a:latin typeface="Poppins"/>
              </a:rPr>
              <a:t>COME INTO OUR MORNING SONG:</a:t>
            </a:r>
          </a:p>
          <a:p>
            <a:pPr algn="ctr">
              <a:lnSpc>
                <a:spcPct val="70000"/>
              </a:lnSpc>
            </a:pPr>
            <a:r>
              <a:rPr sz="7400" b="1" i="0">
                <a:solidFill>
                  <a:srgbClr val="FFFFFF"/>
                </a:solidFill>
                <a:latin typeface="Poppins"/>
              </a:rPr>
              <a:t>GIVE TO US A NEW BEGINNING,</a:t>
            </a:r>
          </a:p>
          <a:p>
            <a:pPr algn="ctr">
              <a:lnSpc>
                <a:spcPct val="70000"/>
              </a:lnSpc>
            </a:pPr>
            <a:r>
              <a:rPr sz="7400" b="1" i="0">
                <a:solidFill>
                  <a:srgbClr val="FFFFFF"/>
                </a:solidFill>
                <a:latin typeface="Poppins"/>
              </a:rPr>
              <a:t>SEND US FORTH WITH HEARTS MADE STRONG.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Recessional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WE ARE CALLED TO ACT WITH JUSTICE...</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COME! LIVE IN THE LIGHT!...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CC4D"/>
                </a:solidFill>
                <a:latin typeface="Inter"/>
              </a:defRPr>
            </a:pPr>
            <a:r>
              <a:t>Recessional</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90D0D"/>
            </a:gs>
            <a:gs pos="100000">
              <a:srgbClr val="53625C"/>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B9F6C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5800" b="1" i="0" u="none">
                <a:solidFill>
                  <a:srgbClr val="F0FDF4"/>
                </a:solidFill>
                <a:latin typeface="Calibri"/>
              </a:defRPr>
            </a:pPr>
            <a:r>
              <a:t>Fr. Michael Hwang</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0FDF4"/>
                </a:solidFill>
                <a:latin typeface="Calibri"/>
              </a:defRPr>
            </a:pPr>
            <a:r>
              <a:t>YEAR A · 14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CBF3D9"/>
                </a:solidFill>
                <a:latin typeface="Calibri"/>
              </a:defRPr>
            </a:pPr>
            <a:r>
              <a:t>“Do not go into pagan territory or enter a Samaritan town.”</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300" b="1" i="0" u="none">
                <a:solidFill>
                  <a:srgbClr val="95F1B6"/>
                </a:solidFill>
                <a:latin typeface="Calibri"/>
              </a:defRPr>
            </a:pPr>
            <a:r>
              <a:t>GOSPEL (MATTHEW 9:36—10:8)</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0FDF4"/>
                </a:solidFill>
                <a:latin typeface="Calibri"/>
              </a:defRPr>
            </a:pPr>
            <a:r>
              <a:t>11th Sunday in Ordinary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