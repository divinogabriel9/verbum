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11th Sunday in 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2026-06-14</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“Do not go into pagan territory or enter a Samaritan town.”</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“Go rather to the lost sheep of the house of Israel.”</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Matthew 9:36—10:8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RISE, O CHILDREN, FROM YOUR SLEEP;</a:t>
            </a:r>
          </a:p>
          <a:p>
            <a:pPr algn="ctr">
              <a:lnSpc>
                <a:spcPct val="100000"/>
              </a:lnSpc>
              <a:spcAft>
                <a:spcPts val="600"/>
              </a:spcAft>
              <a:defRPr sz="5100" b="1" i="0">
                <a:solidFill>
                  <a:srgbClr val="FFFFFF"/>
                </a:solidFill>
                <a:latin typeface="Poppins Bold"/>
              </a:defRPr>
            </a:pPr>
            <a:r>
              <a:t>YOUR SAVIOR NOW HAS COME</a:t>
            </a:r>
          </a:p>
          <a:p>
            <a:pPr algn="ctr">
              <a:lnSpc>
                <a:spcPct val="100000"/>
              </a:lnSpc>
              <a:spcAft>
                <a:spcPts val="600"/>
              </a:spcAft>
              <a:defRPr sz="5100" b="1" i="0">
                <a:solidFill>
                  <a:srgbClr val="FFFFFF"/>
                </a:solidFill>
                <a:latin typeface="Poppins Bold"/>
              </a:defRPr>
            </a:pPr>
            <a:r>
              <a:t>HE HAS TURNED YOUR SORROW TO JOY</a:t>
            </a:r>
          </a:p>
          <a:p>
            <a:pPr algn="ctr">
              <a:lnSpc>
                <a:spcPct val="100000"/>
              </a:lnSpc>
              <a:spcAft>
                <a:spcPts val="600"/>
              </a:spcAft>
              <a:defRPr sz="5100" b="1" i="0">
                <a:solidFill>
                  <a:srgbClr val="FFFFFF"/>
                </a:solidFill>
                <a:latin typeface="Poppins Bold"/>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a:p>
            <a:pPr algn="ctr">
              <a:lnSpc>
                <a:spcPct val="100000"/>
              </a:lnSpc>
              <a:spcAft>
                <a:spcPts val="600"/>
              </a:spcAft>
              <a:defRPr sz="5100" b="1" i="1">
                <a:solidFill>
                  <a:srgbClr val="FFB800"/>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Exodus 19:2-6a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100:1-2, 3, 5)</a:t>
            </a:r>
          </a:p>
          <a:p>
            <a:pPr algn="ctr">
              <a:spcAft>
                <a:spcPts val="800"/>
              </a:spcAft>
              <a:defRPr sz="5500" b="0" i="0">
                <a:solidFill>
                  <a:srgbClr val="F0FDF4"/>
                </a:solidFill>
                <a:latin typeface="Inter"/>
              </a:defRPr>
            </a:pPr>
            <a:r>
              <a:t>R. We are his people: the sheep of his flock.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Romans 5:6-11</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lang="en-US" b="1" sz="6900">
                <a:solidFill>
                  <a:srgbClr val="FFB800"/>
                </a:solidFill>
                <a:latin typeface="Poppins Bold"/>
                <a:ea typeface="Poppins Semi-Bold"/>
                <a:cs typeface="Poppins Semi-Bold"/>
                <a:sym typeface="Poppins Semi-Bold"/>
              </a:rPr>
              <a:t>Priest</a:t>
            </a:r>
            <a:r>
              <a:rPr lang="en-US" b="1" sz="6900">
                <a:solidFill>
                  <a:srgbClr val="FFFFFF"/>
                </a:solidFill>
                <a:latin typeface="Poppins Bold"/>
                <a:ea typeface="Poppins Semi-Bold"/>
                <a:cs typeface="Poppins Semi-Bold"/>
                <a:sym typeface="Poppins Semi-Bold"/>
              </a:rPr>
              <a:t>: 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r>
              <a:rPr sz="6900" b="1">
                <a:latin typeface="Poppins Bold"/>
              </a:rPr>
              <a:t>Priest: A reading from the holy</a:t>
            </a:r>
          </a:p>
          <a:p>
            <a:r>
              <a:rPr sz="6900" b="1">
                <a:latin typeface="Poppins Bold"/>
              </a:rPr>
              <a:t>Gospel according to Matthew.</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784187" y="1154740"/>
            <a:ext cx="16922788" cy="2908427"/>
          </a:xfrm>
          <a:prstGeom prst="rect">
            <a:avLst/>
          </a:prstGeom>
        </p:spPr>
        <p:txBody>
          <a:bodyPr anchor="t" rtlCol="false" tIns="0" lIns="0" bIns="0" rIns="0">
            <a:noAutofit/>
          </a:bodyPr>
          <a:lstStyle/>
          <a:p>
            <a:pPr algn="l">
              <a:lnSpc>
                <a:spcPts val="7563"/>
              </a:lnSpc>
              <a:defRPr/>
            </a:pPr>
            <a:r>
              <a:rPr lang="en-US" sz="6199" spc="99" b="true">
                <a:solidFill>
                  <a:srgbClr val="FFFFFF"/>
                </a:solidFill>
                <a:latin typeface="Poppins Bold"/>
                <a:ea typeface="Poppins Bold"/>
                <a:cs typeface="Poppins Bold"/>
                <a:sym typeface="Poppins Bold"/>
              </a:rPr>
              <a:t>All:</a:t>
            </a:r>
            <a:r>
              <a:rPr lang="en-US" b="true" sz="6199" spc="99">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God</a:t>
            </a:r>
            <a:r>
              <a:rPr lang="en-US" sz="6199" spc="99" b="true">
                <a:solidFill>
                  <a:srgbClr val="FFFFFF"/>
                </a:solidFill>
                <a:latin typeface="Poppins Bold"/>
                <a:ea typeface="Poppins Bold"/>
                <a:cs typeface="Poppins Bold"/>
                <a:sym typeface="Poppins Bold"/>
              </a:rPr>
              <a:t>, the Father almighty,</a:t>
            </a:r>
          </a:p>
          <a:p>
            <a:pPr algn="l" marL="0" indent="0" lvl="0">
              <a:lnSpc>
                <a:spcPts val="7563"/>
              </a:lnSpc>
              <a:defRPr/>
            </a:pPr>
            <a:r>
              <a:rPr lang="en-US" b="true" sz="6199" spc="99">
                <a:solidFill>
                  <a:srgbClr val="FFFFFF"/>
                </a:solidFill>
                <a:latin typeface="Poppins Bold"/>
                <a:ea typeface="Poppins Bold"/>
                <a:cs typeface="Poppins Bold"/>
                <a:sym typeface="Poppins Bold"/>
              </a:rPr>
              <a:t>Creator of heaven and earth, and in Jesus Christ, his only Son, our Lord,</a:t>
            </a:r>
          </a:p>
        </p:txBody>
      </p:sp>
      <p:sp>
        <p:nvSpPr>
          <p:cNvPr name="TextBox 3" id="3"/>
          <p:cNvSpPr txBox="true"/>
          <p:nvPr/>
        </p:nvSpPr>
        <p:spPr>
          <a:xfrm rot="0">
            <a:off x="755612" y="4622871"/>
            <a:ext cx="18288000" cy="5295900"/>
          </a:xfrm>
          <a:prstGeom prst="rect">
            <a:avLst/>
          </a:prstGeom>
        </p:spPr>
        <p:txBody>
          <a:bodyPr anchor="t" rtlCol="false" tIns="0" lIns="0" bIns="0" rIns="0">
            <a:noAutofit/>
          </a:bodyPr>
          <a:lstStyle/>
          <a:p>
            <a:pPr algn="l">
              <a:lnSpc>
                <a:spcPts val="8279"/>
              </a:lnSpc>
              <a:defRPr/>
            </a:pPr>
            <a:r>
              <a:rPr lang="en-US" sz="6899" i="true" b="true">
                <a:solidFill>
                  <a:srgbClr val="F8B300"/>
                </a:solidFill>
                <a:latin typeface="Poppins Bold Italics"/>
                <a:ea typeface="Poppins Bold Italics"/>
                <a:cs typeface="Poppins Bold Italics"/>
                <a:sym typeface="Poppins Bold Italics"/>
              </a:rPr>
              <a:t>who was conceived by the Holy Spirit,</a:t>
            </a:r>
          </a:p>
          <a:p>
            <a:pPr algn="l">
              <a:lnSpc>
                <a:spcPts val="8279"/>
              </a:lnSpc>
              <a:defRPr/>
            </a:pPr>
            <a:r>
              <a:rPr lang="en-US" sz="6899" i="true" b="true">
                <a:solidFill>
                  <a:srgbClr val="F8B300"/>
                </a:solidFill>
                <a:latin typeface="Poppins Bold Italics"/>
                <a:ea typeface="Poppins Bold Italics"/>
                <a:cs typeface="Poppins Bold Italics"/>
                <a:sym typeface="Poppins Bold Italics"/>
              </a:rPr>
              <a:t>born of the Virgin Mary</a:t>
            </a:r>
            <a:r>
              <a:rPr lang="en-US" sz="6899" b="true">
                <a:solidFill>
                  <a:srgbClr val="FFFFFF"/>
                </a:solidFill>
                <a:latin typeface="Poppins Bold"/>
                <a:ea typeface="Poppins Bold"/>
                <a:cs typeface="Poppins Bold"/>
                <a:sym typeface="Poppins Bold"/>
              </a:rPr>
              <a:t>,</a:t>
            </a:r>
          </a:p>
          <a:p>
            <a:pPr algn="l">
              <a:lnSpc>
                <a:spcPts val="8279"/>
              </a:lnSpc>
              <a:defRPr/>
            </a:pPr>
            <a:r>
              <a:rPr lang="en-US" sz="6899" b="true">
                <a:solidFill>
                  <a:srgbClr val="FFFFFF"/>
                </a:solidFill>
                <a:latin typeface="Poppins Bold"/>
                <a:ea typeface="Poppins Bold"/>
                <a:cs typeface="Poppins Bold"/>
                <a:sym typeface="Poppins Bold"/>
              </a:rPr>
              <a:t>suffered under Pontius Pila</a:t>
            </a:r>
            <a:r>
              <a:rPr lang="en-US" sz="6899" b="true">
                <a:solidFill>
                  <a:srgbClr val="FFFFFF"/>
                </a:solidFill>
                <a:latin typeface="Poppins Bold"/>
                <a:ea typeface="Poppins Bold"/>
                <a:cs typeface="Poppins Bold"/>
                <a:sym typeface="Poppins Bold"/>
              </a:rPr>
              <a:t>te,</a:t>
            </a:r>
          </a:p>
          <a:p>
            <a:pPr algn="l">
              <a:lnSpc>
                <a:spcPts val="8279"/>
              </a:lnSpc>
              <a:defRPr/>
            </a:pPr>
            <a:r>
              <a:rPr lang="en-US" sz="6899" b="true">
                <a:solidFill>
                  <a:srgbClr val="FFFFFF"/>
                </a:solidFill>
                <a:latin typeface="Poppins Bold"/>
                <a:ea typeface="Poppins Bold"/>
                <a:cs typeface="Poppins Bold"/>
                <a:sym typeface="Poppins Bold"/>
              </a:rPr>
              <a:t>was crucified, died and was buried;</a:t>
            </a:r>
          </a:p>
          <a:p>
            <a:pPr algn="l" marL="0" indent="0" lvl="0">
              <a:lnSpc>
                <a:spcPts val="8279"/>
              </a:lnSpc>
              <a:defRPr/>
            </a:pPr>
            <a:r>
              <a:rPr lang="en-US" b="true" sz="6899">
                <a:solidFill>
                  <a:srgbClr val="FFFFFF"/>
                </a:solidFill>
                <a:latin typeface="Poppins Bold"/>
                <a:ea typeface="Poppins Bold"/>
                <a:cs typeface="Poppins Bold"/>
                <a:sym typeface="Poppins Bold"/>
              </a:rPr>
              <a:t>he descended into hell;</a:t>
            </a:r>
          </a:p>
        </p:txBody>
      </p:sp>
      <p:sp>
        <p:nvSpPr>
          <p:cNvPr name="TextBox 4" id="4"/>
          <p:cNvSpPr txBox="true"/>
          <p:nvPr/>
        </p:nvSpPr>
        <p:spPr>
          <a:xfrm rot="0">
            <a:off x="2874744" y="140503"/>
            <a:ext cx="12538511" cy="881126"/>
          </a:xfrm>
          <a:prstGeom prst="rect">
            <a:avLst/>
          </a:prstGeom>
        </p:spPr>
        <p:txBody>
          <a:bodyPr anchor="t" rtlCol="false" tIns="0" lIns="0" bIns="0" rIns="0">
            <a:noAutofit/>
          </a:bodyPr>
          <a:lstStyle/>
          <a:p>
            <a:pPr algn="ctr" marL="0" indent="0" lvl="0">
              <a:lnSpc>
                <a:spcPts val="6832"/>
              </a:lnSpc>
              <a:spcBef>
                <a:spcPct val="0"/>
              </a:spcBef>
              <a:defRPr/>
            </a:pPr>
            <a:r>
              <a:rPr lang="en-US" sz="3850">
                <a:solidFill>
                  <a:srgbClr val="FFB800">
                    <a:alpha val="80784"/>
                  </a:srgbClr>
                </a:solidFill>
                <a:latin typeface="Georgia"/>
                <a:ea typeface="Recoleta"/>
                <a:cs typeface="Recoleta"/>
                <a:sym typeface="Recoleta"/>
              </a:rPr>
              <a:t>Apostles’ Creed</a:t>
            </a:r>
          </a:p>
        </p:txBody>
      </p:sp>
      <p:sp>
        <p:nvSpPr>
          <p:cNvPr name="TextBox 5" id="5"/>
          <p:cNvSpPr txBox="true"/>
          <p:nvPr/>
        </p:nvSpPr>
        <p:spPr>
          <a:xfrm rot="0">
            <a:off x="6654143" y="3844092"/>
            <a:ext cx="4979713" cy="1056951"/>
          </a:xfrm>
          <a:prstGeom prst="rect">
            <a:avLst/>
          </a:prstGeom>
        </p:spPr>
        <p:txBody>
          <a:bodyPr anchor="t" rtlCol="false" tIns="0" lIns="0" bIns="0" rIns="0">
            <a:noAutofit/>
          </a:bodyPr>
          <a:lstStyle/>
          <a:p>
            <a:pPr algn="ctr" marL="0" indent="0" lvl="0">
              <a:lnSpc>
                <a:spcPts val="7703"/>
              </a:lnSpc>
              <a:spcBef>
                <a:spcPct val="0"/>
              </a:spcBef>
              <a:defRPr/>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Apostles' Creed (1/3)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957263"/>
            <a:ext cx="18288000" cy="8286750"/>
          </a:xfrm>
          <a:prstGeom prst="rect">
            <a:avLst/>
          </a:prstGeom>
        </p:spPr>
        <p:txBody>
          <a:bodyPr anchor="t" rtlCol="false" tIns="0" lIns="0" bIns="0" rIns="0">
            <a:noAutofit/>
          </a:bodyPr>
          <a:lstStyle/>
          <a:p>
            <a:pPr algn="ctr">
              <a:lnSpc>
                <a:spcPts val="9239"/>
              </a:lnSpc>
              <a:defRPr/>
            </a:pPr>
            <a:r>
              <a:rPr lang="en-US" b="true" sz="7699" spc="123">
                <a:solidFill>
                  <a:srgbClr val="FFFFFF"/>
                </a:solidFill>
                <a:latin typeface="Poppins Bold"/>
                <a:ea typeface="Poppins Bold"/>
                <a:cs typeface="Poppins Bold"/>
                <a:sym typeface="Poppins Bold"/>
              </a:rPr>
              <a:t>on the third day he rose</a:t>
            </a:r>
          </a:p>
          <a:p>
            <a:pPr algn="ctr">
              <a:lnSpc>
                <a:spcPts val="9239"/>
              </a:lnSpc>
              <a:defRPr/>
            </a:pPr>
            <a:r>
              <a:rPr lang="en-US" b="true" sz="7699" spc="123">
                <a:solidFill>
                  <a:srgbClr val="FFFFFF"/>
                </a:solidFill>
                <a:latin typeface="Poppins Bold"/>
                <a:ea typeface="Poppins Bold"/>
                <a:cs typeface="Poppins Bold"/>
                <a:sym typeface="Poppins Bold"/>
              </a:rPr>
              <a:t>again from the dead;</a:t>
            </a:r>
          </a:p>
          <a:p>
            <a:pPr algn="ctr">
              <a:lnSpc>
                <a:spcPts val="9239"/>
              </a:lnSpc>
              <a:defRPr/>
            </a:pPr>
            <a:r>
              <a:rPr lang="en-US" b="true" sz="7699" spc="123">
                <a:solidFill>
                  <a:srgbClr val="FFFFFF"/>
                </a:solidFill>
                <a:latin typeface="Poppins Bold"/>
                <a:ea typeface="Poppins Bold"/>
                <a:cs typeface="Poppins Bold"/>
                <a:sym typeface="Poppins Bold"/>
              </a:rPr>
              <a:t>he ascended into heav</a:t>
            </a:r>
            <a:r>
              <a:rPr lang="en-US" b="true" sz="7699" spc="123">
                <a:solidFill>
                  <a:srgbClr val="FFFFFF"/>
                </a:solidFill>
                <a:latin typeface="Poppins Bold"/>
                <a:ea typeface="Poppins Bold"/>
                <a:cs typeface="Poppins Bold"/>
                <a:sym typeface="Poppins Bold"/>
              </a:rPr>
              <a:t>en,</a:t>
            </a:r>
          </a:p>
          <a:p>
            <a:pPr algn="ctr">
              <a:lnSpc>
                <a:spcPts val="9239"/>
              </a:lnSpc>
              <a:defRPr/>
            </a:pPr>
            <a:r>
              <a:rPr lang="en-US" b="true" sz="7699" spc="123">
                <a:solidFill>
                  <a:srgbClr val="FFFFFF"/>
                </a:solidFill>
                <a:latin typeface="Poppins Bold"/>
                <a:ea typeface="Poppins Bold"/>
                <a:cs typeface="Poppins Bold"/>
                <a:sym typeface="Poppins Bold"/>
              </a:rPr>
              <a:t>and is seated at the right hand</a:t>
            </a:r>
          </a:p>
          <a:p>
            <a:pPr algn="ctr">
              <a:lnSpc>
                <a:spcPts val="9239"/>
              </a:lnSpc>
              <a:defRPr/>
            </a:pPr>
            <a:r>
              <a:rPr lang="en-US" b="true" sz="7699" spc="123">
                <a:solidFill>
                  <a:srgbClr val="FFFFFF"/>
                </a:solidFill>
                <a:latin typeface="Poppins Bold"/>
                <a:ea typeface="Poppins Bold"/>
                <a:cs typeface="Poppins Bold"/>
                <a:sym typeface="Poppins Bold"/>
              </a:rPr>
              <a:t>of God the Father almighty;</a:t>
            </a:r>
          </a:p>
          <a:p>
            <a:pPr algn="ctr">
              <a:lnSpc>
                <a:spcPts val="9239"/>
              </a:lnSpc>
              <a:defRPr/>
            </a:pPr>
            <a:r>
              <a:rPr lang="en-US" b="true" sz="7699" spc="123">
                <a:solidFill>
                  <a:srgbClr val="FFFFFF"/>
                </a:solidFill>
                <a:latin typeface="Poppins Bold"/>
                <a:ea typeface="Poppins Bold"/>
                <a:cs typeface="Poppins Bold"/>
                <a:sym typeface="Poppins Bold"/>
              </a:rPr>
              <a:t>from t</a:t>
            </a:r>
            <a:r>
              <a:rPr lang="en-US" b="true" sz="7699" spc="123">
                <a:solidFill>
                  <a:srgbClr val="FFFFFF"/>
                </a:solidFill>
                <a:latin typeface="Poppins Bold"/>
                <a:ea typeface="Poppins Bold"/>
                <a:cs typeface="Poppins Bold"/>
                <a:sym typeface="Poppins Bold"/>
              </a:rPr>
              <a:t>here he will come to judge</a:t>
            </a:r>
          </a:p>
          <a:p>
            <a:pPr algn="ctr" marL="0" indent="0" lvl="0">
              <a:lnSpc>
                <a:spcPts val="9239"/>
              </a:lnSpc>
              <a:defRPr/>
            </a:pPr>
            <a:r>
              <a:rPr lang="en-US" b="true" sz="7699" spc="123">
                <a:solidFill>
                  <a:srgbClr val="FFFFFF"/>
                </a:solidFill>
                <a:latin typeface="Poppins Bold"/>
                <a:ea typeface="Poppins Bold"/>
                <a:cs typeface="Poppins Bold"/>
                <a:sym typeface="Poppins Bold"/>
              </a:rPr>
              <a:t>the living and the dead.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Apostles' Creed (2/3)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3" id="3"/>
          <p:cNvSpPr txBox="true"/>
          <p:nvPr/>
        </p:nvSpPr>
        <p:spPr>
          <a:xfrm rot="0">
            <a:off x="0" y="942975"/>
            <a:ext cx="18288000" cy="7115175"/>
          </a:xfrm>
          <a:prstGeom prst="rect">
            <a:avLst/>
          </a:prstGeom>
        </p:spPr>
        <p:txBody>
          <a:bodyPr anchor="t" rtlCol="false" tIns="0" lIns="0" bIns="0" rIns="0">
            <a:noAutofit/>
          </a:bodyPr>
          <a:lstStyle/>
          <a:p>
            <a:pPr algn="ctr">
              <a:lnSpc>
                <a:spcPts val="9239"/>
              </a:lnSpc>
              <a:defRPr/>
            </a:pPr>
            <a:r>
              <a:rPr lang="en-US" b="true" sz="7699" spc="123">
                <a:solidFill>
                  <a:srgbClr val="FFFFFF"/>
                </a:solidFill>
                <a:latin typeface="Poppins Bold"/>
                <a:ea typeface="Poppins Bold"/>
                <a:cs typeface="Poppins Bold"/>
                <a:sym typeface="Poppins Bold"/>
              </a:rPr>
              <a:t>I believe in the Holy Spirit,</a:t>
            </a:r>
          </a:p>
          <a:p>
            <a:pPr algn="ctr">
              <a:lnSpc>
                <a:spcPts val="9239"/>
              </a:lnSpc>
              <a:defRPr/>
            </a:pPr>
            <a:r>
              <a:rPr lang="en-US" b="true" sz="7699" spc="123">
                <a:solidFill>
                  <a:srgbClr val="FFFFFF"/>
                </a:solidFill>
                <a:latin typeface="Poppins Bold"/>
                <a:ea typeface="Poppins Bold"/>
                <a:cs typeface="Poppins Bold"/>
                <a:sym typeface="Poppins Bold"/>
              </a:rPr>
              <a:t>the holy catholic Church,</a:t>
            </a:r>
          </a:p>
          <a:p>
            <a:pPr algn="ctr">
              <a:lnSpc>
                <a:spcPts val="9239"/>
              </a:lnSpc>
              <a:defRPr/>
            </a:pPr>
            <a:r>
              <a:rPr lang="en-US" b="true" sz="7699" spc="123">
                <a:solidFill>
                  <a:srgbClr val="FFFFFF"/>
                </a:solidFill>
                <a:latin typeface="Poppins Bold"/>
                <a:ea typeface="Poppins Bold"/>
                <a:cs typeface="Poppins Bold"/>
                <a:sym typeface="Poppins Bold"/>
              </a:rPr>
              <a:t>t</a:t>
            </a:r>
            <a:r>
              <a:rPr lang="en-US" b="true" sz="7699" spc="123">
                <a:solidFill>
                  <a:srgbClr val="FFFFFF"/>
                </a:solidFill>
                <a:latin typeface="Poppins Bold"/>
                <a:ea typeface="Poppins Bold"/>
                <a:cs typeface="Poppins Bold"/>
                <a:sym typeface="Poppins Bold"/>
              </a:rPr>
              <a:t>he communio</a:t>
            </a:r>
            <a:r>
              <a:rPr lang="en-US" b="true" sz="7699" spc="123">
                <a:solidFill>
                  <a:srgbClr val="FFFFFF"/>
                </a:solidFill>
                <a:latin typeface="Poppins Bold"/>
                <a:ea typeface="Poppins Bold"/>
                <a:cs typeface="Poppins Bold"/>
                <a:sym typeface="Poppins Bold"/>
              </a:rPr>
              <a:t>n of saints,</a:t>
            </a:r>
          </a:p>
          <a:p>
            <a:pPr algn="ctr">
              <a:lnSpc>
                <a:spcPts val="9239"/>
              </a:lnSpc>
              <a:defRPr/>
            </a:pPr>
            <a:r>
              <a:rPr lang="en-US" b="true" sz="7699" spc="123">
                <a:solidFill>
                  <a:srgbClr val="FFFFFF"/>
                </a:solidFill>
                <a:latin typeface="Poppins Bold"/>
                <a:ea typeface="Poppins Bold"/>
                <a:cs typeface="Poppins Bold"/>
                <a:sym typeface="Poppins Bold"/>
              </a:rPr>
              <a:t>the forgiveness of sins,</a:t>
            </a:r>
          </a:p>
          <a:p>
            <a:pPr algn="ctr">
              <a:lnSpc>
                <a:spcPts val="9239"/>
              </a:lnSpc>
              <a:defRPr/>
            </a:pPr>
            <a:r>
              <a:rPr lang="en-US" b="true" sz="7699" spc="123">
                <a:solidFill>
                  <a:srgbClr val="FFFFFF"/>
                </a:solidFill>
                <a:latin typeface="Poppins Bold"/>
                <a:ea typeface="Poppins Bold"/>
                <a:cs typeface="Poppins Bold"/>
                <a:sym typeface="Poppins Bold"/>
              </a:rPr>
              <a:t>t</a:t>
            </a:r>
            <a:r>
              <a:rPr lang="en-US" b="true" sz="7699" spc="123">
                <a:solidFill>
                  <a:srgbClr val="FFFFFF"/>
                </a:solidFill>
                <a:latin typeface="Poppins Bold"/>
                <a:ea typeface="Poppins Bold"/>
                <a:cs typeface="Poppins Bold"/>
                <a:sym typeface="Poppins Bold"/>
              </a:rPr>
              <a:t>he resurrection of the body,</a:t>
            </a:r>
          </a:p>
          <a:p>
            <a:pPr algn="ctr" marL="0" indent="0" lvl="0">
              <a:lnSpc>
                <a:spcPts val="9239"/>
              </a:lnSpc>
              <a:defRPr/>
            </a:pPr>
            <a:r>
              <a:rPr lang="en-US" b="true" sz="7699" spc="123">
                <a:solidFill>
                  <a:srgbClr val="FFFFFF"/>
                </a:solidFill>
                <a:latin typeface="Poppins Bold"/>
                <a:ea typeface="Poppins Bold"/>
                <a:cs typeface="Poppins Bold"/>
                <a:sym typeface="Poppins Bold"/>
              </a:rPr>
              <a:t>and life everlasting.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Apostles' Creed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Poppins Bold"/>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WE ARE CALLED TO ACT WITH JUSTICE,</a:t>
            </a:r>
          </a:p>
          <a:p>
            <a:pPr algn="ctr">
              <a:lnSpc>
                <a:spcPct val="100000"/>
              </a:lnSpc>
              <a:spcAft>
                <a:spcPts val="600"/>
              </a:spcAft>
              <a:defRPr sz="5400" b="1" i="0">
                <a:solidFill>
                  <a:srgbClr val="FFFFFF"/>
                </a:solidFill>
                <a:latin typeface="Poppins Bold"/>
              </a:defRPr>
            </a:pPr>
            <a:r>
              <a:t>WE ARE CALLED TO LOVE TENDERLY;</a:t>
            </a:r>
          </a:p>
          <a:p>
            <a:pPr algn="ctr">
              <a:lnSpc>
                <a:spcPct val="100000"/>
              </a:lnSpc>
              <a:spcAft>
                <a:spcPts val="600"/>
              </a:spcAft>
              <a:defRPr sz="5400" b="1" i="0">
                <a:solidFill>
                  <a:srgbClr val="FFFFFF"/>
                </a:solidFill>
                <a:latin typeface="Poppins Bold"/>
              </a:defRPr>
            </a:pPr>
            <a:r>
              <a:t>WE ARE CALLED TO SERVE ONE ANOTHER,</a:t>
            </a:r>
          </a:p>
          <a:p>
            <a:pPr algn="ctr">
              <a:lnSpc>
                <a:spcPct val="100000"/>
              </a:lnSpc>
              <a:spcAft>
                <a:spcPts val="600"/>
              </a:spcAft>
              <a:defRPr sz="5400" b="1" i="0">
                <a:solidFill>
                  <a:srgbClr val="FFFFFF"/>
                </a:solidFill>
                <a:latin typeface="Poppins Bold"/>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a:p>
            <a:pPr algn="ctr">
              <a:lnSpc>
                <a:spcPct val="100000"/>
              </a:lnSpc>
              <a:spcAft>
                <a:spcPts val="600"/>
              </a:spcAft>
              <a:defRPr sz="5500" b="1" i="0">
                <a:solidFill>
                  <a:srgbClr val="FFFFFF"/>
                </a:solidFill>
                <a:latin typeface="Poppins Bold"/>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DAYBREAK, GOD OF SHADOW,</a:t>
            </a:r>
          </a:p>
          <a:p>
            <a:pPr algn="ctr">
              <a:lnSpc>
                <a:spcPct val="100000"/>
              </a:lnSpc>
              <a:spcAft>
                <a:spcPts val="600"/>
              </a:spcAft>
              <a:defRPr sz="5400" b="1" i="0">
                <a:solidFill>
                  <a:srgbClr val="FFFFFF"/>
                </a:solidFill>
                <a:latin typeface="Poppins Bold"/>
              </a:defRPr>
            </a:pPr>
            <a:r>
              <a:t>COME INTO OUR RESTLESS LIVES;</a:t>
            </a:r>
          </a:p>
          <a:p>
            <a:pPr algn="ctr">
              <a:lnSpc>
                <a:spcPct val="100000"/>
              </a:lnSpc>
              <a:spcAft>
                <a:spcPts val="600"/>
              </a:spcAft>
              <a:defRPr sz="5400" b="1" i="0">
                <a:solidFill>
                  <a:srgbClr val="FFFFFF"/>
                </a:solidFill>
                <a:latin typeface="Poppins Bold"/>
              </a:defRPr>
            </a:pPr>
            <a:r>
              <a:t>LIFT FROM US THE FEAR OF SHADOWS,</a:t>
            </a:r>
          </a:p>
          <a:p>
            <a:pPr algn="ctr">
              <a:lnSpc>
                <a:spcPct val="100000"/>
              </a:lnSpc>
              <a:spcAft>
                <a:spcPts val="600"/>
              </a:spcAft>
              <a:defRPr sz="5400" b="1" i="0">
                <a:solidFill>
                  <a:srgbClr val="FFFFFF"/>
                </a:solidFill>
                <a:latin typeface="Poppins Bold"/>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NEWNESS, GOD OF FRESHNESS,</a:t>
            </a:r>
          </a:p>
          <a:p>
            <a:pPr algn="ctr">
              <a:lnSpc>
                <a:spcPct val="100000"/>
              </a:lnSpc>
              <a:spcAft>
                <a:spcPts val="600"/>
              </a:spcAft>
              <a:defRPr sz="5400" b="1" i="0">
                <a:solidFill>
                  <a:srgbClr val="FFFFFF"/>
                </a:solidFill>
                <a:latin typeface="Poppins Bold"/>
              </a:defRPr>
            </a:pPr>
            <a:r>
              <a:t>COME INTO OUR MORNING SONG:</a:t>
            </a:r>
          </a:p>
          <a:p>
            <a:pPr algn="ctr">
              <a:lnSpc>
                <a:spcPct val="100000"/>
              </a:lnSpc>
              <a:spcAft>
                <a:spcPts val="600"/>
              </a:spcAft>
              <a:defRPr sz="5400" b="1" i="0">
                <a:solidFill>
                  <a:srgbClr val="FFFFFF"/>
                </a:solidFill>
                <a:latin typeface="Poppins Bold"/>
              </a:defRPr>
            </a:pPr>
            <a:r>
              <a:t>GIVE TO US A NEW BEGINNING,</a:t>
            </a:r>
          </a:p>
          <a:p>
            <a:pPr algn="ctr">
              <a:lnSpc>
                <a:spcPct val="100000"/>
              </a:lnSpc>
              <a:spcAft>
                <a:spcPts val="600"/>
              </a:spcAft>
              <a:defRPr sz="5400" b="1" i="0">
                <a:solidFill>
                  <a:srgbClr val="FFFFFF"/>
                </a:solidFill>
                <a:latin typeface="Poppins Bold"/>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90D0D"/>
            </a:gs>
            <a:gs pos="100000">
              <a:srgbClr val="53625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10251C">
              <a:alpha val="44706"/>
            </a:srgbClr>
          </a:solidFill>
          <a:ln w="14299" cap="sq">
            <a:solidFill>
              <a:srgbClr val="616F69">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0D1914">
              <a:alpha val="60784"/>
            </a:srgbClr>
          </a:solidFill>
          <a:ln w="14299" cap="sq">
            <a:solidFill>
              <a:srgbClr val="0D1914">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B9F6CF"/>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0FDF4"/>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a:solidFill>
                  <a:srgbClr val="F0FDF4"/>
                </a:solidFill>
                <a:latin typeface="Calibri"/>
              </a:defRPr>
            </a:pPr>
            <a:r>
              <a:t>YEAR A · 14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a:solidFill>
                  <a:srgbClr val="CBF3D9"/>
                </a:solidFill>
                <a:latin typeface="Calibri"/>
              </a:defRPr>
            </a:pPr>
            <a:r>
              <a:t>“Do not go into pagan territory or enter a Samaritan town.”</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300" b="1" i="0">
                <a:solidFill>
                  <a:srgbClr val="95F1B6"/>
                </a:solidFill>
                <a:latin typeface="Calibri"/>
              </a:defRPr>
            </a:pPr>
            <a:r>
              <a:t>GOSPEL (MATTHEW 9:36—10:8)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a:solidFill>
                  <a:srgbClr val="F0FDF4"/>
                </a:solidFill>
                <a:latin typeface="Calibri"/>
              </a:defRPr>
            </a:pPr>
            <a:r>
              <a:t>11th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