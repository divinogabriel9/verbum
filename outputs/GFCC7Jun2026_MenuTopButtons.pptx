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603504"/>
            <a:ext cx="16459200" cy="658368"/>
          </a:xfrm>
          <a:prstGeom prst="rect">
            <a:avLst/>
          </a:prstGeom>
          <a:noFill/>
        </p:spPr>
        <p:txBody>
          <a:bodyPr wrap="square" lIns="109728" rIns="109728" tIns="73152" bIns="73152">
            <a:noAutofit/>
          </a:bodyPr>
          <a:lstStyle/>
          <a:p>
            <a:pPr algn="ctr">
              <a:lnSpc>
                <a:spcPct val="108000"/>
              </a:lnSpc>
              <a:defRPr sz="2800" b="1" i="0">
                <a:solidFill>
                  <a:srgbClr val="86EFAC"/>
                </a:solidFill>
                <a:latin typeface="Aptos"/>
              </a:defRPr>
            </a:pPr>
            <a:r>
              <a:t>Menu: Top Buttons</a:t>
            </a:r>
          </a:p>
        </p:txBody>
      </p:sp>
      <p:sp>
        <p:nvSpPr>
          <p:cNvPr id="3" name="TextBox 2"/>
          <p:cNvSpPr txBox="1"/>
          <p:nvPr/>
        </p:nvSpPr>
        <p:spPr>
          <a:xfrm>
            <a:off x="914400" y="1316736"/>
            <a:ext cx="16459200" cy="502920"/>
          </a:xfrm>
          <a:prstGeom prst="rect">
            <a:avLst/>
          </a:prstGeom>
          <a:noFill/>
        </p:spPr>
        <p:txBody>
          <a:bodyPr wrap="square" lIns="109728" rIns="109728" tIns="73152" bIns="73152">
            <a:noAutofit/>
          </a:bodyPr>
          <a:lstStyle/>
          <a:p>
            <a:pPr algn="ctr">
              <a:lnSpc>
                <a:spcPct val="108000"/>
              </a:lnSpc>
              <a:defRPr sz="2600" b="0" i="0">
                <a:solidFill>
                  <a:srgbClr val="22C55E"/>
                </a:solidFill>
                <a:latin typeface="Aptos"/>
              </a:defRPr>
            </a:pPr>
            <a:r>
              <a:t>2026-06-07</a:t>
            </a:r>
          </a:p>
        </p:txBody>
      </p:sp>
      <p:sp>
        <p:nvSpPr>
          <p:cNvPr id="4" name="TextBox 3"/>
          <p:cNvSpPr txBox="1"/>
          <p:nvPr/>
        </p:nvSpPr>
        <p:spPr>
          <a:xfrm>
            <a:off x="914400" y="2203704"/>
            <a:ext cx="16459200" cy="6071616"/>
          </a:xfrm>
          <a:prstGeom prst="rect">
            <a:avLst/>
          </a:prstGeom>
          <a:noFill/>
        </p:spPr>
        <p:txBody>
          <a:bodyPr wrap="square" lIns="109728" rIns="109728" tIns="73152" bIns="73152" anchor="ctr">
            <a:noAutofit/>
          </a:bodyPr>
          <a:lstStyle/>
          <a:p>
            <a:pPr algn="ctr">
              <a:lnSpc>
                <a:spcPct val="108000"/>
              </a:lnSpc>
              <a:defRPr sz="7200" b="1" i="0">
                <a:solidFill>
                  <a:srgbClr val="F0FDF4"/>
                </a:solidFill>
                <a:latin typeface="Aptos Display"/>
              </a:defRPr>
            </a:pPr>
            <a:r>
              <a:t>“I am the living bread that came down from heaven; whoever eats this bread will live forever; and the bread that I will give is my flesh for the life of the world.”</a:t>
            </a:r>
          </a:p>
        </p:txBody>
      </p:sp>
      <p:sp>
        <p:nvSpPr>
          <p:cNvPr id="5" name="TextBox 4"/>
          <p:cNvSpPr txBox="1"/>
          <p:nvPr/>
        </p:nvSpPr>
        <p:spPr>
          <a:xfrm>
            <a:off x="914400" y="8458200"/>
            <a:ext cx="16459200" cy="960120"/>
          </a:xfrm>
          <a:prstGeom prst="rect">
            <a:avLst/>
          </a:prstGeom>
          <a:noFill/>
        </p:spPr>
        <p:txBody>
          <a:bodyPr wrap="square" lIns="109728" rIns="109728" tIns="73152" bIns="73152">
            <a:noAutofit/>
          </a:bodyPr>
          <a:lstStyle/>
          <a:p>
            <a:pPr algn="ctr">
              <a:lnSpc>
                <a:spcPct val="108000"/>
              </a:lnSpc>
              <a:defRPr sz="4000" b="0" i="0">
                <a:solidFill>
                  <a:srgbClr val="22C55E"/>
                </a:solidFill>
                <a:latin typeface="Aptos"/>
              </a:defRPr>
            </a:pPr>
            <a:r>
              <a:t>“How can this man give us his flesh to eat?”</a:t>
            </a:r>
          </a:p>
        </p:txBody>
      </p:sp>
      <p:sp>
        <p:nvSpPr>
          <p:cNvPr id="6" name="TextBox 5"/>
          <p:cNvSpPr txBox="1"/>
          <p:nvPr/>
        </p:nvSpPr>
        <p:spPr>
          <a:xfrm>
            <a:off x="914400" y="9482328"/>
            <a:ext cx="16459200" cy="457200"/>
          </a:xfrm>
          <a:prstGeom prst="rect">
            <a:avLst/>
          </a:prstGeom>
          <a:noFill/>
        </p:spPr>
        <p:txBody>
          <a:bodyPr wrap="square" lIns="109728" rIns="109728" tIns="73152" bIns="73152">
            <a:noAutofit/>
          </a:bodyPr>
          <a:lstStyle/>
          <a:p>
            <a:pPr algn="ctr">
              <a:lnSpc>
                <a:spcPct val="108000"/>
              </a:lnSpc>
              <a:defRPr sz="3000" b="0" i="0">
                <a:solidFill>
                  <a:srgbClr val="22C55E"/>
                </a:solidFill>
                <a:latin typeface="Aptos"/>
              </a:defRPr>
            </a:pPr>
            <a:r>
              <a:t>John 6:51-58</a:t>
            </a:r>
          </a:p>
        </p:txBody>
      </p:sp>
      <p:sp>
        <p:nvSpPr>
          <p:cNvPr id="7" name="TextBox 6"/>
          <p:cNvSpPr txBox="1"/>
          <p:nvPr/>
        </p:nvSpPr>
        <p:spPr>
          <a:xfrm>
            <a:off x="914400" y="9628632"/>
            <a:ext cx="16459200" cy="502920"/>
          </a:xfrm>
          <a:prstGeom prst="rect">
            <a:avLst/>
          </a:prstGeom>
          <a:noFill/>
        </p:spPr>
        <p:txBody>
          <a:bodyPr wrap="square" lIns="109728" rIns="109728" tIns="73152" bIns="73152">
            <a:noAutofit/>
          </a:bodyPr>
          <a:lstStyle/>
          <a:p>
            <a:pPr algn="ctr">
              <a:defRPr sz="1800" b="0" i="0">
                <a:solidFill>
                  <a:srgbClr val="22C55E"/>
                </a:solidFill>
                <a:latin typeface="Aptos"/>
              </a:defRPr>
            </a:pPr>
            <a:r>
              <a:t>Fr. Michael Hwang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600" b="1" i="0">
                <a:solidFill>
                  <a:srgbClr val="FFCC4D"/>
                </a:solidFill>
                <a:latin typeface="Georgia"/>
              </a:defRPr>
            </a:pPr>
            <a:r>
              <a:t>Sing a New Song</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LET YOUR SONG BE SUNG FROM MOUNTAINS HIGH</a:t>
            </a:r>
          </a:p>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SINGING ALLELUIA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YAHWEH'S PEOPLE DANCE FOR JOY</a:t>
            </a:r>
          </a:p>
          <a:p>
            <a:pPr algn="ctr">
              <a:lnSpc>
                <a:spcPct val="100000"/>
              </a:lnSpc>
              <a:spcAft>
                <a:spcPts val="600"/>
              </a:spcAft>
              <a:defRPr sz="5100" b="1" i="0">
                <a:solidFill>
                  <a:srgbClr val="FFFFFF"/>
                </a:solidFill>
                <a:latin typeface="Poppins Bold"/>
              </a:defRPr>
            </a:pPr>
            <a:r>
              <a:t>O COME BEFORE THE LORD</a:t>
            </a:r>
          </a:p>
          <a:p>
            <a:pPr algn="ctr">
              <a:lnSpc>
                <a:spcPct val="100000"/>
              </a:lnSpc>
              <a:spcAft>
                <a:spcPts val="600"/>
              </a:spcAft>
              <a:defRPr sz="5100" b="1" i="0">
                <a:solidFill>
                  <a:srgbClr val="FFFFFF"/>
                </a:solidFill>
                <a:latin typeface="Poppins Bold"/>
              </a:defRPr>
            </a:pPr>
            <a:r>
              <a:t>AND PLAY FOR HIM ON GLAD TAMBOURINES</a:t>
            </a:r>
          </a:p>
          <a:p>
            <a:pPr algn="ctr">
              <a:lnSpc>
                <a:spcPct val="100000"/>
              </a:lnSpc>
              <a:spcAft>
                <a:spcPts val="600"/>
              </a:spcAft>
              <a:defRPr sz="5100" b="1" i="0">
                <a:solidFill>
                  <a:srgbClr val="FFFFFF"/>
                </a:solidFill>
                <a:latin typeface="Poppins Bold"/>
              </a:defRPr>
            </a:pPr>
            <a:r>
              <a:t>AND LET YOUR TRUMPET SOUND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LET YOUR SONG BE SUNG FROM MOUNTAINS HIGH</a:t>
            </a:r>
          </a:p>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RISE, O CHILDREN, FROM YOUR SLEEP;</a:t>
            </a:r>
          </a:p>
          <a:p>
            <a:pPr algn="ctr">
              <a:lnSpc>
                <a:spcPct val="100000"/>
              </a:lnSpc>
              <a:spcAft>
                <a:spcPts val="600"/>
              </a:spcAft>
              <a:defRPr sz="5100" b="1" i="0">
                <a:solidFill>
                  <a:srgbClr val="FFFFFF"/>
                </a:solidFill>
                <a:latin typeface="Poppins Bold"/>
              </a:defRPr>
            </a:pPr>
            <a:r>
              <a:t>YOUR SAVIOR NOW HAS COME</a:t>
            </a:r>
          </a:p>
          <a:p>
            <a:pPr algn="ctr">
              <a:lnSpc>
                <a:spcPct val="100000"/>
              </a:lnSpc>
              <a:spcAft>
                <a:spcPts val="600"/>
              </a:spcAft>
              <a:defRPr sz="5100" b="1" i="0">
                <a:solidFill>
                  <a:srgbClr val="FFFFFF"/>
                </a:solidFill>
                <a:latin typeface="Poppins Bold"/>
              </a:defRPr>
            </a:pPr>
            <a:r>
              <a:t>HE HAS TURNED YOUR SORROW TO JOY</a:t>
            </a:r>
          </a:p>
          <a:p>
            <a:pPr algn="ctr">
              <a:lnSpc>
                <a:spcPct val="100000"/>
              </a:lnSpc>
              <a:spcAft>
                <a:spcPts val="600"/>
              </a:spcAft>
              <a:defRPr sz="5100" b="1" i="0">
                <a:solidFill>
                  <a:srgbClr val="FFFFFF"/>
                </a:solidFill>
                <a:latin typeface="Poppins Bold"/>
              </a:defRPr>
            </a:pPr>
            <a:r>
              <a:t>AND FILLED YOUR SOUL WITH SONG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LET YOUR SONG BE SUNG FROM MOUNTAINS HIGH</a:t>
            </a:r>
          </a:p>
          <a:p>
            <a:pPr algn="ctr">
              <a:lnSpc>
                <a:spcPct val="100000"/>
              </a:lnSpc>
              <a:spcAft>
                <a:spcPts val="600"/>
              </a:spcAft>
              <a:defRPr sz="5100" b="1" i="0">
                <a:solidFill>
                  <a:srgbClr val="FFFFFF"/>
                </a:solidFill>
                <a:latin typeface="Poppins Bold"/>
              </a:defRPr>
            </a:pPr>
            <a:r>
              <a:t>SING A NEW SONG UNTO THE LORD</a:t>
            </a:r>
          </a:p>
          <a:p>
            <a:pPr algn="ctr">
              <a:lnSpc>
                <a:spcPct val="100000"/>
              </a:lnSpc>
              <a:spcAft>
                <a:spcPts val="600"/>
              </a:spcAft>
              <a:defRPr sz="5100" b="1" i="0">
                <a:solidFill>
                  <a:srgbClr val="FFFFFF"/>
                </a:solidFill>
                <a:latin typeface="Poppins Bold"/>
              </a:defRPr>
            </a:pPr>
            <a:r>
              <a:t>SINGING ALLELUIA</a:t>
            </a:r>
          </a:p>
          <a:p>
            <a:pPr algn="ctr">
              <a:lnSpc>
                <a:spcPct val="100000"/>
              </a:lnSpc>
              <a:spcAft>
                <a:spcPts val="600"/>
              </a:spcAft>
              <a:defRPr sz="5100" b="1" i="0">
                <a:solidFill>
                  <a:srgbClr val="FFFFFF"/>
                </a:solidFill>
                <a:latin typeface="Poppins Bold"/>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MenuTopButtons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Fr. Michael Hwang</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In the Name of the Father, and of the Son, and of the Holy Spirit.</a:t>
            </a:r>
          </a:p>
          <a:p>
            <a:pPr algn="ctr">
              <a:spcBef>
                <a:spcPts val="400"/>
              </a:spcBef>
              <a:spcAft>
                <a:spcPts val="500"/>
              </a:spcAft>
              <a:defRPr sz="5500" b="1" i="0">
                <a:solidFill>
                  <a:srgbClr val="F0FDF4"/>
                </a:solidFill>
                <a:latin typeface="Inter"/>
              </a:defRPr>
            </a:pPr>
            <a:r>
              <a:t>All: Amen.</a:t>
            </a:r>
          </a:p>
          <a:p>
            <a:pPr algn="ctr">
              <a:spcBef>
                <a:spcPts val="400"/>
              </a:spcBef>
              <a:spcAft>
                <a:spcPts val="500"/>
              </a:spcAft>
              <a:defRPr sz="5500" b="1" i="0">
                <a:solidFill>
                  <a:srgbClr val="86EFAC"/>
                </a:solidFill>
                <a:latin typeface="Inter"/>
              </a:defRPr>
            </a:pPr>
            <a:r>
              <a:t>Priest: The Lord be with you.</a:t>
            </a:r>
          </a:p>
          <a:p>
            <a:pPr algn="ctr">
              <a:spcBef>
                <a:spcPts val="400"/>
              </a:spcBef>
              <a:spcAft>
                <a:spcPts val="500"/>
              </a:spcAft>
              <a:defRPr sz="5500" b="1" i="0">
                <a:solidFill>
                  <a:srgbClr val="F0FDF4"/>
                </a:solidFill>
                <a:latin typeface="Inter"/>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Introductory Rites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Penitential Act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Penitential Act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p:txBody>
      </p:sp>
      <p:sp>
        <p:nvSpPr>
          <p:cNvPr id="170" name="TextBox 169"/>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0" y="896938"/>
            <a:ext cx="18288000" cy="4138869"/>
          </a:xfrm>
          <a:prstGeom prst="rect">
            <a:avLst/>
          </a:prstGeom>
        </p:spPr>
        <p:txBody>
          <a:bodyPr anchor="t" rtlCol="false" tIns="0" lIns="0" bIns="0" rIns="0">
            <a:spAutoFit/>
          </a:bodyPr>
          <a:lstStyle/>
          <a:p>
            <a:pPr algn="ctr">
              <a:lnSpc>
                <a:spcPts val="8123"/>
              </a:lnSpc>
              <a:defRPr/>
            </a:pPr>
            <a:r>
              <a:rPr lang="en-US" b="true" sz="5802">
                <a:solidFill>
                  <a:srgbClr val="FFB800"/>
                </a:solidFill>
                <a:latin typeface="Poppins Bold"/>
                <a:ea typeface="Poppins Bold"/>
                <a:cs typeface="Poppins Bold"/>
                <a:sym typeface="Poppins Bold"/>
              </a:rPr>
              <a:t>GLORY TO GOD! GLORY TO GOD!</a:t>
            </a:r>
          </a:p>
          <a:p>
            <a:pPr algn="ctr">
              <a:lnSpc>
                <a:spcPts val="8123"/>
              </a:lnSpc>
              <a:defRPr/>
            </a:pPr>
            <a:r>
              <a:rPr lang="en-US" b="true" sz="5802">
                <a:solidFill>
                  <a:srgbClr val="FFB800"/>
                </a:solidFill>
                <a:latin typeface="Poppins Bold"/>
                <a:ea typeface="Poppins Bold"/>
                <a:cs typeface="Poppins Bold"/>
                <a:sym typeface="Poppins Bold"/>
              </a:rPr>
              <a:t>GLORY TO GOD IN THE HIGHEST, </a:t>
            </a:r>
          </a:p>
          <a:p>
            <a:pPr algn="ctr">
              <a:lnSpc>
                <a:spcPts val="8123"/>
              </a:lnSpc>
              <a:defRPr/>
            </a:pPr>
            <a:r>
              <a:rPr lang="en-US" b="true" sz="5802">
                <a:solidFill>
                  <a:srgbClr val="FFB800"/>
                </a:solidFill>
                <a:latin typeface="Poppins Bold"/>
                <a:ea typeface="Poppins Bold"/>
                <a:cs typeface="Poppins Bold"/>
                <a:sym typeface="Poppins Bold"/>
              </a:rPr>
              <a:t>AND ON EARTH , PEACE ON EARTH,</a:t>
            </a:r>
          </a:p>
          <a:p>
            <a:pPr algn="ctr" marL="0" indent="0" lvl="0">
              <a:lnSpc>
                <a:spcPts val="8123"/>
              </a:lnSpc>
              <a:spcBef>
                <a:spcPct val="0"/>
              </a:spcBef>
              <a:defRPr/>
            </a:pPr>
            <a:r>
              <a:rPr lang="en-US" b="true" sz="5802">
                <a:solidFill>
                  <a:srgbClr val="FFB800"/>
                </a:solidFill>
                <a:latin typeface="Poppins Bold"/>
                <a:ea typeface="Poppins Bold"/>
                <a:cs typeface="Poppins Bold"/>
                <a:sym typeface="Poppins Bold"/>
              </a:rPr>
              <a:t>PEACE TO PEOPLE OF GOOD WILL!</a:t>
            </a:r>
          </a:p>
        </p:txBody>
      </p:sp>
      <p:sp>
        <p:nvSpPr>
          <p:cNvPr name="TextBox 3" id="3"/>
          <p:cNvSpPr txBox="true"/>
          <p:nvPr/>
        </p:nvSpPr>
        <p:spPr>
          <a:xfrm rot="0">
            <a:off x="0" y="5132070"/>
            <a:ext cx="18288000" cy="5074921"/>
          </a:xfrm>
          <a:prstGeom prst="rect">
            <a:avLst/>
          </a:prstGeom>
        </p:spPr>
        <p:txBody>
          <a:bodyPr anchor="t" rtlCol="false" tIns="0" lIns="0" bIns="0" rIns="0">
            <a:spAutoFit/>
          </a:bodyPr>
          <a:lstStyle/>
          <a:p>
            <a:pPr algn="ctr">
              <a:lnSpc>
                <a:spcPts val="7979"/>
              </a:lnSpc>
              <a:defRPr/>
            </a:pPr>
            <a:r>
              <a:rPr lang="en-US" b="true" sz="5699">
                <a:solidFill>
                  <a:srgbClr val="FFFFFF"/>
                </a:solidFill>
                <a:latin typeface="Poppins Bold"/>
                <a:ea typeface="Poppins Bold"/>
                <a:cs typeface="Poppins Bold"/>
                <a:sym typeface="Poppins Bold"/>
              </a:rPr>
              <a:t>WE PRAISE YOU, WE BLESS YOU,</a:t>
            </a:r>
          </a:p>
          <a:p>
            <a:pPr algn="ctr">
              <a:lnSpc>
                <a:spcPts val="7979"/>
              </a:lnSpc>
              <a:defRPr/>
            </a:pPr>
            <a:r>
              <a:rPr lang="en-US" b="true" sz="5699">
                <a:solidFill>
                  <a:srgbClr val="FFFFFF"/>
                </a:solidFill>
                <a:latin typeface="Poppins Bold"/>
                <a:ea typeface="Poppins Bold"/>
                <a:cs typeface="Poppins Bold"/>
                <a:sym typeface="Poppins Bold"/>
              </a:rPr>
              <a:t>WE ADORE YOU, WE GLORIFY YOU,</a:t>
            </a:r>
          </a:p>
          <a:p>
            <a:pPr algn="ctr">
              <a:lnSpc>
                <a:spcPts val="7979"/>
              </a:lnSpc>
              <a:defRPr/>
            </a:pPr>
            <a:r>
              <a:rPr lang="en-US" b="true" sz="5699">
                <a:solidFill>
                  <a:srgbClr val="FFFFFF"/>
                </a:solidFill>
                <a:latin typeface="Poppins Bold"/>
                <a:ea typeface="Poppins Bold"/>
                <a:cs typeface="Poppins Bold"/>
                <a:sym typeface="Poppins Bold"/>
              </a:rPr>
              <a:t>WE GIVE YOU THANKS FOR YOUR GREAT GLORY, LORD GOD, HEAVENLY KING,</a:t>
            </a:r>
          </a:p>
          <a:p>
            <a:pPr algn="ctr" marL="0" indent="0" lvl="0">
              <a:lnSpc>
                <a:spcPts val="7979"/>
              </a:lnSpc>
              <a:spcBef>
                <a:spcPct val="0"/>
              </a:spcBef>
              <a:defRPr/>
            </a:pPr>
            <a:r>
              <a:rPr lang="en-US" b="true" sz="5699">
                <a:solidFill>
                  <a:srgbClr val="FFFFFF"/>
                </a:solidFill>
                <a:latin typeface="Poppins Bold"/>
                <a:ea typeface="Poppins Bold"/>
                <a:cs typeface="Poppins Bold"/>
                <a:sym typeface="Poppins Bold"/>
              </a:rPr>
              <a:t>O GOD, ALMIGHTY FATHER. </a:t>
            </a:r>
          </a:p>
        </p:txBody>
      </p:sp>
      <p:sp>
        <p:nvSpPr>
          <p:cNvPr name="TextBox 4" id="4"/>
          <p:cNvSpPr txBox="true"/>
          <p:nvPr/>
        </p:nvSpPr>
        <p:spPr>
          <a:xfrm rot="0">
            <a:off x="2874744" y="118555"/>
            <a:ext cx="12538511" cy="921258"/>
          </a:xfrm>
          <a:prstGeom prst="rect">
            <a:avLst/>
          </a:prstGeom>
        </p:spPr>
        <p:txBody>
          <a:bodyPr anchor="t" rtlCol="false" tIns="0" lIns="0" bIns="0" rIns="0">
            <a:spAutoFit/>
          </a:bodyPr>
          <a:lstStyle/>
          <a:p>
            <a:pPr algn="ctr" marL="0" indent="0" lvl="0">
              <a:lnSpc>
                <a:spcPts val="7056"/>
              </a:lnSpc>
              <a:spcBef>
                <a:spcPct val="0"/>
              </a:spcBef>
              <a:defRPr/>
            </a:pPr>
            <a:r>
              <a:rPr lang="en-US" sz="3850">
                <a:solidFill>
                  <a:srgbClr val="FFB800"/>
                </a:solidFill>
                <a:latin typeface="Georgia"/>
                <a:ea typeface="Recoleta"/>
                <a:cs typeface="Recoleta"/>
                <a:sym typeface="Recoleta"/>
              </a:rPr>
              <a:t>Gloria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Gloria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0" y="819150"/>
            <a:ext cx="18288000" cy="18878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LORD JESUS CHRIST, ONLY BEGOTTEN SON, </a:t>
            </a:r>
          </a:p>
          <a:p>
            <a:pPr algn="ctr" marL="0" indent="0" lvl="0">
              <a:lnSpc>
                <a:spcPts val="7259"/>
              </a:lnSpc>
              <a:defRPr/>
            </a:pPr>
            <a:r>
              <a:rPr lang="en-US" b="true" sz="5999">
                <a:solidFill>
                  <a:srgbClr val="FFFFFF"/>
                </a:solidFill>
                <a:latin typeface="Poppins Bold"/>
                <a:ea typeface="Poppins Bold"/>
                <a:cs typeface="Poppins Bold"/>
                <a:sym typeface="Poppins Bold"/>
              </a:rPr>
              <a:t>LORD GOD, LAMB OF GOD, SON OF THE FATHER.</a:t>
            </a:r>
          </a:p>
        </p:txBody>
      </p:sp>
      <p:sp>
        <p:nvSpPr>
          <p:cNvPr name="TextBox 3" id="3"/>
          <p:cNvSpPr txBox="true"/>
          <p:nvPr/>
        </p:nvSpPr>
        <p:spPr>
          <a:xfrm rot="0">
            <a:off x="1076325" y="3306924"/>
            <a:ext cx="16898156" cy="6583553"/>
          </a:xfrm>
          <a:prstGeom prst="rect">
            <a:avLst/>
          </a:prstGeom>
        </p:spPr>
        <p:txBody>
          <a:bodyPr anchor="t" rtlCol="false" tIns="0" lIns="0" bIns="0" rIns="0">
            <a:spAutoFit/>
          </a:bodyPr>
          <a:lstStyle/>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HAVE MERCY ON US</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RECEIVE OUR PRAYER</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ARE SEATED AT THE RIGHT HAND,</a:t>
            </a:r>
          </a:p>
          <a:p>
            <a:pPr algn="l">
              <a:lnSpc>
                <a:spcPts val="7380"/>
              </a:lnSpc>
              <a:defRPr/>
            </a:pPr>
            <a:r>
              <a:rPr lang="en-US" sz="6099" b="true">
                <a:solidFill>
                  <a:srgbClr val="FFFFFF"/>
                </a:solidFill>
                <a:latin typeface="Poppins Bold"/>
                <a:ea typeface="Poppins Bold"/>
                <a:cs typeface="Poppins Bold"/>
                <a:sym typeface="Poppins Bold"/>
              </a:rPr>
              <a:t>THE RIGHT OF THE FATHER,</a:t>
            </a:r>
          </a:p>
          <a:p>
            <a:pPr algn="l" marL="0" indent="0" lvl="0">
              <a:lnSpc>
                <a:spcPts val="7380"/>
              </a:lnSpc>
              <a:defRPr/>
            </a:pPr>
            <a:r>
              <a:rPr lang="en-US" b="true" sz="6099">
                <a:solidFill>
                  <a:srgbClr val="FFB800"/>
                </a:solidFill>
                <a:latin typeface="Poppins Bold"/>
                <a:ea typeface="Poppins Bold"/>
                <a:cs typeface="Poppins Bold"/>
                <a:sym typeface="Poppins Bold"/>
              </a:rPr>
              <a:t>HAVE MERCY ON US</a:t>
            </a:r>
            <a:r>
              <a:rPr lang="en-US" b="true" sz="6099">
                <a:solidFill>
                  <a:srgbClr val="FFFFFF"/>
                </a:solidFill>
                <a:latin typeface="Poppins Bold"/>
                <a:ea typeface="Poppins Bold"/>
                <a:cs typeface="Poppins Bold"/>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Gloria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0" y="5207256"/>
            <a:ext cx="18288000" cy="46310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FOR YOU ALONE ARE THE HOLY ONE, </a:t>
            </a:r>
          </a:p>
          <a:p>
            <a:pPr algn="ctr">
              <a:lnSpc>
                <a:spcPts val="7259"/>
              </a:lnSpc>
              <a:defRPr/>
            </a:pPr>
            <a:r>
              <a:rPr lang="en-US" b="true" sz="5999">
                <a:solidFill>
                  <a:srgbClr val="FFFFFF"/>
                </a:solidFill>
                <a:latin typeface="Poppins Bold"/>
                <a:ea typeface="Poppins Bold"/>
                <a:cs typeface="Poppins Bold"/>
                <a:sym typeface="Poppins Bold"/>
              </a:rPr>
              <a:t>YOU ALONE ARE THE LORD,</a:t>
            </a:r>
          </a:p>
          <a:p>
            <a:pPr algn="ctr">
              <a:lnSpc>
                <a:spcPts val="7259"/>
              </a:lnSpc>
              <a:defRPr/>
            </a:pPr>
            <a:r>
              <a:rPr lang="en-US" b="true" sz="5999">
                <a:solidFill>
                  <a:srgbClr val="FFFFFF"/>
                </a:solidFill>
                <a:latin typeface="Poppins Bold"/>
                <a:ea typeface="Poppins Bold"/>
                <a:cs typeface="Poppins Bold"/>
                <a:sym typeface="Poppins Bold"/>
              </a:rPr>
              <a:t>YOU ALONE ARE THE MOST HIGH,</a:t>
            </a:r>
          </a:p>
          <a:p>
            <a:pPr algn="ctr">
              <a:lnSpc>
                <a:spcPts val="7259"/>
              </a:lnSpc>
              <a:defRPr/>
            </a:pPr>
            <a:r>
              <a:rPr lang="en-US" b="true" sz="5999">
                <a:solidFill>
                  <a:srgbClr val="FFFFFF"/>
                </a:solidFill>
                <a:latin typeface="Poppins Bold"/>
                <a:ea typeface="Poppins Bold"/>
                <a:cs typeface="Poppins Bold"/>
                <a:sym typeface="Poppins Bold"/>
              </a:rPr>
              <a:t>J</a:t>
            </a:r>
            <a:r>
              <a:rPr lang="en-US" b="true" sz="5999">
                <a:solidFill>
                  <a:srgbClr val="FFFFFF"/>
                </a:solidFill>
                <a:latin typeface="Poppins Bold"/>
                <a:ea typeface="Poppins Bold"/>
                <a:cs typeface="Poppins Bold"/>
                <a:sym typeface="Poppins Bold"/>
              </a:rPr>
              <a:t>E</a:t>
            </a:r>
            <a:r>
              <a:rPr lang="en-US" b="true" sz="5999">
                <a:solidFill>
                  <a:srgbClr val="FFFFFF"/>
                </a:solidFill>
                <a:latin typeface="Poppins Bold"/>
                <a:ea typeface="Poppins Bold"/>
                <a:cs typeface="Poppins Bold"/>
                <a:sym typeface="Poppins Bold"/>
              </a:rPr>
              <a:t>S</a:t>
            </a:r>
            <a:r>
              <a:rPr lang="en-US" b="true" sz="5999">
                <a:solidFill>
                  <a:srgbClr val="FFFFFF"/>
                </a:solidFill>
                <a:latin typeface="Poppins Bold"/>
                <a:ea typeface="Poppins Bold"/>
                <a:cs typeface="Poppins Bold"/>
                <a:sym typeface="Poppins Bold"/>
              </a:rPr>
              <a:t>US</a:t>
            </a:r>
            <a:r>
              <a:rPr lang="en-US" b="true" sz="5999">
                <a:solidFill>
                  <a:srgbClr val="FFFFFF"/>
                </a:solidFill>
                <a:latin typeface="Poppins Bold"/>
                <a:ea typeface="Poppins Bold"/>
                <a:cs typeface="Poppins Bold"/>
                <a:sym typeface="Poppins Bold"/>
              </a:rPr>
              <a:t> CHRIST, WITH THE HOL</a:t>
            </a:r>
            <a:r>
              <a:rPr lang="en-US" b="true" sz="5999">
                <a:solidFill>
                  <a:srgbClr val="FFFFFF"/>
                </a:solidFill>
                <a:latin typeface="Poppins Bold"/>
                <a:ea typeface="Poppins Bold"/>
                <a:cs typeface="Poppins Bold"/>
                <a:sym typeface="Poppins Bold"/>
              </a:rPr>
              <a:t>Y</a:t>
            </a:r>
            <a:r>
              <a:rPr lang="en-US" b="true" sz="5999">
                <a:solidFill>
                  <a:srgbClr val="FFFFFF"/>
                </a:solidFill>
                <a:latin typeface="Poppins Bold"/>
                <a:ea typeface="Poppins Bold"/>
                <a:cs typeface="Poppins Bold"/>
                <a:sym typeface="Poppins Bold"/>
              </a:rPr>
              <a:t> SPIRIT,</a:t>
            </a:r>
          </a:p>
          <a:p>
            <a:pPr algn="ctr" marL="0" indent="0" lvl="0">
              <a:lnSpc>
                <a:spcPts val="7259"/>
              </a:lnSpc>
              <a:defRPr/>
            </a:pPr>
            <a:r>
              <a:rPr lang="en-US" b="true" sz="5999">
                <a:solidFill>
                  <a:srgbClr val="FFFFFF"/>
                </a:solidFill>
                <a:latin typeface="Poppins Bold"/>
                <a:ea typeface="Poppins Bold"/>
                <a:cs typeface="Poppins Bold"/>
                <a:sym typeface="Poppins Bold"/>
              </a:rPr>
              <a:t>IN THE GLORY</a:t>
            </a:r>
            <a:r>
              <a:rPr lang="en-US" b="true" sz="5999">
                <a:solidFill>
                  <a:srgbClr val="FFFFFF"/>
                </a:solidFill>
                <a:latin typeface="Poppins Bold"/>
                <a:ea typeface="Poppins Bold"/>
                <a:cs typeface="Poppins Bold"/>
                <a:sym typeface="Poppins Bold"/>
              </a:rPr>
              <a:t> OF GOD THE FATHER. </a:t>
            </a:r>
          </a:p>
        </p:txBody>
      </p:sp>
      <p:sp>
        <p:nvSpPr>
          <p:cNvPr name="TextBox 6" id="6"/>
          <p:cNvSpPr txBox="true"/>
          <p:nvPr/>
        </p:nvSpPr>
        <p:spPr>
          <a:xfrm rot="0">
            <a:off x="0" y="521018"/>
            <a:ext cx="18288000" cy="4276664"/>
          </a:xfrm>
          <a:prstGeom prst="rect">
            <a:avLst/>
          </a:prstGeom>
        </p:spPr>
        <p:txBody>
          <a:bodyPr anchor="t" rtlCol="false" tIns="0" lIns="0" bIns="0" rIns="0">
            <a:spAutoFit/>
          </a:bodyPr>
          <a:lstStyle/>
          <a:p>
            <a:pPr algn="ctr">
              <a:lnSpc>
                <a:spcPts val="8403"/>
              </a:lnSpc>
              <a:defRPr/>
            </a:pPr>
            <a:r>
              <a:rPr lang="en-US" b="true" sz="6002">
                <a:solidFill>
                  <a:srgbClr val="FFB800"/>
                </a:solidFill>
                <a:latin typeface="Poppins Bold"/>
                <a:ea typeface="Poppins Bold"/>
                <a:cs typeface="Poppins Bold"/>
                <a:sym typeface="Poppins Bold"/>
              </a:rPr>
              <a:t>GLORY TO GOD! GLORY TO GOD!</a:t>
            </a:r>
          </a:p>
          <a:p>
            <a:pPr algn="ctr">
              <a:lnSpc>
                <a:spcPts val="8403"/>
              </a:lnSpc>
              <a:defRPr/>
            </a:pPr>
            <a:r>
              <a:rPr lang="en-US" b="true" sz="6002">
                <a:solidFill>
                  <a:srgbClr val="FFB800"/>
                </a:solidFill>
                <a:latin typeface="Poppins Bold"/>
                <a:ea typeface="Poppins Bold"/>
                <a:cs typeface="Poppins Bold"/>
                <a:sym typeface="Poppins Bold"/>
              </a:rPr>
              <a:t>GLORY TO GOD IN THE HIGHEST, </a:t>
            </a:r>
          </a:p>
          <a:p>
            <a:pPr algn="ctr">
              <a:lnSpc>
                <a:spcPts val="8403"/>
              </a:lnSpc>
              <a:defRPr/>
            </a:pPr>
            <a:r>
              <a:rPr lang="en-US" b="true" sz="6002">
                <a:solidFill>
                  <a:srgbClr val="FFB800"/>
                </a:solidFill>
                <a:latin typeface="Poppins Bold"/>
                <a:ea typeface="Poppins Bold"/>
                <a:cs typeface="Poppins Bold"/>
                <a:sym typeface="Poppins Bold"/>
              </a:rPr>
              <a:t>AND ON EARTH , PEACE ON EARTH,</a:t>
            </a:r>
          </a:p>
          <a:p>
            <a:pPr algn="ctr" marL="0" indent="0" lvl="0">
              <a:lnSpc>
                <a:spcPts val="8403"/>
              </a:lnSpc>
              <a:spcBef>
                <a:spcPct val="0"/>
              </a:spcBef>
              <a:defRPr/>
            </a:pPr>
            <a:r>
              <a:rPr lang="en-US" b="true" sz="60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Gloria (3/4)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0" y="7432051"/>
            <a:ext cx="18288000" cy="1417701"/>
          </a:xfrm>
          <a:prstGeom prst="rect">
            <a:avLst/>
          </a:prstGeom>
        </p:spPr>
        <p:txBody>
          <a:bodyPr anchor="t" rtlCol="false" tIns="0" lIns="0" bIns="0" rIns="0">
            <a:spAutoFit/>
          </a:bodyPr>
          <a:lstStyle/>
          <a:p>
            <a:pPr algn="ctr" marL="0" indent="0" lvl="0">
              <a:lnSpc>
                <a:spcPts val="10526"/>
              </a:lnSpc>
              <a:defRPr/>
            </a:pPr>
            <a:r>
              <a:rPr lang="en-US" b="true" sz="8699">
                <a:solidFill>
                  <a:srgbClr val="FFFFFF"/>
                </a:solidFill>
                <a:latin typeface="Poppins Bold"/>
                <a:ea typeface="Poppins Bold"/>
                <a:cs typeface="Poppins Bold"/>
                <a:sym typeface="Poppins Bold"/>
              </a:rPr>
              <a:t>AMEN, AMEN, AMEN!</a:t>
            </a:r>
          </a:p>
        </p:txBody>
      </p:sp>
      <p:sp>
        <p:nvSpPr>
          <p:cNvPr name="TextBox 6" id="6"/>
          <p:cNvSpPr txBox="true"/>
          <p:nvPr/>
        </p:nvSpPr>
        <p:spPr>
          <a:xfrm rot="0">
            <a:off x="0" y="1724273"/>
            <a:ext cx="18288000" cy="5122485"/>
          </a:xfrm>
          <a:prstGeom prst="rect">
            <a:avLst/>
          </a:prstGeom>
        </p:spPr>
        <p:txBody>
          <a:bodyPr anchor="t" rtlCol="false" tIns="0" lIns="0" bIns="0" rIns="0">
            <a:spAutoFit/>
          </a:bodyPr>
          <a:lstStyle/>
          <a:p>
            <a:pPr algn="ctr">
              <a:lnSpc>
                <a:spcPts val="10083"/>
              </a:lnSpc>
              <a:defRPr/>
            </a:pPr>
            <a:r>
              <a:rPr lang="en-US" b="true" sz="7202">
                <a:solidFill>
                  <a:srgbClr val="FFB800"/>
                </a:solidFill>
                <a:latin typeface="Poppins Bold"/>
                <a:ea typeface="Poppins Bold"/>
                <a:cs typeface="Poppins Bold"/>
                <a:sym typeface="Poppins Bold"/>
              </a:rPr>
              <a:t>GLORY TO GOD! GLORY TO GOD!</a:t>
            </a:r>
          </a:p>
          <a:p>
            <a:pPr algn="ctr">
              <a:lnSpc>
                <a:spcPts val="10083"/>
              </a:lnSpc>
              <a:defRPr/>
            </a:pPr>
            <a:r>
              <a:rPr lang="en-US" b="true" sz="7202">
                <a:solidFill>
                  <a:srgbClr val="FFB800"/>
                </a:solidFill>
                <a:latin typeface="Poppins Bold"/>
                <a:ea typeface="Poppins Bold"/>
                <a:cs typeface="Poppins Bold"/>
                <a:sym typeface="Poppins Bold"/>
              </a:rPr>
              <a:t>GLORY TO GOD IN THE HIGHEST, </a:t>
            </a:r>
          </a:p>
          <a:p>
            <a:pPr algn="ctr">
              <a:lnSpc>
                <a:spcPts val="10083"/>
              </a:lnSpc>
              <a:defRPr/>
            </a:pPr>
            <a:r>
              <a:rPr lang="en-US" b="true" sz="7202">
                <a:solidFill>
                  <a:srgbClr val="FFB800"/>
                </a:solidFill>
                <a:latin typeface="Poppins Bold"/>
                <a:ea typeface="Poppins Bold"/>
                <a:cs typeface="Poppins Bold"/>
                <a:sym typeface="Poppins Bold"/>
              </a:rPr>
              <a:t>AND ON EARTH , PEACE ON EARTH,</a:t>
            </a:r>
          </a:p>
          <a:p>
            <a:pPr algn="ctr" marL="0" indent="0" lvl="0">
              <a:lnSpc>
                <a:spcPts val="10083"/>
              </a:lnSpc>
              <a:spcBef>
                <a:spcPct val="0"/>
              </a:spcBef>
              <a:defRPr/>
            </a:pPr>
            <a:r>
              <a:rPr lang="en-US" b="true" sz="72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Gloria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Let us pray.</a:t>
            </a:r>
          </a:p>
          <a:p>
            <a:pPr algn="ctr">
              <a:spcBef>
                <a:spcPts val="400"/>
              </a:spcBef>
              <a:spcAft>
                <a:spcPts val="500"/>
              </a:spcAft>
              <a:defRPr sz="55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86EFAC"/>
                </a:solidFill>
                <a:latin typeface="Inter"/>
              </a:defRPr>
            </a:pPr>
            <a:r>
              <a:t>LITURGY OF</a:t>
            </a:r>
            <a:br/>
            <a:r>
              <a:t>THE WORD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86EFAC"/>
                </a:solidFill>
                <a:latin typeface="Inter"/>
              </a:defRPr>
            </a:pPr>
            <a:r>
              <a:t>Liturgy of the Word</a:t>
            </a:r>
          </a:p>
          <a:p>
            <a:pPr algn="ctr">
              <a:spcAft>
                <a:spcPts val="1600"/>
              </a:spcAft>
              <a:defRPr sz="5500" b="1" i="0">
                <a:solidFill>
                  <a:srgbClr val="86EFAC"/>
                </a:solidFill>
                <a:latin typeface="Inter"/>
              </a:defRPr>
            </a:pPr>
            <a:r>
              <a:t>First Reading</a:t>
            </a:r>
          </a:p>
          <a:p>
            <a:pPr algn="ctr">
              <a:defRPr sz="5500" b="0" i="0">
                <a:solidFill>
                  <a:srgbClr val="F0FDF4"/>
                </a:solidFill>
                <a:latin typeface="Inter"/>
              </a:defRPr>
            </a:pPr>
            <a:r>
              <a:t>Deuteronomy 8:2-3, 14b-16a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86EFAC"/>
                </a:solidFill>
                <a:latin typeface="Inter"/>
              </a:defRPr>
            </a:pPr>
            <a:r>
              <a:t>Liturgy of the Word</a:t>
            </a:r>
          </a:p>
          <a:p>
            <a:pPr algn="ctr">
              <a:spcAft>
                <a:spcPts val="1200"/>
              </a:spcAft>
              <a:defRPr sz="5500" b="1" i="0">
                <a:solidFill>
                  <a:srgbClr val="86EFAC"/>
                </a:solidFill>
                <a:latin typeface="Inter"/>
              </a:defRPr>
            </a:pPr>
            <a:r>
              <a:t>Responsorial Psalm</a:t>
            </a:r>
            <a:br/>
            <a:r>
              <a:t>(Psalm 147:12-13, 14-15, 19-20)</a:t>
            </a:r>
          </a:p>
          <a:p>
            <a:pPr algn="ctr">
              <a:spcAft>
                <a:spcPts val="800"/>
              </a:spcAft>
              <a:defRPr sz="5500" b="0" i="0">
                <a:solidFill>
                  <a:srgbClr val="F0FDF4"/>
                </a:solidFill>
                <a:latin typeface="Inter"/>
              </a:defRPr>
            </a:pPr>
            <a:r>
              <a:t>R. Praise the Lord, Jerusalem.</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a:solidFill>
                  <a:srgbClr val="86EFAC"/>
                </a:solidFill>
                <a:latin typeface="Inter"/>
              </a:defRPr>
            </a:pPr>
            <a:r>
              <a:t>Liturgy of the Word</a:t>
            </a:r>
          </a:p>
          <a:p>
            <a:pPr algn="ctr">
              <a:spcAft>
                <a:spcPts val="1600"/>
              </a:spcAft>
              <a:defRPr sz="5500" b="1" i="0">
                <a:solidFill>
                  <a:srgbClr val="86EFAC"/>
                </a:solidFill>
                <a:latin typeface="Inter"/>
              </a:defRPr>
            </a:pPr>
            <a:r>
              <a:t>Second Reading</a:t>
            </a:r>
          </a:p>
          <a:p>
            <a:pPr algn="ctr">
              <a:defRPr sz="5500" b="0" i="0">
                <a:solidFill>
                  <a:srgbClr val="F0FDF4"/>
                </a:solidFill>
                <a:latin typeface="Inter"/>
              </a:defRPr>
            </a:pPr>
            <a:r>
              <a:t>1 Corinthians 10:16-17</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ALLELUIA! ALLELUIA! ALLELUIA!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The Lord be with you.</a:t>
            </a:r>
          </a:p>
          <a:p>
            <a:pPr algn="ctr">
              <a:spcBef>
                <a:spcPts val="400"/>
              </a:spcBef>
              <a:spcAft>
                <a:spcPts val="500"/>
              </a:spcAft>
              <a:defRPr sz="5500" b="1" i="0">
                <a:solidFill>
                  <a:srgbClr val="F0FDF4"/>
                </a:solidFill>
                <a:latin typeface="Inter"/>
              </a:defRPr>
            </a:pPr>
            <a:r>
              <a:t>All: And with your spirit.</a:t>
            </a:r>
          </a:p>
          <a:p>
            <a:pPr algn="ctr">
              <a:spcBef>
                <a:spcPts val="400"/>
              </a:spcBef>
              <a:spcAft>
                <a:spcPts val="500"/>
              </a:spcAft>
              <a:defRPr sz="5500" b="1" i="0">
                <a:solidFill>
                  <a:srgbClr val="F0FDF4"/>
                </a:solidFill>
                <a:latin typeface="Inter"/>
              </a:defRPr>
            </a:pPr>
            <a:r>
              <a:t>All: Glory to you, O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The Gospel of the Lord.</a:t>
            </a:r>
          </a:p>
          <a:p>
            <a:pPr algn="ctr">
              <a:spcBef>
                <a:spcPts val="400"/>
              </a:spcBef>
              <a:spcAft>
                <a:spcPts val="500"/>
              </a:spcAft>
              <a:defRPr sz="5500" b="1" i="0">
                <a:solidFill>
                  <a:srgbClr val="F0FDF4"/>
                </a:solidFill>
                <a:latin typeface="Inter"/>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MenuTopButtons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Fr. Michael Hwang</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0FDF4"/>
                </a:solidFill>
                <a:latin typeface="Inter"/>
              </a:defRPr>
            </a:pPr>
            <a:r>
              <a:t>All: I believe in one God,</a:t>
            </a:r>
          </a:p>
          <a:p>
            <a:pPr algn="ctr">
              <a:spcAft>
                <a:spcPts val="800"/>
              </a:spcAft>
              <a:defRPr sz="5500" b="0" i="0">
                <a:solidFill>
                  <a:srgbClr val="F0FDF4"/>
                </a:solidFill>
                <a:latin typeface="Inter"/>
              </a:defRPr>
            </a:pPr>
            <a:r>
              <a:t>the Father almighty,</a:t>
            </a:r>
          </a:p>
          <a:p>
            <a:pPr algn="ctr">
              <a:spcAft>
                <a:spcPts val="800"/>
              </a:spcAft>
              <a:defRPr sz="5500" b="0" i="0">
                <a:solidFill>
                  <a:srgbClr val="F0FDF4"/>
                </a:solidFill>
                <a:latin typeface="Inter"/>
              </a:defRPr>
            </a:pPr>
            <a:r>
              <a:t>maker of heaven and earth,</a:t>
            </a:r>
          </a:p>
          <a:p>
            <a:pPr algn="ctr">
              <a:spcAft>
                <a:spcPts val="800"/>
              </a:spcAft>
              <a:defRPr sz="5500" b="0" i="0">
                <a:solidFill>
                  <a:srgbClr val="F0FDF4"/>
                </a:solidFill>
                <a:latin typeface="Inter"/>
              </a:defRPr>
            </a:pPr>
            <a:r>
              <a:t>of all things visible and invisible.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(1/10)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I believe in one Lord Jesus Christ,</a:t>
            </a:r>
          </a:p>
          <a:p>
            <a:pPr algn="ctr">
              <a:spcAft>
                <a:spcPts val="800"/>
              </a:spcAft>
              <a:defRPr sz="5500" b="0" i="0">
                <a:solidFill>
                  <a:srgbClr val="F0FDF4"/>
                </a:solidFill>
                <a:latin typeface="Inter"/>
              </a:defRPr>
            </a:pPr>
            <a:r>
              <a:t>the Only Begotten Son of God,</a:t>
            </a:r>
          </a:p>
          <a:p>
            <a:pPr algn="ctr">
              <a:spcAft>
                <a:spcPts val="800"/>
              </a:spcAft>
              <a:defRPr sz="5500" b="0" i="0">
                <a:solidFill>
                  <a:srgbClr val="F0FDF4"/>
                </a:solidFill>
                <a:latin typeface="Inter"/>
              </a:defRPr>
            </a:pPr>
            <a:r>
              <a:t>born of the Father before all ages.</a:t>
            </a:r>
          </a:p>
          <a:p>
            <a:pPr algn="ctr">
              <a:spcAft>
                <a:spcPts val="800"/>
              </a:spcAft>
              <a:defRPr sz="5500" b="0" i="0">
                <a:solidFill>
                  <a:srgbClr val="F0FDF4"/>
                </a:solidFill>
                <a:latin typeface="Inter"/>
              </a:defRPr>
            </a:pPr>
            <a:r>
              <a:t>God from God, Light from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(2/10)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true God from true God,</a:t>
            </a:r>
          </a:p>
          <a:p>
            <a:pPr algn="ctr">
              <a:spcAft>
                <a:spcPts val="800"/>
              </a:spcAft>
              <a:defRPr sz="5500" b="0" i="0">
                <a:solidFill>
                  <a:srgbClr val="F0FDF4"/>
                </a:solidFill>
                <a:latin typeface="Inter"/>
              </a:defRPr>
            </a:pPr>
            <a:r>
              <a:t>begotten, not made, consubstantial with the Father;</a:t>
            </a:r>
          </a:p>
          <a:p>
            <a:pPr algn="ctr">
              <a:spcAft>
                <a:spcPts val="800"/>
              </a:spcAft>
              <a:defRPr sz="5500" b="0" i="0">
                <a:solidFill>
                  <a:srgbClr val="F0FDF4"/>
                </a:solidFill>
                <a:latin typeface="Inter"/>
              </a:defRPr>
            </a:pPr>
            <a:r>
              <a:t>through him all things were made.</a:t>
            </a:r>
          </a:p>
          <a:p>
            <a:pPr algn="ctr">
              <a:spcAft>
                <a:spcPts val="800"/>
              </a:spcAft>
              <a:defRPr sz="5500" b="0" i="0">
                <a:solidFill>
                  <a:srgbClr val="F0FDF4"/>
                </a:solidFill>
                <a:latin typeface="Inter"/>
              </a:defRPr>
            </a:pPr>
            <a:r>
              <a:t>For us men and for our salvation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(3/10)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he came down from heaven,</a:t>
            </a:r>
          </a:p>
          <a:p>
            <a:pPr algn="ctr">
              <a:spcAft>
                <a:spcPts val="800"/>
              </a:spcAft>
              <a:defRPr sz="5500" b="0" i="0">
                <a:solidFill>
                  <a:srgbClr val="F0FDF4"/>
                </a:solidFill>
                <a:latin typeface="Inter"/>
              </a:defRPr>
            </a:pPr>
            <a:r>
              <a:t>and by the Holy Spirit was incarnate of the Virgin Mary,</a:t>
            </a:r>
          </a:p>
          <a:p>
            <a:pPr algn="ctr">
              <a:spcAft>
                <a:spcPts val="800"/>
              </a:spcAft>
              <a:defRPr sz="5500" b="0" i="0">
                <a:solidFill>
                  <a:srgbClr val="F0FDF4"/>
                </a:solidFill>
                <a:latin typeface="Inter"/>
              </a:defRPr>
            </a:pPr>
            <a:r>
              <a:t>and became man.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(4/10)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For our sake he was crucified under Pontius Pilate,</a:t>
            </a:r>
          </a:p>
          <a:p>
            <a:pPr algn="ctr">
              <a:spcAft>
                <a:spcPts val="800"/>
              </a:spcAft>
              <a:defRPr sz="5500" b="0" i="0">
                <a:solidFill>
                  <a:srgbClr val="F0FDF4"/>
                </a:solidFill>
                <a:latin typeface="Inter"/>
              </a:defRPr>
            </a:pPr>
            <a:r>
              <a:t>he suffered death and was buried,</a:t>
            </a:r>
          </a:p>
          <a:p>
            <a:pPr algn="ctr">
              <a:spcAft>
                <a:spcPts val="800"/>
              </a:spcAft>
              <a:defRPr sz="5500" b="0" i="0">
                <a:solidFill>
                  <a:srgbClr val="F0FDF4"/>
                </a:solidFill>
                <a:latin typeface="Inter"/>
              </a:defRPr>
            </a:pPr>
            <a:r>
              <a:t>and rose again on the third day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(5/10)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in accordance with the Scriptures.</a:t>
            </a:r>
          </a:p>
          <a:p>
            <a:pPr algn="ctr">
              <a:spcAft>
                <a:spcPts val="800"/>
              </a:spcAft>
              <a:defRPr sz="5500" b="0" i="0">
                <a:solidFill>
                  <a:srgbClr val="F0FDF4"/>
                </a:solidFill>
                <a:latin typeface="Inter"/>
              </a:defRPr>
            </a:pPr>
            <a:r>
              <a:t>He ascended into heaven</a:t>
            </a:r>
          </a:p>
          <a:p>
            <a:pPr algn="ctr">
              <a:spcAft>
                <a:spcPts val="800"/>
              </a:spcAft>
              <a:defRPr sz="5500" b="0" i="0">
                <a:solidFill>
                  <a:srgbClr val="F0FDF4"/>
                </a:solidFill>
                <a:latin typeface="Inter"/>
              </a:defRPr>
            </a:pPr>
            <a:r>
              <a:t>and is seated at the right hand of the Father.</a:t>
            </a:r>
          </a:p>
          <a:p>
            <a:pPr algn="ctr">
              <a:spcAft>
                <a:spcPts val="800"/>
              </a:spcAft>
              <a:defRPr sz="5500" b="0" i="0">
                <a:solidFill>
                  <a:srgbClr val="F0FDF4"/>
                </a:solidFill>
                <a:latin typeface="Inter"/>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(6/10)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to judge the living and the dead</a:t>
            </a:r>
          </a:p>
          <a:p>
            <a:pPr algn="ctr">
              <a:spcAft>
                <a:spcPts val="800"/>
              </a:spcAft>
              <a:defRPr sz="5500" b="0" i="0">
                <a:solidFill>
                  <a:srgbClr val="F0FDF4"/>
                </a:solidFill>
                <a:latin typeface="Inter"/>
              </a:defRPr>
            </a:pPr>
            <a:r>
              <a:t>and his kingdom will have no end.</a:t>
            </a:r>
          </a:p>
          <a:p>
            <a:pPr algn="ctr">
              <a:spcAft>
                <a:spcPts val="800"/>
              </a:spcAft>
              <a:defRPr sz="5500" b="0" i="0">
                <a:solidFill>
                  <a:srgbClr val="F0FDF4"/>
                </a:solidFill>
                <a:latin typeface="Inter"/>
              </a:defRPr>
            </a:pPr>
            <a:r>
              <a:t>I believe in the Holy Spirit, the Lord, the giver of life,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(7/10)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who proceeds from the Father and the Son,</a:t>
            </a:r>
          </a:p>
          <a:p>
            <a:pPr algn="ctr">
              <a:spcAft>
                <a:spcPts val="800"/>
              </a:spcAft>
              <a:defRPr sz="5500" b="0" i="0">
                <a:solidFill>
                  <a:srgbClr val="F0FDF4"/>
                </a:solidFill>
                <a:latin typeface="Inter"/>
              </a:defRPr>
            </a:pPr>
            <a:r>
              <a:t>who with the Father and the Son is adored and glorified,</a:t>
            </a:r>
          </a:p>
          <a:p>
            <a:pPr algn="ctr">
              <a:spcAft>
                <a:spcPts val="800"/>
              </a:spcAft>
              <a:defRPr sz="5500" b="0" i="0">
                <a:solidFill>
                  <a:srgbClr val="F0FDF4"/>
                </a:solidFill>
                <a:latin typeface="Inter"/>
              </a:defRPr>
            </a:pPr>
            <a:r>
              <a:t>who has spoken through the prophets.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(8/10)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I believe in one, holy, catholic and apostolic Church.</a:t>
            </a:r>
          </a:p>
          <a:p>
            <a:pPr algn="ctr">
              <a:spcAft>
                <a:spcPts val="800"/>
              </a:spcAft>
              <a:defRPr sz="5500" b="0" i="0">
                <a:solidFill>
                  <a:srgbClr val="F0FDF4"/>
                </a:solidFill>
                <a:latin typeface="Inter"/>
              </a:defRPr>
            </a:pPr>
            <a:r>
              <a:t>I confess one Baptism for the forgiveness of sins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(9/10)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and I look forward to the resurrection of the dead</a:t>
            </a:r>
          </a:p>
          <a:p>
            <a:pPr algn="ctr">
              <a:spcAft>
                <a:spcPts val="800"/>
              </a:spcAft>
              <a:defRPr sz="5500" b="0" i="0">
                <a:solidFill>
                  <a:srgbClr val="F0FDF4"/>
                </a:solidFill>
                <a:latin typeface="Inter"/>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Nicene Creed (10/10)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MenuTopButtons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Fr. Michael Hwang</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For the holy Church of God throughout the world, that the Lord may guard her and grant her peace and unity according to his will: let us pray to the Lord.</a:t>
            </a:r>
          </a:p>
          <a:p>
            <a:pPr algn="ctr">
              <a:spcBef>
                <a:spcPts val="400"/>
              </a:spcBef>
              <a:spcAft>
                <a:spcPts val="500"/>
              </a:spcAft>
              <a:defRPr sz="5500" b="1" i="0">
                <a:solidFill>
                  <a:srgbClr val="F0FDF4"/>
                </a:solidFill>
                <a:latin typeface="Inter"/>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Prayer of the Faithful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The Priest concludes the Prayer of the Faithful with a prayer in full, for example:</a:t>
            </a:r>
          </a:p>
          <a:p>
            <a:pPr algn="ctr">
              <a:spcBef>
                <a:spcPts val="400"/>
              </a:spcBef>
              <a:spcAft>
                <a:spcPts val="500"/>
              </a:spcAft>
              <a:defRPr sz="5500" b="1" i="0">
                <a:solidFill>
                  <a:srgbClr val="86EFAC"/>
                </a:solidFill>
                <a:latin typeface="Inter"/>
              </a:defRPr>
            </a:pPr>
            <a:r>
              <a:t>Priest: Heavenly Father, hear the prayers of the Church, which we make through Christ our Lord.</a:t>
            </a:r>
          </a:p>
          <a:p>
            <a:pPr algn="ctr">
              <a:spcBef>
                <a:spcPts val="400"/>
              </a:spcBef>
              <a:spcAft>
                <a:spcPts val="500"/>
              </a:spcAft>
              <a:defRPr sz="55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Prayer of the Faithful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MenuTopButtons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Fr. Michael Hwang</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Gift of Finest Wheat</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400" b="1" i="0">
                <a:solidFill>
                  <a:srgbClr val="FFFFFF"/>
                </a:solidFill>
                <a:latin typeface="Poppins Bold"/>
              </a:defRPr>
            </a:pPr>
            <a:r>
              <a:t>YOU SATISFY THE HUNGRY HEART</a:t>
            </a:r>
          </a:p>
          <a:p>
            <a:pPr algn="ctr">
              <a:lnSpc>
                <a:spcPct val="100000"/>
              </a:lnSpc>
              <a:spcAft>
                <a:spcPts val="600"/>
              </a:spcAft>
              <a:defRPr sz="5400" b="1" i="0">
                <a:solidFill>
                  <a:srgbClr val="FFFFFF"/>
                </a:solidFill>
                <a:latin typeface="Poppins Bold"/>
              </a:defRPr>
            </a:pPr>
            <a:r>
              <a:t>WITH GIFT OF FINEST WHEAT,</a:t>
            </a:r>
          </a:p>
          <a:p>
            <a:pPr algn="ctr">
              <a:lnSpc>
                <a:spcPct val="100000"/>
              </a:lnSpc>
              <a:spcAft>
                <a:spcPts val="600"/>
              </a:spcAft>
              <a:defRPr sz="5400" b="1" i="0">
                <a:solidFill>
                  <a:srgbClr val="FFFFFF"/>
                </a:solidFill>
                <a:latin typeface="Poppins Bold"/>
              </a:defRPr>
            </a:pPr>
            <a:r>
              <a:t>COME GIVE TO US, O SAVING LORD,</a:t>
            </a:r>
          </a:p>
          <a:p>
            <a:pPr algn="ctr">
              <a:lnSpc>
                <a:spcPct val="100000"/>
              </a:lnSpc>
              <a:spcAft>
                <a:spcPts val="600"/>
              </a:spcAft>
              <a:defRPr sz="5400" b="1" i="0">
                <a:solidFill>
                  <a:srgbClr val="FFFFFF"/>
                </a:solidFill>
                <a:latin typeface="Poppins Bold"/>
              </a:defRPr>
            </a:pPr>
            <a:r>
              <a:t>THE BREAD OF LIFE TO EAT.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AS WHEN THE GRAIN BY SAINTS BELIEVED</a:t>
            </a:r>
          </a:p>
          <a:p>
            <a:pPr algn="ctr">
              <a:lnSpc>
                <a:spcPct val="100000"/>
              </a:lnSpc>
              <a:spcAft>
                <a:spcPts val="600"/>
              </a:spcAft>
              <a:defRPr sz="5400" b="1" i="0">
                <a:solidFill>
                  <a:srgbClr val="FFFFFF"/>
                </a:solidFill>
                <a:latin typeface="Poppins Bold"/>
              </a:defRPr>
            </a:pPr>
            <a:r>
              <a:t>WAS BLESSED AND BROKEN, LORD,</a:t>
            </a:r>
          </a:p>
          <a:p>
            <a:pPr algn="ctr">
              <a:lnSpc>
                <a:spcPct val="100000"/>
              </a:lnSpc>
              <a:spcAft>
                <a:spcPts val="600"/>
              </a:spcAft>
              <a:defRPr sz="5400" b="1" i="0">
                <a:solidFill>
                  <a:srgbClr val="FFFFFF"/>
                </a:solidFill>
                <a:latin typeface="Poppins Bold"/>
              </a:defRPr>
            </a:pPr>
            <a:r>
              <a:t>SO MAY YOUR CHURCH IN LANDS TODAY</a:t>
            </a:r>
          </a:p>
          <a:p>
            <a:pPr algn="ctr">
              <a:lnSpc>
                <a:spcPct val="100000"/>
              </a:lnSpc>
              <a:spcAft>
                <a:spcPts val="600"/>
              </a:spcAft>
              <a:defRPr sz="5400" b="1" i="0">
                <a:solidFill>
                  <a:srgbClr val="FFFFFF"/>
                </a:solidFill>
                <a:latin typeface="Poppins Bold"/>
              </a:defRPr>
            </a:pPr>
            <a:r>
              <a:t>BE FED, YOUR PRAISE RESTORED.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O LORD OF HARVEST, GRANT THAT WE</a:t>
            </a:r>
          </a:p>
          <a:p>
            <a:pPr algn="ctr">
              <a:lnSpc>
                <a:spcPct val="100000"/>
              </a:lnSpc>
              <a:spcAft>
                <a:spcPts val="600"/>
              </a:spcAft>
              <a:defRPr sz="5400" b="1" i="0">
                <a:solidFill>
                  <a:srgbClr val="FFFFFF"/>
                </a:solidFill>
                <a:latin typeface="Poppins Bold"/>
              </a:defRPr>
            </a:pPr>
            <a:r>
              <a:t>WHO SHARE THIS MYSTERY HERE</a:t>
            </a:r>
          </a:p>
          <a:p>
            <a:pPr algn="ctr">
              <a:lnSpc>
                <a:spcPct val="100000"/>
              </a:lnSpc>
              <a:spcAft>
                <a:spcPts val="600"/>
              </a:spcAft>
              <a:defRPr sz="5400" b="1" i="0">
                <a:solidFill>
                  <a:srgbClr val="FFFFFF"/>
                </a:solidFill>
                <a:latin typeface="Poppins Bold"/>
              </a:defRPr>
            </a:pPr>
            <a:r>
              <a:t>MAY FOLLOW YOU UNCEASINGLY</a:t>
            </a:r>
          </a:p>
          <a:p>
            <a:pPr algn="ctr">
              <a:lnSpc>
                <a:spcPct val="100000"/>
              </a:lnSpc>
              <a:spcAft>
                <a:spcPts val="600"/>
              </a:spcAft>
              <a:defRPr sz="5400" b="1" i="0">
                <a:solidFill>
                  <a:srgbClr val="FFFFFF"/>
                </a:solidFill>
                <a:latin typeface="Poppins Bold"/>
              </a:defRPr>
            </a:pPr>
            <a:r>
              <a:t>IN PRAISE, IN LOVE, IN FEAR.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ONE BREAD, ONE CUP, ONE LIFE, ONE LORD—</a:t>
            </a:r>
          </a:p>
          <a:p>
            <a:pPr algn="ctr">
              <a:lnSpc>
                <a:spcPct val="100000"/>
              </a:lnSpc>
              <a:spcAft>
                <a:spcPts val="600"/>
              </a:spcAft>
              <a:defRPr sz="5400" b="1" i="0">
                <a:solidFill>
                  <a:srgbClr val="FFFFFF"/>
                </a:solidFill>
                <a:latin typeface="Poppins Bold"/>
              </a:defRPr>
            </a:pPr>
            <a:r>
              <a:t>WE OFFER, CHRIST, TO YOU;</a:t>
            </a:r>
          </a:p>
          <a:p>
            <a:pPr algn="ctr">
              <a:lnSpc>
                <a:spcPct val="100000"/>
              </a:lnSpc>
              <a:spcAft>
                <a:spcPts val="600"/>
              </a:spcAft>
              <a:defRPr sz="5400" b="1" i="0">
                <a:solidFill>
                  <a:srgbClr val="FFFFFF"/>
                </a:solidFill>
                <a:latin typeface="Poppins Bold"/>
              </a:defRPr>
            </a:pPr>
            <a:r>
              <a:t>UNTIL WE SHARE YOUR BANQUET BOARD</a:t>
            </a:r>
          </a:p>
          <a:p>
            <a:pPr algn="ctr">
              <a:lnSpc>
                <a:spcPct val="100000"/>
              </a:lnSpc>
              <a:spcAft>
                <a:spcPts val="600"/>
              </a:spcAft>
              <a:defRPr sz="5400" b="1" i="0">
                <a:solidFill>
                  <a:srgbClr val="FFFFFF"/>
                </a:solidFill>
                <a:latin typeface="Poppins Bold"/>
              </a:defRPr>
            </a:pPr>
            <a:r>
              <a:t>WHERE ALL THE WORLD IS NEW.</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Pray, brethren, that my sacrifice and yours may be acceptable to God, the almighty Father.</a:t>
            </a:r>
          </a:p>
          <a:p>
            <a:pPr algn="ctr">
              <a:spcBef>
                <a:spcPts val="400"/>
              </a:spcBef>
              <a:spcAft>
                <a:spcPts val="500"/>
              </a:spcAft>
              <a:defRPr sz="5500" b="1" i="0">
                <a:solidFill>
                  <a:srgbClr val="F0FDF4"/>
                </a:solidFill>
                <a:latin typeface="Inter"/>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The Lord be with you.</a:t>
            </a:r>
          </a:p>
          <a:p>
            <a:pPr algn="ctr">
              <a:spcBef>
                <a:spcPts val="400"/>
              </a:spcBef>
              <a:spcAft>
                <a:spcPts val="500"/>
              </a:spcAft>
              <a:defRPr sz="5500" b="1" i="0">
                <a:solidFill>
                  <a:srgbClr val="F0FDF4"/>
                </a:solidFill>
                <a:latin typeface="Inter"/>
              </a:defRPr>
            </a:pPr>
            <a:r>
              <a:t>All: And with your spirit.</a:t>
            </a:r>
          </a:p>
          <a:p>
            <a:pPr algn="ctr">
              <a:spcBef>
                <a:spcPts val="400"/>
              </a:spcBef>
              <a:spcAft>
                <a:spcPts val="500"/>
              </a:spcAft>
              <a:defRPr sz="5500" b="1" i="0">
                <a:solidFill>
                  <a:srgbClr val="86EFAC"/>
                </a:solidFill>
                <a:latin typeface="Inter"/>
              </a:defRPr>
            </a:pPr>
            <a:r>
              <a:t>Priest: Lift up your hearts.</a:t>
            </a:r>
          </a:p>
          <a:p>
            <a:pPr algn="ctr">
              <a:spcBef>
                <a:spcPts val="400"/>
              </a:spcBef>
              <a:spcAft>
                <a:spcPts val="500"/>
              </a:spcAft>
              <a:defRPr sz="5500" b="1" i="0">
                <a:solidFill>
                  <a:srgbClr val="F0FDF4"/>
                </a:solidFill>
                <a:latin typeface="Inter"/>
              </a:defRPr>
            </a:pPr>
            <a:r>
              <a:t>All: We lift them up to the Lord.</a:t>
            </a:r>
          </a:p>
          <a:p>
            <a:pPr algn="ctr">
              <a:spcBef>
                <a:spcPts val="400"/>
              </a:spcBef>
              <a:spcAft>
                <a:spcPts val="500"/>
              </a:spcAft>
              <a:defRPr sz="5500" b="1" i="0">
                <a:solidFill>
                  <a:srgbClr val="86EFAC"/>
                </a:solidFill>
                <a:latin typeface="Inter"/>
              </a:defRPr>
            </a:pPr>
            <a:r>
              <a:t>Priest: Let us give thanks to the Lord our God.</a:t>
            </a:r>
          </a:p>
          <a:p>
            <a:pPr algn="ctr">
              <a:spcBef>
                <a:spcPts val="400"/>
              </a:spcBef>
              <a:spcAft>
                <a:spcPts val="500"/>
              </a:spcAft>
              <a:defRPr sz="5500" b="1" i="0">
                <a:solidFill>
                  <a:srgbClr val="F0FDF4"/>
                </a:solidFill>
                <a:latin typeface="Inter"/>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0FDF4"/>
                </a:solidFill>
                <a:latin typeface="Inter"/>
              </a:defRPr>
            </a:pPr>
            <a:r>
              <a:t>Holy, Holy, Holy Lord God of hosts.</a:t>
            </a:r>
          </a:p>
          <a:p>
            <a:pPr algn="ctr">
              <a:spcAft>
                <a:spcPts val="800"/>
              </a:spcAft>
              <a:defRPr sz="5500" b="0" i="0">
                <a:solidFill>
                  <a:srgbClr val="F0FDF4"/>
                </a:solidFill>
                <a:latin typeface="Inter"/>
              </a:defRPr>
            </a:pPr>
            <a:r>
              <a:t>Heaven and earth are full of your glory.</a:t>
            </a:r>
          </a:p>
          <a:p>
            <a:pPr algn="ctr">
              <a:spcAft>
                <a:spcPts val="800"/>
              </a:spcAft>
              <a:defRPr sz="5500" b="0" i="0">
                <a:solidFill>
                  <a:srgbClr val="F0FDF4"/>
                </a:solidFill>
                <a:latin typeface="Inter"/>
              </a:defRPr>
            </a:pPr>
            <a:r>
              <a:t>Hosanna in the highest.</a:t>
            </a:r>
          </a:p>
          <a:p>
            <a:pPr algn="ctr">
              <a:spcAft>
                <a:spcPts val="800"/>
              </a:spcAft>
              <a:defRPr sz="5500" b="0" i="0">
                <a:solidFill>
                  <a:srgbClr val="F0FDF4"/>
                </a:solidFill>
                <a:latin typeface="Inter"/>
              </a:defRPr>
            </a:pPr>
            <a:r>
              <a:t>Blessed is he who comes in the name of the Lord.</a:t>
            </a:r>
          </a:p>
          <a:p>
            <a:pPr algn="ctr">
              <a:spcAft>
                <a:spcPts val="800"/>
              </a:spcAft>
              <a:defRPr sz="5500" b="0" i="0">
                <a:solidFill>
                  <a:srgbClr val="F0FDF4"/>
                </a:solidFill>
                <a:latin typeface="Inter"/>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Sanctus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0FDF4"/>
                </a:solidFill>
                <a:latin typeface="Inter"/>
              </a:defRPr>
            </a:pPr>
            <a:r>
              <a:t>All: We proclaim your Death, O Lord,</a:t>
            </a:r>
          </a:p>
          <a:p>
            <a:pPr algn="ctr">
              <a:spcAft>
                <a:spcPts val="500"/>
              </a:spcAft>
              <a:defRPr sz="5500" b="0" i="0">
                <a:solidFill>
                  <a:srgbClr val="F0FDF4"/>
                </a:solidFill>
                <a:latin typeface="Inter"/>
              </a:defRPr>
            </a:pPr>
            <a:r>
              <a:t>and profess your Resurrection</a:t>
            </a:r>
          </a:p>
          <a:p>
            <a:pPr algn="ctr">
              <a:spcAft>
                <a:spcPts val="500"/>
              </a:spcAft>
              <a:defRPr sz="5500" b="0" i="0">
                <a:solidFill>
                  <a:srgbClr val="F0FDF4"/>
                </a:solidFill>
                <a:latin typeface="Inter"/>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The Eucharistic Prayer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Liturgy of the Eucharist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Great Amen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0FDF4"/>
                </a:solidFill>
                <a:latin typeface="Inter"/>
              </a:defRPr>
            </a:pPr>
            <a:r>
              <a:t>Our Father, who art in heaven,</a:t>
            </a:r>
          </a:p>
          <a:p>
            <a:pPr algn="ctr">
              <a:spcAft>
                <a:spcPts val="800"/>
              </a:spcAft>
              <a:defRPr sz="5500" b="0" i="0">
                <a:solidFill>
                  <a:srgbClr val="F0FDF4"/>
                </a:solidFill>
                <a:latin typeface="Inter"/>
              </a:defRPr>
            </a:pPr>
            <a:r>
              <a:t>hallowed be thy name;</a:t>
            </a:r>
          </a:p>
          <a:p>
            <a:pPr algn="ctr">
              <a:spcAft>
                <a:spcPts val="800"/>
              </a:spcAft>
              <a:defRPr sz="5500" b="0" i="0">
                <a:solidFill>
                  <a:srgbClr val="F0FDF4"/>
                </a:solidFill>
                <a:latin typeface="Inter"/>
              </a:defRPr>
            </a:pPr>
            <a:r>
              <a:t>thy kingdom come,</a:t>
            </a:r>
          </a:p>
          <a:p>
            <a:pPr algn="ctr">
              <a:spcAft>
                <a:spcPts val="800"/>
              </a:spcAft>
              <a:defRPr sz="5500" b="0" i="0">
                <a:solidFill>
                  <a:srgbClr val="F0FDF4"/>
                </a:solidFill>
                <a:latin typeface="Inter"/>
              </a:defRPr>
            </a:pPr>
            <a:r>
              <a:t>thy will be done,</a:t>
            </a:r>
          </a:p>
          <a:p>
            <a:pPr algn="ctr">
              <a:spcAft>
                <a:spcPts val="800"/>
              </a:spcAft>
              <a:defRPr sz="5500" b="0" i="0">
                <a:solidFill>
                  <a:srgbClr val="F0FDF4"/>
                </a:solidFill>
                <a:latin typeface="Inter"/>
              </a:defRPr>
            </a:pPr>
            <a:r>
              <a:t>on earth as it is in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Our Father (1/5)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Give us this day our daily bread;</a:t>
            </a:r>
          </a:p>
          <a:p>
            <a:pPr algn="ctr">
              <a:spcAft>
                <a:spcPts val="800"/>
              </a:spcAft>
              <a:defRPr sz="5500" b="0" i="0">
                <a:solidFill>
                  <a:srgbClr val="F0FDF4"/>
                </a:solidFill>
                <a:latin typeface="Inter"/>
              </a:defRPr>
            </a:pPr>
            <a:r>
              <a:t>and forgive us our trespasses,</a:t>
            </a:r>
          </a:p>
          <a:p>
            <a:pPr algn="ctr">
              <a:spcAft>
                <a:spcPts val="800"/>
              </a:spcAft>
              <a:defRPr sz="5500" b="0" i="0">
                <a:solidFill>
                  <a:srgbClr val="F0FDF4"/>
                </a:solidFill>
                <a:latin typeface="Inter"/>
              </a:defRPr>
            </a:pPr>
            <a:r>
              <a:t>as we forgive those who trespass against us;</a:t>
            </a:r>
          </a:p>
          <a:p>
            <a:pPr algn="ctr">
              <a:spcAft>
                <a:spcPts val="800"/>
              </a:spcAft>
              <a:defRPr sz="5500" b="0" i="0">
                <a:solidFill>
                  <a:srgbClr val="F0FDF4"/>
                </a:solidFill>
                <a:latin typeface="Inter"/>
              </a:defRPr>
            </a:pPr>
            <a:r>
              <a:t>and lead us not into temptation,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Our Father (2/5)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a:solidFill>
                  <a:srgbClr val="F0FDF4"/>
                </a:solidFill>
                <a:latin typeface="Inter"/>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Our Father (3/5)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86EFAC"/>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Our Father (4/5)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a:solidFill>
                  <a:srgbClr val="F0FDF4"/>
                </a:solidFill>
                <a:latin typeface="Inter"/>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Our Father (5/5)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MenuTopButtons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Fr. Michael Hwang</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2927842" y="1531619"/>
            <a:ext cx="12432316" cy="2144014"/>
          </a:xfrm>
          <a:prstGeom prst="rect">
            <a:avLst/>
          </a:prstGeom>
        </p:spPr>
        <p:txBody>
          <a:bodyPr anchor="t" rtlCol="false" tIns="0" lIns="0" bIns="0" rIns="0">
            <a:spAutoFit/>
          </a:bodyPr>
          <a:lstStyle/>
          <a:p>
            <a:pPr algn="just"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The peace of the Lord be with you.</a:t>
            </a:r>
          </a:p>
        </p:txBody>
      </p:sp>
      <p:sp>
        <p:nvSpPr>
          <p:cNvPr name="TextBox 3" id="3"/>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Sign Of Peace</a:t>
            </a:r>
          </a:p>
        </p:txBody>
      </p:sp>
      <p:sp>
        <p:nvSpPr>
          <p:cNvPr name="TextBox 4" id="4"/>
          <p:cNvSpPr txBox="true"/>
          <p:nvPr/>
        </p:nvSpPr>
        <p:spPr>
          <a:xfrm rot="0">
            <a:off x="2927842" y="3637533"/>
            <a:ext cx="12432316" cy="1124585"/>
          </a:xfrm>
          <a:prstGeom prst="rect">
            <a:avLst/>
          </a:prstGeom>
        </p:spPr>
        <p:txBody>
          <a:bodyPr anchor="t" rtlCol="false" tIns="0" lIns="0" bIns="0" rIns="0">
            <a:spAutoFit/>
          </a:bodyPr>
          <a:lstStyle/>
          <a:p>
            <a:pPr algn="l" marL="0" indent="0" lvl="0">
              <a:lnSpc>
                <a:spcPts val="8469"/>
              </a:lnSpc>
              <a:defRPr/>
            </a:pPr>
            <a:r>
              <a:rPr lang="en-US" b="true" sz="6999">
                <a:solidFill>
                  <a:srgbClr val="FFFFFF"/>
                </a:solidFill>
                <a:latin typeface="Poppins Bold"/>
                <a:ea typeface="Poppins Bold"/>
                <a:cs typeface="Poppins Bold"/>
                <a:sym typeface="Poppins Bold"/>
              </a:rPr>
              <a:t>All: And with your spirit.</a:t>
            </a:r>
          </a:p>
        </p:txBody>
      </p:sp>
      <p:sp>
        <p:nvSpPr>
          <p:cNvPr name="TextBox 6" id="6"/>
          <p:cNvSpPr txBox="true"/>
          <p:nvPr/>
        </p:nvSpPr>
        <p:spPr>
          <a:xfrm rot="0">
            <a:off x="2927842" y="5932826"/>
            <a:ext cx="12432316" cy="2144014"/>
          </a:xfrm>
          <a:prstGeom prst="rect">
            <a:avLst/>
          </a:prstGeom>
        </p:spPr>
        <p:txBody>
          <a:bodyPr anchor="t" rtlCol="false" tIns="0" lIns="0" bIns="0" rIns="0">
            <a:spAutoFit/>
          </a:bodyPr>
          <a:lstStyle/>
          <a:p>
            <a:pPr algn="l"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Let us offer each other the sign of peace. </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Sign of Peace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2245772" y="1447327"/>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3" id="3"/>
          <p:cNvSpPr txBox="true"/>
          <p:nvPr/>
        </p:nvSpPr>
        <p:spPr>
          <a:xfrm rot="0">
            <a:off x="2245772" y="7118506"/>
            <a:ext cx="14757999"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GRANT US PEACE</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GR</a:t>
            </a:r>
            <a:r>
              <a:rPr lang="en-US" b="1" sz="5600">
                <a:solidFill>
                  <a:srgbClr val="F8B300"/>
                </a:solidFill>
                <a:latin typeface="Poppins Bold"/>
                <a:ea typeface="Poppins Bold"/>
                <a:cs typeface="Poppins Bold"/>
                <a:sym typeface="Poppins Bold"/>
              </a:rPr>
              <a:t>ANT US PEACE</a:t>
            </a:r>
            <a:r>
              <a:rPr lang="en-US" b="1" sz="5600">
                <a:solidFill>
                  <a:srgbClr val="FFFFFF"/>
                </a:solidFill>
                <a:latin typeface="Poppins Bold"/>
                <a:ea typeface="Poppins Bold"/>
                <a:cs typeface="Poppins Bold"/>
                <a:sym typeface="Poppins Bold"/>
              </a:rPr>
              <a:t>.</a:t>
            </a:r>
          </a:p>
        </p:txBody>
      </p:sp>
      <p:sp>
        <p:nvSpPr>
          <p:cNvPr name="TextBox 4" id="4"/>
          <p:cNvSpPr txBox="true"/>
          <p:nvPr/>
        </p:nvSpPr>
        <p:spPr>
          <a:xfrm rot="0">
            <a:off x="2245772" y="4284882"/>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5" id="5"/>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Lamb of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Lamb of God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Behold the Lamb of God, behold him who takes away the sins of the world. Blessed are those called to the supper of the Lamb.</a:t>
            </a:r>
          </a:p>
          <a:p>
            <a:pPr algn="ctr">
              <a:spcBef>
                <a:spcPts val="400"/>
              </a:spcBef>
              <a:spcAft>
                <a:spcPts val="500"/>
              </a:spcAft>
              <a:defRPr sz="5500" b="1" i="0">
                <a:solidFill>
                  <a:srgbClr val="F0FDF4"/>
                </a:solidFill>
                <a:latin typeface="Inter"/>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The Communion Rite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MenuTopButtons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Fr. Michael Hwang</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Manalig Ka</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400" b="1" i="0">
                <a:solidFill>
                  <a:srgbClr val="FFFFFF"/>
                </a:solidFill>
                <a:latin typeface="Poppins Bold"/>
              </a:defRPr>
            </a:pPr>
            <a:r>
              <a:t>ILUOM LAHAT NG TAKOT SA IYONG DAMDAMIN</a:t>
            </a:r>
          </a:p>
          <a:p>
            <a:pPr algn="ctr">
              <a:lnSpc>
                <a:spcPct val="100000"/>
              </a:lnSpc>
              <a:spcAft>
                <a:spcPts val="600"/>
              </a:spcAft>
              <a:defRPr sz="5400" b="1" i="0">
                <a:solidFill>
                  <a:srgbClr val="FFFFFF"/>
                </a:solidFill>
                <a:latin typeface="Poppins Bold"/>
              </a:defRPr>
            </a:pPr>
            <a:r>
              <a:t>ANG PANGALAN N'YA LAGI ANG TAWAGIN</a:t>
            </a:r>
          </a:p>
          <a:p>
            <a:pPr algn="ctr">
              <a:lnSpc>
                <a:spcPct val="100000"/>
              </a:lnSpc>
              <a:spcAft>
                <a:spcPts val="600"/>
              </a:spcAft>
              <a:defRPr sz="5400" b="1" i="0">
                <a:solidFill>
                  <a:srgbClr val="FFFFFF"/>
                </a:solidFill>
                <a:latin typeface="Poppins Bold"/>
              </a:defRPr>
            </a:pPr>
            <a:r>
              <a:t>AT SIYA'Y NAKIKINIG</a:t>
            </a:r>
          </a:p>
          <a:p>
            <a:pPr algn="ctr">
              <a:lnSpc>
                <a:spcPct val="100000"/>
              </a:lnSpc>
              <a:spcAft>
                <a:spcPts val="600"/>
              </a:spcAft>
              <a:defRPr sz="5400" b="1" i="0">
                <a:solidFill>
                  <a:srgbClr val="FFFFFF"/>
                </a:solidFill>
                <a:latin typeface="Poppins Bold"/>
              </a:defRPr>
            </a:pPr>
            <a:r>
              <a:t>SA BAWAT HINAING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MAGMASID</a:t>
            </a:r>
          </a:p>
          <a:p>
            <a:pPr algn="ctr">
              <a:lnSpc>
                <a:spcPct val="100000"/>
              </a:lnSpc>
              <a:spcAft>
                <a:spcPts val="600"/>
              </a:spcAft>
              <a:defRPr sz="5400" b="1" i="0">
                <a:solidFill>
                  <a:srgbClr val="FFFFFF"/>
                </a:solidFill>
                <a:latin typeface="Poppins Bold"/>
              </a:defRPr>
            </a:pPr>
            <a:r>
              <a:t>AT MAMULAT SA KANYANG KAPANGYARIHAN</a:t>
            </a:r>
          </a:p>
          <a:p>
            <a:pPr algn="ctr">
              <a:lnSpc>
                <a:spcPct val="100000"/>
              </a:lnSpc>
              <a:spcAft>
                <a:spcPts val="600"/>
              </a:spcAft>
              <a:defRPr sz="5400" b="1" i="0">
                <a:solidFill>
                  <a:srgbClr val="FFFFFF"/>
                </a:solidFill>
                <a:latin typeface="Poppins Bold"/>
              </a:defRPr>
            </a:pPr>
            <a:r>
              <a:t>NABATID MO BA NA SIYA'Y NAGLALAAN</a:t>
            </a:r>
          </a:p>
          <a:p>
            <a:pPr algn="ctr">
              <a:lnSpc>
                <a:spcPct val="100000"/>
              </a:lnSpc>
              <a:spcAft>
                <a:spcPts val="600"/>
              </a:spcAft>
              <a:defRPr sz="5400" b="1" i="0">
                <a:solidFill>
                  <a:srgbClr val="FFFFFF"/>
                </a:solidFill>
                <a:latin typeface="Poppins Bold"/>
              </a:defRPr>
            </a:pPr>
            <a:r>
              <a:t>PATULOY NA NAGHAHATID NG TUNAY NA KALAYAAN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1">
                <a:solidFill>
                  <a:srgbClr val="FFB800"/>
                </a:solidFill>
                <a:latin typeface="Poppins Bold"/>
              </a:defRPr>
            </a:pPr>
            <a:r>
              <a:t>MANALIG KA</a:t>
            </a:r>
          </a:p>
          <a:p>
            <a:pPr algn="ctr">
              <a:lnSpc>
                <a:spcPct val="100000"/>
              </a:lnSpc>
              <a:spcAft>
                <a:spcPts val="600"/>
              </a:spcAft>
              <a:defRPr sz="5200" b="1" i="1">
                <a:solidFill>
                  <a:srgbClr val="FFB800"/>
                </a:solidFill>
                <a:latin typeface="Poppins Bold"/>
              </a:defRPr>
            </a:pPr>
            <a:r>
              <a:t>TUYUIN ANG LUHA SA MGA MATA</a:t>
            </a:r>
          </a:p>
          <a:p>
            <a:pPr algn="ctr">
              <a:lnSpc>
                <a:spcPct val="100000"/>
              </a:lnSpc>
              <a:spcAft>
                <a:spcPts val="600"/>
              </a:spcAft>
              <a:defRPr sz="5200" b="1" i="1">
                <a:solidFill>
                  <a:srgbClr val="FFB800"/>
                </a:solidFill>
                <a:latin typeface="Poppins Bold"/>
              </a:defRPr>
            </a:pPr>
            <a:r>
              <a:t>HINDI SIYA PANAGINIP</a:t>
            </a:r>
          </a:p>
          <a:p>
            <a:pPr algn="ctr">
              <a:lnSpc>
                <a:spcPct val="100000"/>
              </a:lnSpc>
              <a:spcAft>
                <a:spcPts val="600"/>
              </a:spcAft>
              <a:defRPr sz="5200" b="1" i="1">
                <a:solidFill>
                  <a:srgbClr val="FFB800"/>
                </a:solidFill>
                <a:latin typeface="Poppins Bold"/>
              </a:defRPr>
            </a:pPr>
            <a:r>
              <a:t>HINDI SIYA ISANG PANGARAP</a:t>
            </a:r>
          </a:p>
          <a:p>
            <a:pPr algn="ctr">
              <a:lnSpc>
                <a:spcPct val="100000"/>
              </a:lnSpc>
              <a:spcAft>
                <a:spcPts val="600"/>
              </a:spcAft>
              <a:defRPr sz="5200" b="1" i="1">
                <a:solidFill>
                  <a:srgbClr val="FFB800"/>
                </a:solidFill>
                <a:latin typeface="Poppins Bold"/>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ANG NGAYON TILA WALANG MARARATING NA BUKAS</a:t>
            </a:r>
          </a:p>
          <a:p>
            <a:pPr algn="ctr">
              <a:lnSpc>
                <a:spcPct val="100000"/>
              </a:lnSpc>
              <a:spcAft>
                <a:spcPts val="600"/>
              </a:spcAft>
              <a:defRPr sz="5500" b="1" i="0">
                <a:solidFill>
                  <a:srgbClr val="FFFFFF"/>
                </a:solidFill>
                <a:latin typeface="Poppins Bold"/>
              </a:defRPr>
            </a:pPr>
            <a:r>
              <a:t>NGUNIT KUNG SIYA ANG ATING HAYAANG MAGLANDAS</a:t>
            </a:r>
          </a:p>
          <a:p>
            <a:pPr algn="ctr">
              <a:lnSpc>
                <a:spcPct val="100000"/>
              </a:lnSpc>
              <a:spcAft>
                <a:spcPts val="600"/>
              </a:spcAft>
              <a:defRPr sz="5500" b="1" i="0">
                <a:solidFill>
                  <a:srgbClr val="FFFFFF"/>
                </a:solidFill>
                <a:latin typeface="Poppins Bold"/>
              </a:defRPr>
            </a:pPr>
            <a:r>
              <a:t>PAG-ASA AY MULING MABIBIGKAS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1">
                <a:solidFill>
                  <a:srgbClr val="FFB800"/>
                </a:solidFill>
                <a:latin typeface="Poppins Bold"/>
              </a:defRPr>
            </a:pPr>
            <a:r>
              <a:t>MANALIG KA</a:t>
            </a:r>
          </a:p>
          <a:p>
            <a:pPr algn="ctr">
              <a:lnSpc>
                <a:spcPct val="100000"/>
              </a:lnSpc>
              <a:spcAft>
                <a:spcPts val="600"/>
              </a:spcAft>
              <a:defRPr sz="5200" b="1" i="1">
                <a:solidFill>
                  <a:srgbClr val="FFB800"/>
                </a:solidFill>
                <a:latin typeface="Poppins Bold"/>
              </a:defRPr>
            </a:pPr>
            <a:r>
              <a:t>TUYUIN ANG LUHA SA MGA MATA</a:t>
            </a:r>
          </a:p>
          <a:p>
            <a:pPr algn="ctr">
              <a:lnSpc>
                <a:spcPct val="100000"/>
              </a:lnSpc>
              <a:spcAft>
                <a:spcPts val="600"/>
              </a:spcAft>
              <a:defRPr sz="5200" b="1" i="1">
                <a:solidFill>
                  <a:srgbClr val="FFB800"/>
                </a:solidFill>
                <a:latin typeface="Poppins Bold"/>
              </a:defRPr>
            </a:pPr>
            <a:r>
              <a:t>HINDI SIYA PANAGINIP</a:t>
            </a:r>
          </a:p>
          <a:p>
            <a:pPr algn="ctr">
              <a:lnSpc>
                <a:spcPct val="100000"/>
              </a:lnSpc>
              <a:spcAft>
                <a:spcPts val="600"/>
              </a:spcAft>
              <a:defRPr sz="5200" b="1" i="1">
                <a:solidFill>
                  <a:srgbClr val="FFB800"/>
                </a:solidFill>
                <a:latin typeface="Poppins Bold"/>
              </a:defRPr>
            </a:pPr>
            <a:r>
              <a:t>HINDI SIYA ISANG PANGARAP</a:t>
            </a:r>
          </a:p>
          <a:p>
            <a:pPr algn="ctr">
              <a:lnSpc>
                <a:spcPct val="100000"/>
              </a:lnSpc>
              <a:spcAft>
                <a:spcPts val="600"/>
              </a:spcAft>
              <a:defRPr sz="5200" b="1" i="1">
                <a:solidFill>
                  <a:srgbClr val="FFB800"/>
                </a:solidFill>
                <a:latin typeface="Poppins Bold"/>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4800" b="1" i="0">
                <a:solidFill>
                  <a:srgbClr val="FFFFFF"/>
                </a:solidFill>
                <a:latin typeface="Poppins Bold"/>
              </a:defRPr>
            </a:pPr>
            <a:r>
              <a:t>MANALIG KA</a:t>
            </a:r>
          </a:p>
          <a:p>
            <a:pPr algn="ctr">
              <a:lnSpc>
                <a:spcPct val="100000"/>
              </a:lnSpc>
              <a:spcAft>
                <a:spcPts val="600"/>
              </a:spcAft>
              <a:defRPr sz="4800" b="1" i="0">
                <a:solidFill>
                  <a:srgbClr val="FFFFFF"/>
                </a:solidFill>
                <a:latin typeface="Poppins Bold"/>
              </a:defRPr>
            </a:pPr>
            <a:r>
              <a:t>TUYUIN ANG LUHA SA MGA MATA</a:t>
            </a:r>
          </a:p>
          <a:p>
            <a:pPr algn="ctr">
              <a:lnSpc>
                <a:spcPct val="100000"/>
              </a:lnSpc>
              <a:spcAft>
                <a:spcPts val="600"/>
              </a:spcAft>
              <a:defRPr sz="4800" b="1" i="0">
                <a:solidFill>
                  <a:srgbClr val="FFFFFF"/>
                </a:solidFill>
                <a:latin typeface="Poppins Bold"/>
              </a:defRPr>
            </a:pPr>
            <a:r>
              <a:t>HINDI SIYA NATUTULOG</a:t>
            </a:r>
          </a:p>
          <a:p>
            <a:pPr algn="ctr">
              <a:lnSpc>
                <a:spcPct val="100000"/>
              </a:lnSpc>
              <a:spcAft>
                <a:spcPts val="600"/>
              </a:spcAft>
              <a:defRPr sz="4800" b="1" i="0">
                <a:solidFill>
                  <a:srgbClr val="FFFFFF"/>
                </a:solidFill>
                <a:latin typeface="Poppins Bold"/>
              </a:defRPr>
            </a:pPr>
            <a:r>
              <a:t>HINDI NAKAKALIMOT</a:t>
            </a:r>
          </a:p>
          <a:p>
            <a:pPr algn="ctr">
              <a:lnSpc>
                <a:spcPct val="100000"/>
              </a:lnSpc>
              <a:spcAft>
                <a:spcPts val="600"/>
              </a:spcAft>
              <a:defRPr sz="4800" b="1" i="0">
                <a:solidFill>
                  <a:srgbClr val="FFFFFF"/>
                </a:solidFill>
                <a:latin typeface="Poppins Bold"/>
              </a:defRPr>
            </a:pPr>
            <a:r>
              <a:t>KAY HESUS MANALIG KA</a:t>
            </a:r>
          </a:p>
          <a:p>
            <a:pPr algn="ctr">
              <a:lnSpc>
                <a:spcPct val="100000"/>
              </a:lnSpc>
              <a:spcAft>
                <a:spcPts val="600"/>
              </a:spcAft>
              <a:defRPr sz="4800" b="1" i="0">
                <a:solidFill>
                  <a:srgbClr val="FFFFFF"/>
                </a:solidFill>
                <a:latin typeface="Poppins Bold"/>
              </a:defRPr>
            </a:pPr>
            <a:r>
              <a:t>KAY HESUS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Pananagutan</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Poppins Bold"/>
              </a:defRPr>
            </a:pPr>
            <a:r>
              <a:t>(NO LYRICS IN LIBRARY FOR THIS HYMN.)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Let us pray.</a:t>
            </a:r>
          </a:p>
          <a:p>
            <a:pPr algn="ctr">
              <a:spcBef>
                <a:spcPts val="400"/>
              </a:spcBef>
              <a:spcAft>
                <a:spcPts val="500"/>
              </a:spcAft>
              <a:defRPr sz="55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The Communion Rite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MenuTopButtons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Fr. Michael Hwang</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MASS COLLECTION</a:t>
            </a:r>
          </a:p>
          <a:p>
            <a:pPr algn="ctr">
              <a:spcAft>
                <a:spcPts val="500"/>
              </a:spcAft>
              <a:defRPr sz="5500" b="0" i="0">
                <a:solidFill>
                  <a:srgbClr val="F0FDF4"/>
                </a:solidFill>
                <a:latin typeface="Inter"/>
              </a:defRPr>
            </a:pPr>
            <a:r>
              <a:t>Thank you for your generosity.</a:t>
            </a:r>
          </a:p>
          <a:p>
            <a:pPr algn="ctr">
              <a:spcAft>
                <a:spcPts val="500"/>
              </a:spcAft>
              <a:defRPr sz="5500" b="0" i="0">
                <a:solidFill>
                  <a:srgbClr val="F0FDF4"/>
                </a:solidFill>
                <a:latin typeface="Inter"/>
              </a:defRPr>
            </a:pPr>
            <a:r>
              <a:t>Date: Sunday, May 31, 2026</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Collection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Announcements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Announcements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a:solidFill>
                  <a:srgbClr val="F0FDF4"/>
                </a:solidFill>
                <a:latin typeface="Inter"/>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Announcements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a:solidFill>
                  <a:srgbClr val="86EFAC"/>
                </a:solidFill>
                <a:latin typeface="Inter"/>
              </a:defRPr>
            </a:pPr>
            <a:r>
              <a:t>Priest: The Lord be with you.</a:t>
            </a:r>
          </a:p>
          <a:p>
            <a:pPr algn="ctr">
              <a:spcBef>
                <a:spcPts val="400"/>
              </a:spcBef>
              <a:spcAft>
                <a:spcPts val="500"/>
              </a:spcAft>
              <a:defRPr sz="5500" b="1" i="0">
                <a:solidFill>
                  <a:srgbClr val="F0FDF4"/>
                </a:solidFill>
                <a:latin typeface="Inter"/>
              </a:defRPr>
            </a:pPr>
            <a:r>
              <a:t>All: And with your spirit.</a:t>
            </a:r>
          </a:p>
          <a:p>
            <a:pPr algn="ctr">
              <a:spcBef>
                <a:spcPts val="400"/>
              </a:spcBef>
              <a:spcAft>
                <a:spcPts val="500"/>
              </a:spcAft>
              <a:defRPr sz="5500" b="1" i="0">
                <a:solidFill>
                  <a:srgbClr val="86EFAC"/>
                </a:solidFill>
                <a:latin typeface="Inter"/>
              </a:defRPr>
            </a:pPr>
            <a:r>
              <a:t>Priest: May almighty God bless you, the Father, and the Son, and the Holy Spirit.</a:t>
            </a:r>
          </a:p>
          <a:p>
            <a:pPr algn="ctr">
              <a:spcBef>
                <a:spcPts val="400"/>
              </a:spcBef>
              <a:spcAft>
                <a:spcPts val="500"/>
              </a:spcAft>
              <a:defRPr sz="5500" b="1" i="0">
                <a:solidFill>
                  <a:srgbClr val="F0FDF4"/>
                </a:solidFill>
                <a:latin typeface="Inter"/>
              </a:defRPr>
            </a:pPr>
            <a:r>
              <a:t>All: Amen.</a:t>
            </a:r>
          </a:p>
          <a:p>
            <a:pPr algn="ctr">
              <a:spcBef>
                <a:spcPts val="400"/>
              </a:spcBef>
              <a:spcAft>
                <a:spcPts val="500"/>
              </a:spcAft>
              <a:defRPr sz="5500" b="1" i="0">
                <a:solidFill>
                  <a:srgbClr val="86EFAC"/>
                </a:solidFill>
                <a:latin typeface="Inter"/>
              </a:defRPr>
            </a:pPr>
            <a:r>
              <a:t>Priest: Go in peace, glorifying the Lord by your life.</a:t>
            </a:r>
          </a:p>
          <a:p>
            <a:pPr algn="ctr">
              <a:spcBef>
                <a:spcPts val="400"/>
              </a:spcBef>
              <a:spcAft>
                <a:spcPts val="500"/>
              </a:spcAft>
              <a:defRPr sz="5500" b="1" i="0">
                <a:solidFill>
                  <a:srgbClr val="F0FDF4"/>
                </a:solidFill>
                <a:latin typeface="Inter"/>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Final Blessing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We Are Called</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400" b="1" i="0">
                <a:solidFill>
                  <a:srgbClr val="FFFFFF"/>
                </a:solidFill>
                <a:latin typeface="Poppins Bold"/>
              </a:defRPr>
            </a:pPr>
            <a:r>
              <a:t>WE ARE CALLED TO ACT WITH JUSTICE,</a:t>
            </a:r>
          </a:p>
          <a:p>
            <a:pPr algn="ctr">
              <a:lnSpc>
                <a:spcPct val="100000"/>
              </a:lnSpc>
              <a:spcAft>
                <a:spcPts val="600"/>
              </a:spcAft>
              <a:defRPr sz="5400" b="1" i="0">
                <a:solidFill>
                  <a:srgbClr val="FFFFFF"/>
                </a:solidFill>
                <a:latin typeface="Poppins Bold"/>
              </a:defRPr>
            </a:pPr>
            <a:r>
              <a:t>WE ARE CALLED TO LOVE TENDERLY;</a:t>
            </a:r>
          </a:p>
          <a:p>
            <a:pPr algn="ctr">
              <a:lnSpc>
                <a:spcPct val="100000"/>
              </a:lnSpc>
              <a:spcAft>
                <a:spcPts val="600"/>
              </a:spcAft>
              <a:defRPr sz="5400" b="1" i="0">
                <a:solidFill>
                  <a:srgbClr val="FFFFFF"/>
                </a:solidFill>
                <a:latin typeface="Poppins Bold"/>
              </a:defRPr>
            </a:pPr>
            <a:r>
              <a:t>WE ARE CALLED TO SERVE ONE ANOTHER,</a:t>
            </a:r>
          </a:p>
          <a:p>
            <a:pPr algn="ctr">
              <a:lnSpc>
                <a:spcPct val="100000"/>
              </a:lnSpc>
              <a:spcAft>
                <a:spcPts val="600"/>
              </a:spcAft>
              <a:defRPr sz="5400" b="1" i="0">
                <a:solidFill>
                  <a:srgbClr val="FFFFFF"/>
                </a:solidFill>
                <a:latin typeface="Poppins Bold"/>
              </a:defRPr>
            </a:pPr>
            <a:r>
              <a:t>TO WALK HUMBLY WITH GOD.</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COME! LIVE IN THE LIGHT!</a:t>
            </a:r>
          </a:p>
          <a:p>
            <a:pPr algn="ctr">
              <a:lnSpc>
                <a:spcPct val="100000"/>
              </a:lnSpc>
              <a:spcAft>
                <a:spcPts val="600"/>
              </a:spcAft>
              <a:defRPr sz="5500" b="1" i="0">
                <a:solidFill>
                  <a:srgbClr val="FFFFFF"/>
                </a:solidFill>
                <a:latin typeface="Poppins Bold"/>
              </a:defRPr>
            </a:pPr>
            <a:r>
              <a:t>SHINE WITH THE JOY AND THE LOVE OF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GOD OF DAYBREAK, GOD OF SHADOW,</a:t>
            </a:r>
          </a:p>
          <a:p>
            <a:pPr algn="ctr">
              <a:lnSpc>
                <a:spcPct val="100000"/>
              </a:lnSpc>
              <a:spcAft>
                <a:spcPts val="600"/>
              </a:spcAft>
              <a:defRPr sz="5400" b="1" i="0">
                <a:solidFill>
                  <a:srgbClr val="FFFFFF"/>
                </a:solidFill>
                <a:latin typeface="Poppins Bold"/>
              </a:defRPr>
            </a:pPr>
            <a:r>
              <a:t>COME INTO OUR RESTLESS LIVES;</a:t>
            </a:r>
          </a:p>
          <a:p>
            <a:pPr algn="ctr">
              <a:lnSpc>
                <a:spcPct val="100000"/>
              </a:lnSpc>
              <a:spcAft>
                <a:spcPts val="600"/>
              </a:spcAft>
              <a:defRPr sz="5400" b="1" i="0">
                <a:solidFill>
                  <a:srgbClr val="FFFFFF"/>
                </a:solidFill>
                <a:latin typeface="Poppins Bold"/>
              </a:defRPr>
            </a:pPr>
            <a:r>
              <a:t>LIFT FROM US THE FEAR OF SHADOWS,</a:t>
            </a:r>
          </a:p>
          <a:p>
            <a:pPr algn="ctr">
              <a:lnSpc>
                <a:spcPct val="100000"/>
              </a:lnSpc>
              <a:spcAft>
                <a:spcPts val="600"/>
              </a:spcAft>
              <a:defRPr sz="5400" b="1" i="0">
                <a:solidFill>
                  <a:srgbClr val="FFFFFF"/>
                </a:solidFill>
                <a:latin typeface="Poppins Bold"/>
              </a:defRPr>
            </a:pPr>
            <a:r>
              <a:t>THAT WE MAY ARISE WITH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400" b="1" i="0">
                <a:solidFill>
                  <a:srgbClr val="FFFFFF"/>
                </a:solidFill>
                <a:latin typeface="Poppins Bold"/>
              </a:defRPr>
            </a:pPr>
            <a:r>
              <a:t>GOD OF NEWNESS, GOD OF FRESHNESS,</a:t>
            </a:r>
          </a:p>
          <a:p>
            <a:pPr algn="ctr">
              <a:lnSpc>
                <a:spcPct val="100000"/>
              </a:lnSpc>
              <a:spcAft>
                <a:spcPts val="600"/>
              </a:spcAft>
              <a:defRPr sz="5400" b="1" i="0">
                <a:solidFill>
                  <a:srgbClr val="FFFFFF"/>
                </a:solidFill>
                <a:latin typeface="Poppins Bold"/>
              </a:defRPr>
            </a:pPr>
            <a:r>
              <a:t>COME INTO OUR MORNING SONG:</a:t>
            </a:r>
          </a:p>
          <a:p>
            <a:pPr algn="ctr">
              <a:lnSpc>
                <a:spcPct val="100000"/>
              </a:lnSpc>
              <a:spcAft>
                <a:spcPts val="600"/>
              </a:spcAft>
              <a:defRPr sz="5400" b="1" i="0">
                <a:solidFill>
                  <a:srgbClr val="FFFFFF"/>
                </a:solidFill>
                <a:latin typeface="Poppins Bold"/>
              </a:defRPr>
            </a:pPr>
            <a:r>
              <a:t>GIVE TO US A NEW BEGINNING,</a:t>
            </a:r>
          </a:p>
          <a:p>
            <a:pPr algn="ctr">
              <a:lnSpc>
                <a:spcPct val="100000"/>
              </a:lnSpc>
              <a:spcAft>
                <a:spcPts val="600"/>
              </a:spcAft>
              <a:defRPr sz="5400" b="1" i="0">
                <a:solidFill>
                  <a:srgbClr val="FFFFFF"/>
                </a:solidFill>
                <a:latin typeface="Poppins Bold"/>
              </a:defRPr>
            </a:pPr>
            <a:r>
              <a:t>SEND US FORTH WITH HEARTS MADE STRONG.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Poppins Bold"/>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7Jun2026_MenuTopButtons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lgn="ctr">
              <a:spcAft>
                <a:spcPts val="300"/>
              </a:spcAft>
              <a:defRPr sz="5500" b="1" i="0">
                <a:solidFill>
                  <a:srgbClr val="86EFAC"/>
                </a:solidFill>
                <a:latin typeface="Inter"/>
              </a:defRPr>
            </a:pPr>
            <a:r>
              <a:t>MASS CELEBRANT:</a:t>
            </a:r>
          </a:p>
          <a:p>
            <a:pPr algn="ctr">
              <a:spcAft>
                <a:spcPts val="300"/>
              </a:spcAft>
              <a:defRPr sz="5500" b="0" i="0">
                <a:solidFill>
                  <a:srgbClr val="F0FDF4"/>
                </a:solidFill>
                <a:latin typeface="Inter"/>
              </a:defRPr>
            </a:pPr>
            <a:r>
              <a:t>Fr. Michael Hwang</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Gospel (John 6:51-58)</a:t>
            </a:r>
          </a:p>
          <a:p>
            <a:pPr algn="ctr">
              <a:spcAft>
                <a:spcPts val="300"/>
              </a:spcAft>
              <a:defRPr sz="5500" b="0" i="0">
                <a:solidFill>
                  <a:srgbClr val="F0FDF4"/>
                </a:solidFill>
                <a:latin typeface="Inter"/>
              </a:defRPr>
            </a:pPr>
            <a:r>
              <a:t>“I am the living bread that came down from heaven; whoever eats this bread will live forever; and the bread that I will give is my flesh for the life of the world.”</a:t>
            </a:r>
          </a:p>
          <a:p>
            <a:pPr algn="ctr">
              <a:spcAft>
                <a:spcPts val="300"/>
              </a:spcAft>
              <a:defRPr sz="5500" b="0" i="0">
                <a:solidFill>
                  <a:srgbClr val="F0FDF4"/>
                </a:solidFill>
                <a:latin typeface="Inter"/>
              </a:defRPr>
            </a:pPr>
          </a:p>
          <a:p>
            <a:pPr algn="ctr">
              <a:spcAft>
                <a:spcPts val="300"/>
              </a:spcAft>
              <a:defRPr sz="5500" b="0" i="0">
                <a:solidFill>
                  <a:srgbClr val="F0FDF4"/>
                </a:solidFill>
                <a:latin typeface="Inter"/>
              </a:defRPr>
            </a:pPr>
            <a:r>
              <a:t>YEAR A</a:t>
            </a:r>
          </a:p>
          <a:p>
            <a:pPr algn="ctr">
              <a:spcAft>
                <a:spcPts val="300"/>
              </a:spcAft>
              <a:defRPr sz="5500" b="0" i="0">
                <a:solidFill>
                  <a:srgbClr val="F0FDF4"/>
                </a:solidFill>
                <a:latin typeface="Inter"/>
              </a:defRPr>
            </a:pPr>
            <a:r>
              <a:t>2026-06-07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a:solidFill>
                  <a:srgbClr val="86EFAC"/>
                </a:solidFill>
                <a:latin typeface="Inter"/>
              </a:defRPr>
            </a:pPr>
            <a:r>
              <a:t>Mass poster /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