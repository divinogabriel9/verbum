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PUT YOUR CELLPHONE ON SILENT MODE DURING THE MASS.</a:t>
            </a:r>
          </a:p>
          <a:p>
            <a:pPr algn="ctr">
              <a:spcAft>
                <a:spcPts val="500"/>
              </a:spcAft>
              <a:defRPr sz="1500" b="0" i="1">
                <a:solidFill>
                  <a:srgbClr val="D8B4FE"/>
                </a:solidFill>
                <a:latin typeface="Georgia"/>
              </a:defRPr>
            </a:pPr>
            <a:r>
              <a:t>Thank you.</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627632"/>
            <a:ext cx="16459200" cy="960120"/>
          </a:xfrm>
          <a:prstGeom prst="rect">
            <a:avLst/>
          </a:prstGeom>
          <a:noFill/>
        </p:spPr>
        <p:txBody>
          <a:bodyPr wrap="square" lIns="109728" rIns="109728" tIns="73152" bIns="73152">
            <a:noAutofit/>
          </a:bodyPr>
          <a:lstStyle/>
          <a:p>
            <a:pPr algn="ctr">
              <a:defRPr sz="3800" b="1" i="0">
                <a:solidFill>
                  <a:srgbClr val="D8B4FE"/>
                </a:solidFill>
                <a:latin typeface="Georgia"/>
              </a:defRPr>
            </a:pPr>
            <a:r>
              <a:t>Eastertide Celebration</a:t>
            </a:r>
          </a:p>
        </p:txBody>
      </p:sp>
      <p:sp>
        <p:nvSpPr>
          <p:cNvPr id="5" name="TextBox 4"/>
          <p:cNvSpPr txBox="1"/>
          <p:nvPr/>
        </p:nvSpPr>
        <p:spPr>
          <a:xfrm>
            <a:off x="914400" y="2679192"/>
            <a:ext cx="16459200" cy="3108960"/>
          </a:xfrm>
          <a:prstGeom prst="rect">
            <a:avLst/>
          </a:prstGeom>
          <a:noFill/>
        </p:spPr>
        <p:txBody>
          <a:bodyPr wrap="square" lIns="109728" rIns="109728" tIns="73152" bIns="73152">
            <a:noAutofit/>
          </a:bodyPr>
          <a:lstStyle/>
          <a:p>
            <a:pPr>
              <a:spcAft>
                <a:spcPts val="500"/>
              </a:spcAft>
              <a:defRPr sz="2100" b="0" i="0">
                <a:solidFill>
                  <a:srgbClr val="FFFFFF"/>
                </a:solidFill>
                <a:latin typeface="Georgia"/>
              </a:defRPr>
            </a:pPr>
            <a:r>
              <a:t>2026-05-24</a:t>
            </a:r>
          </a:p>
          <a:p>
            <a:pPr>
              <a:spcAft>
                <a:spcPts val="500"/>
              </a:spcAft>
              <a:defRPr sz="2100" b="0" i="0">
                <a:solidFill>
                  <a:srgbClr val="FFFFFF"/>
                </a:solidFill>
                <a:latin typeface="Georgia"/>
              </a:defRPr>
            </a:pPr>
            <a:r>
              <a:t>Celebrant: Rev. Fr. Jonrey Lauron, RCJ</a:t>
            </a:r>
          </a:p>
          <a:p>
            <a:pPr>
              <a:spcAft>
                <a:spcPts val="500"/>
              </a:spcAft>
              <a:defRPr sz="2100" b="0" i="0">
                <a:solidFill>
                  <a:srgbClr val="FFFFFF"/>
                </a:solidFill>
                <a:latin typeface="Georgia"/>
              </a:defRPr>
            </a:pPr>
            <a:r>
              <a:t>Gospel: John 20:19-23</a:t>
            </a:r>
            <a:br/>
            <a:r>
              <a:t>Season: Eastertide · Sunday Lectionary Year A</a:t>
            </a:r>
          </a:p>
          <a:p>
            <a:pPr>
              <a:spcAft>
                <a:spcPts val="500"/>
              </a:spcAft>
              <a:defRPr sz="2100" b="0" i="0">
                <a:solidFill>
                  <a:srgbClr val="FFFFFF"/>
                </a:solidFill>
                <a:latin typeface="Georgia"/>
              </a:defRPr>
            </a:pPr>
            <a:r>
              <a:t>Excerpt:</a:t>
            </a:r>
            <a:br/>
            <a:r>
              <a:t>“Receive the Holy Spirit!”</a:t>
            </a:r>
          </a:p>
          <a:p>
            <a:pPr>
              <a:spcAft>
                <a:spcPts val="500"/>
              </a:spcAft>
              <a:defRPr sz="2100" b="0" i="0">
                <a:solidFill>
                  <a:srgbClr val="FFFFFF"/>
                </a:solidFill>
                <a:latin typeface="Georgia"/>
              </a:defRPr>
            </a:pPr>
            <a:r>
              <a:t>Liturgical color: Red (pentecost)</a:t>
            </a:r>
          </a:p>
        </p:txBody>
      </p:sp>
      <p:sp>
        <p:nvSpPr>
          <p:cNvPr id="6" name="TextBox 5"/>
          <p:cNvSpPr txBox="1"/>
          <p:nvPr/>
        </p:nvSpPr>
        <p:spPr>
          <a:xfrm>
            <a:off x="914400" y="9189720"/>
            <a:ext cx="16459200" cy="685800"/>
          </a:xfrm>
          <a:prstGeom prst="rect">
            <a:avLst/>
          </a:prstGeom>
          <a:noFill/>
        </p:spPr>
        <p:txBody>
          <a:bodyPr wrap="square" lIns="109728" rIns="109728" tIns="73152" bIns="73152">
            <a:noAutofit/>
          </a:bodyPr>
          <a:lstStyle/>
          <a:p>
            <a:pPr>
              <a:spcAft>
                <a:spcPts val="500"/>
              </a:spcAft>
              <a:defRPr sz="1400" b="0" i="0">
                <a:solidFill>
                  <a:srgbClr val="F8C66A"/>
                </a:solidFill>
                <a:latin typeface="Georgia"/>
              </a:defRPr>
            </a:pPr>
            <a:r>
              <a:t>Below: World English Bible (WEB) fallback — verify NABRE on bible.usccb.org.</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Welcome to the celebration of the Holy Eucharist.</a:t>
            </a:r>
          </a:p>
          <a:p>
            <a:pPr algn="ctr">
              <a:spcAft>
                <a:spcPts val="500"/>
              </a:spcAft>
              <a:defRPr sz="1500" b="0" i="1">
                <a:solidFill>
                  <a:srgbClr val="D8B4FE"/>
                </a:solidFill>
                <a:latin typeface="Georgia"/>
              </a:defRPr>
            </a:pPr>
            <a:r>
              <a:t>Please stand and join in singing the Entrance hymn.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Glory and Praise to Our God</a:t>
            </a:r>
          </a:p>
        </p:txBody>
      </p:sp>
      <p:sp>
        <p:nvSpPr>
          <p:cNvPr id="5" name="TextBox 4"/>
          <p:cNvSpPr txBox="1"/>
          <p:nvPr/>
        </p:nvSpPr>
        <p:spPr>
          <a:xfrm>
            <a:off x="0" y="2587752"/>
            <a:ext cx="18288000" cy="683056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GLORY AND PRAISE TO OUR GOD,</a:t>
            </a:r>
          </a:p>
          <a:p>
            <a:pPr algn="ctr">
              <a:lnSpc>
                <a:spcPct val="105000"/>
              </a:lnSpc>
              <a:spcAft>
                <a:spcPts val="1000"/>
              </a:spcAft>
              <a:defRPr sz="5000" b="1" i="0">
                <a:solidFill>
                  <a:srgbClr val="FFFFFF"/>
                </a:solidFill>
                <a:latin typeface="Arial Black"/>
              </a:defRPr>
            </a:pPr>
            <a:r>
              <a:t>WHO ALONE GIVES LIGHT TO OUR DAYS.</a:t>
            </a:r>
          </a:p>
          <a:p>
            <a:pPr algn="ctr">
              <a:lnSpc>
                <a:spcPct val="105000"/>
              </a:lnSpc>
              <a:spcAft>
                <a:spcPts val="1000"/>
              </a:spcAft>
              <a:defRPr sz="5000" b="1" i="0">
                <a:solidFill>
                  <a:srgbClr val="FFFFFF"/>
                </a:solidFill>
                <a:latin typeface="Arial Black"/>
              </a:defRPr>
            </a:pPr>
            <a:r>
              <a:t>MANY ARE THE BLESSINGS</a:t>
            </a:r>
          </a:p>
          <a:p>
            <a:pPr algn="ctr">
              <a:lnSpc>
                <a:spcPct val="105000"/>
              </a:lnSpc>
              <a:spcAft>
                <a:spcPts val="1000"/>
              </a:spcAft>
              <a:defRPr sz="5000" b="1" i="0">
                <a:solidFill>
                  <a:srgbClr val="FFFFFF"/>
                </a:solidFill>
                <a:latin typeface="Arial Black"/>
              </a:defRPr>
            </a:pPr>
            <a:r>
              <a:t>HE BEARS TO THOSE WHO TRUST IN HIS WAYS.</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WE THE DAUGHTERS AND SONS OF HIM</a:t>
            </a:r>
          </a:p>
          <a:p>
            <a:pPr algn="ctr">
              <a:lnSpc>
                <a:spcPct val="105000"/>
              </a:lnSpc>
              <a:spcAft>
                <a:spcPts val="1000"/>
              </a:spcAft>
              <a:defRPr sz="5500" b="1" i="0">
                <a:solidFill>
                  <a:srgbClr val="FFFFFF"/>
                </a:solidFill>
                <a:latin typeface="Arial Black"/>
              </a:defRPr>
            </a:pPr>
            <a:r>
              <a:t>WHO BUILT THE VALLEYS AND PLAINS,</a:t>
            </a:r>
          </a:p>
          <a:p>
            <a:pPr algn="ctr">
              <a:lnSpc>
                <a:spcPct val="105000"/>
              </a:lnSpc>
              <a:spcAft>
                <a:spcPts val="1000"/>
              </a:spcAft>
              <a:defRPr sz="5500" b="1" i="0">
                <a:solidFill>
                  <a:srgbClr val="FFFFFF"/>
                </a:solidFill>
                <a:latin typeface="Arial Black"/>
              </a:defRPr>
            </a:pPr>
            <a:r>
              <a:t>PRAISE THE WONDERS OUR GOD HAS DONE,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WHOSE MOTHER IS OVER ALL.</a:t>
            </a:r>
          </a:p>
          <a:p>
            <a:pPr algn="ctr">
              <a:lnSpc>
                <a:spcPct val="105000"/>
              </a:lnSpc>
              <a:spcAft>
                <a:spcPts val="1000"/>
              </a:spcAft>
              <a:defRPr sz="5000" b="1" i="0">
                <a:solidFill>
                  <a:srgbClr val="FFFFFF"/>
                </a:solidFill>
                <a:latin typeface="Arial Black"/>
              </a:defRPr>
            </a:pPr>
            <a:r>
              <a:t>REMEMBER THE WORKS OF OUR GOD,</a:t>
            </a:r>
          </a:p>
          <a:p>
            <a:pPr algn="ctr">
              <a:lnSpc>
                <a:spcPct val="105000"/>
              </a:lnSpc>
              <a:spcAft>
                <a:spcPts val="1000"/>
              </a:spcAft>
              <a:defRPr sz="5000" b="1" i="0">
                <a:solidFill>
                  <a:srgbClr val="FFFFFF"/>
                </a:solidFill>
                <a:latin typeface="Arial Black"/>
              </a:defRPr>
            </a:pPr>
            <a:r>
              <a:t>FROM THE HEAVENS, THE EARTH, AND THE SEA.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ALL WHO DWELL ON THE EARTH,</a:t>
            </a:r>
          </a:p>
          <a:p>
            <a:pPr algn="ctr">
              <a:lnSpc>
                <a:spcPct val="105000"/>
              </a:lnSpc>
              <a:spcAft>
                <a:spcPts val="1000"/>
              </a:spcAft>
              <a:defRPr sz="5500" b="1" i="0">
                <a:solidFill>
                  <a:srgbClr val="FFFFFF"/>
                </a:solidFill>
                <a:latin typeface="Arial Black"/>
              </a:defRPr>
            </a:pPr>
            <a:r>
              <a:t>SING PRAISE FOR HIS MARVELOUS DEEDS.</a:t>
            </a:r>
          </a:p>
          <a:p>
            <a:pPr algn="ctr">
              <a:lnSpc>
                <a:spcPct val="105000"/>
              </a:lnSpc>
              <a:spcAft>
                <a:spcPts val="1000"/>
              </a:spcAft>
              <a:defRPr sz="5500" b="1" i="0">
                <a:solidFill>
                  <a:srgbClr val="FFFFFF"/>
                </a:solidFill>
                <a:latin typeface="Arial Black"/>
              </a:defRPr>
            </a:pPr>
            <a:r>
              <a:t>GLORY AND PRAISE TO OUR GOD,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WHILE HIS PEOPLE THEIR HOMAGE PROCLAIM.</a:t>
            </a:r>
          </a:p>
          <a:p>
            <a:pPr algn="ctr">
              <a:lnSpc>
                <a:spcPct val="105000"/>
              </a:lnSpc>
              <a:spcAft>
                <a:spcPts val="1000"/>
              </a:spcAft>
              <a:defRPr sz="5000" b="1" i="0">
                <a:solidFill>
                  <a:srgbClr val="FFFFFF"/>
                </a:solidFill>
                <a:latin typeface="Arial Black"/>
              </a:defRPr>
            </a:pPr>
            <a:r>
              <a:t>HE HAS POURED OUT HIS LOVE,</a:t>
            </a:r>
          </a:p>
          <a:p>
            <a:pPr algn="ctr">
              <a:lnSpc>
                <a:spcPct val="105000"/>
              </a:lnSpc>
              <a:spcAft>
                <a:spcPts val="1000"/>
              </a:spcAft>
              <a:defRPr sz="5000" b="1" i="0">
                <a:solidFill>
                  <a:srgbClr val="FFFFFF"/>
                </a:solidFill>
                <a:latin typeface="Arial Black"/>
              </a:defRPr>
            </a:pPr>
            <a:r>
              <a:t>AND HAS SHOWN US THE STRENGTH OF HIS HAND.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FAITHFUL FATHER, WE COME TO YOU:</a:t>
            </a:r>
          </a:p>
          <a:p>
            <a:pPr algn="ctr">
              <a:lnSpc>
                <a:spcPct val="105000"/>
              </a:lnSpc>
              <a:spcAft>
                <a:spcPts val="1000"/>
              </a:spcAft>
              <a:defRPr sz="5500" b="1" i="0">
                <a:solidFill>
                  <a:srgbClr val="FFFFFF"/>
                </a:solidFill>
                <a:latin typeface="Arial Black"/>
              </a:defRPr>
            </a:pPr>
            <a:r>
              <a:t>HEAL YOUR CHILDREN, REMEMBER YOUR CARE.</a:t>
            </a:r>
          </a:p>
          <a:p>
            <a:pPr algn="ctr">
              <a:lnSpc>
                <a:spcPct val="105000"/>
              </a:lnSpc>
              <a:spcAft>
                <a:spcPts val="1000"/>
              </a:spcAft>
              <a:defRPr sz="5500" b="1" i="0">
                <a:solidFill>
                  <a:srgbClr val="FFFFFF"/>
                </a:solidFill>
                <a:latin typeface="Arial Black"/>
              </a:defRPr>
            </a:pPr>
            <a:r>
              <a:t>YOU DELIVER YOUR OWN FROM SIN;</a:t>
            </a:r>
          </a:p>
          <a:p>
            <a:pPr algn="ctr">
              <a:lnSpc>
                <a:spcPct val="105000"/>
              </a:lnSpc>
              <a:spcAft>
                <a:spcPts val="1000"/>
              </a:spcAft>
              <a:defRPr sz="5500" b="1" i="0">
                <a:solidFill>
                  <a:srgbClr val="FFFFFF"/>
                </a:solidFill>
                <a:latin typeface="Arial Black"/>
              </a:defRPr>
            </a:pPr>
            <a:r>
              <a:t>WE WILL SING OF YOUR MERCY FOR ALL.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4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20:19-23)</a:t>
            </a:r>
          </a:p>
          <a:p>
            <a:pPr>
              <a:spcAft>
                <a:spcPts val="300"/>
              </a:spcAft>
              <a:defRPr sz="2100" b="0" i="0">
                <a:solidFill>
                  <a:srgbClr val="FFFFFF"/>
                </a:solidFill>
                <a:latin typeface="Georgia"/>
              </a:defRPr>
            </a:pPr>
            <a:r>
              <a:t>“Receive the Holy Spirit!”</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2026-05-24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In the Name of the Father, and of the Son, and of the Holy Spirit.</a:t>
            </a:r>
          </a:p>
          <a:p>
            <a:pPr algn="ctr">
              <a:spcBef>
                <a:spcPts val="400"/>
              </a:spcBef>
              <a:spcAft>
                <a:spcPts val="500"/>
              </a:spcAft>
              <a:defRPr sz="2000" b="1" i="0">
                <a:solidFill>
                  <a:srgbClr val="FFFFFF"/>
                </a:solidFill>
                <a:latin typeface="Georgia"/>
              </a:defRPr>
            </a:pPr>
            <a:r>
              <a:t>All: Amen.</a:t>
            </a:r>
          </a:p>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Introductory Rites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Brethren (brothers and sisters), let us acknowledge our sins, and so prepare ourselves to celebrate the sacred mysteries.</a:t>
            </a:r>
          </a:p>
          <a:p>
            <a:pPr algn="ctr">
              <a:spcBef>
                <a:spcPts val="400"/>
              </a:spcBef>
              <a:spcAft>
                <a:spcPts val="500"/>
              </a:spcAft>
              <a:defRPr sz="2000" b="1" i="0">
                <a:solidFill>
                  <a:srgbClr val="FFFFFF"/>
                </a:solidFill>
                <a:latin typeface="Georgia"/>
              </a:defRPr>
            </a:pPr>
            <a:r>
              <a:t>All: I confess to almighty God</a:t>
            </a:r>
          </a:p>
          <a:p>
            <a:pPr algn="ctr">
              <a:spcAft>
                <a:spcPts val="500"/>
              </a:spcAft>
              <a:defRPr sz="1900" b="0" i="0">
                <a:solidFill>
                  <a:srgbClr val="FFFFFF"/>
                </a:solidFill>
                <a:latin typeface="Georgia"/>
              </a:defRPr>
            </a:pPr>
            <a:r>
              <a:t>and to you, my brothers and sisters,</a:t>
            </a:r>
          </a:p>
          <a:p>
            <a:pPr algn="ctr">
              <a:spcAft>
                <a:spcPts val="500"/>
              </a:spcAft>
              <a:defRPr sz="1900" b="0" i="0">
                <a:solidFill>
                  <a:srgbClr val="FFFFFF"/>
                </a:solidFill>
                <a:latin typeface="Georgia"/>
              </a:defRPr>
            </a:pPr>
            <a:r>
              <a:t>that I have greatly sinned,</a:t>
            </a:r>
          </a:p>
          <a:p>
            <a:pPr algn="ctr">
              <a:spcAft>
                <a:spcPts val="500"/>
              </a:spcAft>
              <a:defRPr sz="1900" b="0" i="0">
                <a:solidFill>
                  <a:srgbClr val="FFFFFF"/>
                </a:solidFill>
                <a:latin typeface="Georgia"/>
              </a:defRPr>
            </a:pPr>
            <a:r>
              <a:t>in my thoughts and in my words,</a:t>
            </a:r>
          </a:p>
          <a:p>
            <a:pPr algn="ctr">
              <a:spcAft>
                <a:spcPts val="500"/>
              </a:spcAft>
              <a:defRPr sz="1900" b="0" i="0">
                <a:solidFill>
                  <a:srgbClr val="FFFFFF"/>
                </a:solidFill>
                <a:latin typeface="Georgia"/>
              </a:defRPr>
            </a:pPr>
            <a:r>
              <a:t>in what I have done and in what I have failed to do,</a:t>
            </a:r>
          </a:p>
          <a:p>
            <a:pPr algn="ctr">
              <a:spcAft>
                <a:spcPts val="500"/>
              </a:spcAft>
              <a:defRPr sz="1900" b="0" i="0">
                <a:solidFill>
                  <a:srgbClr val="FFFFFF"/>
                </a:solidFill>
                <a:latin typeface="Georgia"/>
              </a:defRPr>
            </a:pPr>
            <a:r>
              <a:t>through my fault, through my fault,</a:t>
            </a:r>
          </a:p>
          <a:p>
            <a:pPr algn="ctr">
              <a:spcAft>
                <a:spcPts val="500"/>
              </a:spcAft>
              <a:defRPr sz="1900" b="0" i="0">
                <a:solidFill>
                  <a:srgbClr val="FFFFFF"/>
                </a:solidFill>
                <a:latin typeface="Georgia"/>
              </a:defRPr>
            </a:pPr>
            <a:r>
              <a:t>through my most grievous fault;</a:t>
            </a:r>
          </a:p>
          <a:p>
            <a:pPr algn="ctr">
              <a:spcAft>
                <a:spcPts val="500"/>
              </a:spcAft>
              <a:defRPr sz="1900" b="0" i="0">
                <a:solidFill>
                  <a:srgbClr val="FFFFFF"/>
                </a:solidFill>
                <a:latin typeface="Georgia"/>
              </a:defRPr>
            </a:pPr>
            <a:r>
              <a:t>therefore I ask blessed Mary ever-Virgin,</a:t>
            </a:r>
          </a:p>
          <a:p>
            <a:pPr algn="ctr">
              <a:spcAft>
                <a:spcPts val="500"/>
              </a:spcAft>
              <a:defRPr sz="1900" b="0" i="0">
                <a:solidFill>
                  <a:srgbClr val="FFFFFF"/>
                </a:solidFill>
                <a:latin typeface="Georgia"/>
              </a:defRPr>
            </a:pPr>
            <a:r>
              <a:t>all the Angels and Saints,</a:t>
            </a:r>
          </a:p>
          <a:p>
            <a:pPr algn="ctr">
              <a:spcAft>
                <a:spcPts val="500"/>
              </a:spcAft>
              <a:defRPr sz="1900" b="0" i="0">
                <a:solidFill>
                  <a:srgbClr val="FFFFFF"/>
                </a:solidFill>
                <a:latin typeface="Georgia"/>
              </a:defRPr>
            </a:pPr>
            <a:r>
              <a:t>and you, my brothers and sisters,</a:t>
            </a:r>
          </a:p>
          <a:p>
            <a:pPr algn="ctr">
              <a:spcAft>
                <a:spcPts val="500"/>
              </a:spcAft>
              <a:defRPr sz="1900" b="0" i="0">
                <a:solidFill>
                  <a:srgbClr val="FFFFFF"/>
                </a:solidFill>
                <a:latin typeface="Georgia"/>
              </a:defRPr>
            </a:pPr>
            <a:r>
              <a:t>to pray for me to the Lord our God.</a:t>
            </a:r>
          </a:p>
          <a:p>
            <a:pPr algn="ctr">
              <a:spcBef>
                <a:spcPts val="400"/>
              </a:spcBef>
              <a:spcAft>
                <a:spcPts val="500"/>
              </a:spcAft>
              <a:defRPr sz="2000" b="1" i="0">
                <a:solidFill>
                  <a:srgbClr val="D8B4FE"/>
                </a:solidFill>
                <a:latin typeface="Georgia"/>
              </a:defRPr>
            </a:pPr>
            <a:r>
              <a:t>Priest: May almighty God have mercy on us, forgive us our sins, and bring us to everlasting life.</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Penitential Act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Lord, have mercy.</a:t>
            </a:r>
          </a:p>
          <a:p>
            <a:pPr algn="ctr">
              <a:spcBef>
                <a:spcPts val="400"/>
              </a:spcBef>
              <a:spcAft>
                <a:spcPts val="500"/>
              </a:spcAft>
              <a:defRPr sz="2000" b="1" i="0">
                <a:solidFill>
                  <a:srgbClr val="FFFFFF"/>
                </a:solidFill>
                <a:latin typeface="Georgia"/>
              </a:defRPr>
            </a:pPr>
            <a:r>
              <a:t>Lord, have mercy.</a:t>
            </a:r>
          </a:p>
          <a:p>
            <a:pPr algn="ctr">
              <a:spcBef>
                <a:spcPts val="400"/>
              </a:spcBef>
              <a:spcAft>
                <a:spcPts val="500"/>
              </a:spcAft>
              <a:defRPr sz="2000" b="1" i="0">
                <a:solidFill>
                  <a:srgbClr val="FFFFFF"/>
                </a:solidFill>
                <a:latin typeface="Georgia"/>
              </a:defRPr>
            </a:pPr>
            <a:r>
              <a:t>Christ, have mercy.</a:t>
            </a:r>
          </a:p>
          <a:p>
            <a:pPr algn="ctr">
              <a:spcBef>
                <a:spcPts val="400"/>
              </a:spcBef>
              <a:spcAft>
                <a:spcPts val="500"/>
              </a:spcAft>
              <a:defRPr sz="2000" b="1" i="0">
                <a:solidFill>
                  <a:srgbClr val="FFFFFF"/>
                </a:solidFill>
                <a:latin typeface="Georgia"/>
              </a:defRPr>
            </a:pPr>
            <a:r>
              <a:t>Christ, have mercy.</a:t>
            </a:r>
          </a:p>
          <a:p>
            <a:pPr algn="ctr">
              <a:spcBef>
                <a:spcPts val="400"/>
              </a:spcBef>
              <a:spcAft>
                <a:spcPts val="500"/>
              </a:spcAft>
              <a:defRPr sz="2000" b="1" i="0">
                <a:solidFill>
                  <a:srgbClr val="FFFFFF"/>
                </a:solidFill>
                <a:latin typeface="Georgia"/>
              </a:defRPr>
            </a:pPr>
            <a:r>
              <a:t>Lord, have mercy.</a:t>
            </a:r>
          </a:p>
          <a:p>
            <a:pPr algn="ctr">
              <a:spcBef>
                <a:spcPts val="400"/>
              </a:spcBef>
              <a:spcAft>
                <a:spcPts val="500"/>
              </a:spcAft>
              <a:defRPr sz="2000" b="1" i="0">
                <a:solidFill>
                  <a:srgbClr val="FFFFFF"/>
                </a:solidFill>
                <a:latin typeface="Georgia"/>
              </a:defRPr>
            </a:pPr>
            <a:r>
              <a:t>Lord, have mercy.</a:t>
            </a:r>
          </a:p>
          <a:p>
            <a:pPr algn="ctr">
              <a:spcAft>
                <a:spcPts val="500"/>
              </a:spcAft>
              <a:defRPr sz="1500" b="0" i="1">
                <a:solidFill>
                  <a:srgbClr val="D8B4FE"/>
                </a:solidFill>
                <a:latin typeface="Georgia"/>
              </a:defRPr>
            </a:pPr>
            <a:r>
              <a:t>This acclamation may also be sung, or the invocations from the Missal or approved pastoral practice may be used in full.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Kyrie Eleison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Glory to God in the highest,</a:t>
            </a:r>
          </a:p>
          <a:p>
            <a:pPr algn="ctr">
              <a:spcAft>
                <a:spcPts val="500"/>
              </a:spcAft>
              <a:defRPr sz="1900" b="0" i="0">
                <a:solidFill>
                  <a:srgbClr val="FFFFFF"/>
                </a:solidFill>
                <a:latin typeface="Georgia"/>
              </a:defRPr>
            </a:pPr>
            <a:r>
              <a:t>and on earth peace to people of good will.</a:t>
            </a:r>
          </a:p>
          <a:p>
            <a:pPr algn="ctr">
              <a:spcAft>
                <a:spcPts val="500"/>
              </a:spcAft>
              <a:defRPr sz="1900" b="0" i="0">
                <a:solidFill>
                  <a:srgbClr val="FFFFFF"/>
                </a:solidFill>
                <a:latin typeface="Georgia"/>
              </a:defRPr>
            </a:pPr>
            <a:r>
              <a:t>We praise you, we bless you, we adore you,</a:t>
            </a:r>
          </a:p>
          <a:p>
            <a:pPr algn="ctr">
              <a:spcAft>
                <a:spcPts val="500"/>
              </a:spcAft>
              <a:defRPr sz="1900" b="0" i="0">
                <a:solidFill>
                  <a:srgbClr val="FFFFFF"/>
                </a:solidFill>
                <a:latin typeface="Georgia"/>
              </a:defRPr>
            </a:pPr>
            <a:r>
              <a:t>we glorify you, we give you thanks</a:t>
            </a:r>
          </a:p>
          <a:p>
            <a:pPr algn="ctr">
              <a:spcAft>
                <a:spcPts val="500"/>
              </a:spcAft>
              <a:defRPr sz="1900" b="0" i="0">
                <a:solidFill>
                  <a:srgbClr val="FFFFFF"/>
                </a:solidFill>
                <a:latin typeface="Georgia"/>
              </a:defRPr>
            </a:pPr>
            <a:r>
              <a:t>for your great glory,</a:t>
            </a:r>
          </a:p>
          <a:p>
            <a:pPr algn="ctr">
              <a:spcAft>
                <a:spcPts val="500"/>
              </a:spcAft>
              <a:defRPr sz="1900" b="0" i="0">
                <a:solidFill>
                  <a:srgbClr val="FFFFFF"/>
                </a:solidFill>
                <a:latin typeface="Georgia"/>
              </a:defRPr>
            </a:pPr>
            <a:r>
              <a:t>Lord God, heavenly King, O God, almighty Father.</a:t>
            </a:r>
          </a:p>
          <a:p>
            <a:pPr algn="ctr">
              <a:spcAft>
                <a:spcPts val="500"/>
              </a:spcAft>
              <a:defRPr sz="1900" b="0" i="0">
                <a:solidFill>
                  <a:srgbClr val="FFFFFF"/>
                </a:solidFill>
                <a:latin typeface="Georgia"/>
              </a:defRPr>
            </a:pPr>
            <a:r>
              <a:t>Lord Jesus Christ, Only Begotten Son,</a:t>
            </a:r>
          </a:p>
          <a:p>
            <a:pPr algn="ctr">
              <a:spcAft>
                <a:spcPts val="500"/>
              </a:spcAft>
              <a:defRPr sz="1900" b="0" i="0">
                <a:solidFill>
                  <a:srgbClr val="FFFFFF"/>
                </a:solidFill>
                <a:latin typeface="Georgia"/>
              </a:defRPr>
            </a:pPr>
            <a:r>
              <a:t>Lord God, Lamb of God, Son of the Father,</a:t>
            </a:r>
          </a:p>
          <a:p>
            <a:pPr algn="ctr">
              <a:spcAft>
                <a:spcPts val="500"/>
              </a:spcAft>
              <a:defRPr sz="1900" b="0" i="0">
                <a:solidFill>
                  <a:srgbClr val="FFFFFF"/>
                </a:solidFill>
                <a:latin typeface="Georgia"/>
              </a:defRPr>
            </a:pPr>
            <a:r>
              <a:t>you take away the sins of the world, have mercy on us;</a:t>
            </a:r>
          </a:p>
          <a:p>
            <a:pPr algn="ctr">
              <a:spcAft>
                <a:spcPts val="500"/>
              </a:spcAft>
              <a:defRPr sz="1900" b="0" i="0">
                <a:solidFill>
                  <a:srgbClr val="FFFFFF"/>
                </a:solidFill>
                <a:latin typeface="Georgia"/>
              </a:defRPr>
            </a:pPr>
            <a:r>
              <a:t>you take away the sins of the world, receive our prayer;</a:t>
            </a:r>
          </a:p>
          <a:p>
            <a:pPr algn="ctr">
              <a:spcAft>
                <a:spcPts val="500"/>
              </a:spcAft>
              <a:defRPr sz="1900" b="0" i="0">
                <a:solidFill>
                  <a:srgbClr val="FFFFFF"/>
                </a:solidFill>
                <a:latin typeface="Georgia"/>
              </a:defRPr>
            </a:pPr>
            <a:r>
              <a:t>you are seated at the right hand of the Father, have mercy on us.</a:t>
            </a:r>
          </a:p>
          <a:p>
            <a:pPr algn="ctr">
              <a:spcAft>
                <a:spcPts val="500"/>
              </a:spcAft>
              <a:defRPr sz="1900" b="0" i="0">
                <a:solidFill>
                  <a:srgbClr val="FFFFFF"/>
                </a:solidFill>
                <a:latin typeface="Georgia"/>
              </a:defRPr>
            </a:pPr>
            <a:r>
              <a:t>For you alone are the Holy One,</a:t>
            </a:r>
          </a:p>
          <a:p>
            <a:pPr algn="ctr">
              <a:spcAft>
                <a:spcPts val="500"/>
              </a:spcAft>
              <a:defRPr sz="1900" b="0" i="0">
                <a:solidFill>
                  <a:srgbClr val="FFFFFF"/>
                </a:solidFill>
                <a:latin typeface="Georgia"/>
              </a:defRPr>
            </a:pPr>
            <a:r>
              <a:t>you alone are the Lord,</a:t>
            </a:r>
          </a:p>
          <a:p>
            <a:pPr algn="ctr">
              <a:spcAft>
                <a:spcPts val="500"/>
              </a:spcAft>
              <a:defRPr sz="1900" b="0" i="0">
                <a:solidFill>
                  <a:srgbClr val="FFFFFF"/>
                </a:solidFill>
                <a:latin typeface="Georgia"/>
              </a:defRPr>
            </a:pPr>
            <a:r>
              <a:t>you alone are the Most High,</a:t>
            </a:r>
          </a:p>
          <a:p>
            <a:pPr algn="ctr">
              <a:spcAft>
                <a:spcPts val="500"/>
              </a:spcAft>
              <a:defRPr sz="1900" b="0" i="0">
                <a:solidFill>
                  <a:srgbClr val="FFFFFF"/>
                </a:solidFill>
                <a:latin typeface="Georgia"/>
              </a:defRPr>
            </a:pPr>
            <a:r>
              <a:t>Jesus Christ,</a:t>
            </a:r>
          </a:p>
          <a:p>
            <a:pPr algn="ctr">
              <a:spcAft>
                <a:spcPts val="500"/>
              </a:spcAft>
              <a:defRPr sz="1900" b="0" i="0">
                <a:solidFill>
                  <a:srgbClr val="FFFFFF"/>
                </a:solidFill>
                <a:latin typeface="Georgia"/>
              </a:defRPr>
            </a:pPr>
            <a:r>
              <a:t>with the Holy Spirit,</a:t>
            </a:r>
          </a:p>
          <a:p>
            <a:pPr algn="ctr">
              <a:spcAft>
                <a:spcPts val="500"/>
              </a:spcAft>
              <a:defRPr sz="1900" b="0" i="0">
                <a:solidFill>
                  <a:srgbClr val="FFFFFF"/>
                </a:solidFill>
                <a:latin typeface="Georgia"/>
              </a:defRPr>
            </a:pPr>
            <a:r>
              <a:t>in the glory of God the Father.</a:t>
            </a:r>
          </a:p>
          <a:p>
            <a:pPr algn="ctr">
              <a:spcAft>
                <a:spcPts val="500"/>
              </a:spcAft>
              <a:defRPr sz="1900" b="0" i="0">
                <a:solidFill>
                  <a:srgbClr val="FFFFFF"/>
                </a:solidFill>
                <a:latin typeface="Georgia"/>
              </a:defRPr>
            </a:pPr>
            <a:r>
              <a:t>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Gloria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Let us pray.</a:t>
            </a:r>
          </a:p>
          <a:p>
            <a:pPr algn="ctr">
              <a:spcAft>
                <a:spcPts val="500"/>
              </a:spcAft>
              <a:defRPr sz="1500" b="0" i="1">
                <a:solidFill>
                  <a:srgbClr val="D8B4FE"/>
                </a:solidFill>
                <a:latin typeface="Georgia"/>
              </a:defRPr>
            </a:pPr>
            <a:r>
              <a:t>All pray silently with the Priest for a moment. Then the Priest says the Collect for the day, that is, the Opening Prayer, in full from the Roman Missal for this celebration—nothing abbreviated. The people respond at the end.</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WORD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8B4FE"/>
                </a:solidFill>
                <a:latin typeface="Georgia"/>
              </a:defRPr>
            </a:pPr>
            <a:r>
              <a:t>Liturgy of the Word</a:t>
            </a:r>
          </a:p>
          <a:p>
            <a:pPr>
              <a:defRPr sz="1600" b="0" i="0">
                <a:solidFill>
                  <a:srgbClr val="F8C66A"/>
                </a:solidFill>
                <a:latin typeface="Georgia"/>
              </a:defRPr>
            </a:pPr>
            <a:r>
              <a:t>First Reading (Acts 2:1-11)</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Acts 2:1-11</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8B4FE"/>
                </a:solidFill>
                <a:latin typeface="Georgia"/>
              </a:defRPr>
            </a:pPr>
            <a:r>
              <a:t>Liturgy of the Word</a:t>
            </a:r>
          </a:p>
          <a:p>
            <a:pPr>
              <a:defRPr sz="1600" b="0" i="0">
                <a:solidFill>
                  <a:srgbClr val="F8C66A"/>
                </a:solidFill>
                <a:latin typeface="Georgia"/>
              </a:defRPr>
            </a:pPr>
            <a:r>
              <a:t>Responsorial Psalm (Psalm 104:1, 24, 29-30, 31, 34)</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Psalm 104:1, 24, 29-30, 31, 34</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2800" b="1" i="0">
                <a:solidFill>
                  <a:srgbClr val="D8B4FE"/>
                </a:solidFill>
                <a:latin typeface="Georgia"/>
              </a:defRPr>
            </a:pPr>
            <a:r>
              <a:t>Liturgy of the Word</a:t>
            </a:r>
          </a:p>
          <a:p>
            <a:pPr>
              <a:defRPr sz="1600" b="0" i="0">
                <a:solidFill>
                  <a:srgbClr val="F8C66A"/>
                </a:solidFill>
                <a:latin typeface="Georgia"/>
              </a:defRPr>
            </a:pPr>
            <a:r>
              <a:t>Second Reading (1 Corinthians 12:3b-7, 12-13)</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1 Corinthians 12:3b-7, 12-13</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ALLELUIA! ALLELUIA! ALLELUIA! ALLELUIA!</a:t>
            </a:r>
          </a:p>
          <a:p>
            <a:pPr algn="ctr">
              <a:spcAft>
                <a:spcPts val="500"/>
              </a:spcAft>
              <a:defRPr sz="1500" b="0" i="1">
                <a:solidFill>
                  <a:srgbClr val="D8B4FE"/>
                </a:solidFill>
                <a:latin typeface="Georgia"/>
              </a:defRPr>
            </a:pPr>
            <a:r>
              <a:t>Sing the verse of the Gospel Acclamation given in the Lectionary for this Mass in full, not shortened.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a:p>
            <a:pPr algn="ctr">
              <a:spcAft>
                <a:spcPts val="500"/>
              </a:spcAft>
              <a:defRPr sz="1500" b="0" i="1">
                <a:solidFill>
                  <a:srgbClr val="D8B4FE"/>
                </a:solidFill>
                <a:latin typeface="Georgia"/>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ctr">
              <a:spcBef>
                <a:spcPts val="400"/>
              </a:spcBef>
              <a:spcAft>
                <a:spcPts val="500"/>
              </a:spcAft>
              <a:defRPr sz="2000" b="1" i="0">
                <a:solidFill>
                  <a:srgbClr val="FFFFFF"/>
                </a:solidFill>
                <a:latin typeface="Georgia"/>
              </a:defRPr>
            </a:pPr>
            <a:r>
              <a:t>All: Glory to you, O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John 20:19-23</a:t>
            </a:r>
          </a:p>
          <a:p>
            <a:pPr algn="ctr">
              <a:spcAft>
                <a:spcPts val="500"/>
              </a:spcAft>
              <a:defRPr sz="1500" b="0" i="1">
                <a:solidFill>
                  <a:srgbClr val="D8B4FE"/>
                </a:solidFill>
                <a:latin typeface="Georgia"/>
              </a:defRPr>
            </a:pPr>
          </a:p>
          <a:p>
            <a:pPr algn="ctr">
              <a:spcBef>
                <a:spcPts val="400"/>
              </a:spcBef>
              <a:spcAft>
                <a:spcPts val="500"/>
              </a:spcAft>
              <a:defRPr sz="2000" b="1" i="0">
                <a:solidFill>
                  <a:srgbClr val="FFFFFF"/>
                </a:solidFill>
                <a:latin typeface="Georgia"/>
              </a:defRPr>
            </a:pPr>
            <a:r>
              <a:t>All: “Receive the Holy Spirit!”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3000" b="1" i="0">
                <a:solidFill>
                  <a:srgbClr val="D8B4FE"/>
                </a:solidFill>
                <a:latin typeface="Georgia"/>
              </a:defRPr>
            </a:pPr>
            <a:r>
              <a:t>Gospel</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1400" b="0" i="0">
                <a:solidFill>
                  <a:srgbClr val="F8C66A"/>
                </a:solidFill>
                <a:latin typeface="Georgia"/>
              </a:defRPr>
            </a:pPr>
            <a:r>
              <a:t>John 20:19-23</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1900" b="0" i="0">
                <a:solidFill>
                  <a:srgbClr val="FFFFFF"/>
                </a:solidFill>
                <a:latin typeface="Georgia"/>
              </a:defRPr>
            </a:pPr>
            <a:r>
              <a:t>When therefore it was evening, on that day, the first day of the week, and when the doors were locked where the disciples were assembled, for fear of the Jews, Jesus came and stood in the middle, and said to them, “Peace be to you.” When he had said this, he showed them his hands and his side. The disciples therefore were glad when they saw the Lord. Jesus therefore said to them again, “Peace be to you. As the Father has sent me, even so I send you.” When he had said this, he breathed on them, and said to them, “Receive the Holy Spirit! If you forgive anyone’s sins, they have been forgiven them. If you retain anyone’s sins, they have been retained.”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Gospel of the Lord.</a:t>
            </a:r>
          </a:p>
          <a:p>
            <a:pPr algn="ctr">
              <a:spcBef>
                <a:spcPts val="400"/>
              </a:spcBef>
              <a:spcAft>
                <a:spcPts val="500"/>
              </a:spcAft>
              <a:defRPr sz="2000" b="1" i="0">
                <a:solidFill>
                  <a:srgbClr val="FFFFFF"/>
                </a:solidFill>
                <a:latin typeface="Georgia"/>
              </a:defRPr>
            </a:pPr>
            <a:r>
              <a:t>All: Praise to you, Lord Jesus Christ.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Time for the homily — Father will now preach.</a:t>
            </a:r>
          </a:p>
          <a:p>
            <a:pPr algn="ctr">
              <a:spcAft>
                <a:spcPts val="500"/>
              </a:spcAft>
              <a:defRPr sz="1500" b="0" i="1">
                <a:solidFill>
                  <a:srgbClr val="D8B4FE"/>
                </a:solidFill>
                <a:latin typeface="Georgia"/>
              </a:defRPr>
            </a:pPr>
            <a:r>
              <a:t>Commentator may introduce the theme.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Homily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4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20:19-23)</a:t>
            </a:r>
          </a:p>
          <a:p>
            <a:pPr>
              <a:spcAft>
                <a:spcPts val="300"/>
              </a:spcAft>
              <a:defRPr sz="2100" b="0" i="0">
                <a:solidFill>
                  <a:srgbClr val="FFFFFF"/>
                </a:solidFill>
                <a:latin typeface="Georgia"/>
              </a:defRPr>
            </a:pPr>
            <a:r>
              <a:t>“Receive the Holy Spirit!”</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2026-05-24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All: I believe in one God,</a:t>
            </a:r>
          </a:p>
          <a:p>
            <a:pPr algn="ctr">
              <a:spcAft>
                <a:spcPts val="500"/>
              </a:spcAft>
              <a:defRPr sz="1900" b="0" i="0">
                <a:solidFill>
                  <a:srgbClr val="FFFFFF"/>
                </a:solidFill>
                <a:latin typeface="Georgia"/>
              </a:defRPr>
            </a:pPr>
            <a:r>
              <a:t>the Father almighty,</a:t>
            </a:r>
          </a:p>
          <a:p>
            <a:pPr algn="ctr">
              <a:spcAft>
                <a:spcPts val="500"/>
              </a:spcAft>
              <a:defRPr sz="1900" b="0" i="0">
                <a:solidFill>
                  <a:srgbClr val="FFFFFF"/>
                </a:solidFill>
                <a:latin typeface="Georgia"/>
              </a:defRPr>
            </a:pPr>
            <a:r>
              <a:t>maker of heaven and earth,</a:t>
            </a:r>
          </a:p>
          <a:p>
            <a:pPr algn="ctr">
              <a:spcAft>
                <a:spcPts val="500"/>
              </a:spcAft>
              <a:defRPr sz="1900" b="0" i="0">
                <a:solidFill>
                  <a:srgbClr val="FFFFFF"/>
                </a:solidFill>
                <a:latin typeface="Georgia"/>
              </a:defRPr>
            </a:pPr>
            <a:r>
              <a:t>of all things visible and invisible.</a:t>
            </a:r>
          </a:p>
          <a:p>
            <a:pPr algn="ctr">
              <a:spcAft>
                <a:spcPts val="500"/>
              </a:spcAft>
              <a:defRPr sz="1900" b="0" i="0">
                <a:solidFill>
                  <a:srgbClr val="FFFFFF"/>
                </a:solidFill>
                <a:latin typeface="Georgia"/>
              </a:defRPr>
            </a:pPr>
            <a:r>
              <a:t>I believe in one Lord Jesus Christ,</a:t>
            </a:r>
          </a:p>
          <a:p>
            <a:pPr algn="ctr">
              <a:spcAft>
                <a:spcPts val="500"/>
              </a:spcAft>
              <a:defRPr sz="1900" b="0" i="0">
                <a:solidFill>
                  <a:srgbClr val="FFFFFF"/>
                </a:solidFill>
                <a:latin typeface="Georgia"/>
              </a:defRPr>
            </a:pPr>
            <a:r>
              <a:t>the Only Begotten Son of God,</a:t>
            </a:r>
          </a:p>
          <a:p>
            <a:pPr algn="ctr">
              <a:spcAft>
                <a:spcPts val="500"/>
              </a:spcAft>
              <a:defRPr sz="1900" b="0" i="0">
                <a:solidFill>
                  <a:srgbClr val="FFFFFF"/>
                </a:solidFill>
                <a:latin typeface="Georgia"/>
              </a:defRPr>
            </a:pPr>
            <a:r>
              <a:t>born of the Father before all ages.</a:t>
            </a:r>
          </a:p>
          <a:p>
            <a:pPr algn="ctr">
              <a:spcAft>
                <a:spcPts val="500"/>
              </a:spcAft>
              <a:defRPr sz="1900" b="0" i="0">
                <a:solidFill>
                  <a:srgbClr val="FFFFFF"/>
                </a:solidFill>
                <a:latin typeface="Georgia"/>
              </a:defRPr>
            </a:pPr>
            <a:r>
              <a:t>God from God, Light from Light,</a:t>
            </a:r>
          </a:p>
          <a:p>
            <a:pPr algn="ctr">
              <a:spcAft>
                <a:spcPts val="500"/>
              </a:spcAft>
              <a:defRPr sz="1900" b="0" i="0">
                <a:solidFill>
                  <a:srgbClr val="FFFFFF"/>
                </a:solidFill>
                <a:latin typeface="Georgia"/>
              </a:defRPr>
            </a:pPr>
            <a:r>
              <a:t>true God from true God,</a:t>
            </a:r>
          </a:p>
          <a:p>
            <a:pPr algn="ctr">
              <a:spcAft>
                <a:spcPts val="500"/>
              </a:spcAft>
              <a:defRPr sz="1900" b="0" i="0">
                <a:solidFill>
                  <a:srgbClr val="FFFFFF"/>
                </a:solidFill>
                <a:latin typeface="Georgia"/>
              </a:defRPr>
            </a:pPr>
            <a:r>
              <a:t>begotten, not made, consubstantial with the Father;</a:t>
            </a:r>
          </a:p>
          <a:p>
            <a:pPr algn="ctr">
              <a:spcAft>
                <a:spcPts val="500"/>
              </a:spcAft>
              <a:defRPr sz="1900" b="0" i="0">
                <a:solidFill>
                  <a:srgbClr val="FFFFFF"/>
                </a:solidFill>
                <a:latin typeface="Georgia"/>
              </a:defRPr>
            </a:pPr>
            <a:r>
              <a:t>through him all things were made.</a:t>
            </a:r>
          </a:p>
          <a:p>
            <a:pPr algn="ctr">
              <a:spcAft>
                <a:spcPts val="500"/>
              </a:spcAft>
              <a:defRPr sz="1900" b="0" i="0">
                <a:solidFill>
                  <a:srgbClr val="FFFFFF"/>
                </a:solidFill>
                <a:latin typeface="Georgia"/>
              </a:defRPr>
            </a:pPr>
            <a:r>
              <a:t>For us men and for our salvation</a:t>
            </a:r>
          </a:p>
          <a:p>
            <a:pPr algn="ctr">
              <a:spcAft>
                <a:spcPts val="500"/>
              </a:spcAft>
              <a:defRPr sz="1900" b="0" i="0">
                <a:solidFill>
                  <a:srgbClr val="FFFFFF"/>
                </a:solidFill>
                <a:latin typeface="Georgia"/>
              </a:defRPr>
            </a:pPr>
            <a:r>
              <a:t>he came down from heaven,</a:t>
            </a:r>
          </a:p>
          <a:p>
            <a:pPr algn="ctr">
              <a:spcAft>
                <a:spcPts val="500"/>
              </a:spcAft>
              <a:defRPr sz="1900" b="0" i="0">
                <a:solidFill>
                  <a:srgbClr val="FFFFFF"/>
                </a:solidFill>
                <a:latin typeface="Georgia"/>
              </a:defRPr>
            </a:pPr>
            <a:r>
              <a:t>and by the Holy Spirit was incarnate of the Virgin Mary,</a:t>
            </a:r>
          </a:p>
          <a:p>
            <a:pPr algn="ctr">
              <a:spcAft>
                <a:spcPts val="500"/>
              </a:spcAft>
              <a:defRPr sz="1900" b="0" i="0">
                <a:solidFill>
                  <a:srgbClr val="FFFFFF"/>
                </a:solidFill>
                <a:latin typeface="Georgia"/>
              </a:defRPr>
            </a:pPr>
            <a:r>
              <a:t>and became man.</a:t>
            </a:r>
          </a:p>
          <a:p>
            <a:pPr algn="ctr">
              <a:spcAft>
                <a:spcPts val="500"/>
              </a:spcAft>
              <a:defRPr sz="1900" b="0" i="0">
                <a:solidFill>
                  <a:srgbClr val="FFFFFF"/>
                </a:solidFill>
                <a:latin typeface="Georgia"/>
              </a:defRPr>
            </a:pPr>
            <a:r>
              <a:t>For our sake he was crucified under Pontius Pilate,</a:t>
            </a:r>
          </a:p>
          <a:p>
            <a:pPr algn="ctr">
              <a:spcAft>
                <a:spcPts val="500"/>
              </a:spcAft>
              <a:defRPr sz="1900" b="0" i="0">
                <a:solidFill>
                  <a:srgbClr val="FFFFFF"/>
                </a:solidFill>
                <a:latin typeface="Georgia"/>
              </a:defRPr>
            </a:pPr>
            <a:r>
              <a:t>he suffered death and was buried,</a:t>
            </a:r>
          </a:p>
          <a:p>
            <a:pPr algn="ctr">
              <a:spcAft>
                <a:spcPts val="500"/>
              </a:spcAft>
              <a:defRPr sz="1900" b="0" i="0">
                <a:solidFill>
                  <a:srgbClr val="FFFFFF"/>
                </a:solidFill>
                <a:latin typeface="Georgia"/>
              </a:defRPr>
            </a:pPr>
            <a:r>
              <a:t>and rose again on the third day</a:t>
            </a:r>
          </a:p>
          <a:p>
            <a:pPr algn="ctr">
              <a:spcAft>
                <a:spcPts val="500"/>
              </a:spcAft>
              <a:defRPr sz="1900" b="0" i="0">
                <a:solidFill>
                  <a:srgbClr val="FFFFFF"/>
                </a:solidFill>
                <a:latin typeface="Georgia"/>
              </a:defRPr>
            </a:pPr>
            <a:r>
              <a:t>in accordance with the Scriptures.</a:t>
            </a:r>
          </a:p>
          <a:p>
            <a:pPr algn="ctr">
              <a:spcAft>
                <a:spcPts val="500"/>
              </a:spcAft>
              <a:defRPr sz="1900" b="0" i="0">
                <a:solidFill>
                  <a:srgbClr val="FFFFFF"/>
                </a:solidFill>
                <a:latin typeface="Georgia"/>
              </a:defRPr>
            </a:pPr>
            <a:r>
              <a:t>He ascended into heaven</a:t>
            </a:r>
          </a:p>
          <a:p>
            <a:pPr algn="ctr">
              <a:spcAft>
                <a:spcPts val="500"/>
              </a:spcAft>
              <a:defRPr sz="1900" b="0" i="0">
                <a:solidFill>
                  <a:srgbClr val="FFFFFF"/>
                </a:solidFill>
                <a:latin typeface="Georgia"/>
              </a:defRPr>
            </a:pPr>
            <a:r>
              <a:t>and is seated at the right hand of the Father.</a:t>
            </a:r>
          </a:p>
          <a:p>
            <a:pPr algn="ctr">
              <a:spcAft>
                <a:spcPts val="500"/>
              </a:spcAft>
              <a:defRPr sz="1900" b="0" i="0">
                <a:solidFill>
                  <a:srgbClr val="FFFFFF"/>
                </a:solidFill>
                <a:latin typeface="Georgia"/>
              </a:defRPr>
            </a:pPr>
            <a:r>
              <a:t>He will come again in glory</a:t>
            </a:r>
          </a:p>
          <a:p>
            <a:pPr algn="ctr">
              <a:spcAft>
                <a:spcPts val="500"/>
              </a:spcAft>
              <a:defRPr sz="1900" b="0" i="0">
                <a:solidFill>
                  <a:srgbClr val="FFFFFF"/>
                </a:solidFill>
                <a:latin typeface="Georgia"/>
              </a:defRPr>
            </a:pPr>
            <a:r>
              <a:t>to judge the living and the dead</a:t>
            </a:r>
          </a:p>
          <a:p>
            <a:pPr algn="ctr">
              <a:spcAft>
                <a:spcPts val="500"/>
              </a:spcAft>
              <a:defRPr sz="1900" b="0" i="0">
                <a:solidFill>
                  <a:srgbClr val="FFFFFF"/>
                </a:solidFill>
                <a:latin typeface="Georgia"/>
              </a:defRPr>
            </a:pPr>
            <a:r>
              <a:t>and his kingdom will have no end.</a:t>
            </a:r>
          </a:p>
          <a:p>
            <a:pPr algn="ctr">
              <a:spcAft>
                <a:spcPts val="500"/>
              </a:spcAft>
              <a:defRPr sz="1900" b="0" i="0">
                <a:solidFill>
                  <a:srgbClr val="FFFFFF"/>
                </a:solidFill>
                <a:latin typeface="Georgia"/>
              </a:defRPr>
            </a:pPr>
            <a:r>
              <a:t>I believe in the Holy Spirit, the Lord, the giver of life,</a:t>
            </a:r>
          </a:p>
          <a:p>
            <a:pPr algn="ctr">
              <a:spcAft>
                <a:spcPts val="500"/>
              </a:spcAft>
              <a:defRPr sz="1900" b="0" i="0">
                <a:solidFill>
                  <a:srgbClr val="FFFFFF"/>
                </a:solidFill>
                <a:latin typeface="Georgia"/>
              </a:defRPr>
            </a:pPr>
            <a:r>
              <a:t>who proceeds from the Father and the Son,</a:t>
            </a:r>
          </a:p>
          <a:p>
            <a:pPr algn="ctr">
              <a:spcAft>
                <a:spcPts val="500"/>
              </a:spcAft>
              <a:defRPr sz="1900" b="0" i="0">
                <a:solidFill>
                  <a:srgbClr val="FFFFFF"/>
                </a:solidFill>
                <a:latin typeface="Georgia"/>
              </a:defRPr>
            </a:pPr>
            <a:r>
              <a:t>who with the Father and the Son is adored and glorified,</a:t>
            </a:r>
          </a:p>
          <a:p>
            <a:pPr algn="ctr">
              <a:spcAft>
                <a:spcPts val="500"/>
              </a:spcAft>
              <a:defRPr sz="1900" b="0" i="0">
                <a:solidFill>
                  <a:srgbClr val="FFFFFF"/>
                </a:solidFill>
                <a:latin typeface="Georgia"/>
              </a:defRPr>
            </a:pPr>
            <a:r>
              <a:t>who has spoken through the prophets.</a:t>
            </a:r>
          </a:p>
          <a:p>
            <a:pPr algn="ctr">
              <a:spcAft>
                <a:spcPts val="500"/>
              </a:spcAft>
              <a:defRPr sz="1900" b="0" i="0">
                <a:solidFill>
                  <a:srgbClr val="FFFFFF"/>
                </a:solidFill>
                <a:latin typeface="Georgia"/>
              </a:defRPr>
            </a:pPr>
            <a:r>
              <a:t>I believe in one, holy, catholic and apostolic Church.</a:t>
            </a:r>
          </a:p>
          <a:p>
            <a:pPr algn="ctr">
              <a:spcAft>
                <a:spcPts val="500"/>
              </a:spcAft>
              <a:defRPr sz="1900" b="0" i="0">
                <a:solidFill>
                  <a:srgbClr val="FFFFFF"/>
                </a:solidFill>
                <a:latin typeface="Georgia"/>
              </a:defRPr>
            </a:pPr>
            <a:r>
              <a:t>I confess one Baptism for the forgiveness of sins</a:t>
            </a:r>
          </a:p>
          <a:p>
            <a:pPr algn="ctr">
              <a:spcAft>
                <a:spcPts val="500"/>
              </a:spcAft>
              <a:defRPr sz="1900" b="0" i="0">
                <a:solidFill>
                  <a:srgbClr val="FFFFFF"/>
                </a:solidFill>
                <a:latin typeface="Georgia"/>
              </a:defRPr>
            </a:pPr>
            <a:r>
              <a:t>and I look forward to the resurrection of the dead</a:t>
            </a:r>
          </a:p>
          <a:p>
            <a:pPr algn="ctr">
              <a:spcAft>
                <a:spcPts val="500"/>
              </a:spcAft>
              <a:defRPr sz="1900" b="0" i="0">
                <a:solidFill>
                  <a:srgbClr val="FFFFFF"/>
                </a:solidFill>
                <a:latin typeface="Georgia"/>
              </a:defRPr>
            </a:pPr>
            <a:r>
              <a:t>and the life of the world to come.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Nicene Creed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4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20:19-23)</a:t>
            </a:r>
          </a:p>
          <a:p>
            <a:pPr>
              <a:spcAft>
                <a:spcPts val="300"/>
              </a:spcAft>
              <a:defRPr sz="2100" b="0" i="0">
                <a:solidFill>
                  <a:srgbClr val="FFFFFF"/>
                </a:solidFill>
                <a:latin typeface="Georgia"/>
              </a:defRPr>
            </a:pPr>
            <a:r>
              <a:t>“Receive the Holy Spirit!”</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2026-05-24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The Universal Prayer is led so that each petition is spoken in full and each response by the people is sung or said in full (for example, “Lord, hear our prayer”), never abbreviated.</a:t>
            </a:r>
          </a:p>
          <a:p>
            <a:pPr algn="ctr">
              <a:spcBef>
                <a:spcPts val="400"/>
              </a:spcBef>
              <a:spcAft>
                <a:spcPts val="500"/>
              </a:spcAft>
              <a:defRPr sz="2000" b="1" i="0">
                <a:solidFill>
                  <a:srgbClr val="D8B4FE"/>
                </a:solidFill>
                <a:latin typeface="Georgia"/>
              </a:defRPr>
            </a:pPr>
            <a:r>
              <a:t>Priest: For the holy Church of God throughout the world, that the Lord may guard her and grant her peace and unity according to his will: let us pray to the Lord.</a:t>
            </a:r>
          </a:p>
          <a:p>
            <a:pPr algn="ctr">
              <a:spcBef>
                <a:spcPts val="400"/>
              </a:spcBef>
              <a:spcAft>
                <a:spcPts val="500"/>
              </a:spcAft>
              <a:defRPr sz="2000" b="1" i="0">
                <a:solidFill>
                  <a:srgbClr val="FFFFFF"/>
                </a:solidFill>
                <a:latin typeface="Georgia"/>
              </a:defRPr>
            </a:pPr>
            <a:r>
              <a:t>All: Lord, hear our prayer.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Prayer of the Faithful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Priest concludes the Prayer of the Faithful with a prayer in full, for example:</a:t>
            </a:r>
          </a:p>
          <a:p>
            <a:pPr algn="ctr">
              <a:spcBef>
                <a:spcPts val="400"/>
              </a:spcBef>
              <a:spcAft>
                <a:spcPts val="500"/>
              </a:spcAft>
              <a:defRPr sz="2000" b="1" i="0">
                <a:solidFill>
                  <a:srgbClr val="D8B4FE"/>
                </a:solidFill>
                <a:latin typeface="Georgia"/>
              </a:defRPr>
            </a:pPr>
            <a:r>
              <a:t>Priest: Heavenly Father, hear the prayers of the Church, which we make through Christ our Lord.</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Prayer of the Faithful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4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20:19-23)</a:t>
            </a:r>
          </a:p>
          <a:p>
            <a:pPr>
              <a:spcAft>
                <a:spcPts val="300"/>
              </a:spcAft>
              <a:defRPr sz="2100" b="0" i="0">
                <a:solidFill>
                  <a:srgbClr val="FFFFFF"/>
                </a:solidFill>
                <a:latin typeface="Georgia"/>
              </a:defRPr>
            </a:pPr>
            <a:r>
              <a:t>“Receive the Holy Spirit!”</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2026-05-24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Christify</a:t>
            </a:r>
          </a:p>
        </p:txBody>
      </p:sp>
      <p:sp>
        <p:nvSpPr>
          <p:cNvPr id="5" name="TextBox 4"/>
          <p:cNvSpPr txBox="1"/>
          <p:nvPr/>
        </p:nvSpPr>
        <p:spPr>
          <a:xfrm>
            <a:off x="0" y="2587752"/>
            <a:ext cx="182880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CHRISTIFY THE GIFTS WE BRING TO YOU</a:t>
            </a:r>
          </a:p>
          <a:p>
            <a:pPr algn="ctr">
              <a:lnSpc>
                <a:spcPct val="105000"/>
              </a:lnSpc>
              <a:spcAft>
                <a:spcPts val="1000"/>
              </a:spcAft>
              <a:defRPr sz="5500" b="1" i="0">
                <a:solidFill>
                  <a:srgbClr val="FFFFFF"/>
                </a:solidFill>
                <a:latin typeface="Arial Black"/>
              </a:defRPr>
            </a:pPr>
            <a:r>
              <a:t>BOUNTY OF THE EARTH RECEIVE ANEW</a:t>
            </a:r>
          </a:p>
          <a:p>
            <a:pPr algn="ctr">
              <a:lnSpc>
                <a:spcPct val="105000"/>
              </a:lnSpc>
              <a:spcAft>
                <a:spcPts val="1000"/>
              </a:spcAft>
              <a:defRPr sz="5500" b="1" i="0">
                <a:solidFill>
                  <a:srgbClr val="FFFFFF"/>
                </a:solidFill>
                <a:latin typeface="Arial Black"/>
              </a:defRPr>
            </a:pPr>
            <a:r>
              <a:t>TAKE AND BLESS THE WORK OF OUR HANDS</a:t>
            </a:r>
          </a:p>
          <a:p>
            <a:pPr algn="ctr">
              <a:lnSpc>
                <a:spcPct val="105000"/>
              </a:lnSpc>
              <a:spcAft>
                <a:spcPts val="1000"/>
              </a:spcAft>
              <a:defRPr sz="5500" b="1" i="0">
                <a:solidFill>
                  <a:srgbClr val="FFFFFF"/>
                </a:solidFill>
                <a:latin typeface="Arial Black"/>
              </a:defRPr>
            </a:pPr>
            <a:r>
              <a:t>CHRISTIFY THESE GIFTS AT YOUR COMMAND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RAIN AND SUNSHINE, SEED AND SOIL,</a:t>
            </a:r>
          </a:p>
          <a:p>
            <a:pPr algn="ctr">
              <a:lnSpc>
                <a:spcPct val="105000"/>
              </a:lnSpc>
              <a:spcAft>
                <a:spcPts val="1000"/>
              </a:spcAft>
              <a:defRPr sz="5500" b="1" i="0">
                <a:solidFill>
                  <a:srgbClr val="FFFFFF"/>
                </a:solidFill>
                <a:latin typeface="Arial Black"/>
              </a:defRPr>
            </a:pPr>
            <a:r>
              <a:t>DRAW FROM US THIS OFFERING TOIL.</a:t>
            </a:r>
          </a:p>
          <a:p>
            <a:pPr algn="ctr">
              <a:lnSpc>
                <a:spcPct val="105000"/>
              </a:lnSpc>
              <a:spcAft>
                <a:spcPts val="1000"/>
              </a:spcAft>
              <a:defRPr sz="5500" b="1" i="0">
                <a:solidFill>
                  <a:srgbClr val="FFFFFF"/>
                </a:solidFill>
                <a:latin typeface="Arial Black"/>
              </a:defRPr>
            </a:pPr>
            <a:r>
              <a:t>MAKE US WORTHY OF YOUR NAME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AS WE SHARE YOUR BREAD AND WINE.</a:t>
            </a:r>
          </a:p>
          <a:p>
            <a:pPr algn="ctr">
              <a:lnSpc>
                <a:spcPct val="105000"/>
              </a:lnSpc>
              <a:spcAft>
                <a:spcPts val="1000"/>
              </a:spcAft>
              <a:defRPr sz="5500" b="1" i="0">
                <a:solidFill>
                  <a:srgbClr val="FFFFFF"/>
                </a:solidFill>
                <a:latin typeface="Arial Black"/>
              </a:defRPr>
            </a:pPr>
            <a:r>
              <a:t>CHRISTIFY THE GIFTS WE BRING TO YOU</a:t>
            </a:r>
          </a:p>
          <a:p>
            <a:pPr algn="ctr">
              <a:lnSpc>
                <a:spcPct val="105000"/>
              </a:lnSpc>
              <a:spcAft>
                <a:spcPts val="1000"/>
              </a:spcAft>
              <a:defRPr sz="5500" b="1" i="0">
                <a:solidFill>
                  <a:srgbClr val="FFFFFF"/>
                </a:solidFill>
                <a:latin typeface="Arial Black"/>
              </a:defRPr>
            </a:pPr>
            <a:r>
              <a:t>BOUNTY OF THE EARTH RECEIVE ANEW</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TAKE AND BLESS THE WORK OF OUR HANDS</a:t>
            </a:r>
          </a:p>
          <a:p>
            <a:pPr algn="ctr">
              <a:lnSpc>
                <a:spcPct val="105000"/>
              </a:lnSpc>
              <a:spcAft>
                <a:spcPts val="1000"/>
              </a:spcAft>
              <a:defRPr sz="5500" b="1" i="0">
                <a:solidFill>
                  <a:srgbClr val="FFFFFF"/>
                </a:solidFill>
                <a:latin typeface="Arial Black"/>
              </a:defRPr>
            </a:pPr>
            <a:r>
              <a:t>CHRISTIFY THESE GIFTS AT YOUR COMMAND</a:t>
            </a:r>
          </a:p>
          <a:p>
            <a:pPr algn="ctr">
              <a:lnSpc>
                <a:spcPct val="105000"/>
              </a:lnSpc>
              <a:spcAft>
                <a:spcPts val="1000"/>
              </a:spcAft>
              <a:defRPr sz="5500" b="1" i="0">
                <a:solidFill>
                  <a:srgbClr val="FFFFFF"/>
                </a:solidFill>
                <a:latin typeface="Arial Black"/>
              </a:defRPr>
            </a:pPr>
            <a:r>
              <a:t>BLESS US THIS DAY THAT WE MAY PROVE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WORTHY OF THE LIFE WE HAVE IN YOU.</a:t>
            </a:r>
          </a:p>
          <a:p>
            <a:pPr algn="ctr">
              <a:lnSpc>
                <a:spcPct val="105000"/>
              </a:lnSpc>
              <a:spcAft>
                <a:spcPts val="1000"/>
              </a:spcAft>
              <a:defRPr sz="5500" b="1" i="0">
                <a:solidFill>
                  <a:srgbClr val="FFFFFF"/>
                </a:solidFill>
                <a:latin typeface="Arial Black"/>
              </a:defRPr>
            </a:pPr>
            <a:r>
              <a:t>MAKE US YOUR LIVING BODY HERE,</a:t>
            </a:r>
          </a:p>
          <a:p>
            <a:pPr algn="ctr">
              <a:lnSpc>
                <a:spcPct val="105000"/>
              </a:lnSpc>
              <a:spcAft>
                <a:spcPts val="1000"/>
              </a:spcAft>
              <a:defRPr sz="5500" b="1" i="0">
                <a:solidFill>
                  <a:srgbClr val="FFFFFF"/>
                </a:solidFill>
                <a:latin typeface="Arial Black"/>
              </a:defRPr>
            </a:pPr>
            <a:r>
              <a:t>BRINGING YOUR LOVE TO ALL WE MEET.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CHRISTIFY THE GIFTS WE BRING TO YOU</a:t>
            </a:r>
          </a:p>
          <a:p>
            <a:pPr algn="ctr">
              <a:lnSpc>
                <a:spcPct val="105000"/>
              </a:lnSpc>
              <a:spcAft>
                <a:spcPts val="1000"/>
              </a:spcAft>
              <a:defRPr sz="5500" b="1" i="0">
                <a:solidFill>
                  <a:srgbClr val="FFFFFF"/>
                </a:solidFill>
                <a:latin typeface="Arial Black"/>
              </a:defRPr>
            </a:pPr>
            <a:r>
              <a:t>BOUNTY OF THE EARTH RECEIVE ANEW</a:t>
            </a:r>
          </a:p>
          <a:p>
            <a:pPr algn="ctr">
              <a:lnSpc>
                <a:spcPct val="105000"/>
              </a:lnSpc>
              <a:spcAft>
                <a:spcPts val="1000"/>
              </a:spcAft>
              <a:defRPr sz="5500" b="1" i="0">
                <a:solidFill>
                  <a:srgbClr val="FFFFFF"/>
                </a:solidFill>
                <a:latin typeface="Arial Black"/>
              </a:defRPr>
            </a:pPr>
            <a:r>
              <a:t>TAKE AND BLESS THE WORK OF OUR HANDS</a:t>
            </a:r>
          </a:p>
          <a:p>
            <a:pPr algn="ctr">
              <a:lnSpc>
                <a:spcPct val="105000"/>
              </a:lnSpc>
              <a:spcAft>
                <a:spcPts val="1000"/>
              </a:spcAft>
              <a:defRPr sz="5500" b="1" i="0">
                <a:solidFill>
                  <a:srgbClr val="FFFFFF"/>
                </a:solidFill>
                <a:latin typeface="Arial Black"/>
              </a:defRPr>
            </a:pPr>
            <a:r>
              <a:t>CHRISTIFY THESE GIFTS AT YOUR COMMAND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Pray, brethren, that my sacrifice and yours may be acceptable to God, the almighty Father.</a:t>
            </a:r>
          </a:p>
          <a:p>
            <a:pPr algn="ctr">
              <a:spcBef>
                <a:spcPts val="400"/>
              </a:spcBef>
              <a:spcAft>
                <a:spcPts val="500"/>
              </a:spcAft>
              <a:defRPr sz="2000" b="1" i="0">
                <a:solidFill>
                  <a:srgbClr val="FFFFFF"/>
                </a:solidFill>
                <a:latin typeface="Georgia"/>
              </a:defRPr>
            </a:pPr>
            <a: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a:p>
            <a:pPr algn="ctr">
              <a:spcBef>
                <a:spcPts val="400"/>
              </a:spcBef>
              <a:spcAft>
                <a:spcPts val="500"/>
              </a:spcAft>
              <a:defRPr sz="2000" b="1" i="0">
                <a:solidFill>
                  <a:srgbClr val="D8B4FE"/>
                </a:solidFill>
                <a:latin typeface="Georgia"/>
              </a:defRPr>
            </a:pPr>
            <a:r>
              <a:t>Priest: Lift up your hearts.</a:t>
            </a:r>
          </a:p>
          <a:p>
            <a:pPr algn="ctr">
              <a:spcBef>
                <a:spcPts val="400"/>
              </a:spcBef>
              <a:spcAft>
                <a:spcPts val="500"/>
              </a:spcAft>
              <a:defRPr sz="2000" b="1" i="0">
                <a:solidFill>
                  <a:srgbClr val="FFFFFF"/>
                </a:solidFill>
                <a:latin typeface="Georgia"/>
              </a:defRPr>
            </a:pPr>
            <a:r>
              <a:t>All: We lift them up to the Lord.</a:t>
            </a:r>
          </a:p>
          <a:p>
            <a:pPr algn="ctr">
              <a:spcBef>
                <a:spcPts val="400"/>
              </a:spcBef>
              <a:spcAft>
                <a:spcPts val="500"/>
              </a:spcAft>
              <a:defRPr sz="2000" b="1" i="0">
                <a:solidFill>
                  <a:srgbClr val="D8B4FE"/>
                </a:solidFill>
                <a:latin typeface="Georgia"/>
              </a:defRPr>
            </a:pPr>
            <a:r>
              <a:t>Priest: Let us give thanks to the Lord our God.</a:t>
            </a:r>
          </a:p>
          <a:p>
            <a:pPr algn="ctr">
              <a:spcBef>
                <a:spcPts val="400"/>
              </a:spcBef>
              <a:spcAft>
                <a:spcPts val="500"/>
              </a:spcAft>
              <a:defRPr sz="2000" b="1" i="0">
                <a:solidFill>
                  <a:srgbClr val="FFFFFF"/>
                </a:solidFill>
                <a:latin typeface="Georgia"/>
              </a:defRPr>
            </a:pPr>
            <a:r>
              <a:t>All: It is right and just.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Holy, Holy, Holy Lord God of hosts.</a:t>
            </a:r>
          </a:p>
          <a:p>
            <a:pPr algn="ctr">
              <a:spcAft>
                <a:spcPts val="500"/>
              </a:spcAft>
              <a:defRPr sz="1900" b="0" i="0">
                <a:solidFill>
                  <a:srgbClr val="FFFFFF"/>
                </a:solidFill>
                <a:latin typeface="Georgia"/>
              </a:defRPr>
            </a:pPr>
            <a:r>
              <a:t>Heaven and earth are full of your glory.</a:t>
            </a:r>
          </a:p>
          <a:p>
            <a:pPr algn="ctr">
              <a:spcAft>
                <a:spcPts val="500"/>
              </a:spcAft>
              <a:defRPr sz="1900" b="0" i="0">
                <a:solidFill>
                  <a:srgbClr val="FFFFFF"/>
                </a:solidFill>
                <a:latin typeface="Georgia"/>
              </a:defRPr>
            </a:pPr>
            <a:r>
              <a:t>Hosanna in the highest.</a:t>
            </a:r>
          </a:p>
          <a:p>
            <a:pPr algn="ctr">
              <a:spcAft>
                <a:spcPts val="500"/>
              </a:spcAft>
              <a:defRPr sz="1900" b="0" i="0">
                <a:solidFill>
                  <a:srgbClr val="FFFFFF"/>
                </a:solidFill>
                <a:latin typeface="Georgia"/>
              </a:defRPr>
            </a:pPr>
            <a:r>
              <a:t>Blessed is he who comes in the name of the Lord.</a:t>
            </a:r>
          </a:p>
          <a:p>
            <a:pPr algn="ctr">
              <a:spcAft>
                <a:spcPts val="500"/>
              </a:spcAft>
              <a:defRPr sz="1900" b="0" i="0">
                <a:solidFill>
                  <a:srgbClr val="FFFFFF"/>
                </a:solidFill>
                <a:latin typeface="Georgia"/>
              </a:defRPr>
            </a:pPr>
            <a:r>
              <a:t>Hosanna in the highest.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Sanctus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All: We proclaim your Death, O Lord,</a:t>
            </a:r>
          </a:p>
          <a:p>
            <a:pPr algn="ctr">
              <a:spcAft>
                <a:spcPts val="500"/>
              </a:spcAft>
              <a:defRPr sz="1900" b="0" i="0">
                <a:solidFill>
                  <a:srgbClr val="FFFFFF"/>
                </a:solidFill>
                <a:latin typeface="Georgia"/>
              </a:defRPr>
            </a:pPr>
            <a:r>
              <a:t>and profess your Resurrection</a:t>
            </a:r>
          </a:p>
          <a:p>
            <a:pPr algn="ctr">
              <a:spcAft>
                <a:spcPts val="500"/>
              </a:spcAft>
              <a:defRPr sz="1900" b="0" i="0">
                <a:solidFill>
                  <a:srgbClr val="FFFFFF"/>
                </a:solidFill>
                <a:latin typeface="Georgia"/>
              </a:defRPr>
            </a:pPr>
            <a:r>
              <a:t>until you come again.</a:t>
            </a:r>
          </a:p>
          <a:p>
            <a:pPr algn="ctr">
              <a:spcAft>
                <a:spcPts val="500"/>
              </a:spcAft>
              <a:defRPr sz="1500" b="0" i="1">
                <a:solidFill>
                  <a:srgbClr val="D8B4FE"/>
                </a:solidFill>
                <a:latin typeface="Georgia"/>
              </a:defRPr>
            </a:pPr>
            <a:r>
              <a:t>(Alternate forms may be used as approved by the Conference of Bishops.)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Eucharistic Prayer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4400" b="1" i="0">
                <a:solidFill>
                  <a:srgbClr val="D8B4FE"/>
                </a:solidFill>
                <a:latin typeface="Georgia"/>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All: Amen.</a:t>
            </a:r>
          </a:p>
          <a:p>
            <a:pPr algn="ctr">
              <a:spcAft>
                <a:spcPts val="500"/>
              </a:spcAft>
              <a:defRPr sz="1500" b="0" i="1">
                <a:solidFill>
                  <a:srgbClr val="D8B4FE"/>
                </a:solidFill>
                <a:latin typeface="Georgia"/>
              </a:defRPr>
            </a:pPr>
            <a:r>
              <a:t>The people respond “Amen” once to the doxology at the end of the Eucharistic Prayer, unless local solemn custom repeats 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Great Amen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Our Father, who art in heaven,</a:t>
            </a:r>
          </a:p>
          <a:p>
            <a:pPr algn="ctr">
              <a:spcAft>
                <a:spcPts val="500"/>
              </a:spcAft>
              <a:defRPr sz="1900" b="0" i="0">
                <a:solidFill>
                  <a:srgbClr val="FFFFFF"/>
                </a:solidFill>
                <a:latin typeface="Georgia"/>
              </a:defRPr>
            </a:pPr>
            <a:r>
              <a:t>hallowed be thy name;</a:t>
            </a:r>
          </a:p>
          <a:p>
            <a:pPr algn="ctr">
              <a:spcAft>
                <a:spcPts val="500"/>
              </a:spcAft>
              <a:defRPr sz="1900" b="0" i="0">
                <a:solidFill>
                  <a:srgbClr val="FFFFFF"/>
                </a:solidFill>
                <a:latin typeface="Georgia"/>
              </a:defRPr>
            </a:pPr>
            <a:r>
              <a:t>thy kingdom come,</a:t>
            </a:r>
          </a:p>
          <a:p>
            <a:pPr algn="ctr">
              <a:spcAft>
                <a:spcPts val="500"/>
              </a:spcAft>
              <a:defRPr sz="1900" b="0" i="0">
                <a:solidFill>
                  <a:srgbClr val="FFFFFF"/>
                </a:solidFill>
                <a:latin typeface="Georgia"/>
              </a:defRPr>
            </a:pPr>
            <a:r>
              <a:t>thy will be done,</a:t>
            </a:r>
          </a:p>
          <a:p>
            <a:pPr algn="ctr">
              <a:spcAft>
                <a:spcPts val="500"/>
              </a:spcAft>
              <a:defRPr sz="1900" b="0" i="0">
                <a:solidFill>
                  <a:srgbClr val="FFFFFF"/>
                </a:solidFill>
                <a:latin typeface="Georgia"/>
              </a:defRPr>
            </a:pPr>
            <a:r>
              <a:t>on earth as it is in heaven.</a:t>
            </a:r>
          </a:p>
          <a:p>
            <a:pPr algn="ctr">
              <a:spcAft>
                <a:spcPts val="500"/>
              </a:spcAft>
              <a:defRPr sz="1900" b="0" i="0">
                <a:solidFill>
                  <a:srgbClr val="FFFFFF"/>
                </a:solidFill>
                <a:latin typeface="Georgia"/>
              </a:defRPr>
            </a:pPr>
            <a:r>
              <a:t>Give us this day our daily bread;</a:t>
            </a:r>
          </a:p>
          <a:p>
            <a:pPr algn="ctr">
              <a:spcAft>
                <a:spcPts val="500"/>
              </a:spcAft>
              <a:defRPr sz="1900" b="0" i="0">
                <a:solidFill>
                  <a:srgbClr val="FFFFFF"/>
                </a:solidFill>
                <a:latin typeface="Georgia"/>
              </a:defRPr>
            </a:pPr>
            <a:r>
              <a:t>and forgive us our trespasses,</a:t>
            </a:r>
          </a:p>
          <a:p>
            <a:pPr algn="ctr">
              <a:spcAft>
                <a:spcPts val="500"/>
              </a:spcAft>
              <a:defRPr sz="1900" b="0" i="0">
                <a:solidFill>
                  <a:srgbClr val="FFFFFF"/>
                </a:solidFill>
                <a:latin typeface="Georgia"/>
              </a:defRPr>
            </a:pPr>
            <a:r>
              <a:t>as we forgive those who trespass against us;</a:t>
            </a:r>
          </a:p>
          <a:p>
            <a:pPr algn="ctr">
              <a:spcAft>
                <a:spcPts val="500"/>
              </a:spcAft>
              <a:defRPr sz="1900" b="0" i="0">
                <a:solidFill>
                  <a:srgbClr val="FFFFFF"/>
                </a:solidFill>
                <a:latin typeface="Georgia"/>
              </a:defRPr>
            </a:pPr>
            <a:r>
              <a:t>and lead us not into temptation,</a:t>
            </a:r>
          </a:p>
          <a:p>
            <a:pPr algn="ctr">
              <a:spcAft>
                <a:spcPts val="500"/>
              </a:spcAft>
              <a:defRPr sz="1900" b="0" i="0">
                <a:solidFill>
                  <a:srgbClr val="FFFFFF"/>
                </a:solidFill>
                <a:latin typeface="Georgia"/>
              </a:defRPr>
            </a:pPr>
            <a:r>
              <a:t>but deliver us from evil.</a:t>
            </a:r>
          </a:p>
          <a:p>
            <a:pPr algn="ctr">
              <a:spcBef>
                <a:spcPts val="400"/>
              </a:spcBef>
              <a:spcAft>
                <a:spcPts val="500"/>
              </a:spcAft>
              <a:defRPr sz="2000" b="1" i="0">
                <a:solidFill>
                  <a:srgbClr val="D8B4FE"/>
                </a:solidFill>
                <a:latin typeface="Georgia"/>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FFFFF"/>
                </a:solidFill>
                <a:latin typeface="Georgia"/>
              </a:defRPr>
            </a:pPr>
            <a:r>
              <a:t>For the kingdom, the power, and the glory are yours now and for ever.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Our Father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4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20:19-23)</a:t>
            </a:r>
          </a:p>
          <a:p>
            <a:pPr>
              <a:spcAft>
                <a:spcPts val="300"/>
              </a:spcAft>
              <a:defRPr sz="2100" b="0" i="0">
                <a:solidFill>
                  <a:srgbClr val="FFFFFF"/>
                </a:solidFill>
                <a:latin typeface="Georgia"/>
              </a:defRPr>
            </a:pPr>
            <a:r>
              <a:t>“Receive the Holy Spirit!”</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2026-05-24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2000" b="1" i="0">
                <a:solidFill>
                  <a:srgbClr val="FFFFFF"/>
                </a:solidFill>
                <a:latin typeface="Georgia"/>
              </a:defRPr>
            </a:pPr>
            <a:r>
              <a:t>All: For the kingdom, the power, and the glory are yours, now and for ever.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Communion Rite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4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20:19-23)</a:t>
            </a:r>
          </a:p>
          <a:p>
            <a:pPr>
              <a:spcAft>
                <a:spcPts val="300"/>
              </a:spcAft>
              <a:defRPr sz="2100" b="0" i="0">
                <a:solidFill>
                  <a:srgbClr val="FFFFFF"/>
                </a:solidFill>
                <a:latin typeface="Georgia"/>
              </a:defRPr>
            </a:pPr>
            <a:r>
              <a:t>“Receive the Holy Spirit!”</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2026-05-24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peace of the Lord be with you always.</a:t>
            </a:r>
          </a:p>
          <a:p>
            <a:pPr algn="ctr">
              <a:spcBef>
                <a:spcPts val="400"/>
              </a:spcBef>
              <a:spcAft>
                <a:spcPts val="500"/>
              </a:spcAft>
              <a:defRPr sz="2000" b="1" i="0">
                <a:solidFill>
                  <a:srgbClr val="FFFFFF"/>
                </a:solidFill>
                <a:latin typeface="Georgia"/>
              </a:defRPr>
            </a:pPr>
            <a:r>
              <a:t>All: And with your spirit.</a:t>
            </a:r>
          </a:p>
          <a:p>
            <a:pPr algn="ctr">
              <a:spcAft>
                <a:spcPts val="500"/>
              </a:spcAft>
              <a:defRPr sz="1500" b="0" i="1">
                <a:solidFill>
                  <a:srgbClr val="D8B4FE"/>
                </a:solidFill>
                <a:latin typeface="Georgia"/>
              </a:defRPr>
            </a:pPr>
            <a:r>
              <a:t>Let us offer each other the sign of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Sign of Peace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FFFFFF"/>
                </a:solidFill>
                <a:latin typeface="Georgia"/>
              </a:defRPr>
            </a:pPr>
            <a:r>
              <a:t>Lamb of God,</a:t>
            </a:r>
          </a:p>
          <a:p>
            <a:pPr algn="ctr">
              <a:spcAft>
                <a:spcPts val="500"/>
              </a:spcAft>
              <a:defRPr sz="1900" b="0" i="0">
                <a:solidFill>
                  <a:srgbClr val="FFFFFF"/>
                </a:solidFill>
                <a:latin typeface="Georgia"/>
              </a:defRPr>
            </a:pPr>
            <a:r>
              <a:t>you take away the sins of the world,</a:t>
            </a:r>
          </a:p>
          <a:p>
            <a:pPr algn="ctr">
              <a:spcAft>
                <a:spcPts val="500"/>
              </a:spcAft>
              <a:defRPr sz="1900" b="0" i="0">
                <a:solidFill>
                  <a:srgbClr val="FFFFFF"/>
                </a:solidFill>
                <a:latin typeface="Georgia"/>
              </a:defRPr>
            </a:pPr>
            <a:r>
              <a:t>have mercy on us.</a:t>
            </a:r>
          </a:p>
          <a:p>
            <a:pPr algn="ctr">
              <a:spcAft>
                <a:spcPts val="500"/>
              </a:spcAft>
              <a:defRPr sz="1900" b="0" i="0">
                <a:solidFill>
                  <a:srgbClr val="FFFFFF"/>
                </a:solidFill>
                <a:latin typeface="Georgia"/>
              </a:defRPr>
            </a:pPr>
            <a:r>
              <a:t>Lamb of God,</a:t>
            </a:r>
          </a:p>
          <a:p>
            <a:pPr algn="ctr">
              <a:spcAft>
                <a:spcPts val="500"/>
              </a:spcAft>
              <a:defRPr sz="1900" b="0" i="0">
                <a:solidFill>
                  <a:srgbClr val="FFFFFF"/>
                </a:solidFill>
                <a:latin typeface="Georgia"/>
              </a:defRPr>
            </a:pPr>
            <a:r>
              <a:t>you take away the sins of the world,</a:t>
            </a:r>
          </a:p>
          <a:p>
            <a:pPr algn="ctr">
              <a:spcAft>
                <a:spcPts val="500"/>
              </a:spcAft>
              <a:defRPr sz="1900" b="0" i="0">
                <a:solidFill>
                  <a:srgbClr val="FFFFFF"/>
                </a:solidFill>
                <a:latin typeface="Georgia"/>
              </a:defRPr>
            </a:pPr>
            <a:r>
              <a:t>have mercy on us.</a:t>
            </a:r>
          </a:p>
          <a:p>
            <a:pPr algn="ctr">
              <a:spcAft>
                <a:spcPts val="500"/>
              </a:spcAft>
              <a:defRPr sz="1900" b="0" i="0">
                <a:solidFill>
                  <a:srgbClr val="FFFFFF"/>
                </a:solidFill>
                <a:latin typeface="Georgia"/>
              </a:defRPr>
            </a:pPr>
            <a:r>
              <a:t>Lamb of God,</a:t>
            </a:r>
          </a:p>
          <a:p>
            <a:pPr algn="ctr">
              <a:spcAft>
                <a:spcPts val="500"/>
              </a:spcAft>
              <a:defRPr sz="1900" b="0" i="0">
                <a:solidFill>
                  <a:srgbClr val="FFFFFF"/>
                </a:solidFill>
                <a:latin typeface="Georgia"/>
              </a:defRPr>
            </a:pPr>
            <a:r>
              <a:t>you take away the sins of the world,</a:t>
            </a:r>
          </a:p>
          <a:p>
            <a:pPr algn="ctr">
              <a:spcAft>
                <a:spcPts val="500"/>
              </a:spcAft>
              <a:defRPr sz="1900" b="0" i="0">
                <a:solidFill>
                  <a:srgbClr val="FFFFFF"/>
                </a:solidFill>
                <a:latin typeface="Georgia"/>
              </a:defRPr>
            </a:pPr>
            <a:r>
              <a:t>grant us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Lamb of God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Behold the Lamb of God, behold him who takes away the sins of the world. Blessed are those called to the supper of the Lamb.</a:t>
            </a:r>
          </a:p>
          <a:p>
            <a:pPr algn="ctr">
              <a:spcBef>
                <a:spcPts val="400"/>
              </a:spcBef>
              <a:spcAft>
                <a:spcPts val="500"/>
              </a:spcAft>
              <a:defRPr sz="2000" b="1" i="0">
                <a:solidFill>
                  <a:srgbClr val="FFFFFF"/>
                </a:solidFill>
                <a:latin typeface="Georgia"/>
              </a:defRPr>
            </a:pPr>
            <a:r>
              <a:t>All: Lord, I am not worthy that you should enter under my roof, but only say the word and my soul shall be healed.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Communion Rite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4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20:19-23)</a:t>
            </a:r>
          </a:p>
          <a:p>
            <a:pPr>
              <a:spcAft>
                <a:spcPts val="300"/>
              </a:spcAft>
              <a:defRPr sz="2100" b="0" i="0">
                <a:solidFill>
                  <a:srgbClr val="FFFFFF"/>
                </a:solidFill>
                <a:latin typeface="Georgia"/>
              </a:defRPr>
            </a:pPr>
            <a:r>
              <a:t>“Receive the Holy Spirit!”</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2026-05-24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Manalig Ka</a:t>
            </a:r>
          </a:p>
        </p:txBody>
      </p:sp>
      <p:sp>
        <p:nvSpPr>
          <p:cNvPr id="5" name="TextBox 4"/>
          <p:cNvSpPr txBox="1"/>
          <p:nvPr/>
        </p:nvSpPr>
        <p:spPr>
          <a:xfrm>
            <a:off x="0" y="2587752"/>
            <a:ext cx="182880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ILUOM LAHAT NG TAKOT SA IYONG DAMDAMIN</a:t>
            </a:r>
          </a:p>
          <a:p>
            <a:pPr algn="ctr">
              <a:lnSpc>
                <a:spcPct val="105000"/>
              </a:lnSpc>
              <a:spcAft>
                <a:spcPts val="1000"/>
              </a:spcAft>
              <a:defRPr sz="5500" b="1" i="0">
                <a:solidFill>
                  <a:srgbClr val="FFFFFF"/>
                </a:solidFill>
                <a:latin typeface="Arial Black"/>
              </a:defRPr>
            </a:pPr>
            <a:r>
              <a:t>ANG PANGALAN N'YA LAGI ANG TAWAGIN</a:t>
            </a:r>
          </a:p>
          <a:p>
            <a:pPr algn="ctr">
              <a:lnSpc>
                <a:spcPct val="105000"/>
              </a:lnSpc>
              <a:spcAft>
                <a:spcPts val="1000"/>
              </a:spcAft>
              <a:defRPr sz="5500" b="1" i="0">
                <a:solidFill>
                  <a:srgbClr val="FFFFFF"/>
                </a:solidFill>
                <a:latin typeface="Arial Black"/>
              </a:defRPr>
            </a:pPr>
            <a:r>
              <a:t>AT SIYA'Y NAKIKINIG</a:t>
            </a:r>
          </a:p>
          <a:p>
            <a:pPr algn="ctr">
              <a:lnSpc>
                <a:spcPct val="105000"/>
              </a:lnSpc>
              <a:spcAft>
                <a:spcPts val="1000"/>
              </a:spcAft>
              <a:defRPr sz="5500" b="1" i="0">
                <a:solidFill>
                  <a:srgbClr val="FFFFFF"/>
                </a:solidFill>
                <a:latin typeface="Arial Black"/>
              </a:defRPr>
            </a:pPr>
            <a:r>
              <a:t>SA BAWAT HINAING</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MAGMASID</a:t>
            </a:r>
          </a:p>
          <a:p>
            <a:pPr algn="ctr">
              <a:lnSpc>
                <a:spcPct val="105000"/>
              </a:lnSpc>
              <a:spcAft>
                <a:spcPts val="1000"/>
              </a:spcAft>
              <a:defRPr sz="5500" b="1" i="0">
                <a:solidFill>
                  <a:srgbClr val="FFFFFF"/>
                </a:solidFill>
                <a:latin typeface="Arial Black"/>
              </a:defRPr>
            </a:pPr>
            <a:r>
              <a:t>AT MAMULAT SA KANYANG KAPANGYARIHAN</a:t>
            </a:r>
          </a:p>
          <a:p>
            <a:pPr algn="ctr">
              <a:lnSpc>
                <a:spcPct val="105000"/>
              </a:lnSpc>
              <a:spcAft>
                <a:spcPts val="1000"/>
              </a:spcAft>
              <a:defRPr sz="5500" b="1" i="0">
                <a:solidFill>
                  <a:srgbClr val="FFFFFF"/>
                </a:solidFill>
                <a:latin typeface="Arial Black"/>
              </a:defRPr>
            </a:pPr>
            <a:r>
              <a:t>NABATID MO BA NA SIYA'Y NAGLALAAN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PATULOY NA NAGHAHATID NG TUNAY NA KALAYAAN</a:t>
            </a:r>
          </a:p>
          <a:p>
            <a:pPr algn="ctr">
              <a:lnSpc>
                <a:spcPct val="105000"/>
              </a:lnSpc>
              <a:spcAft>
                <a:spcPts val="1000"/>
              </a:spcAft>
              <a:defRPr sz="5000" b="1" i="0">
                <a:solidFill>
                  <a:srgbClr val="FFFFFF"/>
                </a:solidFill>
                <a:latin typeface="Arial Black"/>
              </a:defRPr>
            </a:pPr>
            <a:r>
              <a:t>MANALIG KA</a:t>
            </a:r>
          </a:p>
          <a:p>
            <a:pPr algn="ctr">
              <a:lnSpc>
                <a:spcPct val="105000"/>
              </a:lnSpc>
              <a:spcAft>
                <a:spcPts val="1000"/>
              </a:spcAft>
              <a:defRPr sz="5000" b="1" i="0">
                <a:solidFill>
                  <a:srgbClr val="FFFFFF"/>
                </a:solidFill>
                <a:latin typeface="Arial Black"/>
              </a:defRPr>
            </a:pPr>
            <a:r>
              <a:t>TUYUIN ANG LUHA SA MGA MATA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HINDI SIYA PANAGINIP</a:t>
            </a:r>
          </a:p>
          <a:p>
            <a:pPr algn="ctr">
              <a:lnSpc>
                <a:spcPct val="105000"/>
              </a:lnSpc>
              <a:spcAft>
                <a:spcPts val="1000"/>
              </a:spcAft>
              <a:defRPr sz="5500" b="1" i="0">
                <a:solidFill>
                  <a:srgbClr val="FFFFFF"/>
                </a:solidFill>
                <a:latin typeface="Arial Black"/>
              </a:defRPr>
            </a:pPr>
            <a:r>
              <a:t>HINDI SIYA ISANG PANGARAP</a:t>
            </a:r>
          </a:p>
          <a:p>
            <a:pPr algn="ctr">
              <a:lnSpc>
                <a:spcPct val="105000"/>
              </a:lnSpc>
              <a:spcAft>
                <a:spcPts val="1000"/>
              </a:spcAft>
              <a:defRPr sz="5500" b="1" i="0">
                <a:solidFill>
                  <a:srgbClr val="FFFFFF"/>
                </a:solidFill>
                <a:latin typeface="Arial Black"/>
              </a:defRPr>
            </a:pPr>
            <a:r>
              <a:t>SIYA AY BUHAY MANALIG KA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ANG NGAYON TILA WALANG MARARATING NA BUKAS</a:t>
            </a:r>
          </a:p>
          <a:p>
            <a:pPr algn="ctr">
              <a:lnSpc>
                <a:spcPct val="105000"/>
              </a:lnSpc>
              <a:spcAft>
                <a:spcPts val="1000"/>
              </a:spcAft>
              <a:defRPr sz="5000" b="1" i="0">
                <a:solidFill>
                  <a:srgbClr val="FFFFFF"/>
                </a:solidFill>
                <a:latin typeface="Arial Black"/>
              </a:defRPr>
            </a:pPr>
            <a:r>
              <a:t>NGUNIT KUNG SIYA ANG ATING HAYAANG MAGLANDAS</a:t>
            </a:r>
          </a:p>
          <a:p>
            <a:pPr algn="ctr">
              <a:lnSpc>
                <a:spcPct val="105000"/>
              </a:lnSpc>
              <a:spcAft>
                <a:spcPts val="1000"/>
              </a:spcAft>
              <a:defRPr sz="5000" b="1" i="0">
                <a:solidFill>
                  <a:srgbClr val="FFFFFF"/>
                </a:solidFill>
                <a:latin typeface="Arial Black"/>
              </a:defRPr>
            </a:pPr>
            <a:r>
              <a:t>PAG-ASA AY MULING MABIBIGKAS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MANALIG KA</a:t>
            </a:r>
          </a:p>
          <a:p>
            <a:pPr algn="ctr">
              <a:lnSpc>
                <a:spcPct val="105000"/>
              </a:lnSpc>
              <a:spcAft>
                <a:spcPts val="1000"/>
              </a:spcAft>
              <a:defRPr sz="5500" b="1" i="0">
                <a:solidFill>
                  <a:srgbClr val="FFFFFF"/>
                </a:solidFill>
                <a:latin typeface="Arial Black"/>
              </a:defRPr>
            </a:pPr>
            <a:r>
              <a:t>TUYUIN ANG LUHA SA MGA MATA</a:t>
            </a:r>
          </a:p>
          <a:p>
            <a:pPr algn="ctr">
              <a:lnSpc>
                <a:spcPct val="105000"/>
              </a:lnSpc>
              <a:spcAft>
                <a:spcPts val="1000"/>
              </a:spcAft>
              <a:defRPr sz="5500" b="1" i="0">
                <a:solidFill>
                  <a:srgbClr val="FFFFFF"/>
                </a:solidFill>
                <a:latin typeface="Arial Black"/>
              </a:defRPr>
            </a:pPr>
            <a:r>
              <a:t>HINDI SIYA PANAGINIP</a:t>
            </a:r>
          </a:p>
          <a:p>
            <a:pPr algn="ctr">
              <a:lnSpc>
                <a:spcPct val="105000"/>
              </a:lnSpc>
              <a:spcAft>
                <a:spcPts val="1000"/>
              </a:spcAft>
              <a:defRPr sz="5500" b="1" i="0">
                <a:solidFill>
                  <a:srgbClr val="FFFFFF"/>
                </a:solidFill>
                <a:latin typeface="Arial Black"/>
              </a:defRPr>
            </a:pPr>
            <a:r>
              <a:t>HINDI SIYA ISANG PANGARAP</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SIYA AY BUHAY MANALIG KA</a:t>
            </a:r>
          </a:p>
          <a:p>
            <a:pPr algn="ctr">
              <a:lnSpc>
                <a:spcPct val="105000"/>
              </a:lnSpc>
              <a:spcAft>
                <a:spcPts val="1000"/>
              </a:spcAft>
              <a:defRPr sz="5500" b="1" i="0">
                <a:solidFill>
                  <a:srgbClr val="FFFFFF"/>
                </a:solidFill>
                <a:latin typeface="Arial Black"/>
              </a:defRPr>
            </a:pPr>
            <a:r>
              <a:t>MANALIG KA (MANALIG KA)</a:t>
            </a:r>
          </a:p>
          <a:p>
            <a:pPr algn="ctr">
              <a:lnSpc>
                <a:spcPct val="105000"/>
              </a:lnSpc>
              <a:spcAft>
                <a:spcPts val="1000"/>
              </a:spcAft>
              <a:defRPr sz="5500" b="1" i="0">
                <a:solidFill>
                  <a:srgbClr val="FFFFFF"/>
                </a:solidFill>
                <a:latin typeface="Arial Black"/>
              </a:defRPr>
            </a:pPr>
            <a:r>
              <a:t>TUYUIN ANG LUHA SA MGA MATA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HINDI SIYA NATUTULOG</a:t>
            </a:r>
          </a:p>
          <a:p>
            <a:pPr algn="ctr">
              <a:lnSpc>
                <a:spcPct val="105000"/>
              </a:lnSpc>
              <a:spcAft>
                <a:spcPts val="1000"/>
              </a:spcAft>
              <a:defRPr sz="5500" b="1" i="0">
                <a:solidFill>
                  <a:srgbClr val="FFFFFF"/>
                </a:solidFill>
                <a:latin typeface="Arial Black"/>
              </a:defRPr>
            </a:pPr>
            <a:r>
              <a:t>HINDI NAKAKALIMOT</a:t>
            </a:r>
          </a:p>
          <a:p>
            <a:pPr algn="ctr">
              <a:lnSpc>
                <a:spcPct val="105000"/>
              </a:lnSpc>
              <a:spcAft>
                <a:spcPts val="1000"/>
              </a:spcAft>
              <a:defRPr sz="5500" b="1" i="0">
                <a:solidFill>
                  <a:srgbClr val="FFFFFF"/>
                </a:solidFill>
                <a:latin typeface="Arial Black"/>
              </a:defRPr>
            </a:pPr>
            <a:r>
              <a:t>KAY HESUS MANALIG KA</a:t>
            </a:r>
          </a:p>
          <a:p>
            <a:pPr algn="ctr">
              <a:lnSpc>
                <a:spcPct val="105000"/>
              </a:lnSpc>
              <a:spcAft>
                <a:spcPts val="1000"/>
              </a:spcAft>
              <a:defRPr sz="5500" b="1" i="0">
                <a:solidFill>
                  <a:srgbClr val="FFFFFF"/>
                </a:solidFill>
                <a:latin typeface="Arial Black"/>
              </a:defRPr>
            </a:pPr>
            <a:r>
              <a:t>KAY HESUS MANALIG KA</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Awit ng Paghahangad</a:t>
            </a:r>
          </a:p>
        </p:txBody>
      </p:sp>
      <p:sp>
        <p:nvSpPr>
          <p:cNvPr id="5" name="TextBox 4"/>
          <p:cNvSpPr txBox="1"/>
          <p:nvPr/>
        </p:nvSpPr>
        <p:spPr>
          <a:xfrm>
            <a:off x="0" y="2587752"/>
            <a:ext cx="182880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OH DIYOS, IKAW ANG LAGING HANAP</a:t>
            </a:r>
          </a:p>
          <a:p>
            <a:pPr algn="ctr">
              <a:lnSpc>
                <a:spcPct val="105000"/>
              </a:lnSpc>
              <a:spcAft>
                <a:spcPts val="1000"/>
              </a:spcAft>
              <a:defRPr sz="5500" b="1" i="0">
                <a:solidFill>
                  <a:srgbClr val="FFFFFF"/>
                </a:solidFill>
                <a:latin typeface="Arial Black"/>
              </a:defRPr>
            </a:pPr>
            <a:r>
              <a:t>LOOB KO'Y IKAW ANG TANGING HANGAD</a:t>
            </a:r>
          </a:p>
          <a:p>
            <a:pPr algn="ctr">
              <a:lnSpc>
                <a:spcPct val="105000"/>
              </a:lnSpc>
              <a:spcAft>
                <a:spcPts val="1000"/>
              </a:spcAft>
              <a:defRPr sz="5500" b="1" i="0">
                <a:solidFill>
                  <a:srgbClr val="FFFFFF"/>
                </a:solidFill>
                <a:latin typeface="Arial Black"/>
              </a:defRPr>
            </a:pPr>
            <a:r>
              <a:t>NAUUHAW AKONG PARANG TIGANG NA LUPA</a:t>
            </a:r>
          </a:p>
          <a:p>
            <a:pPr algn="ctr">
              <a:lnSpc>
                <a:spcPct val="105000"/>
              </a:lnSpc>
              <a:spcAft>
                <a:spcPts val="1000"/>
              </a:spcAft>
              <a:defRPr sz="5500" b="1" i="0">
                <a:solidFill>
                  <a:srgbClr val="FFFFFF"/>
                </a:solidFill>
                <a:latin typeface="Arial Black"/>
              </a:defRPr>
            </a:pPr>
            <a:r>
              <a:t>SA TUBIG NG 'YONG PAG-AARUGA</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IKA'Y PAGMAMASDAN SA DAKONG BANAL</a:t>
            </a:r>
          </a:p>
          <a:p>
            <a:pPr algn="ctr">
              <a:lnSpc>
                <a:spcPct val="105000"/>
              </a:lnSpc>
              <a:spcAft>
                <a:spcPts val="1000"/>
              </a:spcAft>
              <a:defRPr sz="5500" b="1" i="0">
                <a:solidFill>
                  <a:srgbClr val="FFFFFF"/>
                </a:solidFill>
                <a:latin typeface="Arial Black"/>
              </a:defRPr>
            </a:pPr>
            <a:r>
              <a:t>NANG MAKITA KO ANG 'YONG PAGKARANGAL</a:t>
            </a:r>
          </a:p>
          <a:p>
            <a:pPr algn="ctr">
              <a:lnSpc>
                <a:spcPct val="105000"/>
              </a:lnSpc>
              <a:spcAft>
                <a:spcPts val="1000"/>
              </a:spcAft>
              <a:defRPr sz="5500" b="1" i="0">
                <a:solidFill>
                  <a:srgbClr val="FFFFFF"/>
                </a:solidFill>
                <a:latin typeface="Arial Black"/>
              </a:defRPr>
            </a:pPr>
            <a:r>
              <a:t>DADALANGIN AKONG NAKATAAS AKING KAMAY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MAGAGALAK NA AAWIT NG PAPURING IAALAY</a:t>
            </a:r>
          </a:p>
          <a:p>
            <a:pPr algn="ctr">
              <a:lnSpc>
                <a:spcPct val="105000"/>
              </a:lnSpc>
              <a:spcAft>
                <a:spcPts val="1000"/>
              </a:spcAft>
              <a:defRPr sz="5500" b="1" i="0">
                <a:solidFill>
                  <a:srgbClr val="FFFFFF"/>
                </a:solidFill>
                <a:latin typeface="Arial Black"/>
              </a:defRPr>
            </a:pPr>
            <a:r>
              <a:t>GUNITA KO'Y IKAW HABANG NAHIHIMLAY</a:t>
            </a:r>
          </a:p>
          <a:p>
            <a:pPr algn="ctr">
              <a:lnSpc>
                <a:spcPct val="105000"/>
              </a:lnSpc>
              <a:spcAft>
                <a:spcPts val="1000"/>
              </a:spcAft>
              <a:defRPr sz="5500" b="1" i="0">
                <a:solidFill>
                  <a:srgbClr val="FFFFFF"/>
                </a:solidFill>
                <a:latin typeface="Arial Black"/>
              </a:defRPr>
            </a:pPr>
            <a:r>
              <a:t>PAGKAT ANG TULONG MO SA TUWINA'Y TAGLAY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SA LILIM NG IYONG MGA PAKPAK</a:t>
            </a:r>
          </a:p>
          <a:p>
            <a:pPr algn="ctr">
              <a:lnSpc>
                <a:spcPct val="105000"/>
              </a:lnSpc>
              <a:spcAft>
                <a:spcPts val="1000"/>
              </a:spcAft>
              <a:defRPr sz="5500" b="1" i="0">
                <a:solidFill>
                  <a:srgbClr val="FFFFFF"/>
                </a:solidFill>
                <a:latin typeface="Arial Black"/>
              </a:defRPr>
            </a:pPr>
            <a:r>
              <a:t>UMAAWIT AKONG BUONG GALAK</a:t>
            </a:r>
          </a:p>
          <a:p>
            <a:pPr algn="ctr">
              <a:lnSpc>
                <a:spcPct val="105000"/>
              </a:lnSpc>
              <a:spcAft>
                <a:spcPts val="1000"/>
              </a:spcAft>
              <a:defRPr sz="5500" b="1" i="0">
                <a:solidFill>
                  <a:srgbClr val="FFFFFF"/>
                </a:solidFill>
                <a:latin typeface="Arial Black"/>
              </a:defRPr>
            </a:pPr>
            <a:r>
              <a:t>AKING KALULUWA'Y KUMAKAPIT SA 'YO</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000" b="1" i="0">
                <a:solidFill>
                  <a:srgbClr val="FFFFFF"/>
                </a:solidFill>
                <a:latin typeface="Arial Black"/>
              </a:defRPr>
            </a:pPr>
            <a:r>
              <a:t>KALIGTASA'Y T'YAK KONG HAWAK MO AKO</a:t>
            </a:r>
          </a:p>
          <a:p>
            <a:pPr algn="ctr">
              <a:lnSpc>
                <a:spcPct val="105000"/>
              </a:lnSpc>
              <a:spcAft>
                <a:spcPts val="1000"/>
              </a:spcAft>
              <a:defRPr sz="5000" b="1" i="0">
                <a:solidFill>
                  <a:srgbClr val="FFFFFF"/>
                </a:solidFill>
                <a:latin typeface="Arial Black"/>
              </a:defRPr>
            </a:pPr>
            <a:r>
              <a:t>MAGDIRIWANG ANG HARI ANG DIYOS S'YANG DAHILAN</a:t>
            </a:r>
          </a:p>
          <a:p>
            <a:pPr algn="ctr">
              <a:lnSpc>
                <a:spcPct val="105000"/>
              </a:lnSpc>
              <a:spcAft>
                <a:spcPts val="1000"/>
              </a:spcAft>
              <a:defRPr sz="5000" b="1" i="0">
                <a:solidFill>
                  <a:srgbClr val="FFFFFF"/>
                </a:solidFill>
                <a:latin typeface="Arial Black"/>
              </a:defRPr>
            </a:pPr>
            <a:r>
              <a:t>ANG SA IYO AY NANGAKONG GALAK YAONG MAKAKAMTAN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GUNITA KO'Y IKAW HABANG NAHIHIMLAY</a:t>
            </a:r>
          </a:p>
          <a:p>
            <a:pPr algn="ctr">
              <a:lnSpc>
                <a:spcPct val="105000"/>
              </a:lnSpc>
              <a:spcAft>
                <a:spcPts val="1000"/>
              </a:spcAft>
              <a:defRPr sz="5500" b="1" i="0">
                <a:solidFill>
                  <a:srgbClr val="FFFFFF"/>
                </a:solidFill>
                <a:latin typeface="Arial Black"/>
              </a:defRPr>
            </a:pPr>
            <a:r>
              <a:t>PAGKAT ANG TULONG MO SA TUWINA'Y TAGLAY</a:t>
            </a:r>
          </a:p>
          <a:p>
            <a:pPr algn="ctr">
              <a:lnSpc>
                <a:spcPct val="105000"/>
              </a:lnSpc>
              <a:spcAft>
                <a:spcPts val="1000"/>
              </a:spcAft>
              <a:defRPr sz="5500" b="1" i="0">
                <a:solidFill>
                  <a:srgbClr val="FFFFFF"/>
                </a:solidFill>
                <a:latin typeface="Arial Black"/>
              </a:defRPr>
            </a:pPr>
            <a:r>
              <a:t>SA LILIM NG IYONG MGA PAKPAK</a:t>
            </a:r>
          </a:p>
          <a:p>
            <a:pPr algn="ctr">
              <a:lnSpc>
                <a:spcPct val="105000"/>
              </a:lnSpc>
              <a:spcAft>
                <a:spcPts val="10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UMAAWIT, UMAAWIT</a:t>
            </a:r>
          </a:p>
          <a:p>
            <a:pPr algn="ctr">
              <a:lnSpc>
                <a:spcPct val="105000"/>
              </a:lnSpc>
              <a:spcAft>
                <a:spcPts val="10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Communion (2)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Let us pray.</a:t>
            </a:r>
          </a:p>
          <a:p>
            <a:pPr algn="ctr">
              <a:spcAft>
                <a:spcPts val="500"/>
              </a:spcAft>
              <a:defRPr sz="1500" b="0" i="1">
                <a:solidFill>
                  <a:srgbClr val="D8B4FE"/>
                </a:solidFill>
                <a:latin typeface="Georgia"/>
              </a:defRPr>
            </a:pPr>
            <a:r>
              <a:t>The Priest says the Post- Communion Prayer for the day in full from the Roman Missal. The people respond at the end.</a:t>
            </a:r>
          </a:p>
          <a:p>
            <a:pPr algn="ctr">
              <a:spcBef>
                <a:spcPts val="400"/>
              </a:spcBef>
              <a:spcAft>
                <a:spcPts val="500"/>
              </a:spcAft>
              <a:defRPr sz="2000" b="1" i="0">
                <a:solidFill>
                  <a:srgbClr val="FFFFFF"/>
                </a:solidFill>
                <a:latin typeface="Georgia"/>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The Communion Rite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4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20:19-23)</a:t>
            </a:r>
          </a:p>
          <a:p>
            <a:pPr>
              <a:spcAft>
                <a:spcPts val="300"/>
              </a:spcAft>
              <a:defRPr sz="2100" b="0" i="0">
                <a:solidFill>
                  <a:srgbClr val="FFFFFF"/>
                </a:solidFill>
                <a:latin typeface="Georgia"/>
              </a:defRPr>
            </a:pPr>
            <a:r>
              <a:t>“Receive the Holy Spirit!”</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2026-05-24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MASS COLLECTION</a:t>
            </a:r>
          </a:p>
          <a:p>
            <a:pPr algn="ctr">
              <a:spcAft>
                <a:spcPts val="500"/>
              </a:spcAft>
              <a:defRPr sz="1500" b="0" i="1">
                <a:solidFill>
                  <a:srgbClr val="D8B4FE"/>
                </a:solidFill>
                <a:latin typeface="Georgia"/>
              </a:defRPr>
            </a:pPr>
            <a:r>
              <a:t>Thank you for your generosity.</a:t>
            </a:r>
          </a:p>
          <a:p>
            <a:pPr algn="ctr">
              <a:spcAft>
                <a:spcPts val="500"/>
              </a:spcAft>
              <a:defRPr sz="1500" b="0" i="1">
                <a:solidFill>
                  <a:srgbClr val="D8B4FE"/>
                </a:solidFill>
                <a:latin typeface="Georgia"/>
              </a:defRPr>
            </a:pPr>
            <a:r>
              <a:t>Date: Sunday, May 17, 2026</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Collection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FOOD SPONSORS</a:t>
            </a:r>
          </a:p>
          <a:p>
            <a:pPr algn="ctr">
              <a:spcAft>
                <a:spcPts val="500"/>
              </a:spcAft>
              <a:defRPr sz="1500" b="0" i="1">
                <a:solidFill>
                  <a:srgbClr val="D8B4FE"/>
                </a:solidFill>
                <a:latin typeface="Georgia"/>
              </a:defRPr>
            </a:pPr>
            <a:r>
              <a:t>The community thanks our food sponsors.</a:t>
            </a:r>
          </a:p>
          <a:p>
            <a:pPr algn="ctr">
              <a:spcAft>
                <a:spcPts val="500"/>
              </a:spcAft>
              <a:defRPr sz="1500" b="0" i="1">
                <a:solidFill>
                  <a:srgbClr val="D8B4FE"/>
                </a:solidFill>
                <a:latin typeface="Georgia"/>
              </a:defRPr>
            </a:pPr>
            <a:r>
              <a:t>(No sponsors listed — add names in Mass Builder.)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Food Sponsors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CHURCH ANNOUNCEMENTS</a:t>
            </a:r>
          </a:p>
          <a:p>
            <a:pPr algn="ctr">
              <a:spcAft>
                <a:spcPts val="500"/>
              </a:spcAft>
              <a:defRPr sz="1500" b="0" i="1">
                <a:solidFill>
                  <a:srgbClr val="D8B4FE"/>
                </a:solidFill>
                <a:latin typeface="Georgia"/>
              </a:defRPr>
            </a:pPr>
            <a:r>
              <a:t>Insert bulletin points with complete sentences on the following slides or edit this deck.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Announcements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Welcome newcomers!</a:t>
            </a:r>
          </a:p>
          <a:p>
            <a:pPr algn="ctr">
              <a:spcAft>
                <a:spcPts val="500"/>
              </a:spcAft>
              <a:defRPr sz="1500" b="0" i="1">
                <a:solidFill>
                  <a:srgbClr val="D8B4FE"/>
                </a:solidFill>
                <a:latin typeface="Georgia"/>
              </a:defRPr>
            </a:pPr>
            <a:r>
              <a:t>Photo collage optional.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Announcements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Sacrament of Confession</a:t>
            </a:r>
          </a:p>
          <a:p>
            <a:pPr algn="ctr">
              <a:spcAft>
                <a:spcPts val="500"/>
              </a:spcAft>
              <a:defRPr sz="1500" b="0" i="1">
                <a:solidFill>
                  <a:srgbClr val="D8B4FE"/>
                </a:solidFill>
                <a:latin typeface="Georgia"/>
              </a:defRPr>
            </a:pPr>
            <a:r>
              <a:t>The Lord never tires of forgiving us; we are the ones who tire of seeking his mercy. — Pope Francis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Announcements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900" b="1" i="0">
                <a:solidFill>
                  <a:srgbClr val="FFFFFF"/>
                </a:solidFill>
                <a:latin typeface="Georgia"/>
              </a:defRPr>
            </a:pPr>
            <a:r>
              <a:t>Updates and Announcements</a:t>
            </a:r>
          </a:p>
          <a:p>
            <a:pPr algn="ctr">
              <a:spcAft>
                <a:spcPts val="500"/>
              </a:spcAft>
              <a:defRPr sz="1500" b="0" i="1">
                <a:solidFill>
                  <a:srgbClr val="D8B4FE"/>
                </a:solidFill>
                <a:latin typeface="Georgia"/>
              </a:defRPr>
            </a:pPr>
            <a:r>
              <a:t>Name your community page and invitation to follow in full; add a QR code to the slide master if you wish.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Announcements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2000" b="1" i="0">
                <a:solidFill>
                  <a:srgbClr val="D8B4FE"/>
                </a:solidFill>
                <a:latin typeface="Georgia"/>
              </a:defRPr>
            </a:pPr>
            <a:r>
              <a:t>Priest: The Lord be with you.</a:t>
            </a:r>
          </a:p>
          <a:p>
            <a:pPr algn="ctr">
              <a:spcBef>
                <a:spcPts val="400"/>
              </a:spcBef>
              <a:spcAft>
                <a:spcPts val="500"/>
              </a:spcAft>
              <a:defRPr sz="2000" b="1" i="0">
                <a:solidFill>
                  <a:srgbClr val="FFFFFF"/>
                </a:solidFill>
                <a:latin typeface="Georgia"/>
              </a:defRPr>
            </a:pPr>
            <a:r>
              <a:t>All: And with your spirit.</a:t>
            </a:r>
          </a:p>
          <a:p>
            <a:pPr algn="ctr">
              <a:spcBef>
                <a:spcPts val="400"/>
              </a:spcBef>
              <a:spcAft>
                <a:spcPts val="500"/>
              </a:spcAft>
              <a:defRPr sz="2000" b="1" i="0">
                <a:solidFill>
                  <a:srgbClr val="D8B4FE"/>
                </a:solidFill>
                <a:latin typeface="Georgia"/>
              </a:defRPr>
            </a:pPr>
            <a:r>
              <a:t>Priest: May almighty God bless you, the Father, and the Son, and the Holy Spirit.</a:t>
            </a:r>
          </a:p>
          <a:p>
            <a:pPr algn="ctr">
              <a:spcBef>
                <a:spcPts val="400"/>
              </a:spcBef>
              <a:spcAft>
                <a:spcPts val="500"/>
              </a:spcAft>
              <a:defRPr sz="2000" b="1" i="0">
                <a:solidFill>
                  <a:srgbClr val="FFFFFF"/>
                </a:solidFill>
                <a:latin typeface="Georgia"/>
              </a:defRPr>
            </a:pPr>
            <a:r>
              <a:t>All: Amen.</a:t>
            </a:r>
          </a:p>
          <a:p>
            <a:pPr algn="ctr">
              <a:spcBef>
                <a:spcPts val="400"/>
              </a:spcBef>
              <a:spcAft>
                <a:spcPts val="500"/>
              </a:spcAft>
              <a:defRPr sz="2000" b="1" i="0">
                <a:solidFill>
                  <a:srgbClr val="D8B4FE"/>
                </a:solidFill>
                <a:latin typeface="Georgia"/>
              </a:defRPr>
            </a:pPr>
            <a:r>
              <a:t>Priest: Go in peace, glorifying the Lord by your life.</a:t>
            </a:r>
          </a:p>
          <a:p>
            <a:pPr algn="ctr">
              <a:spcBef>
                <a:spcPts val="400"/>
              </a:spcBef>
              <a:spcAft>
                <a:spcPts val="500"/>
              </a:spcAft>
              <a:defRPr sz="2000" b="1" i="0">
                <a:solidFill>
                  <a:srgbClr val="FFFFFF"/>
                </a:solidFill>
                <a:latin typeface="Georgia"/>
              </a:defRPr>
            </a:pPr>
            <a:r>
              <a:t>All: Thanks be to God.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Final Blessing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Go Make a Difference</a:t>
            </a:r>
          </a:p>
        </p:txBody>
      </p:sp>
      <p:sp>
        <p:nvSpPr>
          <p:cNvPr id="5" name="TextBox 4"/>
          <p:cNvSpPr txBox="1"/>
          <p:nvPr/>
        </p:nvSpPr>
        <p:spPr>
          <a:xfrm>
            <a:off x="0" y="2587752"/>
            <a:ext cx="18288000" cy="683056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GO MAKE A DIFFERENCE;</a:t>
            </a:r>
          </a:p>
          <a:p>
            <a:pPr algn="ctr">
              <a:lnSpc>
                <a:spcPct val="105000"/>
              </a:lnSpc>
              <a:spcAft>
                <a:spcPts val="1000"/>
              </a:spcAft>
              <a:defRPr sz="5500" b="1" i="0">
                <a:solidFill>
                  <a:srgbClr val="FFFFFF"/>
                </a:solidFill>
                <a:latin typeface="Arial Black"/>
              </a:defRPr>
            </a:pPr>
            <a:r>
              <a:t>WE CAN MAKE A DIFFERENCE</a:t>
            </a:r>
          </a:p>
          <a:p>
            <a:pPr algn="ctr">
              <a:lnSpc>
                <a:spcPct val="105000"/>
              </a:lnSpc>
              <a:spcAft>
                <a:spcPts val="1000"/>
              </a:spcAft>
              <a:defRPr sz="5500" b="1" i="0">
                <a:solidFill>
                  <a:srgbClr val="FFFFFF"/>
                </a:solidFill>
                <a:latin typeface="Arial Black"/>
              </a:defRPr>
            </a:pPr>
            <a:r>
              <a:t>IN THE NAME OF THE LORD.</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WE ARE SENT IN THE POWER OF LOVE,</a:t>
            </a:r>
          </a:p>
          <a:p>
            <a:pPr algn="ctr">
              <a:lnSpc>
                <a:spcPct val="105000"/>
              </a:lnSpc>
              <a:spcAft>
                <a:spcPts val="1000"/>
              </a:spcAft>
              <a:defRPr sz="5500" b="1" i="0">
                <a:solidFill>
                  <a:srgbClr val="FFFFFF"/>
                </a:solidFill>
                <a:latin typeface="Arial Black"/>
              </a:defRPr>
            </a:pPr>
            <a:r>
              <a:t>BEARING PEACE LIKE A PURE, HOLY DOVE</a:t>
            </a:r>
          </a:p>
          <a:p>
            <a:pPr algn="ctr">
              <a:lnSpc>
                <a:spcPct val="105000"/>
              </a:lnSpc>
              <a:spcAft>
                <a:spcPts val="1000"/>
              </a:spcAft>
              <a:defRPr sz="5500" b="1" i="0">
                <a:solidFill>
                  <a:srgbClr val="FFFFFF"/>
                </a:solidFill>
                <a:latin typeface="Arial Black"/>
              </a:defRPr>
            </a:pPr>
            <a:r>
              <a:t>TO EVERY NATION, EVERY LAND.</a:t>
            </a:r>
          </a:p>
          <a:p>
            <a:pPr algn="ctr">
              <a:lnSpc>
                <a:spcPct val="105000"/>
              </a:lnSpc>
              <a:spcAft>
                <a:spcPts val="1000"/>
              </a:spcAft>
              <a:defRPr sz="5500" b="1" i="0">
                <a:solidFill>
                  <a:srgbClr val="FFFFFF"/>
                </a:solidFill>
                <a:latin typeface="Arial Black"/>
              </a:defRPr>
            </a:pPr>
            <a:r>
              <a:t>GO MAKE A DIFFERENCE.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GO MAKE A DIFFERENCE;</a:t>
            </a:r>
          </a:p>
          <a:p>
            <a:pPr algn="ctr">
              <a:lnSpc>
                <a:spcPct val="105000"/>
              </a:lnSpc>
              <a:spcAft>
                <a:spcPts val="1000"/>
              </a:spcAft>
              <a:defRPr sz="5500" b="1" i="0">
                <a:solidFill>
                  <a:srgbClr val="FFFFFF"/>
                </a:solidFill>
                <a:latin typeface="Arial Black"/>
              </a:defRPr>
            </a:pPr>
            <a:r>
              <a:t>WE CAN MAKE A DIFFERENCE</a:t>
            </a:r>
          </a:p>
          <a:p>
            <a:pPr algn="ctr">
              <a:lnSpc>
                <a:spcPct val="105000"/>
              </a:lnSpc>
              <a:spcAft>
                <a:spcPts val="1000"/>
              </a:spcAft>
              <a:defRPr sz="5500" b="1" i="0">
                <a:solidFill>
                  <a:srgbClr val="FFFFFF"/>
                </a:solidFill>
                <a:latin typeface="Arial Black"/>
              </a:defRPr>
            </a:pPr>
            <a:r>
              <a:t>IN THE NAME OF THE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WE ARE THE SALT OF THE EARTH,</a:t>
            </a:r>
          </a:p>
          <a:p>
            <a:pPr algn="ctr">
              <a:lnSpc>
                <a:spcPct val="105000"/>
              </a:lnSpc>
              <a:spcAft>
                <a:spcPts val="1000"/>
              </a:spcAft>
              <a:defRPr sz="5500" b="1" i="0">
                <a:solidFill>
                  <a:srgbClr val="FFFFFF"/>
                </a:solidFill>
                <a:latin typeface="Arial Black"/>
              </a:defRPr>
            </a:pPr>
            <a:r>
              <a:t>CALLED TO GIVE THE WORLD A NEW TASTE:</a:t>
            </a:r>
          </a:p>
          <a:p>
            <a:pPr algn="ctr">
              <a:lnSpc>
                <a:spcPct val="105000"/>
              </a:lnSpc>
              <a:spcAft>
                <a:spcPts val="1000"/>
              </a:spcAft>
              <a:defRPr sz="5500" b="1" i="0">
                <a:solidFill>
                  <a:srgbClr val="FFFFFF"/>
                </a:solidFill>
                <a:latin typeface="Arial Black"/>
              </a:defRPr>
            </a:pPr>
            <a:r>
              <a:t>LOVE, JUSTICE, MERCY, AND PRAISE.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GO MAKE A DIFFERENCE.</a:t>
            </a:r>
          </a:p>
          <a:p>
            <a:pPr algn="ctr">
              <a:lnSpc>
                <a:spcPct val="105000"/>
              </a:lnSpc>
              <a:spcAft>
                <a:spcPts val="1000"/>
              </a:spcAft>
              <a:defRPr sz="5500" b="1" i="0">
                <a:solidFill>
                  <a:srgbClr val="FFFFFF"/>
                </a:solidFill>
                <a:latin typeface="Arial Black"/>
              </a:defRPr>
            </a:pPr>
            <a:r>
              <a:t>GO MAKE A DIFFERENCE;</a:t>
            </a:r>
          </a:p>
          <a:p>
            <a:pPr algn="ctr">
              <a:lnSpc>
                <a:spcPct val="105000"/>
              </a:lnSpc>
              <a:spcAft>
                <a:spcPts val="1000"/>
              </a:spcAft>
              <a:defRPr sz="5500" b="1" i="0">
                <a:solidFill>
                  <a:srgbClr val="FFFFFF"/>
                </a:solidFill>
                <a:latin typeface="Arial Black"/>
              </a:defRPr>
            </a:pPr>
            <a:r>
              <a:t>WE CAN MAKE A DIFFERENCE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IN THE NAME OF THE LORD.</a:t>
            </a:r>
          </a:p>
          <a:p>
            <a:pPr algn="ctr">
              <a:lnSpc>
                <a:spcPct val="105000"/>
              </a:lnSpc>
              <a:spcAft>
                <a:spcPts val="1000"/>
              </a:spcAft>
              <a:defRPr sz="5500" b="1" i="0">
                <a:solidFill>
                  <a:srgbClr val="FFFFFF"/>
                </a:solidFill>
                <a:latin typeface="Arial Black"/>
              </a:defRPr>
            </a:pPr>
            <a:r>
              <a:t>WE ARE A LIGHT ON THE HILL,</a:t>
            </a:r>
          </a:p>
          <a:p>
            <a:pPr algn="ctr">
              <a:lnSpc>
                <a:spcPct val="105000"/>
              </a:lnSpc>
              <a:spcAft>
                <a:spcPts val="1000"/>
              </a:spcAft>
              <a:defRPr sz="5500" b="1" i="0">
                <a:solidFill>
                  <a:srgbClr val="FFFFFF"/>
                </a:solidFill>
                <a:latin typeface="Arial Black"/>
              </a:defRPr>
            </a:pPr>
            <a:r>
              <a:t>MAY OUR GOOD DEEDS SHINE, LORD, UNTIL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0" y="1490472"/>
            <a:ext cx="18288000" cy="7927848"/>
          </a:xfrm>
          <a:prstGeom prst="rect">
            <a:avLst/>
          </a:prstGeom>
          <a:noFill/>
        </p:spPr>
        <p:txBody>
          <a:bodyPr wrap="square" lIns="109728" rIns="109728" tIns="73152" bIns="73152" anchor="ctr">
            <a:noAutofit/>
          </a:bodyPr>
          <a:lstStyle/>
          <a:p>
            <a:pPr algn="ctr">
              <a:lnSpc>
                <a:spcPct val="105000"/>
              </a:lnSpc>
              <a:spcAft>
                <a:spcPts val="1000"/>
              </a:spcAft>
              <a:defRPr sz="5500" b="1" i="0">
                <a:solidFill>
                  <a:srgbClr val="FFFFFF"/>
                </a:solidFill>
                <a:latin typeface="Arial Black"/>
              </a:defRPr>
            </a:pPr>
            <a:r>
              <a:t>ALL KNOW YOUR KINGDOM IS NEAR.</a:t>
            </a:r>
          </a:p>
          <a:p>
            <a:pPr algn="ctr">
              <a:lnSpc>
                <a:spcPct val="105000"/>
              </a:lnSpc>
              <a:spcAft>
                <a:spcPts val="1000"/>
              </a:spcAft>
              <a:defRPr sz="5500" b="1" i="0">
                <a:solidFill>
                  <a:srgbClr val="FFFFFF"/>
                </a:solidFill>
                <a:latin typeface="Arial Black"/>
              </a:defRPr>
            </a:pPr>
            <a:r>
              <a:t>GO MAKE A DIFFERENCE.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Georgia"/>
              </a:defRPr>
            </a:pPr>
            <a:r>
              <a:t>Gwangju Filipino Catholic Community</a:t>
            </a:r>
          </a:p>
          <a:p>
            <a:pPr>
              <a:spcBef>
                <a:spcPts val="200"/>
              </a:spcBef>
              <a:defRPr sz="1200" b="0" i="0">
                <a:solidFill>
                  <a:srgbClr val="FFCC4D"/>
                </a:solidFill>
                <a:latin typeface="Georgia"/>
              </a:defRPr>
            </a:pPr>
            <a:r>
              <a:t>Recessional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4May2026_Eastertide_16x9.png"/>
          <p:cNvPicPr>
            <a:picLocks noChangeAspect="1"/>
          </p:cNvPicPr>
          <p:nvPr/>
        </p:nvPicPr>
        <p:blipFill>
          <a:blip r:embed="rId2"/>
          <a:stretch>
            <a:fillRect/>
          </a:stretch>
        </p:blipFill>
        <p:spPr>
          <a:xfrm>
            <a:off x="0" y="0"/>
            <a:ext cx="18288000" cy="10287000"/>
          </a:xfrm>
          <a:prstGeom prst="rect">
            <a:avLst/>
          </a:prstGeom>
        </p:spPr>
      </p:pic>
      <p:pic>
        <p:nvPicPr>
          <p:cNvPr id="3" name="Picture 2" descr="community_logo.png"/>
          <p:cNvPicPr>
            <a:picLocks noChangeAspect="1"/>
          </p:cNvPicPr>
          <p:nvPr/>
        </p:nvPicPr>
        <p:blipFill>
          <a:blip r:embed="rId3"/>
          <a:stretch>
            <a:fillRect/>
          </a:stretch>
        </p:blipFill>
        <p:spPr>
          <a:xfrm>
            <a:off x="914400" y="256032"/>
            <a:ext cx="387682" cy="384048"/>
          </a:xfrm>
          <a:prstGeom prst="rect">
            <a:avLst/>
          </a:prstGeom>
        </p:spPr>
      </p:pic>
      <p:sp>
        <p:nvSpPr>
          <p:cNvPr id="4" name="TextBox 3"/>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5" name="TextBox 4"/>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2100" b="1" i="0">
                <a:solidFill>
                  <a:srgbClr val="D8B4FE"/>
                </a:solidFill>
                <a:latin typeface="Georgia"/>
              </a:defRPr>
            </a:pPr>
            <a:r>
              <a:t>MASS CELEBRANT:</a:t>
            </a:r>
          </a:p>
          <a:p>
            <a:pPr>
              <a:spcAft>
                <a:spcPts val="300"/>
              </a:spcAft>
              <a:defRPr sz="2100" b="0" i="0">
                <a:solidFill>
                  <a:srgbClr val="FFFFFF"/>
                </a:solidFill>
                <a:latin typeface="Georgia"/>
              </a:defRPr>
            </a:pPr>
            <a:r>
              <a:t>Rev. Fr. Jonrey Lauron, RCJ</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Gwangju</a:t>
            </a:r>
            <a:br/>
            <a:r>
              <a:t>Filipino</a:t>
            </a:r>
            <a:br/>
            <a:r>
              <a:t>Catholic</a:t>
            </a:r>
            <a:br/>
            <a:r>
              <a:t>Community</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Gospel (John 20:19-23)</a:t>
            </a:r>
          </a:p>
          <a:p>
            <a:pPr>
              <a:spcAft>
                <a:spcPts val="300"/>
              </a:spcAft>
              <a:defRPr sz="2100" b="0" i="0">
                <a:solidFill>
                  <a:srgbClr val="FFFFFF"/>
                </a:solidFill>
                <a:latin typeface="Georgia"/>
              </a:defRPr>
            </a:pPr>
            <a:r>
              <a:t>“Receive the Holy Spirit!”</a:t>
            </a:r>
          </a:p>
          <a:p>
            <a:pPr>
              <a:spcAft>
                <a:spcPts val="300"/>
              </a:spcAft>
              <a:defRPr sz="2100" b="0" i="0">
                <a:solidFill>
                  <a:srgbClr val="FFFFFF"/>
                </a:solidFill>
                <a:latin typeface="Georgia"/>
              </a:defRPr>
            </a:pPr>
          </a:p>
          <a:p>
            <a:pPr>
              <a:spcAft>
                <a:spcPts val="300"/>
              </a:spcAft>
              <a:defRPr sz="2100" b="0" i="0">
                <a:solidFill>
                  <a:srgbClr val="FFFFFF"/>
                </a:solidFill>
                <a:latin typeface="Georgia"/>
              </a:defRPr>
            </a:pPr>
            <a:r>
              <a:t>YEAR A</a:t>
            </a:r>
          </a:p>
          <a:p>
            <a:pPr>
              <a:spcAft>
                <a:spcPts val="300"/>
              </a:spcAft>
              <a:defRPr sz="2100" b="0" i="0">
                <a:solidFill>
                  <a:srgbClr val="FFFFFF"/>
                </a:solidFill>
                <a:latin typeface="Georgia"/>
              </a:defRPr>
            </a:pPr>
            <a:r>
              <a:t>2026-05-24 · Eastertide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Mass poster / divider</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24May2026_Eastertide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211733"/>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Georgia"/>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1500" b="0" i="1">
                <a:solidFill>
                  <a:srgbClr val="D8B4FE"/>
                </a:solidFill>
                <a:latin typeface="Georgia"/>
              </a:defRPr>
            </a:pPr>
            <a:r>
              <a:t>Below: World English Bible (WEB) fallback — verify NABRE on bible.usccb.org.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F8C66A"/>
                </a:solidFill>
                <a:latin typeface="Georgia"/>
              </a:defRPr>
            </a:pPr>
            <a:r>
              <a:t>Gwangju Filipino Catholic Community</a:t>
            </a:r>
          </a:p>
          <a:p>
            <a:pPr>
              <a:spcBef>
                <a:spcPts val="200"/>
              </a:spcBef>
              <a:defRPr sz="1200" b="0" i="0">
                <a:solidFill>
                  <a:srgbClr val="D8B4FE"/>
                </a:solidFill>
                <a:latin typeface="Georgia"/>
              </a:defRPr>
            </a:pPr>
            <a:r>
              <a:t>Scripture 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