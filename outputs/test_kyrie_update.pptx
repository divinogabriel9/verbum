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Lst>
  <p:sldSz cx="18288000" cy="10287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 Id="rId65" Type="http://schemas.openxmlformats.org/officeDocument/2006/relationships/slide" Target="slides/slide59.xml"/><Relationship Id="rId66" Type="http://schemas.openxmlformats.org/officeDocument/2006/relationships/slide" Target="slides/slide60.xml"/><Relationship Id="rId67" Type="http://schemas.openxmlformats.org/officeDocument/2006/relationships/slide" Target="slides/slide61.xml"/><Relationship Id="rId68" Type="http://schemas.openxmlformats.org/officeDocument/2006/relationships/slide" Target="slides/slide62.xml"/><Relationship Id="rId69" Type="http://schemas.openxmlformats.org/officeDocument/2006/relationships/slide" Target="slides/slide63.xml"/><Relationship Id="rId70" Type="http://schemas.openxmlformats.org/officeDocument/2006/relationships/slide" Target="slides/slide64.xml"/><Relationship Id="rId71" Type="http://schemas.openxmlformats.org/officeDocument/2006/relationships/slide" Target="slides/slide6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21216"/>
        </a:solidFill>
        <a:effectLst/>
      </p:bgPr>
    </p:bg>
    <p:spTree>
      <p:nvGrpSpPr>
        <p:cNvPr id="1" name=""/>
        <p:cNvGrpSpPr/>
        <p:nvPr/>
      </p:nvGrpSpPr>
      <p:grpSpPr/>
      <p:sp>
        <p:nvSpPr>
          <p:cNvPr id="87" name="Google Shape;87;p13"/>
          <p:cNvSpPr txBox="1"/>
          <p:nvPr/>
        </p:nvSpPr>
        <p:spPr>
          <a:xfrm>
            <a:off x="685800" y="3428995"/>
            <a:ext cx="16916400" cy="1720500"/>
          </a:xfrm>
          <a:prstGeom prst="rect">
            <a:avLst/>
          </a:prstGeom>
          <a:noFill/>
          <a:ln>
            <a:noFill/>
          </a:ln>
          <a:effectLst>
            <a:outerShdw blurRad="57150" rotWithShape="0" algn="bl" dir="5400000" dist="19050">
              <a:srgbClr val="000000">
                <a:alpha val="50000"/>
              </a:srgbClr>
            </a:outerShdw>
          </a:effectLst>
        </p:spPr>
        <p:txBody>
          <a:bodyPr anchorCtr="0" anchor="t" bIns="73150" lIns="109725" spcFirstLastPara="1" rIns="109725" wrap="square" tIns="73150">
            <a:spAutoFit/>
          </a:bodyPr>
          <a:lstStyle/>
          <a:p>
            <a:pPr indent="0" lvl="0" marL="0" marR="0" rtl="0" algn="ctr">
              <a:spcBef>
                <a:spcPts val="0"/>
              </a:spcBef>
              <a:spcAft>
                <a:spcPts val="0"/>
              </a:spcAft>
              <a:buNone/>
              <a:defRPr/>
            </a:pPr>
            <a:r>
              <a:rPr b="1" i="0" lang="en-US" sz="5100" u="none" cap="none" strike="noStrike">
                <a:solidFill>
                  <a:srgbClr val="FAF8F4"/>
                </a:solidFill>
                <a:latin typeface="Calibri"/>
                <a:ea typeface="Calibri"/>
                <a:cs typeface="Calibri"/>
                <a:sym typeface="Calibri"/>
              </a:rPr>
              <a:t>PUT YOUR CELLPHONE ON SILENT MODE DURING THE MASS.</a:t>
            </a:r>
            <a:endParaRPr sz="4600"/>
          </a:p>
          <a:p>
            <a:pPr indent="0" lvl="0" marL="0" marR="0" rtl="0" algn="ctr">
              <a:spcBef>
                <a:spcPts val="500"/>
              </a:spcBef>
              <a:spcAft>
                <a:spcPts val="0"/>
              </a:spcAft>
              <a:buNone/>
              <a:defRPr/>
            </a:pPr>
            <a:r>
              <a:rPr b="0" i="1" lang="en-US" sz="4700" u="none" cap="none" strike="noStrike">
                <a:solidFill>
                  <a:srgbClr val="FFDA91"/>
                </a:solidFill>
                <a:latin typeface="Calibri"/>
                <a:ea typeface="Calibri"/>
                <a:cs typeface="Calibri"/>
                <a:sym typeface="Calibri"/>
              </a:rPr>
              <a:t>Thank you.</a:t>
            </a:r>
            <a:endParaRPr sz="4600"/>
          </a:p>
        </p:txBody>
      </p:sp>
      <p:sp>
        <p:nvSpPr>
          <p:cNvPr id="88" name="TextBox 87"/>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a:solidFill>
                  <a:srgbClr val="DCAA5A"/>
                </a:solidFill>
                <a:latin typeface="Calibri"/>
              </a:defRPr>
            </a:pPr>
            <a:r>
              <a:t>Pre-Mass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21216"/>
        </a:solidFill>
        <a:effectLst/>
      </p:bgPr>
    </p:bg>
    <p:spTree>
      <p:nvGrpSpPr>
        <p:cNvPr id="1" name=""/>
        <p:cNvGrpSpPr/>
        <p:nvPr/>
      </p:nvGrpSpPr>
      <p:grpSpPr/>
      <p:sp>
        <p:nvSpPr>
          <p:cNvPr id="2" name="TextBox 1"/>
          <p:cNvSpPr txBox="1"/>
          <p:nvPr/>
        </p:nvSpPr>
        <p:spPr>
          <a:xfrm>
            <a:off x="914400" y="603504"/>
            <a:ext cx="16459200" cy="658368"/>
          </a:xfrm>
          <a:prstGeom prst="rect">
            <a:avLst/>
          </a:prstGeom>
          <a:noFill/>
        </p:spPr>
        <p:txBody>
          <a:bodyPr wrap="square" lIns="109728" rIns="109728" tIns="73152" bIns="73152">
            <a:noAutofit/>
          </a:bodyPr>
          <a:lstStyle/>
          <a:p>
            <a:pPr algn="ctr">
              <a:lnSpc>
                <a:spcPct val="108000"/>
              </a:lnSpc>
              <a:defRPr sz="2800" b="1" i="0">
                <a:solidFill>
                  <a:srgbClr val="DCAA5A"/>
                </a:solidFill>
                <a:latin typeface="Aptos"/>
              </a:defRPr>
            </a:pPr>
            <a:r>
              <a:t>Test Mass</a:t>
            </a:r>
          </a:p>
        </p:txBody>
      </p:sp>
      <p:sp>
        <p:nvSpPr>
          <p:cNvPr id="3" name="TextBox 2"/>
          <p:cNvSpPr txBox="1"/>
          <p:nvPr/>
        </p:nvSpPr>
        <p:spPr>
          <a:xfrm>
            <a:off x="914400" y="1316736"/>
            <a:ext cx="16459200" cy="502920"/>
          </a:xfrm>
          <a:prstGeom prst="rect">
            <a:avLst/>
          </a:prstGeom>
          <a:noFill/>
        </p:spPr>
        <p:txBody>
          <a:bodyPr wrap="square" lIns="109728" rIns="109728" tIns="73152" bIns="73152">
            <a:noAutofit/>
          </a:bodyPr>
          <a:lstStyle/>
          <a:p>
            <a:pPr algn="ctr">
              <a:lnSpc>
                <a:spcPct val="108000"/>
              </a:lnSpc>
              <a:defRPr sz="2600" b="0" i="0">
                <a:solidFill>
                  <a:srgbClr val="9B9BA5"/>
                </a:solidFill>
                <a:latin typeface="Aptos"/>
              </a:defRPr>
            </a:pPr>
            <a:r>
              <a:t>2026-04-26</a:t>
            </a:r>
          </a:p>
        </p:txBody>
      </p:sp>
      <p:sp>
        <p:nvSpPr>
          <p:cNvPr id="4" name="TextBox 3"/>
          <p:cNvSpPr txBox="1"/>
          <p:nvPr/>
        </p:nvSpPr>
        <p:spPr>
          <a:xfrm>
            <a:off x="914400" y="2203704"/>
            <a:ext cx="16459200" cy="6071616"/>
          </a:xfrm>
          <a:prstGeom prst="rect">
            <a:avLst/>
          </a:prstGeom>
          <a:noFill/>
        </p:spPr>
        <p:txBody>
          <a:bodyPr wrap="square" lIns="109728" rIns="109728" tIns="73152" bIns="73152" anchor="ctr">
            <a:noAutofit/>
          </a:bodyPr>
          <a:lstStyle/>
          <a:p>
            <a:pPr algn="ctr">
              <a:lnSpc>
                <a:spcPct val="108000"/>
              </a:lnSpc>
              <a:defRPr sz="7200" b="1" i="0">
                <a:solidFill>
                  <a:srgbClr val="F5F5F5"/>
                </a:solidFill>
                <a:latin typeface="Aptos Display"/>
              </a:defRPr>
            </a:pPr>
            <a:r>
              <a:t>“For God so loved the world.”</a:t>
            </a:r>
          </a:p>
        </p:txBody>
      </p:sp>
      <p:sp>
        <p:nvSpPr>
          <p:cNvPr id="5" name="TextBox 4"/>
          <p:cNvSpPr txBox="1"/>
          <p:nvPr/>
        </p:nvSpPr>
        <p:spPr>
          <a:xfrm>
            <a:off x="914400" y="8458200"/>
            <a:ext cx="16459200" cy="457200"/>
          </a:xfrm>
          <a:prstGeom prst="rect">
            <a:avLst/>
          </a:prstGeom>
          <a:noFill/>
        </p:spPr>
        <p:txBody>
          <a:bodyPr wrap="square" lIns="109728" rIns="109728" tIns="73152" bIns="73152">
            <a:noAutofit/>
          </a:bodyPr>
          <a:lstStyle/>
          <a:p>
            <a:pPr algn="ctr">
              <a:lnSpc>
                <a:spcPct val="108000"/>
              </a:lnSpc>
              <a:defRPr sz="3000" b="0" i="0">
                <a:solidFill>
                  <a:srgbClr val="9B9BA5"/>
                </a:solidFill>
                <a:latin typeface="Aptos"/>
              </a:defRPr>
            </a:pPr>
            <a:r>
              <a:t>Jn 3:16</a:t>
            </a:r>
          </a:p>
        </p:txBody>
      </p:sp>
      <p:sp>
        <p:nvSpPr>
          <p:cNvPr id="6" name="TextBox 5"/>
          <p:cNvSpPr txBox="1"/>
          <p:nvPr/>
        </p:nvSpPr>
        <p:spPr>
          <a:xfrm>
            <a:off x="914400" y="9628632"/>
            <a:ext cx="16459200" cy="502920"/>
          </a:xfrm>
          <a:prstGeom prst="rect">
            <a:avLst/>
          </a:prstGeom>
          <a:noFill/>
        </p:spPr>
        <p:txBody>
          <a:bodyPr wrap="square" lIns="109728" rIns="109728" tIns="73152" bIns="73152">
            <a:noAutofit/>
          </a:bodyPr>
          <a:lstStyle/>
          <a:p>
            <a:pPr algn="ctr">
              <a:defRPr sz="1800" b="0" i="0">
                <a:solidFill>
                  <a:srgbClr val="9B9BA5"/>
                </a:solidFill>
                <a:latin typeface="Aptos"/>
              </a:defRPr>
            </a:pPr>
            <a:r>
              <a:t>Fr. Test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121216"/>
        </a:solidFill>
        <a:effectLst/>
      </p:bgPr>
    </p:bg>
    <p:spTree>
      <p:nvGrpSpPr>
        <p:cNvPr id="1" name=""/>
        <p:cNvGrpSpPr/>
        <p:nvPr/>
      </p:nvGrpSpPr>
      <p:grpSpPr/>
      <p:sp>
        <p:nvSpPr>
          <p:cNvPr id="2" name="TextBox 1"/>
          <p:cNvSpPr txBox="1"/>
          <p:nvPr/>
        </p:nvSpPr>
        <p:spPr>
          <a:xfrm>
            <a:off x="914400" y="530352"/>
            <a:ext cx="16459200" cy="8750808"/>
          </a:xfrm>
          <a:prstGeom prst="rect">
            <a:avLst/>
          </a:prstGeom>
          <a:noFill/>
        </p:spPr>
        <p:txBody>
          <a:bodyPr wrap="square" lIns="109728" rIns="109728" tIns="73152" bIns="73152">
            <a:noAutofit/>
          </a:bodyPr>
          <a:lstStyle/>
          <a:p>
            <a:pPr algn="ctr">
              <a:spcAft>
                <a:spcPts val="500"/>
              </a:spcAft>
              <a:defRPr sz="5500" b="0" i="0">
                <a:solidFill>
                  <a:srgbClr val="F5F5F5"/>
                </a:solidFill>
                <a:latin typeface="Calibri"/>
              </a:defRPr>
            </a:pPr>
            <a:r>
              <a:t>No Entrance hymn lyrics were selected. Choose one Entrance song in Mass Flow or save lyrics in Lyrics Studio before generating.</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a:solidFill>
                  <a:srgbClr val="DCAA5A"/>
                </a:solidFill>
                <a:latin typeface="Calibri"/>
              </a:defRPr>
            </a:pPr>
            <a:r>
              <a:t>Entrance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gradFill rotWithShape="1">
          <a:gsLst>
            <a:gs pos="0">
              <a:srgbClr val="0A0A0C"/>
            </a:gs>
            <a:gs pos="100000">
              <a:srgbClr val="545457"/>
            </a:gs>
          </a:gsLst>
          <a:lin scaled="0" ang="0"/>
        </a:gradFill>
        <a:effectLst/>
      </p:bgPr>
    </p:bg>
    <p:spTree>
      <p:nvGrpSpPr>
        <p:cNvPr id="1" name=""/>
        <p:cNvGrpSpPr/>
        <p:nvPr/>
      </p:nvGrpSpPr>
      <p:grpSpPr/>
      <p:sp>
        <p:nvSpPr>
          <p:cNvPr id="2" name="Rounded Rectangle 1"/>
          <p:cNvSpPr/>
          <p:nvPr/>
        </p:nvSpPr>
        <p:spPr>
          <a:xfrm>
            <a:off x="6856171" y="1269187"/>
            <a:ext cx="10943539" cy="6128308"/>
          </a:xfrm>
          <a:prstGeom prst="roundRect">
            <a:avLst>
              <a:gd name="adj" fmla="val 16670"/>
            </a:avLst>
          </a:prstGeom>
          <a:solidFill>
            <a:srgbClr val="121216">
              <a:alpha val="44706"/>
            </a:srgbClr>
          </a:solidFill>
          <a:ln w="14299" cap="sq">
            <a:solidFill>
              <a:srgbClr val="636365">
                <a:alpha val="44706"/>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900684" y="8503005"/>
            <a:ext cx="16486632" cy="1112824"/>
          </a:xfrm>
          <a:prstGeom prst="roundRect">
            <a:avLst>
              <a:gd name="adj" fmla="val 16670"/>
            </a:avLst>
          </a:prstGeom>
          <a:solidFill>
            <a:srgbClr val="0E0E11">
              <a:alpha val="60784"/>
            </a:srgbClr>
          </a:solidFill>
          <a:ln w="14299" cap="sq">
            <a:solidFill>
              <a:srgbClr val="0E0E11">
                <a:alpha val="60784"/>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284732" y="2390241"/>
            <a:ext cx="4209897" cy="638251"/>
          </a:xfrm>
          <a:prstGeom prst="rect">
            <a:avLst/>
          </a:prstGeom>
          <a:noFill/>
        </p:spPr>
        <p:txBody>
          <a:bodyPr wrap="square" lIns="109728" rIns="109728" tIns="73152" bIns="73152" anchor="ctr">
            <a:noAutofit/>
          </a:bodyPr>
          <a:lstStyle/>
          <a:p>
            <a:pPr algn="ctr">
              <a:lnSpc>
                <a:spcPct val="108000"/>
              </a:lnSpc>
              <a:defRPr sz="3700" b="1" i="0">
                <a:solidFill>
                  <a:srgbClr val="EBCE9F"/>
                </a:solidFill>
                <a:latin typeface="Calibri"/>
              </a:defRPr>
            </a:pPr>
            <a:r>
              <a:t>MASS CELEBRANT:</a:t>
            </a:r>
          </a:p>
        </p:txBody>
      </p:sp>
      <p:sp>
        <p:nvSpPr>
          <p:cNvPr id="5" name="TextBox 4"/>
          <p:cNvSpPr txBox="1"/>
          <p:nvPr/>
        </p:nvSpPr>
        <p:spPr>
          <a:xfrm>
            <a:off x="267004" y="3053181"/>
            <a:ext cx="6589166" cy="1057046"/>
          </a:xfrm>
          <a:prstGeom prst="rect">
            <a:avLst/>
          </a:prstGeom>
          <a:noFill/>
        </p:spPr>
        <p:txBody>
          <a:bodyPr wrap="square" lIns="109728" rIns="109728" tIns="73152" bIns="73152" anchor="ctr">
            <a:noAutofit/>
          </a:bodyPr>
          <a:lstStyle/>
          <a:p>
            <a:pPr algn="ctr">
              <a:lnSpc>
                <a:spcPct val="108000"/>
              </a:lnSpc>
              <a:defRPr sz="6100" b="1" i="0">
                <a:solidFill>
                  <a:srgbClr val="F5F5F5"/>
                </a:solidFill>
                <a:latin typeface="Calibri"/>
              </a:defRPr>
            </a:pPr>
            <a:r>
              <a:t>Fr. Test</a:t>
            </a:r>
          </a:p>
        </p:txBody>
      </p:sp>
      <p:sp>
        <p:nvSpPr>
          <p:cNvPr id="6" name="TextBox 5"/>
          <p:cNvSpPr txBox="1"/>
          <p:nvPr/>
        </p:nvSpPr>
        <p:spPr>
          <a:xfrm>
            <a:off x="267004" y="4429353"/>
            <a:ext cx="6589166" cy="868680"/>
          </a:xfrm>
          <a:prstGeom prst="rect">
            <a:avLst/>
          </a:prstGeom>
          <a:noFill/>
        </p:spPr>
        <p:txBody>
          <a:bodyPr wrap="square" lIns="109728" rIns="109728" tIns="73152" bIns="73152" anchor="ctr">
            <a:noAutofit/>
          </a:bodyPr>
          <a:lstStyle/>
          <a:p>
            <a:pPr algn="ctr">
              <a:lnSpc>
                <a:spcPct val="108000"/>
              </a:lnSpc>
              <a:defRPr sz="4500" b="1" i="1">
                <a:solidFill>
                  <a:srgbClr val="F5F5F5"/>
                </a:solidFill>
                <a:latin typeface="Calibri"/>
              </a:defRPr>
            </a:pPr>
            <a:r>
              <a:t>YEAR A · 26 APRIL 2026</a:t>
            </a:r>
          </a:p>
        </p:txBody>
      </p:sp>
      <p:sp>
        <p:nvSpPr>
          <p:cNvPr id="7" name="TextBox 6"/>
          <p:cNvSpPr txBox="1"/>
          <p:nvPr/>
        </p:nvSpPr>
        <p:spPr>
          <a:xfrm>
            <a:off x="6900062" y="2390241"/>
            <a:ext cx="10775289" cy="2422245"/>
          </a:xfrm>
          <a:prstGeom prst="rect">
            <a:avLst/>
          </a:prstGeom>
          <a:noFill/>
        </p:spPr>
        <p:txBody>
          <a:bodyPr wrap="square" lIns="109728" rIns="109728" tIns="73152" bIns="73152" anchor="ctr">
            <a:noAutofit/>
          </a:bodyPr>
          <a:lstStyle/>
          <a:p>
            <a:pPr algn="ctr">
              <a:lnSpc>
                <a:spcPct val="108000"/>
              </a:lnSpc>
              <a:defRPr sz="3900" b="0" i="0">
                <a:solidFill>
                  <a:srgbClr val="E5E5E7"/>
                </a:solidFill>
                <a:latin typeface="Calibri"/>
              </a:defRPr>
            </a:pPr>
            <a:r>
              <a:t>“For God so loved the world.”</a:t>
            </a:r>
          </a:p>
        </p:txBody>
      </p:sp>
      <p:sp>
        <p:nvSpPr>
          <p:cNvPr id="8" name="TextBox 7"/>
          <p:cNvSpPr txBox="1"/>
          <p:nvPr/>
        </p:nvSpPr>
        <p:spPr>
          <a:xfrm>
            <a:off x="9378086" y="5801868"/>
            <a:ext cx="5819241" cy="705002"/>
          </a:xfrm>
          <a:prstGeom prst="rect">
            <a:avLst/>
          </a:prstGeom>
          <a:noFill/>
        </p:spPr>
        <p:txBody>
          <a:bodyPr wrap="square" lIns="109728" rIns="109728" tIns="73152" bIns="73152" anchor="ctr">
            <a:noAutofit/>
          </a:bodyPr>
          <a:lstStyle/>
          <a:p>
            <a:pPr algn="ctr">
              <a:lnSpc>
                <a:spcPct val="108000"/>
              </a:lnSpc>
              <a:defRPr sz="4100" b="1" i="0">
                <a:solidFill>
                  <a:srgbClr val="E0B46E"/>
                </a:solidFill>
                <a:latin typeface="Calibri"/>
              </a:defRPr>
            </a:pPr>
            <a:r>
              <a:t>GOSPEL (JN 3:16)</a:t>
            </a:r>
          </a:p>
        </p:txBody>
      </p:sp>
      <p:sp>
        <p:nvSpPr>
          <p:cNvPr id="9" name="TextBox 8"/>
          <p:cNvSpPr txBox="1"/>
          <p:nvPr/>
        </p:nvSpPr>
        <p:spPr>
          <a:xfrm>
            <a:off x="3195828" y="8411565"/>
            <a:ext cx="12362688" cy="1162202"/>
          </a:xfrm>
          <a:prstGeom prst="rect">
            <a:avLst/>
          </a:prstGeom>
          <a:noFill/>
        </p:spPr>
        <p:txBody>
          <a:bodyPr wrap="square" lIns="109728" rIns="109728" tIns="73152" bIns="73152" anchor="ctr">
            <a:noAutofit/>
          </a:bodyPr>
          <a:lstStyle/>
          <a:p>
            <a:pPr algn="ctr">
              <a:lnSpc>
                <a:spcPct val="108000"/>
              </a:lnSpc>
              <a:defRPr sz="6800" b="1" i="0">
                <a:solidFill>
                  <a:srgbClr val="F5F5F5"/>
                </a:solidFill>
                <a:latin typeface="Calibri"/>
              </a:defRPr>
            </a:pPr>
            <a:r>
              <a:t>Test Mass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121216"/>
        </a:solidFill>
        <a:effectLst/>
      </p:bgPr>
    </p:bg>
    <p:spTree>
      <p:nvGrpSpPr>
        <p:cNvPr id="1" name=""/>
        <p:cNvGrpSpPr/>
        <p:nvPr/>
      </p:nvGrpSpPr>
      <p:grpSpPr/>
      <p:sp>
        <p:nvSpPr>
          <p:cNvPr id="2" name="TextBox 1"/>
          <p:cNvSpPr txBox="1"/>
          <p:nvPr/>
        </p:nvSpPr>
        <p:spPr>
          <a:xfrm>
            <a:off x="914400" y="530352"/>
            <a:ext cx="16459200" cy="8750808"/>
          </a:xfrm>
          <a:prstGeom prst="rect">
            <a:avLst/>
          </a:prstGeom>
          <a:noFill/>
        </p:spPr>
        <p:txBody>
          <a:bodyPr wrap="square" lIns="109728" rIns="109728" tIns="73152" bIns="73152">
            <a:noAutofit/>
          </a:bodyPr>
          <a:lstStyle/>
          <a:p>
            <a:pPr algn="ctr">
              <a:spcBef>
                <a:spcPts val="400"/>
              </a:spcBef>
              <a:spcAft>
                <a:spcPts val="500"/>
              </a:spcAft>
              <a:defRPr sz="5500" b="1" i="0">
                <a:solidFill>
                  <a:srgbClr val="DCAA5A"/>
                </a:solidFill>
                <a:latin typeface="Calibri"/>
              </a:defRPr>
            </a:pPr>
            <a:r>
              <a:t>Priest: In the Name of the Father, and of the Son, and of the Holy Spirit.</a:t>
            </a:r>
          </a:p>
          <a:p>
            <a:pPr algn="ctr">
              <a:spcBef>
                <a:spcPts val="400"/>
              </a:spcBef>
              <a:spcAft>
                <a:spcPts val="500"/>
              </a:spcAft>
              <a:defRPr sz="5500" b="1" i="0">
                <a:solidFill>
                  <a:srgbClr val="F5F5F5"/>
                </a:solidFill>
                <a:latin typeface="Calibri"/>
              </a:defRPr>
            </a:pPr>
            <a:r>
              <a:t>All: Amen.</a:t>
            </a:r>
          </a:p>
          <a:p>
            <a:pPr algn="ctr">
              <a:spcBef>
                <a:spcPts val="400"/>
              </a:spcBef>
              <a:spcAft>
                <a:spcPts val="500"/>
              </a:spcAft>
              <a:defRPr sz="5500" b="1" i="0">
                <a:solidFill>
                  <a:srgbClr val="DCAA5A"/>
                </a:solidFill>
                <a:latin typeface="Calibri"/>
              </a:defRPr>
            </a:pPr>
            <a:r>
              <a:t>Priest: The Lord be with you.</a:t>
            </a:r>
          </a:p>
          <a:p>
            <a:pPr algn="ctr">
              <a:spcBef>
                <a:spcPts val="400"/>
              </a:spcBef>
              <a:spcAft>
                <a:spcPts val="500"/>
              </a:spcAft>
              <a:defRPr sz="5500" b="1" i="0">
                <a:solidFill>
                  <a:srgbClr val="F5F5F5"/>
                </a:solidFill>
                <a:latin typeface="Calibri"/>
              </a:defRPr>
            </a:pPr>
            <a:r>
              <a:t>All: And with your spirit.</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a:solidFill>
                  <a:srgbClr val="DCAA5A"/>
                </a:solidFill>
                <a:latin typeface="Calibri"/>
              </a:defRPr>
            </a:pPr>
            <a:r>
              <a:t>Introductory Rites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121216"/>
        </a:solidFill>
        <a:effectLst/>
      </p:bgPr>
    </p:bg>
    <p:spTree>
      <p:nvGrpSpPr>
        <p:cNvPr id="1" name=""/>
        <p:cNvGrpSpPr/>
        <p:nvPr/>
      </p:nvGrpSpPr>
      <p:grpSpPr/>
      <p:sp>
        <p:nvSpPr>
          <p:cNvPr id="150" name="Google Shape;150;p20"/>
          <p:cNvSpPr txBox="1"/>
          <p:nvPr/>
        </p:nvSpPr>
        <p:spPr>
          <a:xfrm>
            <a:off x="0" y="790775"/>
            <a:ext cx="18288000" cy="5326800"/>
          </a:xfrm>
          <a:prstGeom prst="rect">
            <a:avLst/>
          </a:prstGeom>
          <a:noFill/>
          <a:ln>
            <a:noFill/>
          </a:ln>
        </p:spPr>
        <p:txBody>
          <a:bodyPr anchorCtr="0" anchor="t" bIns="73150" lIns="109725" spcFirstLastPara="1" rIns="109725" wrap="square" tIns="73150">
            <a:noAutofit/>
          </a:bodyPr>
          <a:lstStyle/>
          <a:p>
            <a:pPr indent="0" lvl="0" marL="0" marR="0" rtl="0" algn="ctr">
              <a:spcBef>
                <a:spcPts val="0"/>
              </a:spcBef>
              <a:spcAft>
                <a:spcPts val="0"/>
              </a:spcAft>
              <a:buNone/>
              <a:defRPr/>
            </a:pPr>
            <a:r>
              <a:rPr b="1" lang="en-US" sz="5100">
                <a:solidFill>
                  <a:srgbClr val="FFDA91"/>
                </a:solidFill>
                <a:latin typeface="Calibri"/>
                <a:ea typeface="Calibri"/>
                <a:cs typeface="Calibri"/>
                <a:sym typeface="Calibri"/>
              </a:rPr>
              <a:t>Priest: </a:t>
            </a:r>
            <a:r>
              <a:rPr b="1" i="0" lang="en-US" sz="5100" u="none" cap="none" strike="noStrike">
                <a:solidFill>
                  <a:srgbClr val="FFDA91"/>
                </a:solidFill>
                <a:latin typeface="Calibri"/>
                <a:ea typeface="Calibri"/>
                <a:cs typeface="Calibri"/>
                <a:sym typeface="Calibri"/>
              </a:rPr>
              <a:t>Brethren (brothers and sisters),</a:t>
            </a:r>
            <a:endParaRPr b="1" sz="5100">
              <a:solidFill>
                <a:srgbClr val="FFDA91"/>
              </a:solidFill>
              <a:latin typeface="Calibri"/>
              <a:ea typeface="Calibri"/>
              <a:cs typeface="Calibri"/>
              <a:sym typeface="Calibri"/>
            </a:endParaRPr>
          </a:p>
          <a:p>
            <a:pPr indent="0" lvl="0" marL="0" marR="0" rtl="0" algn="ctr">
              <a:spcBef>
                <a:spcPts val="0"/>
              </a:spcBef>
              <a:spcAft>
                <a:spcPts val="0"/>
              </a:spcAft>
              <a:buNone/>
              <a:defRPr/>
            </a:pPr>
            <a:r>
              <a:rPr b="1" i="0" lang="en-US" sz="5100" u="none" cap="none" strike="noStrike">
                <a:solidFill>
                  <a:srgbClr val="FFDA91"/>
                </a:solidFill>
                <a:latin typeface="Calibri"/>
                <a:ea typeface="Calibri"/>
                <a:cs typeface="Calibri"/>
                <a:sym typeface="Calibri"/>
              </a:rPr>
              <a:t>let us acknowledge our sins, </a:t>
            </a:r>
            <a:endParaRPr b="1" sz="5100">
              <a:solidFill>
                <a:srgbClr val="FFDA91"/>
              </a:solidFill>
              <a:latin typeface="Calibri"/>
              <a:ea typeface="Calibri"/>
              <a:cs typeface="Calibri"/>
              <a:sym typeface="Calibri"/>
            </a:endParaRPr>
          </a:p>
          <a:p>
            <a:pPr indent="0" lvl="0" marL="0" marR="0" rtl="0" algn="ctr">
              <a:spcBef>
                <a:spcPts val="0"/>
              </a:spcBef>
              <a:spcAft>
                <a:spcPts val="0"/>
              </a:spcAft>
              <a:buNone/>
              <a:defRPr/>
            </a:pPr>
            <a:r>
              <a:rPr b="1" lang="en-US" sz="5100">
                <a:solidFill>
                  <a:srgbClr val="FAF8F4"/>
                </a:solidFill>
                <a:latin typeface="Calibri"/>
                <a:ea typeface="Calibri"/>
                <a:cs typeface="Calibri"/>
                <a:sym typeface="Calibri"/>
              </a:rPr>
              <a:t>ALL: </a:t>
            </a:r>
            <a:r>
              <a:rPr b="1" i="0" lang="en-US" sz="5100" u="none" cap="none" strike="noStrike">
                <a:solidFill>
                  <a:srgbClr val="FAF8F4"/>
                </a:solidFill>
                <a:latin typeface="Calibri"/>
                <a:ea typeface="Calibri"/>
                <a:cs typeface="Calibri"/>
                <a:sym typeface="Calibri"/>
              </a:rPr>
              <a:t>I confess to almighty God</a:t>
            </a:r>
            <a:r>
              <a:rPr lang="en-US" sz="4500"/>
              <a:t> </a:t>
            </a:r>
            <a:r>
              <a:rPr b="0" i="0" lang="en-US" sz="5000" u="none" cap="none" strike="noStrike">
                <a:solidFill>
                  <a:srgbClr val="FAF8F4"/>
                </a:solidFill>
                <a:latin typeface="Calibri"/>
                <a:ea typeface="Calibri"/>
                <a:cs typeface="Calibri"/>
                <a:sym typeface="Calibri"/>
              </a:rPr>
              <a:t>and to you, my brothers and sisters,</a:t>
            </a:r>
            <a:endParaRPr sz="4500"/>
          </a:p>
          <a:p>
            <a:pPr indent="0" lvl="0" marL="0" marR="0" rtl="0" algn="ctr">
              <a:spcBef>
                <a:spcPts val="500"/>
              </a:spcBef>
              <a:spcAft>
                <a:spcPts val="0"/>
              </a:spcAft>
              <a:buNone/>
              <a:defRPr/>
            </a:pPr>
            <a:r>
              <a:rPr b="0" i="0" lang="en-US" sz="5000" u="none" cap="none" strike="noStrike">
                <a:solidFill>
                  <a:srgbClr val="FAF8F4"/>
                </a:solidFill>
                <a:latin typeface="Calibri"/>
                <a:ea typeface="Calibri"/>
                <a:cs typeface="Calibri"/>
                <a:sym typeface="Calibri"/>
              </a:rPr>
              <a:t>that I have greatly sinned,</a:t>
            </a:r>
            <a:r>
              <a:rPr lang="en-US" sz="4500"/>
              <a:t> </a:t>
            </a:r>
            <a:r>
              <a:rPr b="0" i="0" lang="en-US" sz="5000" u="none" cap="none" strike="noStrike">
                <a:solidFill>
                  <a:srgbClr val="FAF8F4"/>
                </a:solidFill>
                <a:latin typeface="Calibri"/>
                <a:ea typeface="Calibri"/>
                <a:cs typeface="Calibri"/>
                <a:sym typeface="Calibri"/>
              </a:rPr>
              <a:t>in my thoughts and in my words,</a:t>
            </a:r>
            <a:endParaRPr sz="4500"/>
          </a:p>
          <a:p>
            <a:pPr indent="0" lvl="0" marL="0" marR="0" rtl="0" algn="ctr">
              <a:spcBef>
                <a:spcPts val="500"/>
              </a:spcBef>
              <a:spcAft>
                <a:spcPts val="0"/>
              </a:spcAft>
              <a:buNone/>
              <a:defRPr/>
            </a:pPr>
            <a:r>
              <a:rPr b="0" i="0" lang="en-US" sz="5000" u="none" cap="none" strike="noStrike">
                <a:solidFill>
                  <a:srgbClr val="FAF8F4"/>
                </a:solidFill>
                <a:latin typeface="Calibri"/>
                <a:ea typeface="Calibri"/>
                <a:cs typeface="Calibri"/>
                <a:sym typeface="Calibri"/>
              </a:rPr>
              <a:t>in what I have done and in what I have failed to do,</a:t>
            </a:r>
            <a:endParaRPr b="0" i="0" sz="5000" u="none" cap="none" strike="noStrike">
              <a:solidFill>
                <a:srgbClr val="FAF8F4"/>
              </a:solidFill>
              <a:latin typeface="Calibri"/>
              <a:ea typeface="Calibri"/>
              <a:cs typeface="Calibri"/>
              <a:sym typeface="Calibri"/>
            </a:endParaRPr>
          </a:p>
          <a:p>
            <a:pPr indent="0" lvl="0" marL="0" marR="0" rtl="0" algn="ctr">
              <a:spcBef>
                <a:spcPts val="500"/>
              </a:spcBef>
              <a:spcAft>
                <a:spcPts val="0"/>
              </a:spcAft>
              <a:buNone/>
              <a:defRPr/>
            </a:pPr>
            <a:r>
              <a:rPr lang="en-US" sz="5000">
                <a:solidFill>
                  <a:srgbClr val="FFDA91"/>
                </a:solidFill>
                <a:latin typeface="Calibri"/>
                <a:ea typeface="Calibri"/>
                <a:cs typeface="Calibri"/>
                <a:sym typeface="Calibri"/>
              </a:rPr>
              <a:t>(strike chest)</a:t>
            </a:r>
            <a:endParaRPr sz="5000">
              <a:solidFill>
                <a:srgbClr val="FFDA91"/>
              </a:solidFill>
              <a:latin typeface="Calibri"/>
              <a:ea typeface="Calibri"/>
              <a:cs typeface="Calibri"/>
              <a:sym typeface="Calibri"/>
            </a:endParaRPr>
          </a:p>
          <a:p>
            <a:pPr indent="0" lvl="0" marL="0" marR="0" rtl="0" algn="ctr">
              <a:spcBef>
                <a:spcPts val="500"/>
              </a:spcBef>
              <a:spcAft>
                <a:spcPts val="0"/>
              </a:spcAft>
              <a:buNone/>
              <a:defRPr/>
            </a:pPr>
            <a:r>
              <a:rPr b="0" i="0" lang="en-US" sz="5000" u="none" cap="none" strike="noStrike">
                <a:solidFill>
                  <a:srgbClr val="FAF8F4"/>
                </a:solidFill>
                <a:latin typeface="Calibri"/>
                <a:ea typeface="Calibri"/>
                <a:cs typeface="Calibri"/>
                <a:sym typeface="Calibri"/>
              </a:rPr>
              <a:t>through my fault, through my fault,</a:t>
            </a:r>
            <a:r>
              <a:rPr lang="en-US" sz="4500"/>
              <a:t> </a:t>
            </a:r>
            <a:r>
              <a:rPr b="0" i="0" lang="en-US" sz="5000" u="none" cap="none" strike="noStrike">
                <a:solidFill>
                  <a:srgbClr val="FAF8F4"/>
                </a:solidFill>
                <a:latin typeface="Calibri"/>
                <a:ea typeface="Calibri"/>
                <a:cs typeface="Calibri"/>
                <a:sym typeface="Calibri"/>
              </a:rPr>
              <a:t>through my most grievous fault;</a:t>
            </a:r>
            <a:endParaRPr sz="4500"/>
          </a:p>
          <a:p>
            <a:pPr indent="0" lvl="0" marL="0" marR="0" rtl="0" algn="ctr">
              <a:spcBef>
                <a:spcPts val="500"/>
              </a:spcBef>
              <a:spcAft>
                <a:spcPts val="0"/>
              </a:spcAft>
              <a:buNone/>
              <a:defRPr/>
            </a:pPr>
            <a:r>
              <a:rPr b="0" i="0" lang="en-US" sz="5000" u="none" cap="none" strike="noStrike">
                <a:solidFill>
                  <a:srgbClr val="FAF8F4"/>
                </a:solidFill>
                <a:latin typeface="Calibri"/>
                <a:ea typeface="Calibri"/>
                <a:cs typeface="Calibri"/>
                <a:sym typeface="Calibri"/>
              </a:rPr>
              <a:t>therefore I ask blessed Mary ever-Virgin,</a:t>
            </a:r>
            <a:r>
              <a:rPr lang="en-US" sz="4500"/>
              <a:t> </a:t>
            </a:r>
            <a:r>
              <a:rPr b="0" i="0" lang="en-US" sz="5000" u="none" cap="none" strike="noStrike">
                <a:solidFill>
                  <a:srgbClr val="FAF8F4"/>
                </a:solidFill>
                <a:latin typeface="Calibri"/>
                <a:ea typeface="Calibri"/>
                <a:cs typeface="Calibri"/>
                <a:sym typeface="Calibri"/>
              </a:rPr>
              <a:t>all the Angels and Saints,</a:t>
            </a:r>
            <a:endParaRPr sz="4500"/>
          </a:p>
          <a:p>
            <a:pPr indent="0" lvl="0" marL="0" marR="0" rtl="0" algn="ctr">
              <a:spcBef>
                <a:spcPts val="500"/>
              </a:spcBef>
              <a:spcAft>
                <a:spcPts val="0"/>
              </a:spcAft>
              <a:buNone/>
              <a:defRPr/>
            </a:pPr>
            <a:r>
              <a:rPr b="0" i="0" lang="en-US" sz="5000" u="none" cap="none" strike="noStrike">
                <a:solidFill>
                  <a:srgbClr val="FAF8F4"/>
                </a:solidFill>
                <a:latin typeface="Calibri"/>
                <a:ea typeface="Calibri"/>
                <a:cs typeface="Calibri"/>
                <a:sym typeface="Calibri"/>
              </a:rPr>
              <a:t>and you, my brothers and sisters,</a:t>
            </a:r>
            <a:r>
              <a:rPr lang="en-US" sz="4500"/>
              <a:t> </a:t>
            </a:r>
            <a:r>
              <a:rPr b="0" i="0" lang="en-US" sz="5000" u="none" cap="none" strike="noStrike">
                <a:solidFill>
                  <a:srgbClr val="FAF8F4"/>
                </a:solidFill>
                <a:latin typeface="Calibri"/>
                <a:ea typeface="Calibri"/>
                <a:cs typeface="Calibri"/>
                <a:sym typeface="Calibri"/>
              </a:rPr>
              <a:t>to pray for me to the Lord our God.</a:t>
            </a:r>
            <a:endParaRPr sz="4500"/>
          </a:p>
          <a:p>
            <a:pPr indent="0" lvl="0" marL="0" marR="0" rtl="0" algn="l">
              <a:spcBef>
                <a:spcPts val="500"/>
              </a:spcBef>
              <a:spcAft>
                <a:spcPts val="0"/>
              </a:spcAft>
              <a:buNone/>
            </a:pPr>
            <a:r>
              <a:t/>
            </a:r>
            <a:endParaRPr sz="4500"/>
          </a:p>
        </p:txBody>
      </p:sp>
      <p:sp>
        <p:nvSpPr>
          <p:cNvPr id="151" name="TextBox 150"/>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a:solidFill>
                  <a:srgbClr val="DCAA5A"/>
                </a:solidFill>
                <a:latin typeface="Calibri"/>
              </a:defRPr>
            </a:pPr>
            <a:r>
              <a:t>Penitential Act (1/2)</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121216"/>
        </a:solidFill>
        <a:effectLst/>
      </p:bgPr>
    </p:bg>
    <p:spTree>
      <p:nvGrpSpPr>
        <p:cNvPr id="1" name=""/>
        <p:cNvGrpSpPr/>
        <p:nvPr/>
      </p:nvGrpSpPr>
      <p:grpSpPr/>
      <p:sp>
        <p:nvSpPr>
          <p:cNvPr id="159" name="Google Shape;159;p21"/>
          <p:cNvSpPr txBox="1"/>
          <p:nvPr/>
        </p:nvSpPr>
        <p:spPr>
          <a:xfrm>
            <a:off x="0" y="1603800"/>
            <a:ext cx="18288000" cy="3323700"/>
          </a:xfrm>
          <a:prstGeom prst="rect">
            <a:avLst/>
          </a:prstGeom>
          <a:noFill/>
          <a:ln>
            <a:noFill/>
          </a:ln>
        </p:spPr>
        <p:txBody>
          <a:bodyPr anchorCtr="0" anchor="t" bIns="73150" lIns="109725" spcFirstLastPara="1" rIns="109725" wrap="square" tIns="73150">
            <a:spAutoFit/>
          </a:bodyPr>
          <a:lstStyle/>
          <a:p>
            <a:pPr indent="0" lvl="0" marL="0" rtl="0" algn="ctr">
              <a:spcBef>
                <a:spcPts val="500"/>
              </a:spcBef>
              <a:spcAft>
                <a:spcPts val="0"/>
              </a:spcAft>
              <a:buNone/>
              <a:defRPr/>
            </a:pPr>
            <a:r>
              <a:rPr b="1" lang="en-US" sz="6600">
                <a:solidFill>
                  <a:srgbClr val="FFDA91"/>
                </a:solidFill>
                <a:latin typeface="Calibri"/>
                <a:ea typeface="Calibri"/>
                <a:cs typeface="Calibri"/>
                <a:sym typeface="Calibri"/>
              </a:rPr>
              <a:t>Priest:</a:t>
            </a:r>
            <a:endParaRPr b="1" sz="6600">
              <a:solidFill>
                <a:srgbClr val="FFDA91"/>
              </a:solidFill>
              <a:latin typeface="Calibri"/>
              <a:ea typeface="Calibri"/>
              <a:cs typeface="Calibri"/>
              <a:sym typeface="Calibri"/>
            </a:endParaRPr>
          </a:p>
          <a:p>
            <a:pPr indent="0" lvl="0" marL="0" rtl="0" algn="ctr">
              <a:spcBef>
                <a:spcPts val="500"/>
              </a:spcBef>
              <a:spcAft>
                <a:spcPts val="0"/>
              </a:spcAft>
              <a:buNone/>
              <a:defRPr/>
            </a:pPr>
            <a:r>
              <a:rPr b="1" lang="en-US" sz="6600">
                <a:solidFill>
                  <a:schemeClr val="lt1"/>
                </a:solidFill>
                <a:latin typeface="Calibri"/>
                <a:ea typeface="Calibri"/>
                <a:cs typeface="Calibri"/>
                <a:sym typeface="Calibri"/>
              </a:rPr>
              <a:t>May almighty God have mercy on us,</a:t>
            </a:r>
            <a:endParaRPr b="1" sz="6600">
              <a:solidFill>
                <a:schemeClr val="lt1"/>
              </a:solidFill>
              <a:latin typeface="Calibri"/>
              <a:ea typeface="Calibri"/>
              <a:cs typeface="Calibri"/>
              <a:sym typeface="Calibri"/>
            </a:endParaRPr>
          </a:p>
          <a:p>
            <a:pPr indent="0" lvl="0" marL="0" rtl="0" algn="ctr">
              <a:spcBef>
                <a:spcPts val="500"/>
              </a:spcBef>
              <a:spcAft>
                <a:spcPts val="0"/>
              </a:spcAft>
              <a:buClr>
                <a:schemeClr val="dk1"/>
              </a:buClr>
              <a:buFont typeface="Arial"/>
              <a:buNone/>
              <a:defRPr/>
            </a:pPr>
            <a:r>
              <a:rPr b="1" lang="en-US" sz="6600">
                <a:solidFill>
                  <a:schemeClr val="lt1"/>
                </a:solidFill>
                <a:latin typeface="Calibri"/>
                <a:ea typeface="Calibri"/>
                <a:cs typeface="Calibri"/>
                <a:sym typeface="Calibri"/>
              </a:rPr>
              <a:t>forgive us our sins, and bring us to everlasting life</a:t>
            </a:r>
            <a:r>
              <a:rPr b="1" lang="en-US" sz="6600">
                <a:solidFill>
                  <a:srgbClr val="FFDA91"/>
                </a:solidFill>
                <a:latin typeface="Calibri"/>
                <a:ea typeface="Calibri"/>
                <a:cs typeface="Calibri"/>
                <a:sym typeface="Calibri"/>
              </a:rPr>
              <a:t>.</a:t>
            </a:r>
            <a:endParaRPr b="1" sz="7900">
              <a:solidFill>
                <a:srgbClr val="FFDA91"/>
              </a:solidFill>
              <a:latin typeface="Calibri"/>
              <a:ea typeface="Calibri"/>
              <a:cs typeface="Calibri"/>
              <a:sym typeface="Calibri"/>
            </a:endParaRPr>
          </a:p>
        </p:txBody>
      </p:sp>
      <p:sp>
        <p:nvSpPr>
          <p:cNvPr id="164" name="Google Shape;164;p21"/>
          <p:cNvSpPr txBox="1"/>
          <p:nvPr/>
        </p:nvSpPr>
        <p:spPr>
          <a:xfrm>
            <a:off x="0" y="6256725"/>
            <a:ext cx="18288000" cy="1225200"/>
          </a:xfrm>
          <a:prstGeom prst="rect">
            <a:avLst/>
          </a:prstGeom>
          <a:noFill/>
          <a:ln>
            <a:noFill/>
          </a:ln>
        </p:spPr>
        <p:txBody>
          <a:bodyPr anchorCtr="0" anchor="t" bIns="73150" lIns="109725" spcFirstLastPara="1" rIns="109725" wrap="square" tIns="73150">
            <a:spAutoFit/>
          </a:bodyPr>
          <a:lstStyle/>
          <a:p>
            <a:pPr indent="0" lvl="0" marL="0" rtl="0" algn="ctr">
              <a:spcBef>
                <a:spcPts val="500"/>
              </a:spcBef>
              <a:spcAft>
                <a:spcPts val="0"/>
              </a:spcAft>
              <a:buNone/>
              <a:defRPr/>
            </a:pPr>
            <a:r>
              <a:rPr b="1" lang="en-US" sz="7000">
                <a:solidFill>
                  <a:srgbClr val="FFDA91"/>
                </a:solidFill>
                <a:latin typeface="Calibri"/>
                <a:ea typeface="Calibri"/>
                <a:cs typeface="Calibri"/>
                <a:sym typeface="Calibri"/>
              </a:rPr>
              <a:t>ALL: </a:t>
            </a:r>
            <a:r>
              <a:rPr b="1" lang="en-US" sz="7000">
                <a:solidFill>
                  <a:schemeClr val="lt1"/>
                </a:solidFill>
                <a:latin typeface="Calibri"/>
                <a:ea typeface="Calibri"/>
                <a:cs typeface="Calibri"/>
                <a:sym typeface="Calibri"/>
              </a:rPr>
              <a:t>AMEN</a:t>
            </a:r>
            <a:r>
              <a:rPr b="1" lang="en-US" sz="7000">
                <a:solidFill>
                  <a:srgbClr val="FFDA91"/>
                </a:solidFill>
                <a:latin typeface="Calibri"/>
                <a:ea typeface="Calibri"/>
                <a:cs typeface="Calibri"/>
                <a:sym typeface="Calibri"/>
              </a:rPr>
              <a:t>!</a:t>
            </a:r>
            <a:endParaRPr b="1" sz="7000">
              <a:solidFill>
                <a:srgbClr val="FFDA91"/>
              </a:solidFill>
              <a:latin typeface="Calibri"/>
              <a:ea typeface="Calibri"/>
              <a:cs typeface="Calibri"/>
              <a:sym typeface="Calibri"/>
            </a:endParaRPr>
          </a:p>
        </p:txBody>
      </p:sp>
      <p:sp>
        <p:nvSpPr>
          <p:cNvPr id="165" name="TextBox 164"/>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a:solidFill>
                  <a:srgbClr val="DCAA5A"/>
                </a:solidFill>
                <a:latin typeface="Calibri"/>
              </a:defRPr>
            </a:pPr>
            <a:r>
              <a:t>Penitential Act (2/2)</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121216"/>
        </a:solidFill>
        <a:effectLst/>
      </p:bgPr>
    </p:bg>
    <p:spTree>
      <p:nvGrpSpPr>
        <p:cNvPr id="1" name=""/>
        <p:cNvGrpSpPr/>
        <p:nvPr/>
      </p:nvGrpSpPr>
      <p:grpSpPr/>
      <p:sp>
        <p:nvSpPr>
          <p:cNvPr name="TextBox 2" id="2"/>
          <p:cNvSpPr txBox="true"/>
          <p:nvPr/>
        </p:nvSpPr>
        <p:spPr>
          <a:xfrm rot="0">
            <a:off x="4801154" y="1896595"/>
            <a:ext cx="9278336" cy="2320798"/>
          </a:xfrm>
          <a:prstGeom prst="rect">
            <a:avLst/>
          </a:prstGeom>
        </p:spPr>
        <p:txBody>
          <a:bodyPr anchor="t" rtlCol="false" tIns="0" lIns="0" bIns="0" rIns="0">
            <a:spAutoFit/>
          </a:bodyPr>
          <a:lstStyle/>
          <a:p>
            <a:pPr algn="l">
              <a:lnSpc>
                <a:spcPts val="5935"/>
              </a:lnSpc>
              <a:defRPr/>
            </a:pPr>
            <a:r>
              <a:rPr lang="en-US" b="1" sz="5600" spc="148">
                <a:solidFill>
                  <a:srgbClr val="FFFFFF"/>
                </a:solidFill>
                <a:latin typeface="Poppins Bold"/>
                <a:ea typeface="Poppins Bold"/>
                <a:cs typeface="Poppins Bold"/>
                <a:sym typeface="Poppins Bold"/>
              </a:rPr>
              <a:t>LORD, HAVE MERCY.</a:t>
            </a:r>
          </a:p>
          <a:p>
            <a:pPr algn="l">
              <a:lnSpc>
                <a:spcPts val="5935"/>
              </a:lnSpc>
              <a:defRPr/>
            </a:pPr>
            <a:r>
              <a:rPr lang="en-US" b="1" sz="5600" spc="148">
                <a:solidFill>
                  <a:srgbClr val="FFFFFF"/>
                </a:solidFill>
                <a:latin typeface="Poppins Bold"/>
                <a:ea typeface="Poppins Bold"/>
                <a:cs typeface="Poppins Bold"/>
                <a:sym typeface="Poppins Bold"/>
              </a:rPr>
              <a:t>LORD, HAVE MERCY.</a:t>
            </a:r>
          </a:p>
          <a:p>
            <a:pPr algn="l" marL="0" indent="0" lvl="0">
              <a:lnSpc>
                <a:spcPts val="5935"/>
              </a:lnSpc>
              <a:defRPr/>
            </a:pPr>
            <a:r>
              <a:rPr lang="en-US" b="1" sz="5600" spc="148">
                <a:solidFill>
                  <a:srgbClr val="FFFFFF"/>
                </a:solidFill>
                <a:latin typeface="Poppins Bold"/>
                <a:ea typeface="Poppins Bold"/>
                <a:cs typeface="Poppins Bold"/>
                <a:sym typeface="Poppins Bold"/>
              </a:rPr>
              <a:t>           </a:t>
            </a:r>
            <a:r>
              <a:rPr lang="en-US" b="1" sz="5600" spc="148">
                <a:gradFill>
                  <a:gsLst>
                    <a:gs pos="0">
                      <a:srgbClr val="FFDE59">
                        <a:alpha val="100000"/>
                      </a:srgbClr>
                    </a:gs>
                    <a:gs pos="100000">
                      <a:srgbClr val="FF914D">
                        <a:alpha val="100000"/>
                      </a:srgbClr>
                    </a:gs>
                  </a:gsLst>
                  <a:lin ang="0"/>
                </a:gradFill>
                <a:latin typeface="Poppins Bold"/>
                <a:ea typeface="Poppins Bold"/>
                <a:cs typeface="Poppins Bold"/>
                <a:sym typeface="Poppins Bold"/>
              </a:rPr>
              <a:t>LORD, HAVE MERCY.</a:t>
            </a:r>
          </a:p>
        </p:txBody>
      </p:sp>
      <p:sp>
        <p:nvSpPr>
          <p:cNvPr name="TextBox 3" id="3"/>
          <p:cNvSpPr txBox="true"/>
          <p:nvPr/>
        </p:nvSpPr>
        <p:spPr>
          <a:xfrm rot="0">
            <a:off x="4801154" y="4666484"/>
            <a:ext cx="10374670" cy="2320798"/>
          </a:xfrm>
          <a:prstGeom prst="rect">
            <a:avLst/>
          </a:prstGeom>
        </p:spPr>
        <p:txBody>
          <a:bodyPr anchor="t" rtlCol="false" tIns="0" lIns="0" bIns="0" rIns="0">
            <a:spAutoFit/>
          </a:bodyPr>
          <a:lstStyle/>
          <a:p>
            <a:pPr algn="l">
              <a:lnSpc>
                <a:spcPts val="5935"/>
              </a:lnSpc>
              <a:defRPr/>
            </a:pPr>
            <a:r>
              <a:rPr lang="en-US" b="1" sz="5600" spc="148">
                <a:solidFill>
                  <a:srgbClr val="FFFFFF"/>
                </a:solidFill>
                <a:latin typeface="Poppins Bold"/>
                <a:ea typeface="Poppins Bold"/>
                <a:cs typeface="Poppins Bold"/>
                <a:sym typeface="Poppins Bold"/>
              </a:rPr>
              <a:t>CHRIST, HAVE MERCY.</a:t>
            </a:r>
          </a:p>
          <a:p>
            <a:pPr algn="l">
              <a:lnSpc>
                <a:spcPts val="5935"/>
              </a:lnSpc>
              <a:defRPr/>
            </a:pPr>
            <a:r>
              <a:rPr lang="en-US" b="1" sz="5600" spc="148">
                <a:solidFill>
                  <a:srgbClr val="FFFFFF"/>
                </a:solidFill>
                <a:latin typeface="Poppins Bold"/>
                <a:ea typeface="Poppins Bold"/>
                <a:cs typeface="Poppins Bold"/>
                <a:sym typeface="Poppins Bold"/>
              </a:rPr>
              <a:t>CHRIST, HAVE MERCY.</a:t>
            </a:r>
          </a:p>
          <a:p>
            <a:pPr algn="l" marL="0" indent="0" lvl="0">
              <a:lnSpc>
                <a:spcPts val="5935"/>
              </a:lnSpc>
              <a:defRPr/>
            </a:pPr>
            <a:r>
              <a:rPr lang="en-US" b="1" sz="5600" spc="148">
                <a:solidFill>
                  <a:srgbClr val="FFFFFF"/>
                </a:solidFill>
                <a:latin typeface="Poppins Bold"/>
                <a:ea typeface="Poppins Bold"/>
                <a:cs typeface="Poppins Bold"/>
                <a:sym typeface="Poppins Bold"/>
              </a:rPr>
              <a:t>           </a:t>
            </a:r>
            <a:r>
              <a:rPr lang="en-US" b="1" sz="5600" spc="148">
                <a:gradFill>
                  <a:gsLst>
                    <a:gs pos="0">
                      <a:srgbClr val="FFDE59">
                        <a:alpha val="100000"/>
                      </a:srgbClr>
                    </a:gs>
                    <a:gs pos="100000">
                      <a:srgbClr val="FF914D">
                        <a:alpha val="100000"/>
                      </a:srgbClr>
                    </a:gs>
                  </a:gsLst>
                  <a:lin ang="0"/>
                </a:gradFill>
                <a:latin typeface="Poppins Bold"/>
                <a:ea typeface="Poppins Bold"/>
                <a:cs typeface="Poppins Bold"/>
                <a:sym typeface="Poppins Bold"/>
              </a:rPr>
              <a:t>CHRIST, HAVE MERCY.</a:t>
            </a:r>
          </a:p>
        </p:txBody>
      </p:sp>
      <p:sp>
        <p:nvSpPr>
          <p:cNvPr name="TextBox 4" id="4"/>
          <p:cNvSpPr txBox="true"/>
          <p:nvPr/>
        </p:nvSpPr>
        <p:spPr>
          <a:xfrm rot="0">
            <a:off x="4801154" y="7436374"/>
            <a:ext cx="9575679" cy="2320798"/>
          </a:xfrm>
          <a:prstGeom prst="rect">
            <a:avLst/>
          </a:prstGeom>
        </p:spPr>
        <p:txBody>
          <a:bodyPr anchor="t" rtlCol="false" tIns="0" lIns="0" bIns="0" rIns="0">
            <a:spAutoFit/>
          </a:bodyPr>
          <a:lstStyle/>
          <a:p>
            <a:pPr algn="l">
              <a:lnSpc>
                <a:spcPts val="5935"/>
              </a:lnSpc>
              <a:defRPr/>
            </a:pPr>
            <a:r>
              <a:rPr lang="en-US" b="1" sz="5600" spc="148">
                <a:solidFill>
                  <a:srgbClr val="FFFFFF"/>
                </a:solidFill>
                <a:latin typeface="Poppins Bold"/>
                <a:ea typeface="Poppins Bold"/>
                <a:cs typeface="Poppins Bold"/>
                <a:sym typeface="Poppins Bold"/>
              </a:rPr>
              <a:t>LORD, HAVE MERCY.</a:t>
            </a:r>
          </a:p>
          <a:p>
            <a:pPr algn="l">
              <a:lnSpc>
                <a:spcPts val="5935"/>
              </a:lnSpc>
              <a:defRPr/>
            </a:pPr>
            <a:r>
              <a:rPr lang="en-US" b="1" sz="5600" spc="148">
                <a:solidFill>
                  <a:srgbClr val="FFFFFF"/>
                </a:solidFill>
                <a:latin typeface="Poppins Bold"/>
                <a:ea typeface="Poppins Bold"/>
                <a:cs typeface="Poppins Bold"/>
                <a:sym typeface="Poppins Bold"/>
              </a:rPr>
              <a:t>LORD, HAVE MERCY.</a:t>
            </a:r>
          </a:p>
          <a:p>
            <a:pPr algn="l" marL="0" indent="0" lvl="0">
              <a:lnSpc>
                <a:spcPts val="5935"/>
              </a:lnSpc>
              <a:defRPr/>
            </a:pPr>
            <a:r>
              <a:rPr lang="en-US" b="1" sz="5600" spc="148">
                <a:solidFill>
                  <a:srgbClr val="FFFFFF"/>
                </a:solidFill>
                <a:latin typeface="Poppins Bold"/>
                <a:ea typeface="Poppins Bold"/>
                <a:cs typeface="Poppins Bold"/>
                <a:sym typeface="Poppins Bold"/>
              </a:rPr>
              <a:t>           </a:t>
            </a:r>
            <a:r>
              <a:rPr lang="en-US" b="1" sz="5600" spc="148">
                <a:gradFill>
                  <a:gsLst>
                    <a:gs pos="0">
                      <a:srgbClr val="FFDE59">
                        <a:alpha val="100000"/>
                      </a:srgbClr>
                    </a:gs>
                    <a:gs pos="100000">
                      <a:srgbClr val="FF914D">
                        <a:alpha val="100000"/>
                      </a:srgbClr>
                    </a:gs>
                  </a:gsLst>
                  <a:lin ang="0"/>
                </a:gradFill>
                <a:latin typeface="Poppins Bold"/>
                <a:ea typeface="Poppins Bold"/>
                <a:cs typeface="Poppins Bold"/>
                <a:sym typeface="Poppins Bold"/>
              </a:rPr>
              <a:t>LORD, HAVE MERCY.</a:t>
            </a:r>
          </a:p>
        </p:txBody>
      </p:sp>
      <p:sp>
        <p:nvSpPr>
          <p:cNvPr name="TextBox 5" id="5"/>
          <p:cNvSpPr txBox="true"/>
          <p:nvPr/>
        </p:nvSpPr>
        <p:spPr>
          <a:xfrm rot="0">
            <a:off x="2874744" y="331003"/>
            <a:ext cx="12538511" cy="1055243"/>
          </a:xfrm>
          <a:prstGeom prst="rect">
            <a:avLst/>
          </a:prstGeom>
        </p:spPr>
        <p:txBody>
          <a:bodyPr anchor="t" rtlCol="false" tIns="0" lIns="0" bIns="0" rIns="0">
            <a:spAutoFit/>
          </a:bodyPr>
          <a:lstStyle/>
          <a:p>
            <a:pPr algn="ctr" marL="0" indent="0" lvl="0">
              <a:lnSpc>
                <a:spcPts val="8175"/>
              </a:lnSpc>
              <a:spcBef>
                <a:spcPct val="0"/>
              </a:spcBef>
              <a:defRPr/>
            </a:pPr>
            <a:r>
              <a:rPr lang="en-US" sz="3850">
                <a:solidFill>
                  <a:srgbClr val="FFB800"/>
                </a:solidFill>
                <a:latin typeface="Georgia"/>
                <a:ea typeface="Recoleta"/>
                <a:cs typeface="Recoleta"/>
                <a:sym typeface="Recoleta"/>
              </a:rPr>
              <a:t>Kyrie Eleison</a:t>
            </a:r>
          </a:p>
        </p:txBody>
      </p:sp>
      <p:sp>
        <p:nvSpPr>
          <p:cNvPr id="6" name="TextBox 5"/>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a:solidFill>
                  <a:srgbClr val="DCAA5A"/>
                </a:solidFill>
                <a:latin typeface="Calibri"/>
              </a:defRPr>
            </a:pPr>
            <a:r>
              <a:t>Kyrie Eleison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121216"/>
        </a:solidFill>
        <a:effectLst/>
      </p:bgPr>
    </p:bg>
    <p:spTree>
      <p:nvGrpSpPr>
        <p:cNvPr id="1" name=""/>
        <p:cNvGrpSpPr/>
        <p:nvPr/>
      </p:nvGrpSpPr>
      <p:grpSpPr/>
      <p:sp>
        <p:nvSpPr>
          <p:cNvPr name="TextBox 2" id="2"/>
          <p:cNvSpPr txBox="true"/>
          <p:nvPr/>
        </p:nvSpPr>
        <p:spPr>
          <a:xfrm rot="0">
            <a:off x="0" y="896938"/>
            <a:ext cx="18288000" cy="4138869"/>
          </a:xfrm>
          <a:prstGeom prst="rect">
            <a:avLst/>
          </a:prstGeom>
        </p:spPr>
        <p:txBody>
          <a:bodyPr anchor="t" rtlCol="false" tIns="0" lIns="0" bIns="0" rIns="0">
            <a:spAutoFit/>
          </a:bodyPr>
          <a:lstStyle/>
          <a:p>
            <a:pPr algn="ctr">
              <a:lnSpc>
                <a:spcPts val="8123"/>
              </a:lnSpc>
              <a:defRPr/>
            </a:pPr>
            <a:r>
              <a:rPr lang="en-US" b="true" sz="5802">
                <a:solidFill>
                  <a:srgbClr val="FFB800"/>
                </a:solidFill>
                <a:latin typeface="Poppins Bold"/>
                <a:ea typeface="Poppins Bold"/>
                <a:cs typeface="Poppins Bold"/>
                <a:sym typeface="Poppins Bold"/>
              </a:rPr>
              <a:t>GLORY TO GOD! GLORY TO GOD!</a:t>
            </a:r>
          </a:p>
          <a:p>
            <a:pPr algn="ctr">
              <a:lnSpc>
                <a:spcPts val="8123"/>
              </a:lnSpc>
              <a:defRPr/>
            </a:pPr>
            <a:r>
              <a:rPr lang="en-US" b="true" sz="5802">
                <a:solidFill>
                  <a:srgbClr val="FFB800"/>
                </a:solidFill>
                <a:latin typeface="Poppins Bold"/>
                <a:ea typeface="Poppins Bold"/>
                <a:cs typeface="Poppins Bold"/>
                <a:sym typeface="Poppins Bold"/>
              </a:rPr>
              <a:t>GLORY TO GOD IN THE HIGHEST, </a:t>
            </a:r>
          </a:p>
          <a:p>
            <a:pPr algn="ctr">
              <a:lnSpc>
                <a:spcPts val="8123"/>
              </a:lnSpc>
              <a:defRPr/>
            </a:pPr>
            <a:r>
              <a:rPr lang="en-US" b="true" sz="5802">
                <a:solidFill>
                  <a:srgbClr val="FFB800"/>
                </a:solidFill>
                <a:latin typeface="Poppins Bold"/>
                <a:ea typeface="Poppins Bold"/>
                <a:cs typeface="Poppins Bold"/>
                <a:sym typeface="Poppins Bold"/>
              </a:rPr>
              <a:t>AND ON EARTH , PEACE ON EARTH,</a:t>
            </a:r>
          </a:p>
          <a:p>
            <a:pPr algn="ctr" marL="0" indent="0" lvl="0">
              <a:lnSpc>
                <a:spcPts val="8123"/>
              </a:lnSpc>
              <a:spcBef>
                <a:spcPct val="0"/>
              </a:spcBef>
              <a:defRPr/>
            </a:pPr>
            <a:r>
              <a:rPr lang="en-US" b="true" sz="5802">
                <a:solidFill>
                  <a:srgbClr val="FFB800"/>
                </a:solidFill>
                <a:latin typeface="Poppins Bold"/>
                <a:ea typeface="Poppins Bold"/>
                <a:cs typeface="Poppins Bold"/>
                <a:sym typeface="Poppins Bold"/>
              </a:rPr>
              <a:t>PEACE TO PEOPLE OF GOOD WILL!</a:t>
            </a:r>
          </a:p>
        </p:txBody>
      </p:sp>
      <p:sp>
        <p:nvSpPr>
          <p:cNvPr name="TextBox 3" id="3"/>
          <p:cNvSpPr txBox="true"/>
          <p:nvPr/>
        </p:nvSpPr>
        <p:spPr>
          <a:xfrm rot="0">
            <a:off x="0" y="5132070"/>
            <a:ext cx="18288000" cy="5074921"/>
          </a:xfrm>
          <a:prstGeom prst="rect">
            <a:avLst/>
          </a:prstGeom>
        </p:spPr>
        <p:txBody>
          <a:bodyPr anchor="t" rtlCol="false" tIns="0" lIns="0" bIns="0" rIns="0">
            <a:spAutoFit/>
          </a:bodyPr>
          <a:lstStyle/>
          <a:p>
            <a:pPr algn="ctr">
              <a:lnSpc>
                <a:spcPts val="7979"/>
              </a:lnSpc>
              <a:defRPr/>
            </a:pPr>
            <a:r>
              <a:rPr lang="en-US" b="true" sz="5699">
                <a:solidFill>
                  <a:srgbClr val="FFFFFF"/>
                </a:solidFill>
                <a:latin typeface="Poppins Bold"/>
                <a:ea typeface="Poppins Bold"/>
                <a:cs typeface="Poppins Bold"/>
                <a:sym typeface="Poppins Bold"/>
              </a:rPr>
              <a:t>WE PRAISE YOU, WE BLESS YOU,</a:t>
            </a:r>
          </a:p>
          <a:p>
            <a:pPr algn="ctr">
              <a:lnSpc>
                <a:spcPts val="7979"/>
              </a:lnSpc>
              <a:defRPr/>
            </a:pPr>
            <a:r>
              <a:rPr lang="en-US" b="true" sz="5699">
                <a:solidFill>
                  <a:srgbClr val="FFFFFF"/>
                </a:solidFill>
                <a:latin typeface="Poppins Bold"/>
                <a:ea typeface="Poppins Bold"/>
                <a:cs typeface="Poppins Bold"/>
                <a:sym typeface="Poppins Bold"/>
              </a:rPr>
              <a:t>WE ADORE YOU, WE GLORIFY YOU,</a:t>
            </a:r>
          </a:p>
          <a:p>
            <a:pPr algn="ctr">
              <a:lnSpc>
                <a:spcPts val="7979"/>
              </a:lnSpc>
              <a:defRPr/>
            </a:pPr>
            <a:r>
              <a:rPr lang="en-US" b="true" sz="5699">
                <a:solidFill>
                  <a:srgbClr val="FFFFFF"/>
                </a:solidFill>
                <a:latin typeface="Poppins Bold"/>
                <a:ea typeface="Poppins Bold"/>
                <a:cs typeface="Poppins Bold"/>
                <a:sym typeface="Poppins Bold"/>
              </a:rPr>
              <a:t>WE GIVE YOU THANKS FOR YOUR GREAT GLORY, LORD GOD, HEAVENLY KING,</a:t>
            </a:r>
          </a:p>
          <a:p>
            <a:pPr algn="ctr" marL="0" indent="0" lvl="0">
              <a:lnSpc>
                <a:spcPts val="7979"/>
              </a:lnSpc>
              <a:spcBef>
                <a:spcPct val="0"/>
              </a:spcBef>
              <a:defRPr/>
            </a:pPr>
            <a:r>
              <a:rPr lang="en-US" b="true" sz="5699">
                <a:solidFill>
                  <a:srgbClr val="FFFFFF"/>
                </a:solidFill>
                <a:latin typeface="Poppins Bold"/>
                <a:ea typeface="Poppins Bold"/>
                <a:cs typeface="Poppins Bold"/>
                <a:sym typeface="Poppins Bold"/>
              </a:rPr>
              <a:t>O GOD, ALMIGHTY FATHER. </a:t>
            </a:r>
          </a:p>
        </p:txBody>
      </p:sp>
      <p:sp>
        <p:nvSpPr>
          <p:cNvPr name="TextBox 4" id="4"/>
          <p:cNvSpPr txBox="true"/>
          <p:nvPr/>
        </p:nvSpPr>
        <p:spPr>
          <a:xfrm rot="0">
            <a:off x="2874744" y="118555"/>
            <a:ext cx="12538511" cy="921258"/>
          </a:xfrm>
          <a:prstGeom prst="rect">
            <a:avLst/>
          </a:prstGeom>
        </p:spPr>
        <p:txBody>
          <a:bodyPr anchor="t" rtlCol="false" tIns="0" lIns="0" bIns="0" rIns="0">
            <a:spAutoFit/>
          </a:bodyPr>
          <a:lstStyle/>
          <a:p>
            <a:pPr algn="ctr" marL="0" indent="0" lvl="0">
              <a:lnSpc>
                <a:spcPts val="7056"/>
              </a:lnSpc>
              <a:spcBef>
                <a:spcPct val="0"/>
              </a:spcBef>
              <a:defRPr/>
            </a:pPr>
            <a:r>
              <a:rPr lang="en-US" sz="3850">
                <a:solidFill>
                  <a:srgbClr val="FFB800"/>
                </a:solidFill>
                <a:latin typeface="Georgia"/>
                <a:ea typeface="Recoleta"/>
                <a:cs typeface="Recoleta"/>
                <a:sym typeface="Recoleta"/>
              </a:rPr>
              <a:t>Gloria</a:t>
            </a:r>
          </a:p>
        </p:txBody>
      </p:sp>
      <p:sp>
        <p:nvSpPr>
          <p:cNvPr id="5" name="TextBox 4"/>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a:solidFill>
                  <a:srgbClr val="DCAA5A"/>
                </a:solidFill>
                <a:latin typeface="Calibri"/>
              </a:defRPr>
            </a:pPr>
            <a:r>
              <a:t>Gloria (1/4)</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121216"/>
        </a:solidFill>
        <a:effectLst/>
      </p:bgPr>
    </p:bg>
    <p:spTree>
      <p:nvGrpSpPr>
        <p:cNvPr id="1" name=""/>
        <p:cNvGrpSpPr/>
        <p:nvPr/>
      </p:nvGrpSpPr>
      <p:grpSpPr/>
      <p:sp>
        <p:nvSpPr>
          <p:cNvPr name="TextBox 2" id="2"/>
          <p:cNvSpPr txBox="true"/>
          <p:nvPr/>
        </p:nvSpPr>
        <p:spPr>
          <a:xfrm rot="0">
            <a:off x="0" y="819150"/>
            <a:ext cx="18288000" cy="1887855"/>
          </a:xfrm>
          <a:prstGeom prst="rect">
            <a:avLst/>
          </a:prstGeom>
        </p:spPr>
        <p:txBody>
          <a:bodyPr anchor="t" rtlCol="false" tIns="0" lIns="0" bIns="0" rIns="0">
            <a:spAutoFit/>
          </a:bodyPr>
          <a:lstStyle/>
          <a:p>
            <a:pPr algn="ctr">
              <a:lnSpc>
                <a:spcPts val="7259"/>
              </a:lnSpc>
              <a:defRPr/>
            </a:pPr>
            <a:r>
              <a:rPr lang="en-US" b="true" sz="5999">
                <a:solidFill>
                  <a:srgbClr val="FFFFFF"/>
                </a:solidFill>
                <a:latin typeface="Poppins Bold"/>
                <a:ea typeface="Poppins Bold"/>
                <a:cs typeface="Poppins Bold"/>
                <a:sym typeface="Poppins Bold"/>
              </a:rPr>
              <a:t>LORD JESUS CHRIST, ONLY BEGOTTEN SON, </a:t>
            </a:r>
          </a:p>
          <a:p>
            <a:pPr algn="ctr" marL="0" indent="0" lvl="0">
              <a:lnSpc>
                <a:spcPts val="7259"/>
              </a:lnSpc>
              <a:defRPr/>
            </a:pPr>
            <a:r>
              <a:rPr lang="en-US" b="true" sz="5999">
                <a:solidFill>
                  <a:srgbClr val="FFFFFF"/>
                </a:solidFill>
                <a:latin typeface="Poppins Bold"/>
                <a:ea typeface="Poppins Bold"/>
                <a:cs typeface="Poppins Bold"/>
                <a:sym typeface="Poppins Bold"/>
              </a:rPr>
              <a:t>LORD GOD, LAMB OF GOD, SON OF THE FATHER.</a:t>
            </a:r>
          </a:p>
        </p:txBody>
      </p:sp>
      <p:sp>
        <p:nvSpPr>
          <p:cNvPr name="TextBox 3" id="3"/>
          <p:cNvSpPr txBox="true"/>
          <p:nvPr/>
        </p:nvSpPr>
        <p:spPr>
          <a:xfrm rot="0">
            <a:off x="1076325" y="3306924"/>
            <a:ext cx="16898156" cy="6583553"/>
          </a:xfrm>
          <a:prstGeom prst="rect">
            <a:avLst/>
          </a:prstGeom>
        </p:spPr>
        <p:txBody>
          <a:bodyPr anchor="t" rtlCol="false" tIns="0" lIns="0" bIns="0" rIns="0">
            <a:spAutoFit/>
          </a:bodyPr>
          <a:lstStyle/>
          <a:p>
            <a:pPr algn="l">
              <a:lnSpc>
                <a:spcPts val="7380"/>
              </a:lnSpc>
              <a:defRPr/>
            </a:pPr>
            <a:r>
              <a:rPr lang="en-US" sz="6099" b="true">
                <a:solidFill>
                  <a:srgbClr val="FFFFFF"/>
                </a:solidFill>
                <a:latin typeface="Poppins Bold"/>
                <a:ea typeface="Poppins Bold"/>
                <a:cs typeface="Poppins Bold"/>
                <a:sym typeface="Poppins Bold"/>
              </a:rPr>
              <a:t>YOU TAKE AWAY THE SINS OF THE WORLD,</a:t>
            </a:r>
          </a:p>
          <a:p>
            <a:pPr algn="l">
              <a:lnSpc>
                <a:spcPts val="7380"/>
              </a:lnSpc>
              <a:defRPr/>
            </a:pPr>
            <a:r>
              <a:rPr lang="en-US" sz="6099" b="true">
                <a:solidFill>
                  <a:srgbClr val="FFB800"/>
                </a:solidFill>
                <a:latin typeface="Poppins Bold"/>
                <a:ea typeface="Poppins Bold"/>
                <a:cs typeface="Poppins Bold"/>
                <a:sym typeface="Poppins Bold"/>
              </a:rPr>
              <a:t>HAVE MERCY ON US</a:t>
            </a:r>
            <a:r>
              <a:rPr lang="en-US" sz="6099" b="true">
                <a:solidFill>
                  <a:srgbClr val="FFFFFF"/>
                </a:solidFill>
                <a:latin typeface="Poppins Bold"/>
                <a:ea typeface="Poppins Bold"/>
                <a:cs typeface="Poppins Bold"/>
                <a:sym typeface="Poppins Bold"/>
              </a:rPr>
              <a:t>;</a:t>
            </a:r>
          </a:p>
          <a:p>
            <a:pPr algn="l">
              <a:lnSpc>
                <a:spcPts val="7380"/>
              </a:lnSpc>
              <a:defRPr/>
            </a:pPr>
            <a:r>
              <a:rPr lang="en-US" sz="6099" b="true">
                <a:solidFill>
                  <a:srgbClr val="FFFFFF"/>
                </a:solidFill>
                <a:latin typeface="Poppins Bold"/>
                <a:ea typeface="Poppins Bold"/>
                <a:cs typeface="Poppins Bold"/>
                <a:sym typeface="Poppins Bold"/>
              </a:rPr>
              <a:t>YOU TAKE AWAY THE SINS OF THE WORLD,</a:t>
            </a:r>
          </a:p>
          <a:p>
            <a:pPr algn="l">
              <a:lnSpc>
                <a:spcPts val="7380"/>
              </a:lnSpc>
              <a:defRPr/>
            </a:pPr>
            <a:r>
              <a:rPr lang="en-US" sz="6099" b="true">
                <a:solidFill>
                  <a:srgbClr val="FFB800"/>
                </a:solidFill>
                <a:latin typeface="Poppins Bold"/>
                <a:ea typeface="Poppins Bold"/>
                <a:cs typeface="Poppins Bold"/>
                <a:sym typeface="Poppins Bold"/>
              </a:rPr>
              <a:t>RECEIVE OUR PRAYER</a:t>
            </a:r>
            <a:r>
              <a:rPr lang="en-US" sz="6099" b="true">
                <a:solidFill>
                  <a:srgbClr val="FFFFFF"/>
                </a:solidFill>
                <a:latin typeface="Poppins Bold"/>
                <a:ea typeface="Poppins Bold"/>
                <a:cs typeface="Poppins Bold"/>
                <a:sym typeface="Poppins Bold"/>
              </a:rPr>
              <a:t>;</a:t>
            </a:r>
          </a:p>
          <a:p>
            <a:pPr algn="l">
              <a:lnSpc>
                <a:spcPts val="7380"/>
              </a:lnSpc>
              <a:defRPr/>
            </a:pPr>
            <a:r>
              <a:rPr lang="en-US" sz="6099" b="true">
                <a:solidFill>
                  <a:srgbClr val="FFFFFF"/>
                </a:solidFill>
                <a:latin typeface="Poppins Bold"/>
                <a:ea typeface="Poppins Bold"/>
                <a:cs typeface="Poppins Bold"/>
                <a:sym typeface="Poppins Bold"/>
              </a:rPr>
              <a:t>YOU ARE SEATED AT THE RIGHT HAND,</a:t>
            </a:r>
          </a:p>
          <a:p>
            <a:pPr algn="l">
              <a:lnSpc>
                <a:spcPts val="7380"/>
              </a:lnSpc>
              <a:defRPr/>
            </a:pPr>
            <a:r>
              <a:rPr lang="en-US" sz="6099" b="true">
                <a:solidFill>
                  <a:srgbClr val="FFFFFF"/>
                </a:solidFill>
                <a:latin typeface="Poppins Bold"/>
                <a:ea typeface="Poppins Bold"/>
                <a:cs typeface="Poppins Bold"/>
                <a:sym typeface="Poppins Bold"/>
              </a:rPr>
              <a:t>THE RIGHT OF THE FATHER,</a:t>
            </a:r>
          </a:p>
          <a:p>
            <a:pPr algn="l" marL="0" indent="0" lvl="0">
              <a:lnSpc>
                <a:spcPts val="7380"/>
              </a:lnSpc>
              <a:defRPr/>
            </a:pPr>
            <a:r>
              <a:rPr lang="en-US" b="true" sz="6099">
                <a:solidFill>
                  <a:srgbClr val="FFB800"/>
                </a:solidFill>
                <a:latin typeface="Poppins Bold"/>
                <a:ea typeface="Poppins Bold"/>
                <a:cs typeface="Poppins Bold"/>
                <a:sym typeface="Poppins Bold"/>
              </a:rPr>
              <a:t>HAVE MERCY ON US</a:t>
            </a:r>
            <a:r>
              <a:rPr lang="en-US" b="true" sz="6099">
                <a:solidFill>
                  <a:srgbClr val="FFFFFF"/>
                </a:solidFill>
                <a:latin typeface="Poppins Bold"/>
                <a:ea typeface="Poppins Bold"/>
                <a:cs typeface="Poppins Bold"/>
                <a:sym typeface="Poppins Bold"/>
              </a:rPr>
              <a:t>. </a:t>
            </a:r>
          </a:p>
        </p:txBody>
      </p:sp>
      <p:sp>
        <p:nvSpPr>
          <p:cNvPr id="4" name="TextBox 3"/>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a:solidFill>
                  <a:srgbClr val="DCAA5A"/>
                </a:solidFill>
                <a:latin typeface="Calibri"/>
              </a:defRPr>
            </a:pPr>
            <a:r>
              <a:t>Gloria (2/4)</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121216"/>
        </a:solidFill>
        <a:effectLst/>
      </p:bgPr>
    </p:bg>
    <p:spTree>
      <p:nvGrpSpPr>
        <p:cNvPr id="1" name=""/>
        <p:cNvGrpSpPr/>
        <p:nvPr/>
      </p:nvGrpSpPr>
      <p:grpSpPr/>
      <p:sp>
        <p:nvSpPr>
          <p:cNvPr name="TextBox 2" id="2"/>
          <p:cNvSpPr txBox="true"/>
          <p:nvPr/>
        </p:nvSpPr>
        <p:spPr>
          <a:xfrm rot="0">
            <a:off x="0" y="5207256"/>
            <a:ext cx="18288000" cy="4631055"/>
          </a:xfrm>
          <a:prstGeom prst="rect">
            <a:avLst/>
          </a:prstGeom>
        </p:spPr>
        <p:txBody>
          <a:bodyPr anchor="t" rtlCol="false" tIns="0" lIns="0" bIns="0" rIns="0">
            <a:spAutoFit/>
          </a:bodyPr>
          <a:lstStyle/>
          <a:p>
            <a:pPr algn="ctr">
              <a:lnSpc>
                <a:spcPts val="7259"/>
              </a:lnSpc>
              <a:defRPr/>
            </a:pPr>
            <a:r>
              <a:rPr lang="en-US" b="true" sz="5999">
                <a:solidFill>
                  <a:srgbClr val="FFFFFF"/>
                </a:solidFill>
                <a:latin typeface="Poppins Bold"/>
                <a:ea typeface="Poppins Bold"/>
                <a:cs typeface="Poppins Bold"/>
                <a:sym typeface="Poppins Bold"/>
              </a:rPr>
              <a:t>FOR YOU ALONE ARE THE HOLY ONE, </a:t>
            </a:r>
          </a:p>
          <a:p>
            <a:pPr algn="ctr">
              <a:lnSpc>
                <a:spcPts val="7259"/>
              </a:lnSpc>
              <a:defRPr/>
            </a:pPr>
            <a:r>
              <a:rPr lang="en-US" b="true" sz="5999">
                <a:solidFill>
                  <a:srgbClr val="FFFFFF"/>
                </a:solidFill>
                <a:latin typeface="Poppins Bold"/>
                <a:ea typeface="Poppins Bold"/>
                <a:cs typeface="Poppins Bold"/>
                <a:sym typeface="Poppins Bold"/>
              </a:rPr>
              <a:t>YOU ALONE ARE THE LORD,</a:t>
            </a:r>
          </a:p>
          <a:p>
            <a:pPr algn="ctr">
              <a:lnSpc>
                <a:spcPts val="7259"/>
              </a:lnSpc>
              <a:defRPr/>
            </a:pPr>
            <a:r>
              <a:rPr lang="en-US" b="true" sz="5999">
                <a:solidFill>
                  <a:srgbClr val="FFFFFF"/>
                </a:solidFill>
                <a:latin typeface="Poppins Bold"/>
                <a:ea typeface="Poppins Bold"/>
                <a:cs typeface="Poppins Bold"/>
                <a:sym typeface="Poppins Bold"/>
              </a:rPr>
              <a:t>YOU ALONE ARE THE MOST HIGH,</a:t>
            </a:r>
          </a:p>
          <a:p>
            <a:pPr algn="ctr">
              <a:lnSpc>
                <a:spcPts val="7259"/>
              </a:lnSpc>
              <a:defRPr/>
            </a:pPr>
            <a:r>
              <a:rPr lang="en-US" b="true" sz="5999">
                <a:solidFill>
                  <a:srgbClr val="FFFFFF"/>
                </a:solidFill>
                <a:latin typeface="Poppins Bold"/>
                <a:ea typeface="Poppins Bold"/>
                <a:cs typeface="Poppins Bold"/>
                <a:sym typeface="Poppins Bold"/>
              </a:rPr>
              <a:t>J</a:t>
            </a:r>
            <a:r>
              <a:rPr lang="en-US" b="true" sz="5999">
                <a:solidFill>
                  <a:srgbClr val="FFFFFF"/>
                </a:solidFill>
                <a:latin typeface="Poppins Bold"/>
                <a:ea typeface="Poppins Bold"/>
                <a:cs typeface="Poppins Bold"/>
                <a:sym typeface="Poppins Bold"/>
              </a:rPr>
              <a:t>E</a:t>
            </a:r>
            <a:r>
              <a:rPr lang="en-US" b="true" sz="5999">
                <a:solidFill>
                  <a:srgbClr val="FFFFFF"/>
                </a:solidFill>
                <a:latin typeface="Poppins Bold"/>
                <a:ea typeface="Poppins Bold"/>
                <a:cs typeface="Poppins Bold"/>
                <a:sym typeface="Poppins Bold"/>
              </a:rPr>
              <a:t>S</a:t>
            </a:r>
            <a:r>
              <a:rPr lang="en-US" b="true" sz="5999">
                <a:solidFill>
                  <a:srgbClr val="FFFFFF"/>
                </a:solidFill>
                <a:latin typeface="Poppins Bold"/>
                <a:ea typeface="Poppins Bold"/>
                <a:cs typeface="Poppins Bold"/>
                <a:sym typeface="Poppins Bold"/>
              </a:rPr>
              <a:t>US</a:t>
            </a:r>
            <a:r>
              <a:rPr lang="en-US" b="true" sz="5999">
                <a:solidFill>
                  <a:srgbClr val="FFFFFF"/>
                </a:solidFill>
                <a:latin typeface="Poppins Bold"/>
                <a:ea typeface="Poppins Bold"/>
                <a:cs typeface="Poppins Bold"/>
                <a:sym typeface="Poppins Bold"/>
              </a:rPr>
              <a:t> CHRIST, WITH THE HOL</a:t>
            </a:r>
            <a:r>
              <a:rPr lang="en-US" b="true" sz="5999">
                <a:solidFill>
                  <a:srgbClr val="FFFFFF"/>
                </a:solidFill>
                <a:latin typeface="Poppins Bold"/>
                <a:ea typeface="Poppins Bold"/>
                <a:cs typeface="Poppins Bold"/>
                <a:sym typeface="Poppins Bold"/>
              </a:rPr>
              <a:t>Y</a:t>
            </a:r>
            <a:r>
              <a:rPr lang="en-US" b="true" sz="5999">
                <a:solidFill>
                  <a:srgbClr val="FFFFFF"/>
                </a:solidFill>
                <a:latin typeface="Poppins Bold"/>
                <a:ea typeface="Poppins Bold"/>
                <a:cs typeface="Poppins Bold"/>
                <a:sym typeface="Poppins Bold"/>
              </a:rPr>
              <a:t> SPIRIT,</a:t>
            </a:r>
          </a:p>
          <a:p>
            <a:pPr algn="ctr" marL="0" indent="0" lvl="0">
              <a:lnSpc>
                <a:spcPts val="7259"/>
              </a:lnSpc>
              <a:defRPr/>
            </a:pPr>
            <a:r>
              <a:rPr lang="en-US" b="true" sz="5999">
                <a:solidFill>
                  <a:srgbClr val="FFFFFF"/>
                </a:solidFill>
                <a:latin typeface="Poppins Bold"/>
                <a:ea typeface="Poppins Bold"/>
                <a:cs typeface="Poppins Bold"/>
                <a:sym typeface="Poppins Bold"/>
              </a:rPr>
              <a:t>IN THE GLORY</a:t>
            </a:r>
            <a:r>
              <a:rPr lang="en-US" b="true" sz="5999">
                <a:solidFill>
                  <a:srgbClr val="FFFFFF"/>
                </a:solidFill>
                <a:latin typeface="Poppins Bold"/>
                <a:ea typeface="Poppins Bold"/>
                <a:cs typeface="Poppins Bold"/>
                <a:sym typeface="Poppins Bold"/>
              </a:rPr>
              <a:t> OF GOD THE FATHER. </a:t>
            </a:r>
          </a:p>
        </p:txBody>
      </p:sp>
      <p:sp>
        <p:nvSpPr>
          <p:cNvPr name="TextBox 6" id="6"/>
          <p:cNvSpPr txBox="true"/>
          <p:nvPr/>
        </p:nvSpPr>
        <p:spPr>
          <a:xfrm rot="0">
            <a:off x="0" y="521018"/>
            <a:ext cx="18288000" cy="4276664"/>
          </a:xfrm>
          <a:prstGeom prst="rect">
            <a:avLst/>
          </a:prstGeom>
        </p:spPr>
        <p:txBody>
          <a:bodyPr anchor="t" rtlCol="false" tIns="0" lIns="0" bIns="0" rIns="0">
            <a:spAutoFit/>
          </a:bodyPr>
          <a:lstStyle/>
          <a:p>
            <a:pPr algn="ctr">
              <a:lnSpc>
                <a:spcPts val="8403"/>
              </a:lnSpc>
              <a:defRPr/>
            </a:pPr>
            <a:r>
              <a:rPr lang="en-US" b="true" sz="6002">
                <a:solidFill>
                  <a:srgbClr val="FFB800"/>
                </a:solidFill>
                <a:latin typeface="Poppins Bold"/>
                <a:ea typeface="Poppins Bold"/>
                <a:cs typeface="Poppins Bold"/>
                <a:sym typeface="Poppins Bold"/>
              </a:rPr>
              <a:t>GLORY TO GOD! GLORY TO GOD!</a:t>
            </a:r>
          </a:p>
          <a:p>
            <a:pPr algn="ctr">
              <a:lnSpc>
                <a:spcPts val="8403"/>
              </a:lnSpc>
              <a:defRPr/>
            </a:pPr>
            <a:r>
              <a:rPr lang="en-US" b="true" sz="6002">
                <a:solidFill>
                  <a:srgbClr val="FFB800"/>
                </a:solidFill>
                <a:latin typeface="Poppins Bold"/>
                <a:ea typeface="Poppins Bold"/>
                <a:cs typeface="Poppins Bold"/>
                <a:sym typeface="Poppins Bold"/>
              </a:rPr>
              <a:t>GLORY TO GOD IN THE HIGHEST, </a:t>
            </a:r>
          </a:p>
          <a:p>
            <a:pPr algn="ctr">
              <a:lnSpc>
                <a:spcPts val="8403"/>
              </a:lnSpc>
              <a:defRPr/>
            </a:pPr>
            <a:r>
              <a:rPr lang="en-US" b="true" sz="6002">
                <a:solidFill>
                  <a:srgbClr val="FFB800"/>
                </a:solidFill>
                <a:latin typeface="Poppins Bold"/>
                <a:ea typeface="Poppins Bold"/>
                <a:cs typeface="Poppins Bold"/>
                <a:sym typeface="Poppins Bold"/>
              </a:rPr>
              <a:t>AND ON EARTH , PEACE ON EARTH,</a:t>
            </a:r>
          </a:p>
          <a:p>
            <a:pPr algn="ctr" marL="0" indent="0" lvl="0">
              <a:lnSpc>
                <a:spcPts val="8403"/>
              </a:lnSpc>
              <a:spcBef>
                <a:spcPct val="0"/>
              </a:spcBef>
              <a:defRPr/>
            </a:pPr>
            <a:r>
              <a:rPr lang="en-US" b="true" sz="6002">
                <a:solidFill>
                  <a:srgbClr val="FFB800"/>
                </a:solidFill>
                <a:latin typeface="Poppins Bold"/>
                <a:ea typeface="Poppins Bold"/>
                <a:cs typeface="Poppins Bold"/>
                <a:sym typeface="Poppins Bold"/>
              </a:rPr>
              <a:t>PEACE TO PEOPLE OF GOOD WILL!</a:t>
            </a:r>
          </a:p>
        </p:txBody>
      </p:sp>
      <p:sp>
        <p:nvSpPr>
          <p:cNvPr id="7" name="TextBox 6"/>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a:solidFill>
                  <a:srgbClr val="DCAA5A"/>
                </a:solidFill>
                <a:latin typeface="Calibri"/>
              </a:defRPr>
            </a:pPr>
            <a:r>
              <a:t>Gloria (3/4)</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121216"/>
        </a:solidFill>
        <a:effectLst/>
      </p:bgPr>
    </p:bg>
    <p:spTree>
      <p:nvGrpSpPr>
        <p:cNvPr id="1" name=""/>
        <p:cNvGrpSpPr/>
        <p:nvPr/>
      </p:nvGrpSpPr>
      <p:grpSpPr/>
      <p:sp>
        <p:nvSpPr>
          <p:cNvPr name="TextBox 2" id="2"/>
          <p:cNvSpPr txBox="true"/>
          <p:nvPr/>
        </p:nvSpPr>
        <p:spPr>
          <a:xfrm rot="0">
            <a:off x="0" y="7432051"/>
            <a:ext cx="18288000" cy="1417701"/>
          </a:xfrm>
          <a:prstGeom prst="rect">
            <a:avLst/>
          </a:prstGeom>
        </p:spPr>
        <p:txBody>
          <a:bodyPr anchor="t" rtlCol="false" tIns="0" lIns="0" bIns="0" rIns="0">
            <a:spAutoFit/>
          </a:bodyPr>
          <a:lstStyle/>
          <a:p>
            <a:pPr algn="ctr" marL="0" indent="0" lvl="0">
              <a:lnSpc>
                <a:spcPts val="10526"/>
              </a:lnSpc>
              <a:defRPr/>
            </a:pPr>
            <a:r>
              <a:rPr lang="en-US" b="true" sz="8699">
                <a:solidFill>
                  <a:srgbClr val="FFFFFF"/>
                </a:solidFill>
                <a:latin typeface="Poppins Bold"/>
                <a:ea typeface="Poppins Bold"/>
                <a:cs typeface="Poppins Bold"/>
                <a:sym typeface="Poppins Bold"/>
              </a:rPr>
              <a:t>AMEN, AMEN, AMEN!</a:t>
            </a:r>
          </a:p>
        </p:txBody>
      </p:sp>
      <p:sp>
        <p:nvSpPr>
          <p:cNvPr name="TextBox 6" id="6"/>
          <p:cNvSpPr txBox="true"/>
          <p:nvPr/>
        </p:nvSpPr>
        <p:spPr>
          <a:xfrm rot="0">
            <a:off x="0" y="1724273"/>
            <a:ext cx="18288000" cy="5122485"/>
          </a:xfrm>
          <a:prstGeom prst="rect">
            <a:avLst/>
          </a:prstGeom>
        </p:spPr>
        <p:txBody>
          <a:bodyPr anchor="t" rtlCol="false" tIns="0" lIns="0" bIns="0" rIns="0">
            <a:spAutoFit/>
          </a:bodyPr>
          <a:lstStyle/>
          <a:p>
            <a:pPr algn="ctr">
              <a:lnSpc>
                <a:spcPts val="10083"/>
              </a:lnSpc>
              <a:defRPr/>
            </a:pPr>
            <a:r>
              <a:rPr lang="en-US" b="true" sz="7202">
                <a:solidFill>
                  <a:srgbClr val="FFB800"/>
                </a:solidFill>
                <a:latin typeface="Poppins Bold"/>
                <a:ea typeface="Poppins Bold"/>
                <a:cs typeface="Poppins Bold"/>
                <a:sym typeface="Poppins Bold"/>
              </a:rPr>
              <a:t>GLORY TO GOD! GLORY TO GOD!</a:t>
            </a:r>
          </a:p>
          <a:p>
            <a:pPr algn="ctr">
              <a:lnSpc>
                <a:spcPts val="10083"/>
              </a:lnSpc>
              <a:defRPr/>
            </a:pPr>
            <a:r>
              <a:rPr lang="en-US" b="true" sz="7202">
                <a:solidFill>
                  <a:srgbClr val="FFB800"/>
                </a:solidFill>
                <a:latin typeface="Poppins Bold"/>
                <a:ea typeface="Poppins Bold"/>
                <a:cs typeface="Poppins Bold"/>
                <a:sym typeface="Poppins Bold"/>
              </a:rPr>
              <a:t>GLORY TO GOD IN THE HIGHEST, </a:t>
            </a:r>
          </a:p>
          <a:p>
            <a:pPr algn="ctr">
              <a:lnSpc>
                <a:spcPts val="10083"/>
              </a:lnSpc>
              <a:defRPr/>
            </a:pPr>
            <a:r>
              <a:rPr lang="en-US" b="true" sz="7202">
                <a:solidFill>
                  <a:srgbClr val="FFB800"/>
                </a:solidFill>
                <a:latin typeface="Poppins Bold"/>
                <a:ea typeface="Poppins Bold"/>
                <a:cs typeface="Poppins Bold"/>
                <a:sym typeface="Poppins Bold"/>
              </a:rPr>
              <a:t>AND ON EARTH , PEACE ON EARTH,</a:t>
            </a:r>
          </a:p>
          <a:p>
            <a:pPr algn="ctr" marL="0" indent="0" lvl="0">
              <a:lnSpc>
                <a:spcPts val="10083"/>
              </a:lnSpc>
              <a:spcBef>
                <a:spcPct val="0"/>
              </a:spcBef>
              <a:defRPr/>
            </a:pPr>
            <a:r>
              <a:rPr lang="en-US" b="true" sz="7202">
                <a:solidFill>
                  <a:srgbClr val="FFB800"/>
                </a:solidFill>
                <a:latin typeface="Poppins Bold"/>
                <a:ea typeface="Poppins Bold"/>
                <a:cs typeface="Poppins Bold"/>
                <a:sym typeface="Poppins Bold"/>
              </a:rPr>
              <a:t>PEACE TO PEOPLE OF GOOD WILL!</a:t>
            </a:r>
          </a:p>
        </p:txBody>
      </p:sp>
      <p:sp>
        <p:nvSpPr>
          <p:cNvPr id="7" name="TextBox 6"/>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a:solidFill>
                  <a:srgbClr val="DCAA5A"/>
                </a:solidFill>
                <a:latin typeface="Calibri"/>
              </a:defRPr>
            </a:pPr>
            <a:r>
              <a:t>Gloria (4/4)</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121216"/>
        </a:solidFill>
        <a:effectLst/>
      </p:bgPr>
    </p:bg>
    <p:spTree>
      <p:nvGrpSpPr>
        <p:cNvPr id="1" name=""/>
        <p:cNvGrpSpPr/>
        <p:nvPr/>
      </p:nvGrpSpPr>
      <p:grpSpPr/>
      <p:sp>
        <p:nvSpPr>
          <p:cNvPr id="2" name="TextBox 1"/>
          <p:cNvSpPr txBox="1"/>
          <p:nvPr/>
        </p:nvSpPr>
        <p:spPr>
          <a:xfrm>
            <a:off x="914400" y="530352"/>
            <a:ext cx="16459200" cy="8750808"/>
          </a:xfrm>
          <a:prstGeom prst="rect">
            <a:avLst/>
          </a:prstGeom>
          <a:noFill/>
        </p:spPr>
        <p:txBody>
          <a:bodyPr wrap="square" lIns="109728" rIns="109728" tIns="73152" bIns="73152">
            <a:noAutofit/>
          </a:bodyPr>
          <a:lstStyle/>
          <a:p>
            <a:pPr algn="ctr">
              <a:spcBef>
                <a:spcPts val="400"/>
              </a:spcBef>
              <a:spcAft>
                <a:spcPts val="500"/>
              </a:spcAft>
              <a:defRPr sz="5500" b="1" i="0">
                <a:solidFill>
                  <a:srgbClr val="DCAA5A"/>
                </a:solidFill>
                <a:latin typeface="Calibri"/>
              </a:defRPr>
            </a:pPr>
            <a:r>
              <a:t>Priest: Let us pray.</a:t>
            </a:r>
          </a:p>
          <a:p>
            <a:pPr algn="ctr">
              <a:spcBef>
                <a:spcPts val="400"/>
              </a:spcBef>
              <a:spcAft>
                <a:spcPts val="500"/>
              </a:spcAft>
              <a:defRPr sz="5500" b="1" i="0">
                <a:solidFill>
                  <a:srgbClr val="F5F5F5"/>
                </a:solidFill>
                <a:latin typeface="Calibri"/>
              </a:defRPr>
            </a:pPr>
            <a:r>
              <a:t>All: Amen.</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a:solidFill>
                  <a:srgbClr val="DCAA5A"/>
                </a:solidFill>
                <a:latin typeface="Calibri"/>
              </a:defRPr>
            </a:pPr>
            <a:r>
              <a:t>Liturgy of the Word</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121216"/>
        </a:solidFill>
        <a:effectLst/>
      </p:bgPr>
    </p:bg>
    <p:spTree>
      <p:nvGrpSpPr>
        <p:cNvPr id="1" name=""/>
        <p:cNvGrpSpPr/>
        <p:nvPr/>
      </p:nvGrpSpPr>
      <p:grpSpPr/>
      <p:sp>
        <p:nvSpPr>
          <p:cNvPr id="2" name="TextBox 1"/>
          <p:cNvSpPr txBox="1"/>
          <p:nvPr/>
        </p:nvSpPr>
        <p:spPr>
          <a:xfrm>
            <a:off x="914400" y="758952"/>
            <a:ext cx="16459200" cy="4114800"/>
          </a:xfrm>
          <a:prstGeom prst="rect">
            <a:avLst/>
          </a:prstGeom>
          <a:noFill/>
        </p:spPr>
        <p:txBody>
          <a:bodyPr wrap="square" lIns="109728" rIns="109728" tIns="73152" bIns="73152">
            <a:noAutofit/>
          </a:bodyPr>
          <a:lstStyle/>
          <a:p>
            <a:pPr algn="ctr">
              <a:defRPr sz="5500" b="1" i="0">
                <a:solidFill>
                  <a:srgbClr val="DCAA5A"/>
                </a:solidFill>
                <a:latin typeface="Calibri"/>
              </a:defRPr>
            </a:pPr>
            <a:r>
              <a:t>LITURGY OF</a:t>
            </a:r>
            <a:br/>
            <a:r>
              <a:t>THE WORD</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a:solidFill>
                  <a:srgbClr val="DCAA5A"/>
                </a:solidFill>
                <a:latin typeface="Calibri"/>
              </a:defRPr>
            </a:pPr>
            <a:r>
              <a:t>Liturgy of the Word</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121216"/>
        </a:solidFill>
        <a:effectLst/>
      </p:bgPr>
    </p:bg>
    <p:spTree>
      <p:nvGrpSpPr>
        <p:cNvPr id="1" name=""/>
        <p:cNvGrpSpPr/>
        <p:nvPr/>
      </p:nvGrpSpPr>
      <p:grpSpPr/>
      <p:sp>
        <p:nvSpPr>
          <p:cNvPr id="2" name="TextBox 1"/>
          <p:cNvSpPr txBox="1"/>
          <p:nvPr/>
        </p:nvSpPr>
        <p:spPr>
          <a:xfrm>
            <a:off x="914400" y="530352"/>
            <a:ext cx="16459200" cy="8750808"/>
          </a:xfrm>
          <a:prstGeom prst="rect">
            <a:avLst/>
          </a:prstGeom>
          <a:noFill/>
        </p:spPr>
        <p:txBody>
          <a:bodyPr wrap="square" lIns="109728" rIns="109728" tIns="73152" bIns="73152" anchor="ctr">
            <a:noAutofit/>
          </a:bodyPr>
          <a:lstStyle/>
          <a:p>
            <a:pPr algn="ctr">
              <a:spcAft>
                <a:spcPts val="1000"/>
              </a:spcAft>
              <a:defRPr sz="5500" b="1" i="0">
                <a:solidFill>
                  <a:srgbClr val="DCAA5A"/>
                </a:solidFill>
                <a:latin typeface="Calibri"/>
              </a:defRPr>
            </a:pPr>
            <a:r>
              <a:t>Liturgy of the Word</a:t>
            </a:r>
          </a:p>
          <a:p>
            <a:pPr algn="ctr">
              <a:spcAft>
                <a:spcPts val="1600"/>
              </a:spcAft>
              <a:defRPr sz="5500" b="1" i="0">
                <a:solidFill>
                  <a:srgbClr val="DCAA5A"/>
                </a:solidFill>
                <a:latin typeface="Calibri"/>
              </a:defRPr>
            </a:pPr>
            <a:r>
              <a:t>First Reading</a:t>
            </a:r>
          </a:p>
          <a:p>
            <a:pPr algn="ctr">
              <a:defRPr sz="5500" b="0" i="0">
                <a:solidFill>
                  <a:srgbClr val="F5F5F5"/>
                </a:solidFill>
                <a:latin typeface="Calibri"/>
              </a:defRPr>
            </a:pPr>
            <a:r>
              <a:t>—</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a:solidFill>
                  <a:srgbClr val="DCAA5A"/>
                </a:solidFill>
                <a:latin typeface="Calibri"/>
              </a:defRPr>
            </a:pPr>
            <a:r>
              <a:t>Liturgy of the Word</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121216"/>
        </a:solidFill>
        <a:effectLst/>
      </p:bgPr>
    </p:bg>
    <p:spTree>
      <p:nvGrpSpPr>
        <p:cNvPr id="1" name=""/>
        <p:cNvGrpSpPr/>
        <p:nvPr/>
      </p:nvGrpSpPr>
      <p:grpSpPr/>
      <p:sp>
        <p:nvSpPr>
          <p:cNvPr id="2" name="TextBox 1"/>
          <p:cNvSpPr txBox="1"/>
          <p:nvPr/>
        </p:nvSpPr>
        <p:spPr>
          <a:xfrm>
            <a:off x="914400" y="530352"/>
            <a:ext cx="16459200" cy="8750808"/>
          </a:xfrm>
          <a:prstGeom prst="rect">
            <a:avLst/>
          </a:prstGeom>
          <a:noFill/>
        </p:spPr>
        <p:txBody>
          <a:bodyPr wrap="square" lIns="109728" rIns="109728" tIns="73152" bIns="73152" anchor="ctr">
            <a:noAutofit/>
          </a:bodyPr>
          <a:lstStyle/>
          <a:p>
            <a:pPr algn="ctr">
              <a:spcAft>
                <a:spcPts val="1000"/>
              </a:spcAft>
              <a:defRPr sz="5500" b="1" i="0">
                <a:solidFill>
                  <a:srgbClr val="DCAA5A"/>
                </a:solidFill>
                <a:latin typeface="Calibri"/>
              </a:defRPr>
            </a:pPr>
            <a:r>
              <a:t>Liturgy of the Word</a:t>
            </a:r>
          </a:p>
          <a:p>
            <a:pPr algn="ctr">
              <a:spcAft>
                <a:spcPts val="1200"/>
              </a:spcAft>
              <a:defRPr sz="5500" b="1" i="0">
                <a:solidFill>
                  <a:srgbClr val="DCAA5A"/>
                </a:solidFill>
                <a:latin typeface="Calibri"/>
              </a:defRPr>
            </a:pPr>
            <a:r>
              <a:t>Responsorial Psalm</a:t>
            </a:r>
            <a:br/>
            <a:r>
              <a:t>(—)</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a:solidFill>
                  <a:srgbClr val="DCAA5A"/>
                </a:solidFill>
                <a:latin typeface="Calibri"/>
              </a:defRPr>
            </a:pPr>
            <a:r>
              <a:t>Liturgy of the Word</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121216"/>
        </a:solidFill>
        <a:effectLst/>
      </p:bgPr>
    </p:bg>
    <p:spTree>
      <p:nvGrpSpPr>
        <p:cNvPr id="1" name=""/>
        <p:cNvGrpSpPr/>
        <p:nvPr/>
      </p:nvGrpSpPr>
      <p:grpSpPr/>
      <p:sp>
        <p:nvSpPr>
          <p:cNvPr id="2" name="TextBox 1"/>
          <p:cNvSpPr txBox="1"/>
          <p:nvPr/>
        </p:nvSpPr>
        <p:spPr>
          <a:xfrm>
            <a:off x="914400" y="530352"/>
            <a:ext cx="16459200" cy="8750808"/>
          </a:xfrm>
          <a:prstGeom prst="rect">
            <a:avLst/>
          </a:prstGeom>
          <a:noFill/>
        </p:spPr>
        <p:txBody>
          <a:bodyPr wrap="square" lIns="109728" rIns="109728" tIns="73152" bIns="73152">
            <a:noAutofit/>
          </a:bodyPr>
          <a:lstStyle/>
          <a:p>
            <a:pPr algn="ctr">
              <a:spcAft>
                <a:spcPts val="500"/>
              </a:spcAft>
              <a:defRPr sz="5500" b="1" i="0">
                <a:solidFill>
                  <a:srgbClr val="F5F5F5"/>
                </a:solidFill>
                <a:latin typeface="Calibri"/>
              </a:defRPr>
            </a:pPr>
            <a:r>
              <a:t>ALLELUIA! ALLELUIA! ALLELUIA! ALLELUIA!</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a:solidFill>
                  <a:srgbClr val="DCAA5A"/>
                </a:solidFill>
                <a:latin typeface="Calibri"/>
              </a:defRPr>
            </a:pPr>
            <a:r>
              <a:t>Gospel Acclamation</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121216"/>
        </a:solidFill>
        <a:effectLst/>
      </p:bgPr>
    </p:bg>
    <p:spTree>
      <p:nvGrpSpPr>
        <p:cNvPr id="1" name=""/>
        <p:cNvGrpSpPr/>
        <p:nvPr/>
      </p:nvGrpSpPr>
      <p:grpSpPr/>
      <p:sp>
        <p:nvSpPr>
          <p:cNvPr id="2" name="TextBox 1"/>
          <p:cNvSpPr txBox="1"/>
          <p:nvPr/>
        </p:nvSpPr>
        <p:spPr>
          <a:xfrm>
            <a:off x="914400" y="530352"/>
            <a:ext cx="16459200" cy="8750808"/>
          </a:xfrm>
          <a:prstGeom prst="rect">
            <a:avLst/>
          </a:prstGeom>
          <a:noFill/>
        </p:spPr>
        <p:txBody>
          <a:bodyPr wrap="square" lIns="109728" rIns="109728" tIns="73152" bIns="73152">
            <a:noAutofit/>
          </a:bodyPr>
          <a:lstStyle/>
          <a:p>
            <a:pPr algn="ctr">
              <a:spcBef>
                <a:spcPts val="400"/>
              </a:spcBef>
              <a:spcAft>
                <a:spcPts val="500"/>
              </a:spcAft>
              <a:defRPr sz="5500" b="1" i="0">
                <a:solidFill>
                  <a:srgbClr val="DCAA5A"/>
                </a:solidFill>
                <a:latin typeface="Calibri"/>
              </a:defRPr>
            </a:pPr>
            <a:r>
              <a:t>Priest: The Lord be with you.</a:t>
            </a:r>
          </a:p>
          <a:p>
            <a:pPr algn="ctr">
              <a:spcBef>
                <a:spcPts val="400"/>
              </a:spcBef>
              <a:spcAft>
                <a:spcPts val="500"/>
              </a:spcAft>
              <a:defRPr sz="5500" b="1" i="0">
                <a:solidFill>
                  <a:srgbClr val="F5F5F5"/>
                </a:solidFill>
                <a:latin typeface="Calibri"/>
              </a:defRPr>
            </a:pPr>
            <a:r>
              <a:t>All: And with your spirit.</a:t>
            </a:r>
          </a:p>
          <a:p>
            <a:pPr algn="ctr">
              <a:spcBef>
                <a:spcPts val="400"/>
              </a:spcBef>
              <a:spcAft>
                <a:spcPts val="500"/>
              </a:spcAft>
              <a:defRPr sz="5500" b="1" i="0">
                <a:solidFill>
                  <a:srgbClr val="F5F5F5"/>
                </a:solidFill>
                <a:latin typeface="Calibri"/>
              </a:defRPr>
            </a:pPr>
            <a:r>
              <a:t>All: Glory to you, O Lord.</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a:solidFill>
                  <a:srgbClr val="DCAA5A"/>
                </a:solidFill>
                <a:latin typeface="Calibri"/>
              </a:defRPr>
            </a:pPr>
            <a:r>
              <a:t>Gospel Acclamation</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121216"/>
        </a:solidFill>
        <a:effectLst/>
      </p:bgPr>
    </p:bg>
    <p:spTree>
      <p:nvGrpSpPr>
        <p:cNvPr id="1" name=""/>
        <p:cNvGrpSpPr/>
        <p:nvPr/>
      </p:nvGrpSpPr>
      <p:grpSpPr/>
      <p:sp>
        <p:nvSpPr>
          <p:cNvPr id="2" name="TextBox 1"/>
          <p:cNvSpPr txBox="1"/>
          <p:nvPr/>
        </p:nvSpPr>
        <p:spPr>
          <a:xfrm>
            <a:off x="914400" y="530352"/>
            <a:ext cx="16459200" cy="8750808"/>
          </a:xfrm>
          <a:prstGeom prst="rect">
            <a:avLst/>
          </a:prstGeom>
          <a:noFill/>
        </p:spPr>
        <p:txBody>
          <a:bodyPr wrap="square" lIns="109728" rIns="109728" tIns="73152" bIns="73152">
            <a:noAutofit/>
          </a:bodyPr>
          <a:lstStyle/>
          <a:p>
            <a:pPr algn="ctr">
              <a:spcBef>
                <a:spcPts val="400"/>
              </a:spcBef>
              <a:spcAft>
                <a:spcPts val="500"/>
              </a:spcAft>
              <a:defRPr sz="5500" b="1" i="0">
                <a:solidFill>
                  <a:srgbClr val="DCAA5A"/>
                </a:solidFill>
                <a:latin typeface="Calibri"/>
              </a:defRPr>
            </a:pPr>
            <a:r>
              <a:t>Priest: The Gospel of the Lord.</a:t>
            </a:r>
          </a:p>
          <a:p>
            <a:pPr algn="ctr">
              <a:spcBef>
                <a:spcPts val="400"/>
              </a:spcBef>
              <a:spcAft>
                <a:spcPts val="500"/>
              </a:spcAft>
              <a:defRPr sz="5500" b="1" i="0">
                <a:solidFill>
                  <a:srgbClr val="F5F5F5"/>
                </a:solidFill>
                <a:latin typeface="Calibri"/>
              </a:defRPr>
            </a:pPr>
            <a:r>
              <a:t>All: Praise to you, Lord Jesus Christ.</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a:solidFill>
                  <a:srgbClr val="DCAA5A"/>
                </a:solidFill>
                <a:latin typeface="Calibri"/>
              </a:defRPr>
            </a:pPr>
            <a:r>
              <a:t>Gospel Acclamation</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gradFill rotWithShape="1">
          <a:gsLst>
            <a:gs pos="0">
              <a:srgbClr val="0A0A0C"/>
            </a:gs>
            <a:gs pos="100000">
              <a:srgbClr val="545457"/>
            </a:gs>
          </a:gsLst>
          <a:lin scaled="0" ang="0"/>
        </a:gradFill>
        <a:effectLst/>
      </p:bgPr>
    </p:bg>
    <p:spTree>
      <p:nvGrpSpPr>
        <p:cNvPr id="1" name=""/>
        <p:cNvGrpSpPr/>
        <p:nvPr/>
      </p:nvGrpSpPr>
      <p:grpSpPr/>
      <p:sp>
        <p:nvSpPr>
          <p:cNvPr id="2" name="Rounded Rectangle 1"/>
          <p:cNvSpPr/>
          <p:nvPr/>
        </p:nvSpPr>
        <p:spPr>
          <a:xfrm>
            <a:off x="6856171" y="1269187"/>
            <a:ext cx="10943539" cy="6128308"/>
          </a:xfrm>
          <a:prstGeom prst="roundRect">
            <a:avLst>
              <a:gd name="adj" fmla="val 16670"/>
            </a:avLst>
          </a:prstGeom>
          <a:solidFill>
            <a:srgbClr val="121216">
              <a:alpha val="44706"/>
            </a:srgbClr>
          </a:solidFill>
          <a:ln w="14299" cap="sq">
            <a:solidFill>
              <a:srgbClr val="636365">
                <a:alpha val="44706"/>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900684" y="8503005"/>
            <a:ext cx="16486632" cy="1112824"/>
          </a:xfrm>
          <a:prstGeom prst="roundRect">
            <a:avLst>
              <a:gd name="adj" fmla="val 16670"/>
            </a:avLst>
          </a:prstGeom>
          <a:solidFill>
            <a:srgbClr val="0E0E11">
              <a:alpha val="60784"/>
            </a:srgbClr>
          </a:solidFill>
          <a:ln w="14299" cap="sq">
            <a:solidFill>
              <a:srgbClr val="0E0E11">
                <a:alpha val="60784"/>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284732" y="2390241"/>
            <a:ext cx="4209897" cy="638251"/>
          </a:xfrm>
          <a:prstGeom prst="rect">
            <a:avLst/>
          </a:prstGeom>
          <a:noFill/>
        </p:spPr>
        <p:txBody>
          <a:bodyPr wrap="square" lIns="109728" rIns="109728" tIns="73152" bIns="73152" anchor="ctr">
            <a:noAutofit/>
          </a:bodyPr>
          <a:lstStyle/>
          <a:p>
            <a:pPr algn="ctr">
              <a:lnSpc>
                <a:spcPct val="108000"/>
              </a:lnSpc>
              <a:defRPr sz="3700" b="1" i="0">
                <a:solidFill>
                  <a:srgbClr val="EBCE9F"/>
                </a:solidFill>
                <a:latin typeface="Calibri"/>
              </a:defRPr>
            </a:pPr>
            <a:r>
              <a:t>MASS CELEBRANT:</a:t>
            </a:r>
          </a:p>
        </p:txBody>
      </p:sp>
      <p:sp>
        <p:nvSpPr>
          <p:cNvPr id="5" name="TextBox 4"/>
          <p:cNvSpPr txBox="1"/>
          <p:nvPr/>
        </p:nvSpPr>
        <p:spPr>
          <a:xfrm>
            <a:off x="267004" y="3053181"/>
            <a:ext cx="6589166" cy="1057046"/>
          </a:xfrm>
          <a:prstGeom prst="rect">
            <a:avLst/>
          </a:prstGeom>
          <a:noFill/>
        </p:spPr>
        <p:txBody>
          <a:bodyPr wrap="square" lIns="109728" rIns="109728" tIns="73152" bIns="73152" anchor="ctr">
            <a:noAutofit/>
          </a:bodyPr>
          <a:lstStyle/>
          <a:p>
            <a:pPr algn="ctr">
              <a:lnSpc>
                <a:spcPct val="108000"/>
              </a:lnSpc>
              <a:defRPr sz="6100" b="1" i="0">
                <a:solidFill>
                  <a:srgbClr val="F5F5F5"/>
                </a:solidFill>
                <a:latin typeface="Calibri"/>
              </a:defRPr>
            </a:pPr>
            <a:r>
              <a:t>Fr. Test</a:t>
            </a:r>
          </a:p>
        </p:txBody>
      </p:sp>
      <p:sp>
        <p:nvSpPr>
          <p:cNvPr id="6" name="TextBox 5"/>
          <p:cNvSpPr txBox="1"/>
          <p:nvPr/>
        </p:nvSpPr>
        <p:spPr>
          <a:xfrm>
            <a:off x="267004" y="4429353"/>
            <a:ext cx="6589166" cy="868680"/>
          </a:xfrm>
          <a:prstGeom prst="rect">
            <a:avLst/>
          </a:prstGeom>
          <a:noFill/>
        </p:spPr>
        <p:txBody>
          <a:bodyPr wrap="square" lIns="109728" rIns="109728" tIns="73152" bIns="73152" anchor="ctr">
            <a:noAutofit/>
          </a:bodyPr>
          <a:lstStyle/>
          <a:p>
            <a:pPr algn="ctr">
              <a:lnSpc>
                <a:spcPct val="108000"/>
              </a:lnSpc>
              <a:defRPr sz="4500" b="1" i="1">
                <a:solidFill>
                  <a:srgbClr val="F5F5F5"/>
                </a:solidFill>
                <a:latin typeface="Calibri"/>
              </a:defRPr>
            </a:pPr>
            <a:r>
              <a:t>YEAR A · 26 APRIL 2026</a:t>
            </a:r>
          </a:p>
        </p:txBody>
      </p:sp>
      <p:sp>
        <p:nvSpPr>
          <p:cNvPr id="7" name="TextBox 6"/>
          <p:cNvSpPr txBox="1"/>
          <p:nvPr/>
        </p:nvSpPr>
        <p:spPr>
          <a:xfrm>
            <a:off x="6900062" y="2390241"/>
            <a:ext cx="10775289" cy="2422245"/>
          </a:xfrm>
          <a:prstGeom prst="rect">
            <a:avLst/>
          </a:prstGeom>
          <a:noFill/>
        </p:spPr>
        <p:txBody>
          <a:bodyPr wrap="square" lIns="109728" rIns="109728" tIns="73152" bIns="73152" anchor="ctr">
            <a:noAutofit/>
          </a:bodyPr>
          <a:lstStyle/>
          <a:p>
            <a:pPr algn="ctr">
              <a:lnSpc>
                <a:spcPct val="108000"/>
              </a:lnSpc>
              <a:defRPr sz="3900" b="0" i="0">
                <a:solidFill>
                  <a:srgbClr val="E5E5E7"/>
                </a:solidFill>
                <a:latin typeface="Calibri"/>
              </a:defRPr>
            </a:pPr>
            <a:r>
              <a:t>“For God so loved the world.”</a:t>
            </a:r>
          </a:p>
        </p:txBody>
      </p:sp>
      <p:sp>
        <p:nvSpPr>
          <p:cNvPr id="8" name="TextBox 7"/>
          <p:cNvSpPr txBox="1"/>
          <p:nvPr/>
        </p:nvSpPr>
        <p:spPr>
          <a:xfrm>
            <a:off x="9378086" y="5801868"/>
            <a:ext cx="5819241" cy="705002"/>
          </a:xfrm>
          <a:prstGeom prst="rect">
            <a:avLst/>
          </a:prstGeom>
          <a:noFill/>
        </p:spPr>
        <p:txBody>
          <a:bodyPr wrap="square" lIns="109728" rIns="109728" tIns="73152" bIns="73152" anchor="ctr">
            <a:noAutofit/>
          </a:bodyPr>
          <a:lstStyle/>
          <a:p>
            <a:pPr algn="ctr">
              <a:lnSpc>
                <a:spcPct val="108000"/>
              </a:lnSpc>
              <a:defRPr sz="4100" b="1" i="0">
                <a:solidFill>
                  <a:srgbClr val="E0B46E"/>
                </a:solidFill>
                <a:latin typeface="Calibri"/>
              </a:defRPr>
            </a:pPr>
            <a:r>
              <a:t>GOSPEL (JN 3:16)</a:t>
            </a:r>
          </a:p>
        </p:txBody>
      </p:sp>
      <p:sp>
        <p:nvSpPr>
          <p:cNvPr id="9" name="TextBox 8"/>
          <p:cNvSpPr txBox="1"/>
          <p:nvPr/>
        </p:nvSpPr>
        <p:spPr>
          <a:xfrm>
            <a:off x="3195828" y="8411565"/>
            <a:ext cx="12362688" cy="1162202"/>
          </a:xfrm>
          <a:prstGeom prst="rect">
            <a:avLst/>
          </a:prstGeom>
          <a:noFill/>
        </p:spPr>
        <p:txBody>
          <a:bodyPr wrap="square" lIns="109728" rIns="109728" tIns="73152" bIns="73152" anchor="ctr">
            <a:noAutofit/>
          </a:bodyPr>
          <a:lstStyle/>
          <a:p>
            <a:pPr algn="ctr">
              <a:lnSpc>
                <a:spcPct val="108000"/>
              </a:lnSpc>
              <a:defRPr sz="6800" b="1" i="0">
                <a:solidFill>
                  <a:srgbClr val="F5F5F5"/>
                </a:solidFill>
                <a:latin typeface="Calibri"/>
              </a:defRPr>
            </a:pPr>
            <a:r>
              <a:t>Test Mass</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121216"/>
        </a:solidFill>
        <a:effectLst/>
      </p:bgPr>
    </p:bg>
    <p:spTree>
      <p:nvGrpSpPr>
        <p:cNvPr id="1" name=""/>
        <p:cNvGrpSpPr/>
        <p:nvPr/>
      </p:nvGrpSpPr>
      <p:grpSpPr/>
      <p:sp>
        <p:nvSpPr>
          <p:cNvPr id="2" name="TextBox 1"/>
          <p:cNvSpPr txBox="1"/>
          <p:nvPr/>
        </p:nvSpPr>
        <p:spPr>
          <a:xfrm>
            <a:off x="914400" y="530352"/>
            <a:ext cx="16459200" cy="8750808"/>
          </a:xfrm>
          <a:prstGeom prst="rect">
            <a:avLst/>
          </a:prstGeom>
          <a:noFill/>
        </p:spPr>
        <p:txBody>
          <a:bodyPr wrap="square" lIns="109728" rIns="109728" tIns="73152" bIns="73152" anchor="ctr">
            <a:noAutofit/>
          </a:bodyPr>
          <a:lstStyle/>
          <a:p>
            <a:pPr algn="ctr">
              <a:spcBef>
                <a:spcPts val="400"/>
              </a:spcBef>
              <a:spcAft>
                <a:spcPts val="800"/>
              </a:spcAft>
              <a:defRPr sz="5500" b="1" i="0">
                <a:solidFill>
                  <a:srgbClr val="F5F5F5"/>
                </a:solidFill>
                <a:latin typeface="Calibri"/>
              </a:defRPr>
            </a:pPr>
            <a:r>
              <a:t>All: I believe in one God,</a:t>
            </a:r>
          </a:p>
          <a:p>
            <a:pPr algn="ctr">
              <a:spcAft>
                <a:spcPts val="800"/>
              </a:spcAft>
              <a:defRPr sz="5500" b="0" i="0">
                <a:solidFill>
                  <a:srgbClr val="F5F5F5"/>
                </a:solidFill>
                <a:latin typeface="Calibri"/>
              </a:defRPr>
            </a:pPr>
            <a:r>
              <a:t>the Father almighty,</a:t>
            </a:r>
          </a:p>
          <a:p>
            <a:pPr algn="ctr">
              <a:spcAft>
                <a:spcPts val="800"/>
              </a:spcAft>
              <a:defRPr sz="5500" b="0" i="0">
                <a:solidFill>
                  <a:srgbClr val="F5F5F5"/>
                </a:solidFill>
                <a:latin typeface="Calibri"/>
              </a:defRPr>
            </a:pPr>
            <a:r>
              <a:t>maker of heaven and earth,</a:t>
            </a:r>
          </a:p>
          <a:p>
            <a:pPr algn="ctr">
              <a:spcAft>
                <a:spcPts val="800"/>
              </a:spcAft>
              <a:defRPr sz="5500" b="0" i="0">
                <a:solidFill>
                  <a:srgbClr val="F5F5F5"/>
                </a:solidFill>
                <a:latin typeface="Calibri"/>
              </a:defRPr>
            </a:pPr>
            <a:r>
              <a:t>of all things visible and invisible.</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a:solidFill>
                  <a:srgbClr val="DCAA5A"/>
                </a:solidFill>
                <a:latin typeface="Calibri"/>
              </a:defRPr>
            </a:pPr>
            <a:r>
              <a:t>Nicene Creed (1/10)</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121216"/>
        </a:solidFill>
        <a:effectLst/>
      </p:bgPr>
    </p:bg>
    <p:spTree>
      <p:nvGrpSpPr>
        <p:cNvPr id="1" name=""/>
        <p:cNvGrpSpPr/>
        <p:nvPr/>
      </p:nvGrpSpPr>
      <p:grpSpPr/>
      <p:sp>
        <p:nvSpPr>
          <p:cNvPr id="2" name="TextBox 1"/>
          <p:cNvSpPr txBox="1"/>
          <p:nvPr/>
        </p:nvSpPr>
        <p:spPr>
          <a:xfrm>
            <a:off x="914400" y="530352"/>
            <a:ext cx="16459200" cy="8750808"/>
          </a:xfrm>
          <a:prstGeom prst="rect">
            <a:avLst/>
          </a:prstGeom>
          <a:noFill/>
        </p:spPr>
        <p:txBody>
          <a:bodyPr wrap="square" lIns="109728" rIns="109728" tIns="73152" bIns="73152" anchor="ctr">
            <a:noAutofit/>
          </a:bodyPr>
          <a:lstStyle/>
          <a:p>
            <a:pPr algn="ctr">
              <a:spcAft>
                <a:spcPts val="800"/>
              </a:spcAft>
              <a:defRPr sz="5500" b="0" i="0">
                <a:solidFill>
                  <a:srgbClr val="F5F5F5"/>
                </a:solidFill>
                <a:latin typeface="Calibri"/>
              </a:defRPr>
            </a:pPr>
            <a:r>
              <a:t>I believe in one Lord Jesus Christ,</a:t>
            </a:r>
          </a:p>
          <a:p>
            <a:pPr algn="ctr">
              <a:spcAft>
                <a:spcPts val="800"/>
              </a:spcAft>
              <a:defRPr sz="5500" b="0" i="0">
                <a:solidFill>
                  <a:srgbClr val="F5F5F5"/>
                </a:solidFill>
                <a:latin typeface="Calibri"/>
              </a:defRPr>
            </a:pPr>
            <a:r>
              <a:t>the Only Begotten Son of God,</a:t>
            </a:r>
          </a:p>
          <a:p>
            <a:pPr algn="ctr">
              <a:spcAft>
                <a:spcPts val="800"/>
              </a:spcAft>
              <a:defRPr sz="5500" b="0" i="0">
                <a:solidFill>
                  <a:srgbClr val="F5F5F5"/>
                </a:solidFill>
                <a:latin typeface="Calibri"/>
              </a:defRPr>
            </a:pPr>
            <a:r>
              <a:t>born of the Father before all ages.</a:t>
            </a:r>
          </a:p>
          <a:p>
            <a:pPr algn="ctr">
              <a:spcAft>
                <a:spcPts val="800"/>
              </a:spcAft>
              <a:defRPr sz="5500" b="0" i="0">
                <a:solidFill>
                  <a:srgbClr val="F5F5F5"/>
                </a:solidFill>
                <a:latin typeface="Calibri"/>
              </a:defRPr>
            </a:pPr>
            <a:r>
              <a:t>God from God, Light from Light,</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a:solidFill>
                  <a:srgbClr val="DCAA5A"/>
                </a:solidFill>
                <a:latin typeface="Calibri"/>
              </a:defRPr>
            </a:pPr>
            <a:r>
              <a:t>Nicene Creed (2/10)</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121216"/>
        </a:solidFill>
        <a:effectLst/>
      </p:bgPr>
    </p:bg>
    <p:spTree>
      <p:nvGrpSpPr>
        <p:cNvPr id="1" name=""/>
        <p:cNvGrpSpPr/>
        <p:nvPr/>
      </p:nvGrpSpPr>
      <p:grpSpPr/>
      <p:sp>
        <p:nvSpPr>
          <p:cNvPr id="2" name="TextBox 1"/>
          <p:cNvSpPr txBox="1"/>
          <p:nvPr/>
        </p:nvSpPr>
        <p:spPr>
          <a:xfrm>
            <a:off x="914400" y="530352"/>
            <a:ext cx="16459200" cy="8750808"/>
          </a:xfrm>
          <a:prstGeom prst="rect">
            <a:avLst/>
          </a:prstGeom>
          <a:noFill/>
        </p:spPr>
        <p:txBody>
          <a:bodyPr wrap="square" lIns="109728" rIns="109728" tIns="73152" bIns="73152" anchor="ctr">
            <a:noAutofit/>
          </a:bodyPr>
          <a:lstStyle/>
          <a:p>
            <a:pPr algn="ctr">
              <a:spcAft>
                <a:spcPts val="800"/>
              </a:spcAft>
              <a:defRPr sz="5500" b="0" i="0">
                <a:solidFill>
                  <a:srgbClr val="F5F5F5"/>
                </a:solidFill>
                <a:latin typeface="Calibri"/>
              </a:defRPr>
            </a:pPr>
            <a:r>
              <a:t>true God from true God,</a:t>
            </a:r>
          </a:p>
          <a:p>
            <a:pPr algn="ctr">
              <a:spcAft>
                <a:spcPts val="800"/>
              </a:spcAft>
              <a:defRPr sz="5500" b="0" i="0">
                <a:solidFill>
                  <a:srgbClr val="F5F5F5"/>
                </a:solidFill>
                <a:latin typeface="Calibri"/>
              </a:defRPr>
            </a:pPr>
            <a:r>
              <a:t>begotten, not made, consubstantial with the Father;</a:t>
            </a:r>
          </a:p>
          <a:p>
            <a:pPr algn="ctr">
              <a:spcAft>
                <a:spcPts val="800"/>
              </a:spcAft>
              <a:defRPr sz="5500" b="0" i="0">
                <a:solidFill>
                  <a:srgbClr val="F5F5F5"/>
                </a:solidFill>
                <a:latin typeface="Calibri"/>
              </a:defRPr>
            </a:pPr>
            <a:r>
              <a:t>through him all things were made.</a:t>
            </a:r>
          </a:p>
          <a:p>
            <a:pPr algn="ctr">
              <a:spcAft>
                <a:spcPts val="800"/>
              </a:spcAft>
              <a:defRPr sz="5500" b="0" i="0">
                <a:solidFill>
                  <a:srgbClr val="F5F5F5"/>
                </a:solidFill>
                <a:latin typeface="Calibri"/>
              </a:defRPr>
            </a:pPr>
            <a:r>
              <a:t>For us men and for our salvation</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a:solidFill>
                  <a:srgbClr val="DCAA5A"/>
                </a:solidFill>
                <a:latin typeface="Calibri"/>
              </a:defRPr>
            </a:pPr>
            <a:r>
              <a:t>Nicene Creed (3/10)</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121216"/>
        </a:solidFill>
        <a:effectLst/>
      </p:bgPr>
    </p:bg>
    <p:spTree>
      <p:nvGrpSpPr>
        <p:cNvPr id="1" name=""/>
        <p:cNvGrpSpPr/>
        <p:nvPr/>
      </p:nvGrpSpPr>
      <p:grpSpPr/>
      <p:sp>
        <p:nvSpPr>
          <p:cNvPr id="2" name="TextBox 1"/>
          <p:cNvSpPr txBox="1"/>
          <p:nvPr/>
        </p:nvSpPr>
        <p:spPr>
          <a:xfrm>
            <a:off x="914400" y="530352"/>
            <a:ext cx="16459200" cy="8750808"/>
          </a:xfrm>
          <a:prstGeom prst="rect">
            <a:avLst/>
          </a:prstGeom>
          <a:noFill/>
        </p:spPr>
        <p:txBody>
          <a:bodyPr wrap="square" lIns="109728" rIns="109728" tIns="73152" bIns="73152" anchor="ctr">
            <a:noAutofit/>
          </a:bodyPr>
          <a:lstStyle/>
          <a:p>
            <a:pPr algn="ctr">
              <a:spcAft>
                <a:spcPts val="800"/>
              </a:spcAft>
              <a:defRPr sz="5500" b="0" i="0">
                <a:solidFill>
                  <a:srgbClr val="F5F5F5"/>
                </a:solidFill>
                <a:latin typeface="Calibri"/>
              </a:defRPr>
            </a:pPr>
            <a:r>
              <a:t>he came down from heaven,</a:t>
            </a:r>
          </a:p>
          <a:p>
            <a:pPr algn="ctr">
              <a:spcAft>
                <a:spcPts val="800"/>
              </a:spcAft>
              <a:defRPr sz="5500" b="0" i="0">
                <a:solidFill>
                  <a:srgbClr val="F5F5F5"/>
                </a:solidFill>
                <a:latin typeface="Calibri"/>
              </a:defRPr>
            </a:pPr>
            <a:r>
              <a:t>and by the Holy Spirit was incarnate of the Virgin Mary,</a:t>
            </a:r>
          </a:p>
          <a:p>
            <a:pPr algn="ctr">
              <a:spcAft>
                <a:spcPts val="800"/>
              </a:spcAft>
              <a:defRPr sz="5500" b="0" i="0">
                <a:solidFill>
                  <a:srgbClr val="F5F5F5"/>
                </a:solidFill>
                <a:latin typeface="Calibri"/>
              </a:defRPr>
            </a:pPr>
            <a:r>
              <a:t>and became man.</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a:solidFill>
                  <a:srgbClr val="DCAA5A"/>
                </a:solidFill>
                <a:latin typeface="Calibri"/>
              </a:defRPr>
            </a:pPr>
            <a:r>
              <a:t>Nicene Creed (4/10)</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121216"/>
        </a:solidFill>
        <a:effectLst/>
      </p:bgPr>
    </p:bg>
    <p:spTree>
      <p:nvGrpSpPr>
        <p:cNvPr id="1" name=""/>
        <p:cNvGrpSpPr/>
        <p:nvPr/>
      </p:nvGrpSpPr>
      <p:grpSpPr/>
      <p:sp>
        <p:nvSpPr>
          <p:cNvPr id="2" name="TextBox 1"/>
          <p:cNvSpPr txBox="1"/>
          <p:nvPr/>
        </p:nvSpPr>
        <p:spPr>
          <a:xfrm>
            <a:off x="914400" y="530352"/>
            <a:ext cx="16459200" cy="8750808"/>
          </a:xfrm>
          <a:prstGeom prst="rect">
            <a:avLst/>
          </a:prstGeom>
          <a:noFill/>
        </p:spPr>
        <p:txBody>
          <a:bodyPr wrap="square" lIns="109728" rIns="109728" tIns="73152" bIns="73152" anchor="ctr">
            <a:noAutofit/>
          </a:bodyPr>
          <a:lstStyle/>
          <a:p>
            <a:pPr algn="ctr">
              <a:spcAft>
                <a:spcPts val="800"/>
              </a:spcAft>
              <a:defRPr sz="5500" b="0" i="0">
                <a:solidFill>
                  <a:srgbClr val="F5F5F5"/>
                </a:solidFill>
                <a:latin typeface="Calibri"/>
              </a:defRPr>
            </a:pPr>
            <a:r>
              <a:t>For our sake he was crucified under Pontius Pilate,</a:t>
            </a:r>
          </a:p>
          <a:p>
            <a:pPr algn="ctr">
              <a:spcAft>
                <a:spcPts val="800"/>
              </a:spcAft>
              <a:defRPr sz="5500" b="0" i="0">
                <a:solidFill>
                  <a:srgbClr val="F5F5F5"/>
                </a:solidFill>
                <a:latin typeface="Calibri"/>
              </a:defRPr>
            </a:pPr>
            <a:r>
              <a:t>he suffered death and was buried,</a:t>
            </a:r>
          </a:p>
          <a:p>
            <a:pPr algn="ctr">
              <a:spcAft>
                <a:spcPts val="800"/>
              </a:spcAft>
              <a:defRPr sz="5500" b="0" i="0">
                <a:solidFill>
                  <a:srgbClr val="F5F5F5"/>
                </a:solidFill>
                <a:latin typeface="Calibri"/>
              </a:defRPr>
            </a:pPr>
            <a:r>
              <a:t>and rose again on the third day</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a:solidFill>
                  <a:srgbClr val="DCAA5A"/>
                </a:solidFill>
                <a:latin typeface="Calibri"/>
              </a:defRPr>
            </a:pPr>
            <a:r>
              <a:t>Nicene Creed (5/10)</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121216"/>
        </a:solidFill>
        <a:effectLst/>
      </p:bgPr>
    </p:bg>
    <p:spTree>
      <p:nvGrpSpPr>
        <p:cNvPr id="1" name=""/>
        <p:cNvGrpSpPr/>
        <p:nvPr/>
      </p:nvGrpSpPr>
      <p:grpSpPr/>
      <p:sp>
        <p:nvSpPr>
          <p:cNvPr id="2" name="TextBox 1"/>
          <p:cNvSpPr txBox="1"/>
          <p:nvPr/>
        </p:nvSpPr>
        <p:spPr>
          <a:xfrm>
            <a:off x="914400" y="530352"/>
            <a:ext cx="16459200" cy="8750808"/>
          </a:xfrm>
          <a:prstGeom prst="rect">
            <a:avLst/>
          </a:prstGeom>
          <a:noFill/>
        </p:spPr>
        <p:txBody>
          <a:bodyPr wrap="square" lIns="109728" rIns="109728" tIns="73152" bIns="73152" anchor="ctr">
            <a:noAutofit/>
          </a:bodyPr>
          <a:lstStyle/>
          <a:p>
            <a:pPr algn="ctr">
              <a:spcAft>
                <a:spcPts val="800"/>
              </a:spcAft>
              <a:defRPr sz="5500" b="0" i="0">
                <a:solidFill>
                  <a:srgbClr val="F5F5F5"/>
                </a:solidFill>
                <a:latin typeface="Calibri"/>
              </a:defRPr>
            </a:pPr>
            <a:r>
              <a:t>in accordance with the Scriptures.</a:t>
            </a:r>
          </a:p>
          <a:p>
            <a:pPr algn="ctr">
              <a:spcAft>
                <a:spcPts val="800"/>
              </a:spcAft>
              <a:defRPr sz="5500" b="0" i="0">
                <a:solidFill>
                  <a:srgbClr val="F5F5F5"/>
                </a:solidFill>
                <a:latin typeface="Calibri"/>
              </a:defRPr>
            </a:pPr>
            <a:r>
              <a:t>He ascended into heaven</a:t>
            </a:r>
          </a:p>
          <a:p>
            <a:pPr algn="ctr">
              <a:spcAft>
                <a:spcPts val="800"/>
              </a:spcAft>
              <a:defRPr sz="5500" b="0" i="0">
                <a:solidFill>
                  <a:srgbClr val="F5F5F5"/>
                </a:solidFill>
                <a:latin typeface="Calibri"/>
              </a:defRPr>
            </a:pPr>
            <a:r>
              <a:t>and is seated at the right hand of the Father.</a:t>
            </a:r>
          </a:p>
          <a:p>
            <a:pPr algn="ctr">
              <a:spcAft>
                <a:spcPts val="800"/>
              </a:spcAft>
              <a:defRPr sz="5500" b="0" i="0">
                <a:solidFill>
                  <a:srgbClr val="F5F5F5"/>
                </a:solidFill>
                <a:latin typeface="Calibri"/>
              </a:defRPr>
            </a:pPr>
            <a:r>
              <a:t>He will come again in glory</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a:solidFill>
                  <a:srgbClr val="DCAA5A"/>
                </a:solidFill>
                <a:latin typeface="Calibri"/>
              </a:defRPr>
            </a:pPr>
            <a:r>
              <a:t>Nicene Creed (6/10)</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121216"/>
        </a:solidFill>
        <a:effectLst/>
      </p:bgPr>
    </p:bg>
    <p:spTree>
      <p:nvGrpSpPr>
        <p:cNvPr id="1" name=""/>
        <p:cNvGrpSpPr/>
        <p:nvPr/>
      </p:nvGrpSpPr>
      <p:grpSpPr/>
      <p:sp>
        <p:nvSpPr>
          <p:cNvPr id="2" name="TextBox 1"/>
          <p:cNvSpPr txBox="1"/>
          <p:nvPr/>
        </p:nvSpPr>
        <p:spPr>
          <a:xfrm>
            <a:off x="914400" y="530352"/>
            <a:ext cx="16459200" cy="8750808"/>
          </a:xfrm>
          <a:prstGeom prst="rect">
            <a:avLst/>
          </a:prstGeom>
          <a:noFill/>
        </p:spPr>
        <p:txBody>
          <a:bodyPr wrap="square" lIns="109728" rIns="109728" tIns="73152" bIns="73152" anchor="ctr">
            <a:noAutofit/>
          </a:bodyPr>
          <a:lstStyle/>
          <a:p>
            <a:pPr algn="ctr">
              <a:spcAft>
                <a:spcPts val="800"/>
              </a:spcAft>
              <a:defRPr sz="5500" b="0" i="0">
                <a:solidFill>
                  <a:srgbClr val="F5F5F5"/>
                </a:solidFill>
                <a:latin typeface="Calibri"/>
              </a:defRPr>
            </a:pPr>
            <a:r>
              <a:t>to judge the living and the dead</a:t>
            </a:r>
          </a:p>
          <a:p>
            <a:pPr algn="ctr">
              <a:spcAft>
                <a:spcPts val="800"/>
              </a:spcAft>
              <a:defRPr sz="5500" b="0" i="0">
                <a:solidFill>
                  <a:srgbClr val="F5F5F5"/>
                </a:solidFill>
                <a:latin typeface="Calibri"/>
              </a:defRPr>
            </a:pPr>
            <a:r>
              <a:t>and his kingdom will have no end.</a:t>
            </a:r>
          </a:p>
          <a:p>
            <a:pPr algn="ctr">
              <a:spcAft>
                <a:spcPts val="800"/>
              </a:spcAft>
              <a:defRPr sz="5500" b="0" i="0">
                <a:solidFill>
                  <a:srgbClr val="F5F5F5"/>
                </a:solidFill>
                <a:latin typeface="Calibri"/>
              </a:defRPr>
            </a:pPr>
            <a:r>
              <a:t>I believe in the Holy Spirit, the Lord, the giver of life,</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a:solidFill>
                  <a:srgbClr val="DCAA5A"/>
                </a:solidFill>
                <a:latin typeface="Calibri"/>
              </a:defRPr>
            </a:pPr>
            <a:r>
              <a:t>Nicene Creed (7/10)</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121216"/>
        </a:solidFill>
        <a:effectLst/>
      </p:bgPr>
    </p:bg>
    <p:spTree>
      <p:nvGrpSpPr>
        <p:cNvPr id="1" name=""/>
        <p:cNvGrpSpPr/>
        <p:nvPr/>
      </p:nvGrpSpPr>
      <p:grpSpPr/>
      <p:sp>
        <p:nvSpPr>
          <p:cNvPr id="2" name="TextBox 1"/>
          <p:cNvSpPr txBox="1"/>
          <p:nvPr/>
        </p:nvSpPr>
        <p:spPr>
          <a:xfrm>
            <a:off x="914400" y="530352"/>
            <a:ext cx="16459200" cy="8750808"/>
          </a:xfrm>
          <a:prstGeom prst="rect">
            <a:avLst/>
          </a:prstGeom>
          <a:noFill/>
        </p:spPr>
        <p:txBody>
          <a:bodyPr wrap="square" lIns="109728" rIns="109728" tIns="73152" bIns="73152" anchor="ctr">
            <a:noAutofit/>
          </a:bodyPr>
          <a:lstStyle/>
          <a:p>
            <a:pPr algn="ctr">
              <a:spcAft>
                <a:spcPts val="800"/>
              </a:spcAft>
              <a:defRPr sz="5500" b="0" i="0">
                <a:solidFill>
                  <a:srgbClr val="F5F5F5"/>
                </a:solidFill>
                <a:latin typeface="Calibri"/>
              </a:defRPr>
            </a:pPr>
            <a:r>
              <a:t>who proceeds from the Father and the Son,</a:t>
            </a:r>
          </a:p>
          <a:p>
            <a:pPr algn="ctr">
              <a:spcAft>
                <a:spcPts val="800"/>
              </a:spcAft>
              <a:defRPr sz="5500" b="0" i="0">
                <a:solidFill>
                  <a:srgbClr val="F5F5F5"/>
                </a:solidFill>
                <a:latin typeface="Calibri"/>
              </a:defRPr>
            </a:pPr>
            <a:r>
              <a:t>who with the Father and the Son is adored and glorified,</a:t>
            </a:r>
          </a:p>
          <a:p>
            <a:pPr algn="ctr">
              <a:spcAft>
                <a:spcPts val="800"/>
              </a:spcAft>
              <a:defRPr sz="5500" b="0" i="0">
                <a:solidFill>
                  <a:srgbClr val="F5F5F5"/>
                </a:solidFill>
                <a:latin typeface="Calibri"/>
              </a:defRPr>
            </a:pPr>
            <a:r>
              <a:t>who has spoken through the prophets.</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a:solidFill>
                  <a:srgbClr val="DCAA5A"/>
                </a:solidFill>
                <a:latin typeface="Calibri"/>
              </a:defRPr>
            </a:pPr>
            <a:r>
              <a:t>Nicene Creed (8/10)</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121216"/>
        </a:solidFill>
        <a:effectLst/>
      </p:bgPr>
    </p:bg>
    <p:spTree>
      <p:nvGrpSpPr>
        <p:cNvPr id="1" name=""/>
        <p:cNvGrpSpPr/>
        <p:nvPr/>
      </p:nvGrpSpPr>
      <p:grpSpPr/>
      <p:sp>
        <p:nvSpPr>
          <p:cNvPr id="2" name="TextBox 1"/>
          <p:cNvSpPr txBox="1"/>
          <p:nvPr/>
        </p:nvSpPr>
        <p:spPr>
          <a:xfrm>
            <a:off x="914400" y="530352"/>
            <a:ext cx="16459200" cy="8750808"/>
          </a:xfrm>
          <a:prstGeom prst="rect">
            <a:avLst/>
          </a:prstGeom>
          <a:noFill/>
        </p:spPr>
        <p:txBody>
          <a:bodyPr wrap="square" lIns="109728" rIns="109728" tIns="73152" bIns="73152" anchor="ctr">
            <a:noAutofit/>
          </a:bodyPr>
          <a:lstStyle/>
          <a:p>
            <a:pPr algn="ctr">
              <a:spcAft>
                <a:spcPts val="800"/>
              </a:spcAft>
              <a:defRPr sz="5500" b="0" i="0">
                <a:solidFill>
                  <a:srgbClr val="F5F5F5"/>
                </a:solidFill>
                <a:latin typeface="Calibri"/>
              </a:defRPr>
            </a:pPr>
            <a:r>
              <a:t>I believe in one, holy, catholic and apostolic Church.</a:t>
            </a:r>
          </a:p>
          <a:p>
            <a:pPr algn="ctr">
              <a:spcAft>
                <a:spcPts val="800"/>
              </a:spcAft>
              <a:defRPr sz="5500" b="0" i="0">
                <a:solidFill>
                  <a:srgbClr val="F5F5F5"/>
                </a:solidFill>
                <a:latin typeface="Calibri"/>
              </a:defRPr>
            </a:pPr>
            <a:r>
              <a:t>I confess one Baptism for the forgiveness of sins</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a:solidFill>
                  <a:srgbClr val="DCAA5A"/>
                </a:solidFill>
                <a:latin typeface="Calibri"/>
              </a:defRPr>
            </a:pPr>
            <a:r>
              <a:t>Nicene Creed (9/10)</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121216"/>
        </a:solidFill>
        <a:effectLst/>
      </p:bgPr>
    </p:bg>
    <p:spTree>
      <p:nvGrpSpPr>
        <p:cNvPr id="1" name=""/>
        <p:cNvGrpSpPr/>
        <p:nvPr/>
      </p:nvGrpSpPr>
      <p:grpSpPr/>
      <p:sp>
        <p:nvSpPr>
          <p:cNvPr id="2" name="TextBox 1"/>
          <p:cNvSpPr txBox="1"/>
          <p:nvPr/>
        </p:nvSpPr>
        <p:spPr>
          <a:xfrm>
            <a:off x="914400" y="530352"/>
            <a:ext cx="16459200" cy="8750808"/>
          </a:xfrm>
          <a:prstGeom prst="rect">
            <a:avLst/>
          </a:prstGeom>
          <a:noFill/>
        </p:spPr>
        <p:txBody>
          <a:bodyPr wrap="square" lIns="109728" rIns="109728" tIns="73152" bIns="73152" anchor="ctr">
            <a:noAutofit/>
          </a:bodyPr>
          <a:lstStyle/>
          <a:p>
            <a:pPr algn="ctr">
              <a:spcAft>
                <a:spcPts val="800"/>
              </a:spcAft>
              <a:defRPr sz="5500" b="0" i="0">
                <a:solidFill>
                  <a:srgbClr val="F5F5F5"/>
                </a:solidFill>
                <a:latin typeface="Calibri"/>
              </a:defRPr>
            </a:pPr>
            <a:r>
              <a:t>and I look forward to the resurrection of the dead</a:t>
            </a:r>
          </a:p>
          <a:p>
            <a:pPr algn="ctr">
              <a:spcAft>
                <a:spcPts val="800"/>
              </a:spcAft>
              <a:defRPr sz="5500" b="0" i="0">
                <a:solidFill>
                  <a:srgbClr val="F5F5F5"/>
                </a:solidFill>
                <a:latin typeface="Calibri"/>
              </a:defRPr>
            </a:pPr>
            <a:r>
              <a:t>and the life of the world to come. Amen.</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a:solidFill>
                  <a:srgbClr val="DCAA5A"/>
                </a:solidFill>
                <a:latin typeface="Calibri"/>
              </a:defRPr>
            </a:pPr>
            <a:r>
              <a:t>Nicene Creed (10/10)</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gradFill rotWithShape="1">
          <a:gsLst>
            <a:gs pos="0">
              <a:srgbClr val="0A0A0C"/>
            </a:gs>
            <a:gs pos="100000">
              <a:srgbClr val="545457"/>
            </a:gs>
          </a:gsLst>
          <a:lin scaled="0" ang="0"/>
        </a:gradFill>
        <a:effectLst/>
      </p:bgPr>
    </p:bg>
    <p:spTree>
      <p:nvGrpSpPr>
        <p:cNvPr id="1" name=""/>
        <p:cNvGrpSpPr/>
        <p:nvPr/>
      </p:nvGrpSpPr>
      <p:grpSpPr/>
      <p:sp>
        <p:nvSpPr>
          <p:cNvPr id="2" name="Rounded Rectangle 1"/>
          <p:cNvSpPr/>
          <p:nvPr/>
        </p:nvSpPr>
        <p:spPr>
          <a:xfrm>
            <a:off x="6856171" y="1269187"/>
            <a:ext cx="10943539" cy="6128308"/>
          </a:xfrm>
          <a:prstGeom prst="roundRect">
            <a:avLst>
              <a:gd name="adj" fmla="val 16670"/>
            </a:avLst>
          </a:prstGeom>
          <a:solidFill>
            <a:srgbClr val="121216">
              <a:alpha val="44706"/>
            </a:srgbClr>
          </a:solidFill>
          <a:ln w="14299" cap="sq">
            <a:solidFill>
              <a:srgbClr val="636365">
                <a:alpha val="44706"/>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900684" y="8503005"/>
            <a:ext cx="16486632" cy="1112824"/>
          </a:xfrm>
          <a:prstGeom prst="roundRect">
            <a:avLst>
              <a:gd name="adj" fmla="val 16670"/>
            </a:avLst>
          </a:prstGeom>
          <a:solidFill>
            <a:srgbClr val="0E0E11">
              <a:alpha val="60784"/>
            </a:srgbClr>
          </a:solidFill>
          <a:ln w="14299" cap="sq">
            <a:solidFill>
              <a:srgbClr val="0E0E11">
                <a:alpha val="60784"/>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284732" y="2390241"/>
            <a:ext cx="4209897" cy="638251"/>
          </a:xfrm>
          <a:prstGeom prst="rect">
            <a:avLst/>
          </a:prstGeom>
          <a:noFill/>
        </p:spPr>
        <p:txBody>
          <a:bodyPr wrap="square" lIns="109728" rIns="109728" tIns="73152" bIns="73152" anchor="ctr">
            <a:noAutofit/>
          </a:bodyPr>
          <a:lstStyle/>
          <a:p>
            <a:pPr algn="ctr">
              <a:lnSpc>
                <a:spcPct val="108000"/>
              </a:lnSpc>
              <a:defRPr sz="3700" b="1" i="0">
                <a:solidFill>
                  <a:srgbClr val="EBCE9F"/>
                </a:solidFill>
                <a:latin typeface="Calibri"/>
              </a:defRPr>
            </a:pPr>
            <a:r>
              <a:t>MASS CELEBRANT:</a:t>
            </a:r>
          </a:p>
        </p:txBody>
      </p:sp>
      <p:sp>
        <p:nvSpPr>
          <p:cNvPr id="5" name="TextBox 4"/>
          <p:cNvSpPr txBox="1"/>
          <p:nvPr/>
        </p:nvSpPr>
        <p:spPr>
          <a:xfrm>
            <a:off x="267004" y="3053181"/>
            <a:ext cx="6589166" cy="1057046"/>
          </a:xfrm>
          <a:prstGeom prst="rect">
            <a:avLst/>
          </a:prstGeom>
          <a:noFill/>
        </p:spPr>
        <p:txBody>
          <a:bodyPr wrap="square" lIns="109728" rIns="109728" tIns="73152" bIns="73152" anchor="ctr">
            <a:noAutofit/>
          </a:bodyPr>
          <a:lstStyle/>
          <a:p>
            <a:pPr algn="ctr">
              <a:lnSpc>
                <a:spcPct val="108000"/>
              </a:lnSpc>
              <a:defRPr sz="6100" b="1" i="0">
                <a:solidFill>
                  <a:srgbClr val="F5F5F5"/>
                </a:solidFill>
                <a:latin typeface="Calibri"/>
              </a:defRPr>
            </a:pPr>
            <a:r>
              <a:t>Fr. Test</a:t>
            </a:r>
          </a:p>
        </p:txBody>
      </p:sp>
      <p:sp>
        <p:nvSpPr>
          <p:cNvPr id="6" name="TextBox 5"/>
          <p:cNvSpPr txBox="1"/>
          <p:nvPr/>
        </p:nvSpPr>
        <p:spPr>
          <a:xfrm>
            <a:off x="267004" y="4429353"/>
            <a:ext cx="6589166" cy="868680"/>
          </a:xfrm>
          <a:prstGeom prst="rect">
            <a:avLst/>
          </a:prstGeom>
          <a:noFill/>
        </p:spPr>
        <p:txBody>
          <a:bodyPr wrap="square" lIns="109728" rIns="109728" tIns="73152" bIns="73152" anchor="ctr">
            <a:noAutofit/>
          </a:bodyPr>
          <a:lstStyle/>
          <a:p>
            <a:pPr algn="ctr">
              <a:lnSpc>
                <a:spcPct val="108000"/>
              </a:lnSpc>
              <a:defRPr sz="4500" b="1" i="1">
                <a:solidFill>
                  <a:srgbClr val="F5F5F5"/>
                </a:solidFill>
                <a:latin typeface="Calibri"/>
              </a:defRPr>
            </a:pPr>
            <a:r>
              <a:t>YEAR A · 26 APRIL 2026</a:t>
            </a:r>
          </a:p>
        </p:txBody>
      </p:sp>
      <p:sp>
        <p:nvSpPr>
          <p:cNvPr id="7" name="TextBox 6"/>
          <p:cNvSpPr txBox="1"/>
          <p:nvPr/>
        </p:nvSpPr>
        <p:spPr>
          <a:xfrm>
            <a:off x="6900062" y="2390241"/>
            <a:ext cx="10775289" cy="2422245"/>
          </a:xfrm>
          <a:prstGeom prst="rect">
            <a:avLst/>
          </a:prstGeom>
          <a:noFill/>
        </p:spPr>
        <p:txBody>
          <a:bodyPr wrap="square" lIns="109728" rIns="109728" tIns="73152" bIns="73152" anchor="ctr">
            <a:noAutofit/>
          </a:bodyPr>
          <a:lstStyle/>
          <a:p>
            <a:pPr algn="ctr">
              <a:lnSpc>
                <a:spcPct val="108000"/>
              </a:lnSpc>
              <a:defRPr sz="3900" b="0" i="0">
                <a:solidFill>
                  <a:srgbClr val="E5E5E7"/>
                </a:solidFill>
                <a:latin typeface="Calibri"/>
              </a:defRPr>
            </a:pPr>
            <a:r>
              <a:t>“For God so loved the world.”</a:t>
            </a:r>
          </a:p>
        </p:txBody>
      </p:sp>
      <p:sp>
        <p:nvSpPr>
          <p:cNvPr id="8" name="TextBox 7"/>
          <p:cNvSpPr txBox="1"/>
          <p:nvPr/>
        </p:nvSpPr>
        <p:spPr>
          <a:xfrm>
            <a:off x="9378086" y="5801868"/>
            <a:ext cx="5819241" cy="705002"/>
          </a:xfrm>
          <a:prstGeom prst="rect">
            <a:avLst/>
          </a:prstGeom>
          <a:noFill/>
        </p:spPr>
        <p:txBody>
          <a:bodyPr wrap="square" lIns="109728" rIns="109728" tIns="73152" bIns="73152" anchor="ctr">
            <a:noAutofit/>
          </a:bodyPr>
          <a:lstStyle/>
          <a:p>
            <a:pPr algn="ctr">
              <a:lnSpc>
                <a:spcPct val="108000"/>
              </a:lnSpc>
              <a:defRPr sz="4100" b="1" i="0">
                <a:solidFill>
                  <a:srgbClr val="E0B46E"/>
                </a:solidFill>
                <a:latin typeface="Calibri"/>
              </a:defRPr>
            </a:pPr>
            <a:r>
              <a:t>GOSPEL (JN 3:16)</a:t>
            </a:r>
          </a:p>
        </p:txBody>
      </p:sp>
      <p:sp>
        <p:nvSpPr>
          <p:cNvPr id="9" name="TextBox 8"/>
          <p:cNvSpPr txBox="1"/>
          <p:nvPr/>
        </p:nvSpPr>
        <p:spPr>
          <a:xfrm>
            <a:off x="3195828" y="8411565"/>
            <a:ext cx="12362688" cy="1162202"/>
          </a:xfrm>
          <a:prstGeom prst="rect">
            <a:avLst/>
          </a:prstGeom>
          <a:noFill/>
        </p:spPr>
        <p:txBody>
          <a:bodyPr wrap="square" lIns="109728" rIns="109728" tIns="73152" bIns="73152" anchor="ctr">
            <a:noAutofit/>
          </a:bodyPr>
          <a:lstStyle/>
          <a:p>
            <a:pPr algn="ctr">
              <a:lnSpc>
                <a:spcPct val="108000"/>
              </a:lnSpc>
              <a:defRPr sz="6800" b="1" i="0">
                <a:solidFill>
                  <a:srgbClr val="F5F5F5"/>
                </a:solidFill>
                <a:latin typeface="Calibri"/>
              </a:defRPr>
            </a:pPr>
            <a:r>
              <a:t>Test Mass</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121216"/>
        </a:solidFill>
        <a:effectLst/>
      </p:bgPr>
    </p:bg>
    <p:spTree>
      <p:nvGrpSpPr>
        <p:cNvPr id="1" name=""/>
        <p:cNvGrpSpPr/>
        <p:nvPr/>
      </p:nvGrpSpPr>
      <p:grpSpPr/>
      <p:sp>
        <p:nvSpPr>
          <p:cNvPr id="2" name="TextBox 1"/>
          <p:cNvSpPr txBox="1"/>
          <p:nvPr/>
        </p:nvSpPr>
        <p:spPr>
          <a:xfrm>
            <a:off x="914400" y="530352"/>
            <a:ext cx="16459200" cy="8750808"/>
          </a:xfrm>
          <a:prstGeom prst="rect">
            <a:avLst/>
          </a:prstGeom>
          <a:noFill/>
        </p:spPr>
        <p:txBody>
          <a:bodyPr wrap="square" lIns="109728" rIns="109728" tIns="73152" bIns="73152">
            <a:noAutofit/>
          </a:bodyPr>
          <a:lstStyle/>
          <a:p>
            <a:pPr algn="ctr">
              <a:spcBef>
                <a:spcPts val="400"/>
              </a:spcBef>
              <a:spcAft>
                <a:spcPts val="500"/>
              </a:spcAft>
              <a:defRPr sz="5500" b="1" i="0">
                <a:solidFill>
                  <a:srgbClr val="DCAA5A"/>
                </a:solidFill>
                <a:latin typeface="Calibri"/>
              </a:defRPr>
            </a:pPr>
            <a:r>
              <a:t>Priest: For the holy Church of God throughout the world, that the Lord may guard her and grant her peace and unity according to his will: let us pray to the Lord.</a:t>
            </a:r>
          </a:p>
          <a:p>
            <a:pPr algn="ctr">
              <a:spcBef>
                <a:spcPts val="400"/>
              </a:spcBef>
              <a:spcAft>
                <a:spcPts val="500"/>
              </a:spcAft>
              <a:defRPr sz="5500" b="1" i="0">
                <a:solidFill>
                  <a:srgbClr val="F5F5F5"/>
                </a:solidFill>
                <a:latin typeface="Calibri"/>
              </a:defRPr>
            </a:pPr>
            <a:r>
              <a:t>All: Lord, hear our prayer.</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a:solidFill>
                  <a:srgbClr val="DCAA5A"/>
                </a:solidFill>
                <a:latin typeface="Calibri"/>
              </a:defRPr>
            </a:pPr>
            <a:r>
              <a:t>Prayer of the Faithful</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121216"/>
        </a:solidFill>
        <a:effectLst/>
      </p:bgPr>
    </p:bg>
    <p:spTree>
      <p:nvGrpSpPr>
        <p:cNvPr id="1" name=""/>
        <p:cNvGrpSpPr/>
        <p:nvPr/>
      </p:nvGrpSpPr>
      <p:grpSpPr/>
      <p:sp>
        <p:nvSpPr>
          <p:cNvPr id="2" name="TextBox 1"/>
          <p:cNvSpPr txBox="1"/>
          <p:nvPr/>
        </p:nvSpPr>
        <p:spPr>
          <a:xfrm>
            <a:off x="914400" y="530352"/>
            <a:ext cx="16459200" cy="8750808"/>
          </a:xfrm>
          <a:prstGeom prst="rect">
            <a:avLst/>
          </a:prstGeom>
          <a:noFill/>
        </p:spPr>
        <p:txBody>
          <a:bodyPr wrap="square" lIns="109728" rIns="109728" tIns="73152" bIns="73152">
            <a:noAutofit/>
          </a:bodyPr>
          <a:lstStyle/>
          <a:p>
            <a:pPr algn="ctr">
              <a:spcBef>
                <a:spcPts val="400"/>
              </a:spcBef>
              <a:spcAft>
                <a:spcPts val="500"/>
              </a:spcAft>
              <a:defRPr sz="5500" b="1" i="0">
                <a:solidFill>
                  <a:srgbClr val="DCAA5A"/>
                </a:solidFill>
                <a:latin typeface="Calibri"/>
              </a:defRPr>
            </a:pPr>
            <a:r>
              <a:t>Priest: The Priest concludes the Prayer of the Faithful with a prayer in full, for example:</a:t>
            </a:r>
          </a:p>
          <a:p>
            <a:pPr algn="ctr">
              <a:spcBef>
                <a:spcPts val="400"/>
              </a:spcBef>
              <a:spcAft>
                <a:spcPts val="500"/>
              </a:spcAft>
              <a:defRPr sz="5500" b="1" i="0">
                <a:solidFill>
                  <a:srgbClr val="DCAA5A"/>
                </a:solidFill>
                <a:latin typeface="Calibri"/>
              </a:defRPr>
            </a:pPr>
            <a:r>
              <a:t>Priest: Heavenly Father, hear the prayers of the Church, which we make through Christ our Lord.</a:t>
            </a:r>
          </a:p>
          <a:p>
            <a:pPr algn="ctr">
              <a:spcBef>
                <a:spcPts val="400"/>
              </a:spcBef>
              <a:spcAft>
                <a:spcPts val="500"/>
              </a:spcAft>
              <a:defRPr sz="5500" b="1" i="0">
                <a:solidFill>
                  <a:srgbClr val="F5F5F5"/>
                </a:solidFill>
                <a:latin typeface="Calibri"/>
              </a:defRPr>
            </a:pPr>
            <a:r>
              <a:t>All: Amen.</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a:solidFill>
                  <a:srgbClr val="DCAA5A"/>
                </a:solidFill>
                <a:latin typeface="Calibri"/>
              </a:defRPr>
            </a:pPr>
            <a:r>
              <a:t>Prayer of the Faithful</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gradFill rotWithShape="1">
          <a:gsLst>
            <a:gs pos="0">
              <a:srgbClr val="0A0A0C"/>
            </a:gs>
            <a:gs pos="100000">
              <a:srgbClr val="545457"/>
            </a:gs>
          </a:gsLst>
          <a:lin scaled="0" ang="0"/>
        </a:gradFill>
        <a:effectLst/>
      </p:bgPr>
    </p:bg>
    <p:spTree>
      <p:nvGrpSpPr>
        <p:cNvPr id="1" name=""/>
        <p:cNvGrpSpPr/>
        <p:nvPr/>
      </p:nvGrpSpPr>
      <p:grpSpPr/>
      <p:sp>
        <p:nvSpPr>
          <p:cNvPr id="2" name="Rounded Rectangle 1"/>
          <p:cNvSpPr/>
          <p:nvPr/>
        </p:nvSpPr>
        <p:spPr>
          <a:xfrm>
            <a:off x="6856171" y="1269187"/>
            <a:ext cx="10943539" cy="6128308"/>
          </a:xfrm>
          <a:prstGeom prst="roundRect">
            <a:avLst>
              <a:gd name="adj" fmla="val 16670"/>
            </a:avLst>
          </a:prstGeom>
          <a:solidFill>
            <a:srgbClr val="121216">
              <a:alpha val="44706"/>
            </a:srgbClr>
          </a:solidFill>
          <a:ln w="14299" cap="sq">
            <a:solidFill>
              <a:srgbClr val="636365">
                <a:alpha val="44706"/>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900684" y="8503005"/>
            <a:ext cx="16486632" cy="1112824"/>
          </a:xfrm>
          <a:prstGeom prst="roundRect">
            <a:avLst>
              <a:gd name="adj" fmla="val 16670"/>
            </a:avLst>
          </a:prstGeom>
          <a:solidFill>
            <a:srgbClr val="0E0E11">
              <a:alpha val="60784"/>
            </a:srgbClr>
          </a:solidFill>
          <a:ln w="14299" cap="sq">
            <a:solidFill>
              <a:srgbClr val="0E0E11">
                <a:alpha val="60784"/>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284732" y="2390241"/>
            <a:ext cx="4209897" cy="638251"/>
          </a:xfrm>
          <a:prstGeom prst="rect">
            <a:avLst/>
          </a:prstGeom>
          <a:noFill/>
        </p:spPr>
        <p:txBody>
          <a:bodyPr wrap="square" lIns="109728" rIns="109728" tIns="73152" bIns="73152" anchor="ctr">
            <a:noAutofit/>
          </a:bodyPr>
          <a:lstStyle/>
          <a:p>
            <a:pPr algn="ctr">
              <a:lnSpc>
                <a:spcPct val="108000"/>
              </a:lnSpc>
              <a:defRPr sz="3700" b="1" i="0">
                <a:solidFill>
                  <a:srgbClr val="EBCE9F"/>
                </a:solidFill>
                <a:latin typeface="Calibri"/>
              </a:defRPr>
            </a:pPr>
            <a:r>
              <a:t>MASS CELEBRANT:</a:t>
            </a:r>
          </a:p>
        </p:txBody>
      </p:sp>
      <p:sp>
        <p:nvSpPr>
          <p:cNvPr id="5" name="TextBox 4"/>
          <p:cNvSpPr txBox="1"/>
          <p:nvPr/>
        </p:nvSpPr>
        <p:spPr>
          <a:xfrm>
            <a:off x="267004" y="3053181"/>
            <a:ext cx="6589166" cy="1057046"/>
          </a:xfrm>
          <a:prstGeom prst="rect">
            <a:avLst/>
          </a:prstGeom>
          <a:noFill/>
        </p:spPr>
        <p:txBody>
          <a:bodyPr wrap="square" lIns="109728" rIns="109728" tIns="73152" bIns="73152" anchor="ctr">
            <a:noAutofit/>
          </a:bodyPr>
          <a:lstStyle/>
          <a:p>
            <a:pPr algn="ctr">
              <a:lnSpc>
                <a:spcPct val="108000"/>
              </a:lnSpc>
              <a:defRPr sz="6100" b="1" i="0">
                <a:solidFill>
                  <a:srgbClr val="F5F5F5"/>
                </a:solidFill>
                <a:latin typeface="Calibri"/>
              </a:defRPr>
            </a:pPr>
            <a:r>
              <a:t>Fr. Test</a:t>
            </a:r>
          </a:p>
        </p:txBody>
      </p:sp>
      <p:sp>
        <p:nvSpPr>
          <p:cNvPr id="6" name="TextBox 5"/>
          <p:cNvSpPr txBox="1"/>
          <p:nvPr/>
        </p:nvSpPr>
        <p:spPr>
          <a:xfrm>
            <a:off x="267004" y="4429353"/>
            <a:ext cx="6589166" cy="868680"/>
          </a:xfrm>
          <a:prstGeom prst="rect">
            <a:avLst/>
          </a:prstGeom>
          <a:noFill/>
        </p:spPr>
        <p:txBody>
          <a:bodyPr wrap="square" lIns="109728" rIns="109728" tIns="73152" bIns="73152" anchor="ctr">
            <a:noAutofit/>
          </a:bodyPr>
          <a:lstStyle/>
          <a:p>
            <a:pPr algn="ctr">
              <a:lnSpc>
                <a:spcPct val="108000"/>
              </a:lnSpc>
              <a:defRPr sz="4500" b="1" i="1">
                <a:solidFill>
                  <a:srgbClr val="F5F5F5"/>
                </a:solidFill>
                <a:latin typeface="Calibri"/>
              </a:defRPr>
            </a:pPr>
            <a:r>
              <a:t>YEAR A · 26 APRIL 2026</a:t>
            </a:r>
          </a:p>
        </p:txBody>
      </p:sp>
      <p:sp>
        <p:nvSpPr>
          <p:cNvPr id="7" name="TextBox 6"/>
          <p:cNvSpPr txBox="1"/>
          <p:nvPr/>
        </p:nvSpPr>
        <p:spPr>
          <a:xfrm>
            <a:off x="6900062" y="2390241"/>
            <a:ext cx="10775289" cy="2422245"/>
          </a:xfrm>
          <a:prstGeom prst="rect">
            <a:avLst/>
          </a:prstGeom>
          <a:noFill/>
        </p:spPr>
        <p:txBody>
          <a:bodyPr wrap="square" lIns="109728" rIns="109728" tIns="73152" bIns="73152" anchor="ctr">
            <a:noAutofit/>
          </a:bodyPr>
          <a:lstStyle/>
          <a:p>
            <a:pPr algn="ctr">
              <a:lnSpc>
                <a:spcPct val="108000"/>
              </a:lnSpc>
              <a:defRPr sz="3900" b="0" i="0">
                <a:solidFill>
                  <a:srgbClr val="E5E5E7"/>
                </a:solidFill>
                <a:latin typeface="Calibri"/>
              </a:defRPr>
            </a:pPr>
            <a:r>
              <a:t>“For God so loved the world.”</a:t>
            </a:r>
          </a:p>
        </p:txBody>
      </p:sp>
      <p:sp>
        <p:nvSpPr>
          <p:cNvPr id="8" name="TextBox 7"/>
          <p:cNvSpPr txBox="1"/>
          <p:nvPr/>
        </p:nvSpPr>
        <p:spPr>
          <a:xfrm>
            <a:off x="9378086" y="5801868"/>
            <a:ext cx="5819241" cy="705002"/>
          </a:xfrm>
          <a:prstGeom prst="rect">
            <a:avLst/>
          </a:prstGeom>
          <a:noFill/>
        </p:spPr>
        <p:txBody>
          <a:bodyPr wrap="square" lIns="109728" rIns="109728" tIns="73152" bIns="73152" anchor="ctr">
            <a:noAutofit/>
          </a:bodyPr>
          <a:lstStyle/>
          <a:p>
            <a:pPr algn="ctr">
              <a:lnSpc>
                <a:spcPct val="108000"/>
              </a:lnSpc>
              <a:defRPr sz="4100" b="1" i="0">
                <a:solidFill>
                  <a:srgbClr val="E0B46E"/>
                </a:solidFill>
                <a:latin typeface="Calibri"/>
              </a:defRPr>
            </a:pPr>
            <a:r>
              <a:t>GOSPEL (JN 3:16)</a:t>
            </a:r>
          </a:p>
        </p:txBody>
      </p:sp>
      <p:sp>
        <p:nvSpPr>
          <p:cNvPr id="9" name="TextBox 8"/>
          <p:cNvSpPr txBox="1"/>
          <p:nvPr/>
        </p:nvSpPr>
        <p:spPr>
          <a:xfrm>
            <a:off x="3195828" y="8411565"/>
            <a:ext cx="12362688" cy="1162202"/>
          </a:xfrm>
          <a:prstGeom prst="rect">
            <a:avLst/>
          </a:prstGeom>
          <a:noFill/>
        </p:spPr>
        <p:txBody>
          <a:bodyPr wrap="square" lIns="109728" rIns="109728" tIns="73152" bIns="73152" anchor="ctr">
            <a:noAutofit/>
          </a:bodyPr>
          <a:lstStyle/>
          <a:p>
            <a:pPr algn="ctr">
              <a:lnSpc>
                <a:spcPct val="108000"/>
              </a:lnSpc>
              <a:defRPr sz="6800" b="1" i="0">
                <a:solidFill>
                  <a:srgbClr val="F5F5F5"/>
                </a:solidFill>
                <a:latin typeface="Calibri"/>
              </a:defRPr>
            </a:pPr>
            <a:r>
              <a:t>Test Mass</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121216"/>
        </a:solidFill>
        <a:effectLst/>
      </p:bgPr>
    </p:bg>
    <p:spTree>
      <p:nvGrpSpPr>
        <p:cNvPr id="1" name=""/>
        <p:cNvGrpSpPr/>
        <p:nvPr/>
      </p:nvGrpSpPr>
      <p:grpSpPr/>
      <p:sp>
        <p:nvSpPr>
          <p:cNvPr id="2" name="TextBox 1"/>
          <p:cNvSpPr txBox="1"/>
          <p:nvPr/>
        </p:nvSpPr>
        <p:spPr>
          <a:xfrm>
            <a:off x="914400" y="530352"/>
            <a:ext cx="16459200" cy="8750808"/>
          </a:xfrm>
          <a:prstGeom prst="rect">
            <a:avLst/>
          </a:prstGeom>
          <a:noFill/>
        </p:spPr>
        <p:txBody>
          <a:bodyPr wrap="square" lIns="109728" rIns="109728" tIns="73152" bIns="73152">
            <a:noAutofit/>
          </a:bodyPr>
          <a:lstStyle/>
          <a:p>
            <a:pPr algn="ctr">
              <a:spcAft>
                <a:spcPts val="500"/>
              </a:spcAft>
              <a:defRPr sz="5500" b="0" i="0">
                <a:solidFill>
                  <a:srgbClr val="F5F5F5"/>
                </a:solidFill>
                <a:latin typeface="Calibri"/>
              </a:defRPr>
            </a:pPr>
            <a:r>
              <a:t>No Offertory hymn lyrics were selected. Choose one Offertory song in Mass Flow or save lyrics in Lyrics Studio before generating.</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a:solidFill>
                  <a:srgbClr val="DCAA5A"/>
                </a:solidFill>
                <a:latin typeface="Calibri"/>
              </a:defRPr>
            </a:pPr>
            <a:r>
              <a:t>Offertory</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121216"/>
        </a:solidFill>
        <a:effectLst/>
      </p:bgPr>
    </p:bg>
    <p:spTree>
      <p:nvGrpSpPr>
        <p:cNvPr id="1" name=""/>
        <p:cNvGrpSpPr/>
        <p:nvPr/>
      </p:nvGrpSpPr>
      <p:grpSpPr/>
      <p:sp>
        <p:nvSpPr>
          <p:cNvPr id="2" name="TextBox 1"/>
          <p:cNvSpPr txBox="1"/>
          <p:nvPr/>
        </p:nvSpPr>
        <p:spPr>
          <a:xfrm>
            <a:off x="914400" y="758952"/>
            <a:ext cx="16459200" cy="4114800"/>
          </a:xfrm>
          <a:prstGeom prst="rect">
            <a:avLst/>
          </a:prstGeom>
          <a:noFill/>
        </p:spPr>
        <p:txBody>
          <a:bodyPr wrap="square" lIns="109728" rIns="109728" tIns="73152" bIns="73152">
            <a:noAutofit/>
          </a:bodyPr>
          <a:lstStyle/>
          <a:p>
            <a:pPr algn="ctr">
              <a:defRPr sz="5500" b="1" i="0">
                <a:solidFill>
                  <a:srgbClr val="DCAA5A"/>
                </a:solidFill>
                <a:latin typeface="Calibri"/>
              </a:defRPr>
            </a:pPr>
            <a:r>
              <a:t>LITURGY OF</a:t>
            </a:r>
            <a:br/>
            <a:r>
              <a:t>THE EUCHARIST</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a:solidFill>
                  <a:srgbClr val="DCAA5A"/>
                </a:solidFill>
                <a:latin typeface="Calibri"/>
              </a:defRPr>
            </a:pPr>
            <a:r>
              <a:t>Liturgy of the Eucharist</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121216"/>
        </a:solidFill>
        <a:effectLst/>
      </p:bgPr>
    </p:bg>
    <p:spTree>
      <p:nvGrpSpPr>
        <p:cNvPr id="1" name=""/>
        <p:cNvGrpSpPr/>
        <p:nvPr/>
      </p:nvGrpSpPr>
      <p:grpSpPr/>
      <p:sp>
        <p:nvSpPr>
          <p:cNvPr id="2" name="TextBox 1"/>
          <p:cNvSpPr txBox="1"/>
          <p:nvPr/>
        </p:nvSpPr>
        <p:spPr>
          <a:xfrm>
            <a:off x="914400" y="530352"/>
            <a:ext cx="16459200" cy="8750808"/>
          </a:xfrm>
          <a:prstGeom prst="rect">
            <a:avLst/>
          </a:prstGeom>
          <a:noFill/>
        </p:spPr>
        <p:txBody>
          <a:bodyPr wrap="square" lIns="109728" rIns="109728" tIns="73152" bIns="73152">
            <a:noAutofit/>
          </a:bodyPr>
          <a:lstStyle/>
          <a:p>
            <a:pPr algn="ctr">
              <a:spcBef>
                <a:spcPts val="400"/>
              </a:spcBef>
              <a:spcAft>
                <a:spcPts val="500"/>
              </a:spcAft>
              <a:defRPr sz="5500" b="1" i="0">
                <a:solidFill>
                  <a:srgbClr val="DCAA5A"/>
                </a:solidFill>
                <a:latin typeface="Calibri"/>
              </a:defRPr>
            </a:pPr>
            <a:r>
              <a:t>Priest: Pray, brethren, that my sacrifice and yours may be acceptable to God, the almighty Father.</a:t>
            </a:r>
          </a:p>
          <a:p>
            <a:pPr algn="ctr">
              <a:spcBef>
                <a:spcPts val="400"/>
              </a:spcBef>
              <a:spcAft>
                <a:spcPts val="500"/>
              </a:spcAft>
              <a:defRPr sz="5500" b="1" i="0">
                <a:solidFill>
                  <a:srgbClr val="F5F5F5"/>
                </a:solidFill>
                <a:latin typeface="Calibri"/>
              </a:defRPr>
            </a:pPr>
            <a:r>
              <a:t>All: May the Lord accept the sacrifice at your hands, for the praise and glory of his name, for our good and the good of all his holy Church.</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a:solidFill>
                  <a:srgbClr val="DCAA5A"/>
                </a:solidFill>
                <a:latin typeface="Calibri"/>
              </a:defRPr>
            </a:pPr>
            <a:r>
              <a:t>Liturgy of the Eucharist</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121216"/>
        </a:solidFill>
        <a:effectLst/>
      </p:bgPr>
    </p:bg>
    <p:spTree>
      <p:nvGrpSpPr>
        <p:cNvPr id="1" name=""/>
        <p:cNvGrpSpPr/>
        <p:nvPr/>
      </p:nvGrpSpPr>
      <p:grpSpPr/>
      <p:sp>
        <p:nvSpPr>
          <p:cNvPr id="2" name="TextBox 1"/>
          <p:cNvSpPr txBox="1"/>
          <p:nvPr/>
        </p:nvSpPr>
        <p:spPr>
          <a:xfrm>
            <a:off x="914400" y="758952"/>
            <a:ext cx="16459200" cy="4114800"/>
          </a:xfrm>
          <a:prstGeom prst="rect">
            <a:avLst/>
          </a:prstGeom>
          <a:noFill/>
        </p:spPr>
        <p:txBody>
          <a:bodyPr wrap="square" lIns="109728" rIns="109728" tIns="73152" bIns="73152">
            <a:noAutofit/>
          </a:bodyPr>
          <a:lstStyle/>
          <a:p>
            <a:pPr algn="ctr">
              <a:defRPr sz="5500" b="1" i="0">
                <a:solidFill>
                  <a:srgbClr val="DCAA5A"/>
                </a:solidFill>
                <a:latin typeface="Calibri"/>
              </a:defRPr>
            </a:pPr>
            <a:r>
              <a:t>LITURGY OF</a:t>
            </a:r>
            <a:br/>
            <a:r>
              <a:t>THE EUCHARIST</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a:solidFill>
                  <a:srgbClr val="DCAA5A"/>
                </a:solidFill>
                <a:latin typeface="Calibri"/>
              </a:defRPr>
            </a:pPr>
            <a:r>
              <a:t>Liturgy of the Eucharist</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121216"/>
        </a:solidFill>
        <a:effectLst/>
      </p:bgPr>
    </p:bg>
    <p:spTree>
      <p:nvGrpSpPr>
        <p:cNvPr id="1" name=""/>
        <p:cNvGrpSpPr/>
        <p:nvPr/>
      </p:nvGrpSpPr>
      <p:grpSpPr/>
      <p:sp>
        <p:nvSpPr>
          <p:cNvPr id="2" name="TextBox 1"/>
          <p:cNvSpPr txBox="1"/>
          <p:nvPr/>
        </p:nvSpPr>
        <p:spPr>
          <a:xfrm>
            <a:off x="914400" y="530352"/>
            <a:ext cx="16459200" cy="8750808"/>
          </a:xfrm>
          <a:prstGeom prst="rect">
            <a:avLst/>
          </a:prstGeom>
          <a:noFill/>
        </p:spPr>
        <p:txBody>
          <a:bodyPr wrap="square" lIns="109728" rIns="109728" tIns="73152" bIns="73152">
            <a:noAutofit/>
          </a:bodyPr>
          <a:lstStyle/>
          <a:p>
            <a:pPr algn="ctr">
              <a:spcBef>
                <a:spcPts val="400"/>
              </a:spcBef>
              <a:spcAft>
                <a:spcPts val="500"/>
              </a:spcAft>
              <a:defRPr sz="5500" b="1" i="0">
                <a:solidFill>
                  <a:srgbClr val="DCAA5A"/>
                </a:solidFill>
                <a:latin typeface="Calibri"/>
              </a:defRPr>
            </a:pPr>
            <a:r>
              <a:t>Priest: The Lord be with you.</a:t>
            </a:r>
          </a:p>
          <a:p>
            <a:pPr algn="ctr">
              <a:spcBef>
                <a:spcPts val="400"/>
              </a:spcBef>
              <a:spcAft>
                <a:spcPts val="500"/>
              </a:spcAft>
              <a:defRPr sz="5500" b="1" i="0">
                <a:solidFill>
                  <a:srgbClr val="F5F5F5"/>
                </a:solidFill>
                <a:latin typeface="Calibri"/>
              </a:defRPr>
            </a:pPr>
            <a:r>
              <a:t>All: And with your spirit.</a:t>
            </a:r>
          </a:p>
          <a:p>
            <a:pPr algn="ctr">
              <a:spcBef>
                <a:spcPts val="400"/>
              </a:spcBef>
              <a:spcAft>
                <a:spcPts val="500"/>
              </a:spcAft>
              <a:defRPr sz="5500" b="1" i="0">
                <a:solidFill>
                  <a:srgbClr val="DCAA5A"/>
                </a:solidFill>
                <a:latin typeface="Calibri"/>
              </a:defRPr>
            </a:pPr>
            <a:r>
              <a:t>Priest: Lift up your hearts.</a:t>
            </a:r>
          </a:p>
          <a:p>
            <a:pPr algn="ctr">
              <a:spcBef>
                <a:spcPts val="400"/>
              </a:spcBef>
              <a:spcAft>
                <a:spcPts val="500"/>
              </a:spcAft>
              <a:defRPr sz="5500" b="1" i="0">
                <a:solidFill>
                  <a:srgbClr val="F5F5F5"/>
                </a:solidFill>
                <a:latin typeface="Calibri"/>
              </a:defRPr>
            </a:pPr>
            <a:r>
              <a:t>All: We lift them up to the Lord.</a:t>
            </a:r>
          </a:p>
          <a:p>
            <a:pPr algn="ctr">
              <a:spcBef>
                <a:spcPts val="400"/>
              </a:spcBef>
              <a:spcAft>
                <a:spcPts val="500"/>
              </a:spcAft>
              <a:defRPr sz="5500" b="1" i="0">
                <a:solidFill>
                  <a:srgbClr val="DCAA5A"/>
                </a:solidFill>
                <a:latin typeface="Calibri"/>
              </a:defRPr>
            </a:pPr>
            <a:r>
              <a:t>Priest: Let us give thanks to the Lord our God.</a:t>
            </a:r>
          </a:p>
          <a:p>
            <a:pPr algn="ctr">
              <a:spcBef>
                <a:spcPts val="400"/>
              </a:spcBef>
              <a:spcAft>
                <a:spcPts val="500"/>
              </a:spcAft>
              <a:defRPr sz="5500" b="1" i="0">
                <a:solidFill>
                  <a:srgbClr val="F5F5F5"/>
                </a:solidFill>
                <a:latin typeface="Calibri"/>
              </a:defRPr>
            </a:pPr>
            <a:r>
              <a:t>All: It is right and just.</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a:solidFill>
                  <a:srgbClr val="DCAA5A"/>
                </a:solidFill>
                <a:latin typeface="Calibri"/>
              </a:defRPr>
            </a:pPr>
            <a:r>
              <a:t>Liturgy of the Eucharist</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121216"/>
        </a:solidFill>
        <a:effectLst/>
      </p:bgPr>
    </p:bg>
    <p:spTree>
      <p:nvGrpSpPr>
        <p:cNvPr id="1" name=""/>
        <p:cNvGrpSpPr/>
        <p:nvPr/>
      </p:nvGrpSpPr>
      <p:grpSpPr/>
      <p:sp>
        <p:nvSpPr>
          <p:cNvPr id="2" name="TextBox 1"/>
          <p:cNvSpPr txBox="1"/>
          <p:nvPr/>
        </p:nvSpPr>
        <p:spPr>
          <a:xfrm>
            <a:off x="914400" y="530352"/>
            <a:ext cx="16459200" cy="8750808"/>
          </a:xfrm>
          <a:prstGeom prst="rect">
            <a:avLst/>
          </a:prstGeom>
          <a:noFill/>
        </p:spPr>
        <p:txBody>
          <a:bodyPr wrap="square" lIns="109728" rIns="109728" tIns="73152" bIns="73152" anchor="ctr">
            <a:noAutofit/>
          </a:bodyPr>
          <a:lstStyle/>
          <a:p>
            <a:pPr algn="ctr">
              <a:spcBef>
                <a:spcPts val="400"/>
              </a:spcBef>
              <a:spcAft>
                <a:spcPts val="800"/>
              </a:spcAft>
              <a:defRPr sz="5500" b="1" i="0">
                <a:solidFill>
                  <a:srgbClr val="F5F5F5"/>
                </a:solidFill>
                <a:latin typeface="Calibri"/>
              </a:defRPr>
            </a:pPr>
            <a:r>
              <a:t>Holy, Holy, Holy Lord God of hosts.</a:t>
            </a:r>
          </a:p>
          <a:p>
            <a:pPr algn="ctr">
              <a:spcAft>
                <a:spcPts val="800"/>
              </a:spcAft>
              <a:defRPr sz="5500" b="0" i="0">
                <a:solidFill>
                  <a:srgbClr val="F5F5F5"/>
                </a:solidFill>
                <a:latin typeface="Calibri"/>
              </a:defRPr>
            </a:pPr>
            <a:r>
              <a:t>Heaven and earth are full of your glory.</a:t>
            </a:r>
          </a:p>
          <a:p>
            <a:pPr algn="ctr">
              <a:spcAft>
                <a:spcPts val="800"/>
              </a:spcAft>
              <a:defRPr sz="5500" b="0" i="0">
                <a:solidFill>
                  <a:srgbClr val="F5F5F5"/>
                </a:solidFill>
                <a:latin typeface="Calibri"/>
              </a:defRPr>
            </a:pPr>
            <a:r>
              <a:t>Hosanna in the highest.</a:t>
            </a:r>
          </a:p>
          <a:p>
            <a:pPr algn="ctr">
              <a:spcAft>
                <a:spcPts val="800"/>
              </a:spcAft>
              <a:defRPr sz="5500" b="0" i="0">
                <a:solidFill>
                  <a:srgbClr val="F5F5F5"/>
                </a:solidFill>
                <a:latin typeface="Calibri"/>
              </a:defRPr>
            </a:pPr>
            <a:r>
              <a:t>Blessed is he who comes in the name of the Lord.</a:t>
            </a:r>
          </a:p>
          <a:p>
            <a:pPr algn="ctr">
              <a:spcAft>
                <a:spcPts val="800"/>
              </a:spcAft>
              <a:defRPr sz="5500" b="0" i="0">
                <a:solidFill>
                  <a:srgbClr val="F5F5F5"/>
                </a:solidFill>
                <a:latin typeface="Calibri"/>
              </a:defRPr>
            </a:pPr>
            <a:r>
              <a:t>Hosanna in the highest.</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a:solidFill>
                  <a:srgbClr val="DCAA5A"/>
                </a:solidFill>
                <a:latin typeface="Calibri"/>
              </a:defRPr>
            </a:pPr>
            <a:r>
              <a:t>Sanctus</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121216"/>
        </a:solidFill>
        <a:effectLst/>
      </p:bgPr>
    </p:bg>
    <p:spTree>
      <p:nvGrpSpPr>
        <p:cNvPr id="1" name=""/>
        <p:cNvGrpSpPr/>
        <p:nvPr/>
      </p:nvGrpSpPr>
      <p:grpSpPr/>
      <p:sp>
        <p:nvSpPr>
          <p:cNvPr id="2" name="TextBox 1"/>
          <p:cNvSpPr txBox="1"/>
          <p:nvPr/>
        </p:nvSpPr>
        <p:spPr>
          <a:xfrm>
            <a:off x="914400" y="758952"/>
            <a:ext cx="16459200" cy="4114800"/>
          </a:xfrm>
          <a:prstGeom prst="rect">
            <a:avLst/>
          </a:prstGeom>
          <a:noFill/>
        </p:spPr>
        <p:txBody>
          <a:bodyPr wrap="square" lIns="109728" rIns="109728" tIns="73152" bIns="73152">
            <a:noAutofit/>
          </a:bodyPr>
          <a:lstStyle/>
          <a:p>
            <a:pPr algn="ctr">
              <a:defRPr sz="5500" b="1" i="0">
                <a:solidFill>
                  <a:srgbClr val="DCAA5A"/>
                </a:solidFill>
                <a:latin typeface="Calibri"/>
              </a:defRPr>
            </a:pPr>
            <a:r>
              <a:t>LITURGY OF</a:t>
            </a:r>
            <a:br/>
            <a:r>
              <a:t>THE EUCHARIST</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a:solidFill>
                  <a:srgbClr val="DCAA5A"/>
                </a:solidFill>
                <a:latin typeface="Calibri"/>
              </a:defRPr>
            </a:pPr>
            <a:r>
              <a:t>Liturgy of the Eucharist</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121216"/>
        </a:solidFill>
        <a:effectLst/>
      </p:bgPr>
    </p:bg>
    <p:spTree>
      <p:nvGrpSpPr>
        <p:cNvPr id="1" name=""/>
        <p:cNvGrpSpPr/>
        <p:nvPr/>
      </p:nvGrpSpPr>
      <p:grpSpPr/>
      <p:sp>
        <p:nvSpPr>
          <p:cNvPr id="2" name="TextBox 1"/>
          <p:cNvSpPr txBox="1"/>
          <p:nvPr/>
        </p:nvSpPr>
        <p:spPr>
          <a:xfrm>
            <a:off x="914400" y="530352"/>
            <a:ext cx="16459200" cy="8750808"/>
          </a:xfrm>
          <a:prstGeom prst="rect">
            <a:avLst/>
          </a:prstGeom>
          <a:noFill/>
        </p:spPr>
        <p:txBody>
          <a:bodyPr wrap="square" lIns="109728" rIns="109728" tIns="73152" bIns="73152">
            <a:noAutofit/>
          </a:bodyPr>
          <a:lstStyle/>
          <a:p>
            <a:pPr algn="ctr">
              <a:spcBef>
                <a:spcPts val="400"/>
              </a:spcBef>
              <a:spcAft>
                <a:spcPts val="500"/>
              </a:spcAft>
              <a:defRPr sz="5500" b="1" i="0">
                <a:solidFill>
                  <a:srgbClr val="F5F5F5"/>
                </a:solidFill>
                <a:latin typeface="Calibri"/>
              </a:defRPr>
            </a:pPr>
            <a:r>
              <a:t>All: We proclaim your Death, O Lord,</a:t>
            </a:r>
          </a:p>
          <a:p>
            <a:pPr algn="ctr">
              <a:spcAft>
                <a:spcPts val="500"/>
              </a:spcAft>
              <a:defRPr sz="5500" b="0" i="0">
                <a:solidFill>
                  <a:srgbClr val="F5F5F5"/>
                </a:solidFill>
                <a:latin typeface="Calibri"/>
              </a:defRPr>
            </a:pPr>
            <a:r>
              <a:t>and profess your Resurrection</a:t>
            </a:r>
          </a:p>
          <a:p>
            <a:pPr algn="ctr">
              <a:spcAft>
                <a:spcPts val="500"/>
              </a:spcAft>
              <a:defRPr sz="5500" b="0" i="0">
                <a:solidFill>
                  <a:srgbClr val="F5F5F5"/>
                </a:solidFill>
                <a:latin typeface="Calibri"/>
              </a:defRPr>
            </a:pPr>
            <a:r>
              <a:t>until you come again.</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a:solidFill>
                  <a:srgbClr val="DCAA5A"/>
                </a:solidFill>
                <a:latin typeface="Calibri"/>
              </a:defRPr>
            </a:pPr>
            <a:r>
              <a:t>The Eucharistic Prayer</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121216"/>
        </a:solidFill>
        <a:effectLst/>
      </p:bgPr>
    </p:bg>
    <p:spTree>
      <p:nvGrpSpPr>
        <p:cNvPr id="1" name=""/>
        <p:cNvGrpSpPr/>
        <p:nvPr/>
      </p:nvGrpSpPr>
      <p:grpSpPr/>
      <p:sp>
        <p:nvSpPr>
          <p:cNvPr id="2" name="TextBox 1"/>
          <p:cNvSpPr txBox="1"/>
          <p:nvPr/>
        </p:nvSpPr>
        <p:spPr>
          <a:xfrm>
            <a:off x="914400" y="758952"/>
            <a:ext cx="16459200" cy="4114800"/>
          </a:xfrm>
          <a:prstGeom prst="rect">
            <a:avLst/>
          </a:prstGeom>
          <a:noFill/>
        </p:spPr>
        <p:txBody>
          <a:bodyPr wrap="square" lIns="109728" rIns="109728" tIns="73152" bIns="73152">
            <a:noAutofit/>
          </a:bodyPr>
          <a:lstStyle/>
          <a:p>
            <a:pPr algn="ctr">
              <a:defRPr sz="5500" b="1" i="0">
                <a:solidFill>
                  <a:srgbClr val="DCAA5A"/>
                </a:solidFill>
                <a:latin typeface="Calibri"/>
              </a:defRPr>
            </a:pPr>
            <a:r>
              <a:t>LITURGY OF</a:t>
            </a:r>
            <a:br/>
            <a:r>
              <a:t>THE EUCHARIST</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a:solidFill>
                  <a:srgbClr val="DCAA5A"/>
                </a:solidFill>
                <a:latin typeface="Calibri"/>
              </a:defRPr>
            </a:pPr>
            <a:r>
              <a:t>Liturgy of the Eucharist</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121216"/>
        </a:solidFill>
        <a:effectLst/>
      </p:bgPr>
    </p:bg>
    <p:spTree>
      <p:nvGrpSpPr>
        <p:cNvPr id="1" name=""/>
        <p:cNvGrpSpPr/>
        <p:nvPr/>
      </p:nvGrpSpPr>
      <p:grpSpPr/>
      <p:sp>
        <p:nvSpPr>
          <p:cNvPr id="2" name="TextBox 1"/>
          <p:cNvSpPr txBox="1"/>
          <p:nvPr/>
        </p:nvSpPr>
        <p:spPr>
          <a:xfrm>
            <a:off x="914400" y="530352"/>
            <a:ext cx="16459200" cy="8750808"/>
          </a:xfrm>
          <a:prstGeom prst="rect">
            <a:avLst/>
          </a:prstGeom>
          <a:noFill/>
        </p:spPr>
        <p:txBody>
          <a:bodyPr wrap="square" lIns="109728" rIns="109728" tIns="73152" bIns="73152">
            <a:noAutofit/>
          </a:bodyPr>
          <a:lstStyle/>
          <a:p>
            <a:pPr algn="ctr">
              <a:spcBef>
                <a:spcPts val="400"/>
              </a:spcBef>
              <a:spcAft>
                <a:spcPts val="500"/>
              </a:spcAft>
              <a:defRPr sz="5500" b="1" i="0">
                <a:solidFill>
                  <a:srgbClr val="F5F5F5"/>
                </a:solidFill>
                <a:latin typeface="Calibri"/>
              </a:defRPr>
            </a:pPr>
            <a:r>
              <a:t>All: Amen.</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a:solidFill>
                  <a:srgbClr val="DCAA5A"/>
                </a:solidFill>
                <a:latin typeface="Calibri"/>
              </a:defRPr>
            </a:pPr>
            <a:r>
              <a:t>Great Amen</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121216"/>
        </a:solidFill>
        <a:effectLst/>
      </p:bgPr>
    </p:bg>
    <p:spTree>
      <p:nvGrpSpPr>
        <p:cNvPr id="1" name=""/>
        <p:cNvGrpSpPr/>
        <p:nvPr/>
      </p:nvGrpSpPr>
      <p:grpSpPr/>
      <p:sp>
        <p:nvSpPr>
          <p:cNvPr id="2" name="TextBox 1"/>
          <p:cNvSpPr txBox="1"/>
          <p:nvPr/>
        </p:nvSpPr>
        <p:spPr>
          <a:xfrm>
            <a:off x="914400" y="530352"/>
            <a:ext cx="16459200" cy="8750808"/>
          </a:xfrm>
          <a:prstGeom prst="rect">
            <a:avLst/>
          </a:prstGeom>
          <a:noFill/>
        </p:spPr>
        <p:txBody>
          <a:bodyPr wrap="square" lIns="109728" rIns="109728" tIns="73152" bIns="73152" anchor="ctr">
            <a:noAutofit/>
          </a:bodyPr>
          <a:lstStyle/>
          <a:p>
            <a:pPr algn="ctr">
              <a:spcBef>
                <a:spcPts val="400"/>
              </a:spcBef>
              <a:spcAft>
                <a:spcPts val="800"/>
              </a:spcAft>
              <a:defRPr sz="5500" b="1" i="0">
                <a:solidFill>
                  <a:srgbClr val="F5F5F5"/>
                </a:solidFill>
                <a:latin typeface="Calibri"/>
              </a:defRPr>
            </a:pPr>
            <a:r>
              <a:t>Our Father, who art in heaven,</a:t>
            </a:r>
          </a:p>
          <a:p>
            <a:pPr algn="ctr">
              <a:spcAft>
                <a:spcPts val="800"/>
              </a:spcAft>
              <a:defRPr sz="5500" b="0" i="0">
                <a:solidFill>
                  <a:srgbClr val="F5F5F5"/>
                </a:solidFill>
                <a:latin typeface="Calibri"/>
              </a:defRPr>
            </a:pPr>
            <a:r>
              <a:t>hallowed be thy name;</a:t>
            </a:r>
          </a:p>
          <a:p>
            <a:pPr algn="ctr">
              <a:spcAft>
                <a:spcPts val="800"/>
              </a:spcAft>
              <a:defRPr sz="5500" b="0" i="0">
                <a:solidFill>
                  <a:srgbClr val="F5F5F5"/>
                </a:solidFill>
                <a:latin typeface="Calibri"/>
              </a:defRPr>
            </a:pPr>
            <a:r>
              <a:t>thy kingdom come,</a:t>
            </a:r>
          </a:p>
          <a:p>
            <a:pPr algn="ctr">
              <a:spcAft>
                <a:spcPts val="800"/>
              </a:spcAft>
              <a:defRPr sz="5500" b="0" i="0">
                <a:solidFill>
                  <a:srgbClr val="F5F5F5"/>
                </a:solidFill>
                <a:latin typeface="Calibri"/>
              </a:defRPr>
            </a:pPr>
            <a:r>
              <a:t>thy will be done,</a:t>
            </a:r>
          </a:p>
          <a:p>
            <a:pPr algn="ctr">
              <a:spcAft>
                <a:spcPts val="800"/>
              </a:spcAft>
              <a:defRPr sz="5500" b="0" i="0">
                <a:solidFill>
                  <a:srgbClr val="F5F5F5"/>
                </a:solidFill>
                <a:latin typeface="Calibri"/>
              </a:defRPr>
            </a:pPr>
            <a:r>
              <a:t>on earth as it is in heaven.</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a:solidFill>
                  <a:srgbClr val="DCAA5A"/>
                </a:solidFill>
                <a:latin typeface="Calibri"/>
              </a:defRPr>
            </a:pPr>
            <a:r>
              <a:t>Our Father (1/5)</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121216"/>
        </a:solidFill>
        <a:effectLst/>
      </p:bgPr>
    </p:bg>
    <p:spTree>
      <p:nvGrpSpPr>
        <p:cNvPr id="1" name=""/>
        <p:cNvGrpSpPr/>
        <p:nvPr/>
      </p:nvGrpSpPr>
      <p:grpSpPr/>
      <p:sp>
        <p:nvSpPr>
          <p:cNvPr id="2" name="TextBox 1"/>
          <p:cNvSpPr txBox="1"/>
          <p:nvPr/>
        </p:nvSpPr>
        <p:spPr>
          <a:xfrm>
            <a:off x="914400" y="530352"/>
            <a:ext cx="16459200" cy="8750808"/>
          </a:xfrm>
          <a:prstGeom prst="rect">
            <a:avLst/>
          </a:prstGeom>
          <a:noFill/>
        </p:spPr>
        <p:txBody>
          <a:bodyPr wrap="square" lIns="109728" rIns="109728" tIns="73152" bIns="73152" anchor="ctr">
            <a:noAutofit/>
          </a:bodyPr>
          <a:lstStyle/>
          <a:p>
            <a:pPr algn="ctr">
              <a:spcAft>
                <a:spcPts val="800"/>
              </a:spcAft>
              <a:defRPr sz="5500" b="0" i="0">
                <a:solidFill>
                  <a:srgbClr val="F5F5F5"/>
                </a:solidFill>
                <a:latin typeface="Calibri"/>
              </a:defRPr>
            </a:pPr>
            <a:r>
              <a:t>Give us this day our daily bread;</a:t>
            </a:r>
          </a:p>
          <a:p>
            <a:pPr algn="ctr">
              <a:spcAft>
                <a:spcPts val="800"/>
              </a:spcAft>
              <a:defRPr sz="5500" b="0" i="0">
                <a:solidFill>
                  <a:srgbClr val="F5F5F5"/>
                </a:solidFill>
                <a:latin typeface="Calibri"/>
              </a:defRPr>
            </a:pPr>
            <a:r>
              <a:t>and forgive us our trespasses,</a:t>
            </a:r>
          </a:p>
          <a:p>
            <a:pPr algn="ctr">
              <a:spcAft>
                <a:spcPts val="800"/>
              </a:spcAft>
              <a:defRPr sz="5500" b="0" i="0">
                <a:solidFill>
                  <a:srgbClr val="F5F5F5"/>
                </a:solidFill>
                <a:latin typeface="Calibri"/>
              </a:defRPr>
            </a:pPr>
            <a:r>
              <a:t>as we forgive those who trespass against us;</a:t>
            </a:r>
          </a:p>
          <a:p>
            <a:pPr algn="ctr">
              <a:spcAft>
                <a:spcPts val="800"/>
              </a:spcAft>
              <a:defRPr sz="5500" b="0" i="0">
                <a:solidFill>
                  <a:srgbClr val="F5F5F5"/>
                </a:solidFill>
                <a:latin typeface="Calibri"/>
              </a:defRPr>
            </a:pPr>
            <a:r>
              <a:t>and lead us not into temptation,</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a:solidFill>
                  <a:srgbClr val="DCAA5A"/>
                </a:solidFill>
                <a:latin typeface="Calibri"/>
              </a:defRPr>
            </a:pPr>
            <a:r>
              <a:t>Our Father (2/5)</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121216"/>
        </a:solidFill>
        <a:effectLst/>
      </p:bgPr>
    </p:bg>
    <p:spTree>
      <p:nvGrpSpPr>
        <p:cNvPr id="1" name=""/>
        <p:cNvGrpSpPr/>
        <p:nvPr/>
      </p:nvGrpSpPr>
      <p:grpSpPr/>
      <p:sp>
        <p:nvSpPr>
          <p:cNvPr id="2" name="TextBox 1"/>
          <p:cNvSpPr txBox="1"/>
          <p:nvPr/>
        </p:nvSpPr>
        <p:spPr>
          <a:xfrm>
            <a:off x="914400" y="530352"/>
            <a:ext cx="16459200" cy="8750808"/>
          </a:xfrm>
          <a:prstGeom prst="rect">
            <a:avLst/>
          </a:prstGeom>
          <a:noFill/>
        </p:spPr>
        <p:txBody>
          <a:bodyPr wrap="square" lIns="109728" rIns="109728" tIns="73152" bIns="73152" anchor="ctr">
            <a:noAutofit/>
          </a:bodyPr>
          <a:lstStyle/>
          <a:p>
            <a:pPr algn="ctr">
              <a:spcAft>
                <a:spcPts val="800"/>
              </a:spcAft>
              <a:defRPr sz="5500" b="0" i="0">
                <a:solidFill>
                  <a:srgbClr val="F5F5F5"/>
                </a:solidFill>
                <a:latin typeface="Calibri"/>
              </a:defRPr>
            </a:pPr>
            <a:r>
              <a:t>but deliver us from evil.</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a:solidFill>
                  <a:srgbClr val="DCAA5A"/>
                </a:solidFill>
                <a:latin typeface="Calibri"/>
              </a:defRPr>
            </a:pPr>
            <a:r>
              <a:t>Our Father (3/5)</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121216"/>
        </a:solidFill>
        <a:effectLst/>
      </p:bgPr>
    </p:bg>
    <p:spTree>
      <p:nvGrpSpPr>
        <p:cNvPr id="1" name=""/>
        <p:cNvGrpSpPr/>
        <p:nvPr/>
      </p:nvGrpSpPr>
      <p:grpSpPr/>
      <p:sp>
        <p:nvSpPr>
          <p:cNvPr id="2" name="TextBox 1"/>
          <p:cNvSpPr txBox="1"/>
          <p:nvPr/>
        </p:nvSpPr>
        <p:spPr>
          <a:xfrm>
            <a:off x="914400" y="530352"/>
            <a:ext cx="16459200" cy="8750808"/>
          </a:xfrm>
          <a:prstGeom prst="rect">
            <a:avLst/>
          </a:prstGeom>
          <a:noFill/>
        </p:spPr>
        <p:txBody>
          <a:bodyPr wrap="square" lIns="109728" rIns="109728" tIns="73152" bIns="73152" anchor="ctr">
            <a:noAutofit/>
          </a:bodyPr>
          <a:lstStyle/>
          <a:p>
            <a:pPr algn="ctr">
              <a:spcBef>
                <a:spcPts val="400"/>
              </a:spcBef>
              <a:spcAft>
                <a:spcPts val="800"/>
              </a:spcAft>
              <a:defRPr sz="5500" b="1" i="0">
                <a:solidFill>
                  <a:srgbClr val="DCAA5A"/>
                </a:solidFill>
                <a:latin typeface="Calibri"/>
              </a:defRPr>
            </a:pPr>
            <a:r>
              <a:t>Priest: Deliver us, Lord, we pray, from every evil, graciously grant peace in our days, that, by the help of your mercy, we may be always free from sin and safe from all distress, as we await the blessed hope and the coming of our Savior, Jesus Christ.</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a:solidFill>
                  <a:srgbClr val="DCAA5A"/>
                </a:solidFill>
                <a:latin typeface="Calibri"/>
              </a:defRPr>
            </a:pPr>
            <a:r>
              <a:t>Our Father (4/5)</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121216"/>
        </a:solidFill>
        <a:effectLst/>
      </p:bgPr>
    </p:bg>
    <p:spTree>
      <p:nvGrpSpPr>
        <p:cNvPr id="1" name=""/>
        <p:cNvGrpSpPr/>
        <p:nvPr/>
      </p:nvGrpSpPr>
      <p:grpSpPr/>
      <p:sp>
        <p:nvSpPr>
          <p:cNvPr id="2" name="TextBox 1"/>
          <p:cNvSpPr txBox="1"/>
          <p:nvPr/>
        </p:nvSpPr>
        <p:spPr>
          <a:xfrm>
            <a:off x="914400" y="530352"/>
            <a:ext cx="16459200" cy="8750808"/>
          </a:xfrm>
          <a:prstGeom prst="rect">
            <a:avLst/>
          </a:prstGeom>
          <a:noFill/>
        </p:spPr>
        <p:txBody>
          <a:bodyPr wrap="square" lIns="109728" rIns="109728" tIns="73152" bIns="73152" anchor="ctr">
            <a:noAutofit/>
          </a:bodyPr>
          <a:lstStyle/>
          <a:p>
            <a:pPr algn="ctr">
              <a:spcBef>
                <a:spcPts val="400"/>
              </a:spcBef>
              <a:spcAft>
                <a:spcPts val="800"/>
              </a:spcAft>
              <a:defRPr sz="5500" b="1" i="0">
                <a:solidFill>
                  <a:srgbClr val="F5F5F5"/>
                </a:solidFill>
                <a:latin typeface="Calibri"/>
              </a:defRPr>
            </a:pPr>
            <a:r>
              <a:t>For the kingdom, the power, and the glory are yours now and for ever.</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a:solidFill>
                  <a:srgbClr val="DCAA5A"/>
                </a:solidFill>
                <a:latin typeface="Calibri"/>
              </a:defRPr>
            </a:pPr>
            <a:r>
              <a:t>Our Father (5/5)</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gradFill rotWithShape="1">
          <a:gsLst>
            <a:gs pos="0">
              <a:srgbClr val="0A0A0C"/>
            </a:gs>
            <a:gs pos="100000">
              <a:srgbClr val="545457"/>
            </a:gs>
          </a:gsLst>
          <a:lin scaled="0" ang="0"/>
        </a:gradFill>
        <a:effectLst/>
      </p:bgPr>
    </p:bg>
    <p:spTree>
      <p:nvGrpSpPr>
        <p:cNvPr id="1" name=""/>
        <p:cNvGrpSpPr/>
        <p:nvPr/>
      </p:nvGrpSpPr>
      <p:grpSpPr/>
      <p:sp>
        <p:nvSpPr>
          <p:cNvPr id="2" name="Rounded Rectangle 1"/>
          <p:cNvSpPr/>
          <p:nvPr/>
        </p:nvSpPr>
        <p:spPr>
          <a:xfrm>
            <a:off x="6856171" y="1269187"/>
            <a:ext cx="10943539" cy="6128308"/>
          </a:xfrm>
          <a:prstGeom prst="roundRect">
            <a:avLst>
              <a:gd name="adj" fmla="val 16670"/>
            </a:avLst>
          </a:prstGeom>
          <a:solidFill>
            <a:srgbClr val="121216">
              <a:alpha val="44706"/>
            </a:srgbClr>
          </a:solidFill>
          <a:ln w="14299" cap="sq">
            <a:solidFill>
              <a:srgbClr val="636365">
                <a:alpha val="44706"/>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900684" y="8503005"/>
            <a:ext cx="16486632" cy="1112824"/>
          </a:xfrm>
          <a:prstGeom prst="roundRect">
            <a:avLst>
              <a:gd name="adj" fmla="val 16670"/>
            </a:avLst>
          </a:prstGeom>
          <a:solidFill>
            <a:srgbClr val="0E0E11">
              <a:alpha val="60784"/>
            </a:srgbClr>
          </a:solidFill>
          <a:ln w="14299" cap="sq">
            <a:solidFill>
              <a:srgbClr val="0E0E11">
                <a:alpha val="60784"/>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284732" y="2390241"/>
            <a:ext cx="4209897" cy="638251"/>
          </a:xfrm>
          <a:prstGeom prst="rect">
            <a:avLst/>
          </a:prstGeom>
          <a:noFill/>
        </p:spPr>
        <p:txBody>
          <a:bodyPr wrap="square" lIns="109728" rIns="109728" tIns="73152" bIns="73152" anchor="ctr">
            <a:noAutofit/>
          </a:bodyPr>
          <a:lstStyle/>
          <a:p>
            <a:pPr algn="ctr">
              <a:lnSpc>
                <a:spcPct val="108000"/>
              </a:lnSpc>
              <a:defRPr sz="3700" b="1" i="0">
                <a:solidFill>
                  <a:srgbClr val="EBCE9F"/>
                </a:solidFill>
                <a:latin typeface="Calibri"/>
              </a:defRPr>
            </a:pPr>
            <a:r>
              <a:t>MASS CELEBRANT:</a:t>
            </a:r>
          </a:p>
        </p:txBody>
      </p:sp>
      <p:sp>
        <p:nvSpPr>
          <p:cNvPr id="5" name="TextBox 4"/>
          <p:cNvSpPr txBox="1"/>
          <p:nvPr/>
        </p:nvSpPr>
        <p:spPr>
          <a:xfrm>
            <a:off x="267004" y="3053181"/>
            <a:ext cx="6589166" cy="1057046"/>
          </a:xfrm>
          <a:prstGeom prst="rect">
            <a:avLst/>
          </a:prstGeom>
          <a:noFill/>
        </p:spPr>
        <p:txBody>
          <a:bodyPr wrap="square" lIns="109728" rIns="109728" tIns="73152" bIns="73152" anchor="ctr">
            <a:noAutofit/>
          </a:bodyPr>
          <a:lstStyle/>
          <a:p>
            <a:pPr algn="ctr">
              <a:lnSpc>
                <a:spcPct val="108000"/>
              </a:lnSpc>
              <a:defRPr sz="6100" b="1" i="0">
                <a:solidFill>
                  <a:srgbClr val="F5F5F5"/>
                </a:solidFill>
                <a:latin typeface="Calibri"/>
              </a:defRPr>
            </a:pPr>
            <a:r>
              <a:t>Fr. Test</a:t>
            </a:r>
          </a:p>
        </p:txBody>
      </p:sp>
      <p:sp>
        <p:nvSpPr>
          <p:cNvPr id="6" name="TextBox 5"/>
          <p:cNvSpPr txBox="1"/>
          <p:nvPr/>
        </p:nvSpPr>
        <p:spPr>
          <a:xfrm>
            <a:off x="267004" y="4429353"/>
            <a:ext cx="6589166" cy="868680"/>
          </a:xfrm>
          <a:prstGeom prst="rect">
            <a:avLst/>
          </a:prstGeom>
          <a:noFill/>
        </p:spPr>
        <p:txBody>
          <a:bodyPr wrap="square" lIns="109728" rIns="109728" tIns="73152" bIns="73152" anchor="ctr">
            <a:noAutofit/>
          </a:bodyPr>
          <a:lstStyle/>
          <a:p>
            <a:pPr algn="ctr">
              <a:lnSpc>
                <a:spcPct val="108000"/>
              </a:lnSpc>
              <a:defRPr sz="4500" b="1" i="1">
                <a:solidFill>
                  <a:srgbClr val="F5F5F5"/>
                </a:solidFill>
                <a:latin typeface="Calibri"/>
              </a:defRPr>
            </a:pPr>
            <a:r>
              <a:t>YEAR A · 26 APRIL 2026</a:t>
            </a:r>
          </a:p>
        </p:txBody>
      </p:sp>
      <p:sp>
        <p:nvSpPr>
          <p:cNvPr id="7" name="TextBox 6"/>
          <p:cNvSpPr txBox="1"/>
          <p:nvPr/>
        </p:nvSpPr>
        <p:spPr>
          <a:xfrm>
            <a:off x="6900062" y="2390241"/>
            <a:ext cx="10775289" cy="2422245"/>
          </a:xfrm>
          <a:prstGeom prst="rect">
            <a:avLst/>
          </a:prstGeom>
          <a:noFill/>
        </p:spPr>
        <p:txBody>
          <a:bodyPr wrap="square" lIns="109728" rIns="109728" tIns="73152" bIns="73152" anchor="ctr">
            <a:noAutofit/>
          </a:bodyPr>
          <a:lstStyle/>
          <a:p>
            <a:pPr algn="ctr">
              <a:lnSpc>
                <a:spcPct val="108000"/>
              </a:lnSpc>
              <a:defRPr sz="3900" b="0" i="0">
                <a:solidFill>
                  <a:srgbClr val="E5E5E7"/>
                </a:solidFill>
                <a:latin typeface="Calibri"/>
              </a:defRPr>
            </a:pPr>
            <a:r>
              <a:t>“For God so loved the world.”</a:t>
            </a:r>
          </a:p>
        </p:txBody>
      </p:sp>
      <p:sp>
        <p:nvSpPr>
          <p:cNvPr id="8" name="TextBox 7"/>
          <p:cNvSpPr txBox="1"/>
          <p:nvPr/>
        </p:nvSpPr>
        <p:spPr>
          <a:xfrm>
            <a:off x="9378086" y="5801868"/>
            <a:ext cx="5819241" cy="705002"/>
          </a:xfrm>
          <a:prstGeom prst="rect">
            <a:avLst/>
          </a:prstGeom>
          <a:noFill/>
        </p:spPr>
        <p:txBody>
          <a:bodyPr wrap="square" lIns="109728" rIns="109728" tIns="73152" bIns="73152" anchor="ctr">
            <a:noAutofit/>
          </a:bodyPr>
          <a:lstStyle/>
          <a:p>
            <a:pPr algn="ctr">
              <a:lnSpc>
                <a:spcPct val="108000"/>
              </a:lnSpc>
              <a:defRPr sz="4100" b="1" i="0">
                <a:solidFill>
                  <a:srgbClr val="E0B46E"/>
                </a:solidFill>
                <a:latin typeface="Calibri"/>
              </a:defRPr>
            </a:pPr>
            <a:r>
              <a:t>GOSPEL (JN 3:16)</a:t>
            </a:r>
          </a:p>
        </p:txBody>
      </p:sp>
      <p:sp>
        <p:nvSpPr>
          <p:cNvPr id="9" name="TextBox 8"/>
          <p:cNvSpPr txBox="1"/>
          <p:nvPr/>
        </p:nvSpPr>
        <p:spPr>
          <a:xfrm>
            <a:off x="3195828" y="8411565"/>
            <a:ext cx="12362688" cy="1162202"/>
          </a:xfrm>
          <a:prstGeom prst="rect">
            <a:avLst/>
          </a:prstGeom>
          <a:noFill/>
        </p:spPr>
        <p:txBody>
          <a:bodyPr wrap="square" lIns="109728" rIns="109728" tIns="73152" bIns="73152" anchor="ctr">
            <a:noAutofit/>
          </a:bodyPr>
          <a:lstStyle/>
          <a:p>
            <a:pPr algn="ctr">
              <a:lnSpc>
                <a:spcPct val="108000"/>
              </a:lnSpc>
              <a:defRPr sz="6800" b="1" i="0">
                <a:solidFill>
                  <a:srgbClr val="F5F5F5"/>
                </a:solidFill>
                <a:latin typeface="Calibri"/>
              </a:defRPr>
            </a:pPr>
            <a:r>
              <a:t>Test Mass</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121216"/>
        </a:solidFill>
        <a:effectLst/>
      </p:bgPr>
    </p:bg>
    <p:spTree>
      <p:nvGrpSpPr>
        <p:cNvPr id="1" name=""/>
        <p:cNvGrpSpPr/>
        <p:nvPr/>
      </p:nvGrpSpPr>
      <p:grpSpPr/>
      <p:sp>
        <p:nvSpPr>
          <p:cNvPr name="TextBox 2" id="2"/>
          <p:cNvSpPr txBox="true"/>
          <p:nvPr/>
        </p:nvSpPr>
        <p:spPr>
          <a:xfrm rot="0">
            <a:off x="2927842" y="1531619"/>
            <a:ext cx="12432316" cy="2144014"/>
          </a:xfrm>
          <a:prstGeom prst="rect">
            <a:avLst/>
          </a:prstGeom>
        </p:spPr>
        <p:txBody>
          <a:bodyPr anchor="t" rtlCol="false" tIns="0" lIns="0" bIns="0" rIns="0">
            <a:spAutoFit/>
          </a:bodyPr>
          <a:lstStyle/>
          <a:p>
            <a:pPr algn="just" marL="0" indent="0" lvl="0">
              <a:lnSpc>
                <a:spcPts val="8228"/>
              </a:lnSpc>
              <a:defRPr/>
            </a:pPr>
            <a:r>
              <a:rPr lang="en-US" b="true" sz="6800">
                <a:solidFill>
                  <a:srgbClr val="F8B300"/>
                </a:solidFill>
                <a:latin typeface="Poppins Semi-Bold"/>
                <a:ea typeface="Poppins Semi-Bold"/>
                <a:cs typeface="Poppins Semi-Bold"/>
                <a:sym typeface="Poppins Semi-Bold"/>
              </a:rPr>
              <a:t>Priest</a:t>
            </a:r>
            <a:r>
              <a:rPr lang="en-US" b="true" sz="6800">
                <a:solidFill>
                  <a:srgbClr val="FFFFFF"/>
                </a:solidFill>
                <a:latin typeface="Poppins Semi-Bold"/>
                <a:ea typeface="Poppins Semi-Bold"/>
                <a:cs typeface="Poppins Semi-Bold"/>
                <a:sym typeface="Poppins Semi-Bold"/>
              </a:rPr>
              <a:t>: The peace of the Lord be with you.</a:t>
            </a:r>
          </a:p>
        </p:txBody>
      </p:sp>
      <p:sp>
        <p:nvSpPr>
          <p:cNvPr name="TextBox 3" id="3"/>
          <p:cNvSpPr txBox="true"/>
          <p:nvPr/>
        </p:nvSpPr>
        <p:spPr>
          <a:xfrm rot="0">
            <a:off x="1646296" y="226228"/>
            <a:ext cx="14995409" cy="1055243"/>
          </a:xfrm>
          <a:prstGeom prst="rect">
            <a:avLst/>
          </a:prstGeom>
        </p:spPr>
        <p:txBody>
          <a:bodyPr anchor="t" rtlCol="false" tIns="0" lIns="0" bIns="0" rIns="0">
            <a:spAutoFit/>
          </a:bodyPr>
          <a:lstStyle/>
          <a:p>
            <a:pPr algn="ctr" marL="0" indent="0" lvl="0">
              <a:lnSpc>
                <a:spcPts val="8175"/>
              </a:lnSpc>
              <a:spcBef>
                <a:spcPct val="0"/>
              </a:spcBef>
              <a:defRPr/>
            </a:pPr>
            <a:r>
              <a:rPr lang="en-US" sz="3850">
                <a:solidFill>
                  <a:srgbClr val="FFB800"/>
                </a:solidFill>
                <a:latin typeface="Georgia"/>
                <a:ea typeface="Recoleta"/>
                <a:cs typeface="Recoleta"/>
                <a:sym typeface="Recoleta"/>
              </a:rPr>
              <a:t>Sign Of Peace</a:t>
            </a:r>
          </a:p>
        </p:txBody>
      </p:sp>
      <p:sp>
        <p:nvSpPr>
          <p:cNvPr name="TextBox 4" id="4"/>
          <p:cNvSpPr txBox="true"/>
          <p:nvPr/>
        </p:nvSpPr>
        <p:spPr>
          <a:xfrm rot="0">
            <a:off x="2927842" y="3637533"/>
            <a:ext cx="12432316" cy="1124585"/>
          </a:xfrm>
          <a:prstGeom prst="rect">
            <a:avLst/>
          </a:prstGeom>
        </p:spPr>
        <p:txBody>
          <a:bodyPr anchor="t" rtlCol="false" tIns="0" lIns="0" bIns="0" rIns="0">
            <a:spAutoFit/>
          </a:bodyPr>
          <a:lstStyle/>
          <a:p>
            <a:pPr algn="l" marL="0" indent="0" lvl="0">
              <a:lnSpc>
                <a:spcPts val="8469"/>
              </a:lnSpc>
              <a:defRPr/>
            </a:pPr>
            <a:r>
              <a:rPr lang="en-US" b="true" sz="6999">
                <a:solidFill>
                  <a:srgbClr val="FFFFFF"/>
                </a:solidFill>
                <a:latin typeface="Poppins Bold"/>
                <a:ea typeface="Poppins Bold"/>
                <a:cs typeface="Poppins Bold"/>
                <a:sym typeface="Poppins Bold"/>
              </a:rPr>
              <a:t>All: And with your spirit.</a:t>
            </a:r>
          </a:p>
        </p:txBody>
      </p:sp>
      <p:sp>
        <p:nvSpPr>
          <p:cNvPr name="TextBox 6" id="6"/>
          <p:cNvSpPr txBox="true"/>
          <p:nvPr/>
        </p:nvSpPr>
        <p:spPr>
          <a:xfrm rot="0">
            <a:off x="2927842" y="5932826"/>
            <a:ext cx="12432316" cy="2144014"/>
          </a:xfrm>
          <a:prstGeom prst="rect">
            <a:avLst/>
          </a:prstGeom>
        </p:spPr>
        <p:txBody>
          <a:bodyPr anchor="t" rtlCol="false" tIns="0" lIns="0" bIns="0" rIns="0">
            <a:spAutoFit/>
          </a:bodyPr>
          <a:lstStyle/>
          <a:p>
            <a:pPr algn="l" marL="0" indent="0" lvl="0">
              <a:lnSpc>
                <a:spcPts val="8228"/>
              </a:lnSpc>
              <a:defRPr/>
            </a:pPr>
            <a:r>
              <a:rPr lang="en-US" b="true" sz="6800">
                <a:solidFill>
                  <a:srgbClr val="F8B300"/>
                </a:solidFill>
                <a:latin typeface="Poppins Semi-Bold"/>
                <a:ea typeface="Poppins Semi-Bold"/>
                <a:cs typeface="Poppins Semi-Bold"/>
                <a:sym typeface="Poppins Semi-Bold"/>
              </a:rPr>
              <a:t>Priest</a:t>
            </a:r>
            <a:r>
              <a:rPr lang="en-US" b="true" sz="6800">
                <a:solidFill>
                  <a:srgbClr val="FFFFFF"/>
                </a:solidFill>
                <a:latin typeface="Poppins Semi-Bold"/>
                <a:ea typeface="Poppins Semi-Bold"/>
                <a:cs typeface="Poppins Semi-Bold"/>
                <a:sym typeface="Poppins Semi-Bold"/>
              </a:rPr>
              <a:t>: Let us offer each other the sign of peace. </a:t>
            </a:r>
          </a:p>
        </p:txBody>
      </p:sp>
      <p:sp>
        <p:nvSpPr>
          <p:cNvPr id="7" name="TextBox 6"/>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a:solidFill>
                  <a:srgbClr val="DCAA5A"/>
                </a:solidFill>
                <a:latin typeface="Calibri"/>
              </a:defRPr>
            </a:pPr>
            <a:r>
              <a:t>Sign of Peace</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121216"/>
        </a:solidFill>
        <a:effectLst/>
      </p:bgPr>
    </p:bg>
    <p:spTree>
      <p:nvGrpSpPr>
        <p:cNvPr id="1" name=""/>
        <p:cNvGrpSpPr/>
        <p:nvPr/>
      </p:nvGrpSpPr>
      <p:grpSpPr/>
      <p:sp>
        <p:nvSpPr>
          <p:cNvPr name="TextBox 2" id="2"/>
          <p:cNvSpPr txBox="true"/>
          <p:nvPr/>
        </p:nvSpPr>
        <p:spPr>
          <a:xfrm rot="0">
            <a:off x="2245772" y="1447327"/>
            <a:ext cx="14598201" cy="2576449"/>
          </a:xfrm>
          <a:prstGeom prst="rect">
            <a:avLst/>
          </a:prstGeom>
        </p:spPr>
        <p:txBody>
          <a:bodyPr anchor="t" rtlCol="false" tIns="0" lIns="0" bIns="0" rIns="0">
            <a:spAutoFit/>
          </a:bodyPr>
          <a:lstStyle/>
          <a:p>
            <a:pPr algn="l">
              <a:lnSpc>
                <a:spcPts val="6608"/>
              </a:lnSpc>
              <a:defRPr/>
            </a:pPr>
            <a:r>
              <a:rPr lang="en-US" sz="5600" b="1">
                <a:solidFill>
                  <a:srgbClr val="FFFFFF"/>
                </a:solidFill>
                <a:latin typeface="Poppins Bold"/>
                <a:ea typeface="Poppins Bold"/>
                <a:cs typeface="Poppins Bold"/>
                <a:sym typeface="Poppins Bold"/>
              </a:rPr>
              <a:t>LAMB OF GOD</a:t>
            </a:r>
          </a:p>
          <a:p>
            <a:pPr algn="l">
              <a:lnSpc>
                <a:spcPts val="6608"/>
              </a:lnSpc>
              <a:defRPr/>
            </a:pPr>
            <a:r>
              <a:rPr lang="en-US" sz="5600" b="1">
                <a:solidFill>
                  <a:srgbClr val="FFFFFF"/>
                </a:solidFill>
                <a:latin typeface="Poppins Bold"/>
                <a:ea typeface="Poppins Bold"/>
                <a:cs typeface="Poppins Bold"/>
                <a:sym typeface="Poppins Bold"/>
              </a:rPr>
              <a:t>YOU TAKE AWAY THE SINS OF THE WORLD</a:t>
            </a:r>
          </a:p>
          <a:p>
            <a:pPr algn="l" marL="0" indent="0" lvl="0">
              <a:lnSpc>
                <a:spcPts val="6608"/>
              </a:lnSpc>
              <a:defRPr/>
            </a:pPr>
            <a:r>
              <a:rPr lang="en-US" b="1" sz="5600">
                <a:solidFill>
                  <a:srgbClr val="F8B300"/>
                </a:solidFill>
                <a:latin typeface="Poppins Bold"/>
                <a:ea typeface="Poppins Bold"/>
                <a:cs typeface="Poppins Bold"/>
                <a:sym typeface="Poppins Bold"/>
              </a:rPr>
              <a:t>HAVE MERCY</a:t>
            </a:r>
            <a:r>
              <a:rPr lang="en-US" b="1" sz="5600">
                <a:solidFill>
                  <a:srgbClr val="FFFFFF"/>
                </a:solidFill>
                <a:latin typeface="Poppins Bold"/>
                <a:ea typeface="Poppins Bold"/>
                <a:cs typeface="Poppins Bold"/>
                <a:sym typeface="Poppins Bold"/>
              </a:rPr>
              <a:t>, </a:t>
            </a:r>
            <a:r>
              <a:rPr lang="en-US" b="1" sz="5600">
                <a:solidFill>
                  <a:srgbClr val="F8B300"/>
                </a:solidFill>
                <a:latin typeface="Poppins Bold"/>
                <a:ea typeface="Poppins Bold"/>
                <a:cs typeface="Poppins Bold"/>
                <a:sym typeface="Poppins Bold"/>
              </a:rPr>
              <a:t>H</a:t>
            </a:r>
            <a:r>
              <a:rPr lang="en-US" b="1" sz="5600">
                <a:solidFill>
                  <a:srgbClr val="F8B300"/>
                </a:solidFill>
                <a:latin typeface="Poppins Bold"/>
                <a:ea typeface="Poppins Bold"/>
                <a:cs typeface="Poppins Bold"/>
                <a:sym typeface="Poppins Bold"/>
              </a:rPr>
              <a:t>AVE MERCY ON US</a:t>
            </a:r>
            <a:r>
              <a:rPr lang="en-US" b="1" sz="5600">
                <a:solidFill>
                  <a:srgbClr val="FFFFFF"/>
                </a:solidFill>
                <a:latin typeface="Poppins Bold"/>
                <a:ea typeface="Poppins Bold"/>
                <a:cs typeface="Poppins Bold"/>
                <a:sym typeface="Poppins Bold"/>
              </a:rPr>
              <a:t>.</a:t>
            </a:r>
          </a:p>
        </p:txBody>
      </p:sp>
      <p:sp>
        <p:nvSpPr>
          <p:cNvPr name="TextBox 3" id="3"/>
          <p:cNvSpPr txBox="true"/>
          <p:nvPr/>
        </p:nvSpPr>
        <p:spPr>
          <a:xfrm rot="0">
            <a:off x="2245772" y="7118506"/>
            <a:ext cx="14757999" cy="2576449"/>
          </a:xfrm>
          <a:prstGeom prst="rect">
            <a:avLst/>
          </a:prstGeom>
        </p:spPr>
        <p:txBody>
          <a:bodyPr anchor="t" rtlCol="false" tIns="0" lIns="0" bIns="0" rIns="0">
            <a:spAutoFit/>
          </a:bodyPr>
          <a:lstStyle/>
          <a:p>
            <a:pPr algn="l">
              <a:lnSpc>
                <a:spcPts val="6608"/>
              </a:lnSpc>
              <a:defRPr/>
            </a:pPr>
            <a:r>
              <a:rPr lang="en-US" sz="5600" b="1">
                <a:solidFill>
                  <a:srgbClr val="FFFFFF"/>
                </a:solidFill>
                <a:latin typeface="Poppins Bold"/>
                <a:ea typeface="Poppins Bold"/>
                <a:cs typeface="Poppins Bold"/>
                <a:sym typeface="Poppins Bold"/>
              </a:rPr>
              <a:t>LAMB OF GOD</a:t>
            </a:r>
          </a:p>
          <a:p>
            <a:pPr algn="l">
              <a:lnSpc>
                <a:spcPts val="6608"/>
              </a:lnSpc>
              <a:defRPr/>
            </a:pPr>
            <a:r>
              <a:rPr lang="en-US" sz="5600" b="1">
                <a:solidFill>
                  <a:srgbClr val="FFFFFF"/>
                </a:solidFill>
                <a:latin typeface="Poppins Bold"/>
                <a:ea typeface="Poppins Bold"/>
                <a:cs typeface="Poppins Bold"/>
                <a:sym typeface="Poppins Bold"/>
              </a:rPr>
              <a:t>YOU TAKE AWAY THE SINS OF THE WORLD,</a:t>
            </a:r>
          </a:p>
          <a:p>
            <a:pPr algn="l" marL="0" indent="0" lvl="0">
              <a:lnSpc>
                <a:spcPts val="6608"/>
              </a:lnSpc>
              <a:defRPr/>
            </a:pPr>
            <a:r>
              <a:rPr lang="en-US" b="1" sz="5600">
                <a:solidFill>
                  <a:srgbClr val="F8B300"/>
                </a:solidFill>
                <a:latin typeface="Poppins Bold"/>
                <a:ea typeface="Poppins Bold"/>
                <a:cs typeface="Poppins Bold"/>
                <a:sym typeface="Poppins Bold"/>
              </a:rPr>
              <a:t>GRANT US PEACE</a:t>
            </a:r>
            <a:r>
              <a:rPr lang="en-US" b="1" sz="5600">
                <a:solidFill>
                  <a:srgbClr val="FFFFFF"/>
                </a:solidFill>
                <a:latin typeface="Poppins Bold"/>
                <a:ea typeface="Poppins Bold"/>
                <a:cs typeface="Poppins Bold"/>
                <a:sym typeface="Poppins Bold"/>
              </a:rPr>
              <a:t>, </a:t>
            </a:r>
            <a:r>
              <a:rPr lang="en-US" b="1" sz="5600">
                <a:solidFill>
                  <a:srgbClr val="F8B300"/>
                </a:solidFill>
                <a:latin typeface="Poppins Bold"/>
                <a:ea typeface="Poppins Bold"/>
                <a:cs typeface="Poppins Bold"/>
                <a:sym typeface="Poppins Bold"/>
              </a:rPr>
              <a:t>GR</a:t>
            </a:r>
            <a:r>
              <a:rPr lang="en-US" b="1" sz="5600">
                <a:solidFill>
                  <a:srgbClr val="F8B300"/>
                </a:solidFill>
                <a:latin typeface="Poppins Bold"/>
                <a:ea typeface="Poppins Bold"/>
                <a:cs typeface="Poppins Bold"/>
                <a:sym typeface="Poppins Bold"/>
              </a:rPr>
              <a:t>ANT US PEACE</a:t>
            </a:r>
            <a:r>
              <a:rPr lang="en-US" b="1" sz="5600">
                <a:solidFill>
                  <a:srgbClr val="FFFFFF"/>
                </a:solidFill>
                <a:latin typeface="Poppins Bold"/>
                <a:ea typeface="Poppins Bold"/>
                <a:cs typeface="Poppins Bold"/>
                <a:sym typeface="Poppins Bold"/>
              </a:rPr>
              <a:t>.</a:t>
            </a:r>
          </a:p>
        </p:txBody>
      </p:sp>
      <p:sp>
        <p:nvSpPr>
          <p:cNvPr name="TextBox 4" id="4"/>
          <p:cNvSpPr txBox="true"/>
          <p:nvPr/>
        </p:nvSpPr>
        <p:spPr>
          <a:xfrm rot="0">
            <a:off x="2245772" y="4284882"/>
            <a:ext cx="14598201" cy="2576449"/>
          </a:xfrm>
          <a:prstGeom prst="rect">
            <a:avLst/>
          </a:prstGeom>
        </p:spPr>
        <p:txBody>
          <a:bodyPr anchor="t" rtlCol="false" tIns="0" lIns="0" bIns="0" rIns="0">
            <a:spAutoFit/>
          </a:bodyPr>
          <a:lstStyle/>
          <a:p>
            <a:pPr algn="l">
              <a:lnSpc>
                <a:spcPts val="6608"/>
              </a:lnSpc>
              <a:defRPr/>
            </a:pPr>
            <a:r>
              <a:rPr lang="en-US" sz="5600" b="1">
                <a:solidFill>
                  <a:srgbClr val="FFFFFF"/>
                </a:solidFill>
                <a:latin typeface="Poppins Bold"/>
                <a:ea typeface="Poppins Bold"/>
                <a:cs typeface="Poppins Bold"/>
                <a:sym typeface="Poppins Bold"/>
              </a:rPr>
              <a:t>LAMB OF GOD</a:t>
            </a:r>
          </a:p>
          <a:p>
            <a:pPr algn="l">
              <a:lnSpc>
                <a:spcPts val="6608"/>
              </a:lnSpc>
              <a:defRPr/>
            </a:pPr>
            <a:r>
              <a:rPr lang="en-US" sz="5600" b="1">
                <a:solidFill>
                  <a:srgbClr val="FFFFFF"/>
                </a:solidFill>
                <a:latin typeface="Poppins Bold"/>
                <a:ea typeface="Poppins Bold"/>
                <a:cs typeface="Poppins Bold"/>
                <a:sym typeface="Poppins Bold"/>
              </a:rPr>
              <a:t>YOU TAKE AWAY THE SINS OF THE WORLD</a:t>
            </a:r>
          </a:p>
          <a:p>
            <a:pPr algn="l" marL="0" indent="0" lvl="0">
              <a:lnSpc>
                <a:spcPts val="6608"/>
              </a:lnSpc>
              <a:defRPr/>
            </a:pPr>
            <a:r>
              <a:rPr lang="en-US" b="1" sz="5600">
                <a:solidFill>
                  <a:srgbClr val="F8B300"/>
                </a:solidFill>
                <a:latin typeface="Poppins Bold"/>
                <a:ea typeface="Poppins Bold"/>
                <a:cs typeface="Poppins Bold"/>
                <a:sym typeface="Poppins Bold"/>
              </a:rPr>
              <a:t>HAVE MERCY</a:t>
            </a:r>
            <a:r>
              <a:rPr lang="en-US" b="1" sz="5600">
                <a:solidFill>
                  <a:srgbClr val="FFFFFF"/>
                </a:solidFill>
                <a:latin typeface="Poppins Bold"/>
                <a:ea typeface="Poppins Bold"/>
                <a:cs typeface="Poppins Bold"/>
                <a:sym typeface="Poppins Bold"/>
              </a:rPr>
              <a:t>, </a:t>
            </a:r>
            <a:r>
              <a:rPr lang="en-US" b="1" sz="5600">
                <a:solidFill>
                  <a:srgbClr val="F8B300"/>
                </a:solidFill>
                <a:latin typeface="Poppins Bold"/>
                <a:ea typeface="Poppins Bold"/>
                <a:cs typeface="Poppins Bold"/>
                <a:sym typeface="Poppins Bold"/>
              </a:rPr>
              <a:t>H</a:t>
            </a:r>
            <a:r>
              <a:rPr lang="en-US" b="1" sz="5600">
                <a:solidFill>
                  <a:srgbClr val="F8B300"/>
                </a:solidFill>
                <a:latin typeface="Poppins Bold"/>
                <a:ea typeface="Poppins Bold"/>
                <a:cs typeface="Poppins Bold"/>
                <a:sym typeface="Poppins Bold"/>
              </a:rPr>
              <a:t>AVE MERCY ON US</a:t>
            </a:r>
            <a:r>
              <a:rPr lang="en-US" b="1" sz="5600">
                <a:solidFill>
                  <a:srgbClr val="FFFFFF"/>
                </a:solidFill>
                <a:latin typeface="Poppins Bold"/>
                <a:ea typeface="Poppins Bold"/>
                <a:cs typeface="Poppins Bold"/>
                <a:sym typeface="Poppins Bold"/>
              </a:rPr>
              <a:t>.</a:t>
            </a:r>
          </a:p>
        </p:txBody>
      </p:sp>
      <p:sp>
        <p:nvSpPr>
          <p:cNvPr name="TextBox 5" id="5"/>
          <p:cNvSpPr txBox="true"/>
          <p:nvPr/>
        </p:nvSpPr>
        <p:spPr>
          <a:xfrm rot="0">
            <a:off x="1646296" y="226228"/>
            <a:ext cx="14995409" cy="1055243"/>
          </a:xfrm>
          <a:prstGeom prst="rect">
            <a:avLst/>
          </a:prstGeom>
        </p:spPr>
        <p:txBody>
          <a:bodyPr anchor="t" rtlCol="false" tIns="0" lIns="0" bIns="0" rIns="0">
            <a:spAutoFit/>
          </a:bodyPr>
          <a:lstStyle/>
          <a:p>
            <a:pPr algn="ctr" marL="0" indent="0" lvl="0">
              <a:lnSpc>
                <a:spcPts val="8175"/>
              </a:lnSpc>
              <a:spcBef>
                <a:spcPct val="0"/>
              </a:spcBef>
              <a:defRPr/>
            </a:pPr>
            <a:r>
              <a:rPr lang="en-US" sz="3850">
                <a:solidFill>
                  <a:srgbClr val="FFB800"/>
                </a:solidFill>
                <a:latin typeface="Georgia"/>
                <a:ea typeface="Recoleta"/>
                <a:cs typeface="Recoleta"/>
                <a:sym typeface="Recoleta"/>
              </a:rPr>
              <a:t>Lamb of God</a:t>
            </a:r>
          </a:p>
        </p:txBody>
      </p:sp>
      <p:sp>
        <p:nvSpPr>
          <p:cNvPr id="6" name="TextBox 5"/>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a:solidFill>
                  <a:srgbClr val="DCAA5A"/>
                </a:solidFill>
                <a:latin typeface="Calibri"/>
              </a:defRPr>
            </a:pPr>
            <a:r>
              <a:t>Lamb of God</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121216"/>
        </a:solidFill>
        <a:effectLst/>
      </p:bgPr>
    </p:bg>
    <p:spTree>
      <p:nvGrpSpPr>
        <p:cNvPr id="1" name=""/>
        <p:cNvGrpSpPr/>
        <p:nvPr/>
      </p:nvGrpSpPr>
      <p:grpSpPr/>
      <p:sp>
        <p:nvSpPr>
          <p:cNvPr id="2" name="TextBox 1"/>
          <p:cNvSpPr txBox="1"/>
          <p:nvPr/>
        </p:nvSpPr>
        <p:spPr>
          <a:xfrm>
            <a:off x="914400" y="530352"/>
            <a:ext cx="16459200" cy="8750808"/>
          </a:xfrm>
          <a:prstGeom prst="rect">
            <a:avLst/>
          </a:prstGeom>
          <a:noFill/>
        </p:spPr>
        <p:txBody>
          <a:bodyPr wrap="square" lIns="109728" rIns="109728" tIns="73152" bIns="73152">
            <a:noAutofit/>
          </a:bodyPr>
          <a:lstStyle/>
          <a:p>
            <a:pPr algn="ctr">
              <a:spcBef>
                <a:spcPts val="400"/>
              </a:spcBef>
              <a:spcAft>
                <a:spcPts val="500"/>
              </a:spcAft>
              <a:defRPr sz="5500" b="1" i="0">
                <a:solidFill>
                  <a:srgbClr val="DCAA5A"/>
                </a:solidFill>
                <a:latin typeface="Calibri"/>
              </a:defRPr>
            </a:pPr>
            <a:r>
              <a:t>Priest: Behold the Lamb of God, behold him who takes away the sins of the world. Blessed are those called to the supper of the Lamb.</a:t>
            </a:r>
          </a:p>
          <a:p>
            <a:pPr algn="ctr">
              <a:spcBef>
                <a:spcPts val="400"/>
              </a:spcBef>
              <a:spcAft>
                <a:spcPts val="500"/>
              </a:spcAft>
              <a:defRPr sz="5500" b="1" i="0">
                <a:solidFill>
                  <a:srgbClr val="F5F5F5"/>
                </a:solidFill>
                <a:latin typeface="Calibri"/>
              </a:defRPr>
            </a:pPr>
            <a:r>
              <a:t>All: Lord, I am not worthy that you should enter under my roof, but only say the word and my soul shall be healed.</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a:solidFill>
                  <a:srgbClr val="DCAA5A"/>
                </a:solidFill>
                <a:latin typeface="Calibri"/>
              </a:defRPr>
            </a:pPr>
            <a:r>
              <a:t>The Communion Rite</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bg>
      <p:bgPr>
        <a:gradFill rotWithShape="1">
          <a:gsLst>
            <a:gs pos="0">
              <a:srgbClr val="0A0A0C"/>
            </a:gs>
            <a:gs pos="100000">
              <a:srgbClr val="545457"/>
            </a:gs>
          </a:gsLst>
          <a:lin scaled="0" ang="0"/>
        </a:gradFill>
        <a:effectLst/>
      </p:bgPr>
    </p:bg>
    <p:spTree>
      <p:nvGrpSpPr>
        <p:cNvPr id="1" name=""/>
        <p:cNvGrpSpPr/>
        <p:nvPr/>
      </p:nvGrpSpPr>
      <p:grpSpPr/>
      <p:sp>
        <p:nvSpPr>
          <p:cNvPr id="2" name="Rounded Rectangle 1"/>
          <p:cNvSpPr/>
          <p:nvPr/>
        </p:nvSpPr>
        <p:spPr>
          <a:xfrm>
            <a:off x="6856171" y="1269187"/>
            <a:ext cx="10943539" cy="6128308"/>
          </a:xfrm>
          <a:prstGeom prst="roundRect">
            <a:avLst>
              <a:gd name="adj" fmla="val 16670"/>
            </a:avLst>
          </a:prstGeom>
          <a:solidFill>
            <a:srgbClr val="121216">
              <a:alpha val="44706"/>
            </a:srgbClr>
          </a:solidFill>
          <a:ln w="14299" cap="sq">
            <a:solidFill>
              <a:srgbClr val="636365">
                <a:alpha val="44706"/>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900684" y="8503005"/>
            <a:ext cx="16486632" cy="1112824"/>
          </a:xfrm>
          <a:prstGeom prst="roundRect">
            <a:avLst>
              <a:gd name="adj" fmla="val 16670"/>
            </a:avLst>
          </a:prstGeom>
          <a:solidFill>
            <a:srgbClr val="0E0E11">
              <a:alpha val="60784"/>
            </a:srgbClr>
          </a:solidFill>
          <a:ln w="14299" cap="sq">
            <a:solidFill>
              <a:srgbClr val="0E0E11">
                <a:alpha val="60784"/>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284732" y="2390241"/>
            <a:ext cx="4209897" cy="638251"/>
          </a:xfrm>
          <a:prstGeom prst="rect">
            <a:avLst/>
          </a:prstGeom>
          <a:noFill/>
        </p:spPr>
        <p:txBody>
          <a:bodyPr wrap="square" lIns="109728" rIns="109728" tIns="73152" bIns="73152" anchor="ctr">
            <a:noAutofit/>
          </a:bodyPr>
          <a:lstStyle/>
          <a:p>
            <a:pPr algn="ctr">
              <a:lnSpc>
                <a:spcPct val="108000"/>
              </a:lnSpc>
              <a:defRPr sz="3700" b="1" i="0">
                <a:solidFill>
                  <a:srgbClr val="EBCE9F"/>
                </a:solidFill>
                <a:latin typeface="Calibri"/>
              </a:defRPr>
            </a:pPr>
            <a:r>
              <a:t>MASS CELEBRANT:</a:t>
            </a:r>
          </a:p>
        </p:txBody>
      </p:sp>
      <p:sp>
        <p:nvSpPr>
          <p:cNvPr id="5" name="TextBox 4"/>
          <p:cNvSpPr txBox="1"/>
          <p:nvPr/>
        </p:nvSpPr>
        <p:spPr>
          <a:xfrm>
            <a:off x="267004" y="3053181"/>
            <a:ext cx="6589166" cy="1057046"/>
          </a:xfrm>
          <a:prstGeom prst="rect">
            <a:avLst/>
          </a:prstGeom>
          <a:noFill/>
        </p:spPr>
        <p:txBody>
          <a:bodyPr wrap="square" lIns="109728" rIns="109728" tIns="73152" bIns="73152" anchor="ctr">
            <a:noAutofit/>
          </a:bodyPr>
          <a:lstStyle/>
          <a:p>
            <a:pPr algn="ctr">
              <a:lnSpc>
                <a:spcPct val="108000"/>
              </a:lnSpc>
              <a:defRPr sz="6100" b="1" i="0">
                <a:solidFill>
                  <a:srgbClr val="F5F5F5"/>
                </a:solidFill>
                <a:latin typeface="Calibri"/>
              </a:defRPr>
            </a:pPr>
            <a:r>
              <a:t>Fr. Test</a:t>
            </a:r>
          </a:p>
        </p:txBody>
      </p:sp>
      <p:sp>
        <p:nvSpPr>
          <p:cNvPr id="6" name="TextBox 5"/>
          <p:cNvSpPr txBox="1"/>
          <p:nvPr/>
        </p:nvSpPr>
        <p:spPr>
          <a:xfrm>
            <a:off x="267004" y="4429353"/>
            <a:ext cx="6589166" cy="868680"/>
          </a:xfrm>
          <a:prstGeom prst="rect">
            <a:avLst/>
          </a:prstGeom>
          <a:noFill/>
        </p:spPr>
        <p:txBody>
          <a:bodyPr wrap="square" lIns="109728" rIns="109728" tIns="73152" bIns="73152" anchor="ctr">
            <a:noAutofit/>
          </a:bodyPr>
          <a:lstStyle/>
          <a:p>
            <a:pPr algn="ctr">
              <a:lnSpc>
                <a:spcPct val="108000"/>
              </a:lnSpc>
              <a:defRPr sz="4500" b="1" i="1">
                <a:solidFill>
                  <a:srgbClr val="F5F5F5"/>
                </a:solidFill>
                <a:latin typeface="Calibri"/>
              </a:defRPr>
            </a:pPr>
            <a:r>
              <a:t>YEAR A · 26 APRIL 2026</a:t>
            </a:r>
          </a:p>
        </p:txBody>
      </p:sp>
      <p:sp>
        <p:nvSpPr>
          <p:cNvPr id="7" name="TextBox 6"/>
          <p:cNvSpPr txBox="1"/>
          <p:nvPr/>
        </p:nvSpPr>
        <p:spPr>
          <a:xfrm>
            <a:off x="6900062" y="2390241"/>
            <a:ext cx="10775289" cy="2422245"/>
          </a:xfrm>
          <a:prstGeom prst="rect">
            <a:avLst/>
          </a:prstGeom>
          <a:noFill/>
        </p:spPr>
        <p:txBody>
          <a:bodyPr wrap="square" lIns="109728" rIns="109728" tIns="73152" bIns="73152" anchor="ctr">
            <a:noAutofit/>
          </a:bodyPr>
          <a:lstStyle/>
          <a:p>
            <a:pPr algn="ctr">
              <a:lnSpc>
                <a:spcPct val="108000"/>
              </a:lnSpc>
              <a:defRPr sz="3900" b="0" i="0">
                <a:solidFill>
                  <a:srgbClr val="E5E5E7"/>
                </a:solidFill>
                <a:latin typeface="Calibri"/>
              </a:defRPr>
            </a:pPr>
            <a:r>
              <a:t>“For God so loved the world.”</a:t>
            </a:r>
          </a:p>
        </p:txBody>
      </p:sp>
      <p:sp>
        <p:nvSpPr>
          <p:cNvPr id="8" name="TextBox 7"/>
          <p:cNvSpPr txBox="1"/>
          <p:nvPr/>
        </p:nvSpPr>
        <p:spPr>
          <a:xfrm>
            <a:off x="9378086" y="5801868"/>
            <a:ext cx="5819241" cy="705002"/>
          </a:xfrm>
          <a:prstGeom prst="rect">
            <a:avLst/>
          </a:prstGeom>
          <a:noFill/>
        </p:spPr>
        <p:txBody>
          <a:bodyPr wrap="square" lIns="109728" rIns="109728" tIns="73152" bIns="73152" anchor="ctr">
            <a:noAutofit/>
          </a:bodyPr>
          <a:lstStyle/>
          <a:p>
            <a:pPr algn="ctr">
              <a:lnSpc>
                <a:spcPct val="108000"/>
              </a:lnSpc>
              <a:defRPr sz="4100" b="1" i="0">
                <a:solidFill>
                  <a:srgbClr val="E0B46E"/>
                </a:solidFill>
                <a:latin typeface="Calibri"/>
              </a:defRPr>
            </a:pPr>
            <a:r>
              <a:t>GOSPEL (JN 3:16)</a:t>
            </a:r>
          </a:p>
        </p:txBody>
      </p:sp>
      <p:sp>
        <p:nvSpPr>
          <p:cNvPr id="9" name="TextBox 8"/>
          <p:cNvSpPr txBox="1"/>
          <p:nvPr/>
        </p:nvSpPr>
        <p:spPr>
          <a:xfrm>
            <a:off x="3195828" y="8411565"/>
            <a:ext cx="12362688" cy="1162202"/>
          </a:xfrm>
          <a:prstGeom prst="rect">
            <a:avLst/>
          </a:prstGeom>
          <a:noFill/>
        </p:spPr>
        <p:txBody>
          <a:bodyPr wrap="square" lIns="109728" rIns="109728" tIns="73152" bIns="73152" anchor="ctr">
            <a:noAutofit/>
          </a:bodyPr>
          <a:lstStyle/>
          <a:p>
            <a:pPr algn="ctr">
              <a:lnSpc>
                <a:spcPct val="108000"/>
              </a:lnSpc>
              <a:defRPr sz="6800" b="1" i="0">
                <a:solidFill>
                  <a:srgbClr val="F5F5F5"/>
                </a:solidFill>
                <a:latin typeface="Calibri"/>
              </a:defRPr>
            </a:pPr>
            <a:r>
              <a:t>Test Mass</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bg>
      <p:bgPr>
        <a:solidFill>
          <a:srgbClr val="121216"/>
        </a:solidFill>
        <a:effectLst/>
      </p:bgPr>
    </p:bg>
    <p:spTree>
      <p:nvGrpSpPr>
        <p:cNvPr id="1" name=""/>
        <p:cNvGrpSpPr/>
        <p:nvPr/>
      </p:nvGrpSpPr>
      <p:grpSpPr/>
      <p:sp>
        <p:nvSpPr>
          <p:cNvPr id="2" name="TextBox 1"/>
          <p:cNvSpPr txBox="1"/>
          <p:nvPr/>
        </p:nvSpPr>
        <p:spPr>
          <a:xfrm>
            <a:off x="914400" y="530352"/>
            <a:ext cx="16459200" cy="8750808"/>
          </a:xfrm>
          <a:prstGeom prst="rect">
            <a:avLst/>
          </a:prstGeom>
          <a:noFill/>
        </p:spPr>
        <p:txBody>
          <a:bodyPr wrap="square" lIns="109728" rIns="109728" tIns="73152" bIns="73152">
            <a:noAutofit/>
          </a:bodyPr>
          <a:lstStyle/>
          <a:p>
            <a:pPr algn="ctr">
              <a:spcAft>
                <a:spcPts val="500"/>
              </a:spcAft>
              <a:defRPr sz="5500" b="0" i="0">
                <a:solidFill>
                  <a:srgbClr val="F5F5F5"/>
                </a:solidFill>
                <a:latin typeface="Calibri"/>
              </a:defRPr>
            </a:pPr>
            <a:r>
              <a:t>No Communion hymn lyrics were selected. Choose up to two Communion songs in Mass Flow or save lyrics in Lyrics Studio before generating.</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a:solidFill>
                  <a:srgbClr val="DCAA5A"/>
                </a:solidFill>
                <a:latin typeface="Calibri"/>
              </a:defRPr>
            </a:pPr>
            <a:r>
              <a:t>Communion</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bg>
      <p:bgPr>
        <a:solidFill>
          <a:srgbClr val="121216"/>
        </a:solidFill>
        <a:effectLst/>
      </p:bgPr>
    </p:bg>
    <p:spTree>
      <p:nvGrpSpPr>
        <p:cNvPr id="1" name=""/>
        <p:cNvGrpSpPr/>
        <p:nvPr/>
      </p:nvGrpSpPr>
      <p:grpSpPr/>
      <p:sp>
        <p:nvSpPr>
          <p:cNvPr id="2" name="TextBox 1"/>
          <p:cNvSpPr txBox="1"/>
          <p:nvPr/>
        </p:nvSpPr>
        <p:spPr>
          <a:xfrm>
            <a:off x="914400" y="530352"/>
            <a:ext cx="16459200" cy="8750808"/>
          </a:xfrm>
          <a:prstGeom prst="rect">
            <a:avLst/>
          </a:prstGeom>
          <a:noFill/>
        </p:spPr>
        <p:txBody>
          <a:bodyPr wrap="square" lIns="109728" rIns="109728" tIns="73152" bIns="73152">
            <a:noAutofit/>
          </a:bodyPr>
          <a:lstStyle/>
          <a:p>
            <a:pPr algn="ctr">
              <a:spcBef>
                <a:spcPts val="400"/>
              </a:spcBef>
              <a:spcAft>
                <a:spcPts val="500"/>
              </a:spcAft>
              <a:defRPr sz="5500" b="1" i="0">
                <a:solidFill>
                  <a:srgbClr val="DCAA5A"/>
                </a:solidFill>
                <a:latin typeface="Calibri"/>
              </a:defRPr>
            </a:pPr>
            <a:r>
              <a:t>Priest: Let us pray.</a:t>
            </a:r>
          </a:p>
          <a:p>
            <a:pPr algn="ctr">
              <a:spcBef>
                <a:spcPts val="400"/>
              </a:spcBef>
              <a:spcAft>
                <a:spcPts val="500"/>
              </a:spcAft>
              <a:defRPr sz="5500" b="1" i="0">
                <a:solidFill>
                  <a:srgbClr val="F5F5F5"/>
                </a:solidFill>
                <a:latin typeface="Calibri"/>
              </a:defRPr>
            </a:pPr>
            <a:r>
              <a:t>All: Amen.</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a:solidFill>
                  <a:srgbClr val="DCAA5A"/>
                </a:solidFill>
                <a:latin typeface="Calibri"/>
              </a:defRPr>
            </a:pPr>
            <a:r>
              <a:t>The Communion Rite</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bg>
      <p:bgPr>
        <a:gradFill rotWithShape="1">
          <a:gsLst>
            <a:gs pos="0">
              <a:srgbClr val="0A0A0C"/>
            </a:gs>
            <a:gs pos="100000">
              <a:srgbClr val="545457"/>
            </a:gs>
          </a:gsLst>
          <a:lin scaled="0" ang="0"/>
        </a:gradFill>
        <a:effectLst/>
      </p:bgPr>
    </p:bg>
    <p:spTree>
      <p:nvGrpSpPr>
        <p:cNvPr id="1" name=""/>
        <p:cNvGrpSpPr/>
        <p:nvPr/>
      </p:nvGrpSpPr>
      <p:grpSpPr/>
      <p:sp>
        <p:nvSpPr>
          <p:cNvPr id="2" name="Rounded Rectangle 1"/>
          <p:cNvSpPr/>
          <p:nvPr/>
        </p:nvSpPr>
        <p:spPr>
          <a:xfrm>
            <a:off x="6856171" y="1269187"/>
            <a:ext cx="10943539" cy="6128308"/>
          </a:xfrm>
          <a:prstGeom prst="roundRect">
            <a:avLst>
              <a:gd name="adj" fmla="val 16670"/>
            </a:avLst>
          </a:prstGeom>
          <a:solidFill>
            <a:srgbClr val="121216">
              <a:alpha val="44706"/>
            </a:srgbClr>
          </a:solidFill>
          <a:ln w="14299" cap="sq">
            <a:solidFill>
              <a:srgbClr val="636365">
                <a:alpha val="44706"/>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900684" y="8503005"/>
            <a:ext cx="16486632" cy="1112824"/>
          </a:xfrm>
          <a:prstGeom prst="roundRect">
            <a:avLst>
              <a:gd name="adj" fmla="val 16670"/>
            </a:avLst>
          </a:prstGeom>
          <a:solidFill>
            <a:srgbClr val="0E0E11">
              <a:alpha val="60784"/>
            </a:srgbClr>
          </a:solidFill>
          <a:ln w="14299" cap="sq">
            <a:solidFill>
              <a:srgbClr val="0E0E11">
                <a:alpha val="60784"/>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284732" y="2390241"/>
            <a:ext cx="4209897" cy="638251"/>
          </a:xfrm>
          <a:prstGeom prst="rect">
            <a:avLst/>
          </a:prstGeom>
          <a:noFill/>
        </p:spPr>
        <p:txBody>
          <a:bodyPr wrap="square" lIns="109728" rIns="109728" tIns="73152" bIns="73152" anchor="ctr">
            <a:noAutofit/>
          </a:bodyPr>
          <a:lstStyle/>
          <a:p>
            <a:pPr algn="ctr">
              <a:lnSpc>
                <a:spcPct val="108000"/>
              </a:lnSpc>
              <a:defRPr sz="3700" b="1" i="0">
                <a:solidFill>
                  <a:srgbClr val="EBCE9F"/>
                </a:solidFill>
                <a:latin typeface="Calibri"/>
              </a:defRPr>
            </a:pPr>
            <a:r>
              <a:t>MASS CELEBRANT:</a:t>
            </a:r>
          </a:p>
        </p:txBody>
      </p:sp>
      <p:sp>
        <p:nvSpPr>
          <p:cNvPr id="5" name="TextBox 4"/>
          <p:cNvSpPr txBox="1"/>
          <p:nvPr/>
        </p:nvSpPr>
        <p:spPr>
          <a:xfrm>
            <a:off x="267004" y="3053181"/>
            <a:ext cx="6589166" cy="1057046"/>
          </a:xfrm>
          <a:prstGeom prst="rect">
            <a:avLst/>
          </a:prstGeom>
          <a:noFill/>
        </p:spPr>
        <p:txBody>
          <a:bodyPr wrap="square" lIns="109728" rIns="109728" tIns="73152" bIns="73152" anchor="ctr">
            <a:noAutofit/>
          </a:bodyPr>
          <a:lstStyle/>
          <a:p>
            <a:pPr algn="ctr">
              <a:lnSpc>
                <a:spcPct val="108000"/>
              </a:lnSpc>
              <a:defRPr sz="6100" b="1" i="0">
                <a:solidFill>
                  <a:srgbClr val="F5F5F5"/>
                </a:solidFill>
                <a:latin typeface="Calibri"/>
              </a:defRPr>
            </a:pPr>
            <a:r>
              <a:t>Fr. Test</a:t>
            </a:r>
          </a:p>
        </p:txBody>
      </p:sp>
      <p:sp>
        <p:nvSpPr>
          <p:cNvPr id="6" name="TextBox 5"/>
          <p:cNvSpPr txBox="1"/>
          <p:nvPr/>
        </p:nvSpPr>
        <p:spPr>
          <a:xfrm>
            <a:off x="267004" y="4429353"/>
            <a:ext cx="6589166" cy="868680"/>
          </a:xfrm>
          <a:prstGeom prst="rect">
            <a:avLst/>
          </a:prstGeom>
          <a:noFill/>
        </p:spPr>
        <p:txBody>
          <a:bodyPr wrap="square" lIns="109728" rIns="109728" tIns="73152" bIns="73152" anchor="ctr">
            <a:noAutofit/>
          </a:bodyPr>
          <a:lstStyle/>
          <a:p>
            <a:pPr algn="ctr">
              <a:lnSpc>
                <a:spcPct val="108000"/>
              </a:lnSpc>
              <a:defRPr sz="4500" b="1" i="1">
                <a:solidFill>
                  <a:srgbClr val="F5F5F5"/>
                </a:solidFill>
                <a:latin typeface="Calibri"/>
              </a:defRPr>
            </a:pPr>
            <a:r>
              <a:t>YEAR A · 26 APRIL 2026</a:t>
            </a:r>
          </a:p>
        </p:txBody>
      </p:sp>
      <p:sp>
        <p:nvSpPr>
          <p:cNvPr id="7" name="TextBox 6"/>
          <p:cNvSpPr txBox="1"/>
          <p:nvPr/>
        </p:nvSpPr>
        <p:spPr>
          <a:xfrm>
            <a:off x="6900062" y="2390241"/>
            <a:ext cx="10775289" cy="2422245"/>
          </a:xfrm>
          <a:prstGeom prst="rect">
            <a:avLst/>
          </a:prstGeom>
          <a:noFill/>
        </p:spPr>
        <p:txBody>
          <a:bodyPr wrap="square" lIns="109728" rIns="109728" tIns="73152" bIns="73152" anchor="ctr">
            <a:noAutofit/>
          </a:bodyPr>
          <a:lstStyle/>
          <a:p>
            <a:pPr algn="ctr">
              <a:lnSpc>
                <a:spcPct val="108000"/>
              </a:lnSpc>
              <a:defRPr sz="3900" b="0" i="0">
                <a:solidFill>
                  <a:srgbClr val="E5E5E7"/>
                </a:solidFill>
                <a:latin typeface="Calibri"/>
              </a:defRPr>
            </a:pPr>
            <a:r>
              <a:t>“For God so loved the world.”</a:t>
            </a:r>
          </a:p>
        </p:txBody>
      </p:sp>
      <p:sp>
        <p:nvSpPr>
          <p:cNvPr id="8" name="TextBox 7"/>
          <p:cNvSpPr txBox="1"/>
          <p:nvPr/>
        </p:nvSpPr>
        <p:spPr>
          <a:xfrm>
            <a:off x="9378086" y="5801868"/>
            <a:ext cx="5819241" cy="705002"/>
          </a:xfrm>
          <a:prstGeom prst="rect">
            <a:avLst/>
          </a:prstGeom>
          <a:noFill/>
        </p:spPr>
        <p:txBody>
          <a:bodyPr wrap="square" lIns="109728" rIns="109728" tIns="73152" bIns="73152" anchor="ctr">
            <a:noAutofit/>
          </a:bodyPr>
          <a:lstStyle/>
          <a:p>
            <a:pPr algn="ctr">
              <a:lnSpc>
                <a:spcPct val="108000"/>
              </a:lnSpc>
              <a:defRPr sz="4100" b="1" i="0">
                <a:solidFill>
                  <a:srgbClr val="E0B46E"/>
                </a:solidFill>
                <a:latin typeface="Calibri"/>
              </a:defRPr>
            </a:pPr>
            <a:r>
              <a:t>GOSPEL (JN 3:16)</a:t>
            </a:r>
          </a:p>
        </p:txBody>
      </p:sp>
      <p:sp>
        <p:nvSpPr>
          <p:cNvPr id="9" name="TextBox 8"/>
          <p:cNvSpPr txBox="1"/>
          <p:nvPr/>
        </p:nvSpPr>
        <p:spPr>
          <a:xfrm>
            <a:off x="3195828" y="8411565"/>
            <a:ext cx="12362688" cy="1162202"/>
          </a:xfrm>
          <a:prstGeom prst="rect">
            <a:avLst/>
          </a:prstGeom>
          <a:noFill/>
        </p:spPr>
        <p:txBody>
          <a:bodyPr wrap="square" lIns="109728" rIns="109728" tIns="73152" bIns="73152" anchor="ctr">
            <a:noAutofit/>
          </a:bodyPr>
          <a:lstStyle/>
          <a:p>
            <a:pPr algn="ctr">
              <a:lnSpc>
                <a:spcPct val="108000"/>
              </a:lnSpc>
              <a:defRPr sz="6800" b="1" i="0">
                <a:solidFill>
                  <a:srgbClr val="F5F5F5"/>
                </a:solidFill>
                <a:latin typeface="Calibri"/>
              </a:defRPr>
            </a:pPr>
            <a:r>
              <a:t>Test Mass</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bg>
      <p:bgPr>
        <a:solidFill>
          <a:srgbClr val="121216"/>
        </a:solidFill>
        <a:effectLst/>
      </p:bgPr>
    </p:bg>
    <p:spTree>
      <p:nvGrpSpPr>
        <p:cNvPr id="1" name=""/>
        <p:cNvGrpSpPr/>
        <p:nvPr/>
      </p:nvGrpSpPr>
      <p:grpSpPr/>
      <p:sp>
        <p:nvSpPr>
          <p:cNvPr id="2" name="TextBox 1"/>
          <p:cNvSpPr txBox="1"/>
          <p:nvPr/>
        </p:nvSpPr>
        <p:spPr>
          <a:xfrm>
            <a:off x="914400" y="530352"/>
            <a:ext cx="16459200" cy="8750808"/>
          </a:xfrm>
          <a:prstGeom prst="rect">
            <a:avLst/>
          </a:prstGeom>
          <a:noFill/>
        </p:spPr>
        <p:txBody>
          <a:bodyPr wrap="square" lIns="109728" rIns="109728" tIns="73152" bIns="73152">
            <a:noAutofit/>
          </a:bodyPr>
          <a:lstStyle/>
          <a:p>
            <a:pPr algn="ctr">
              <a:spcAft>
                <a:spcPts val="500"/>
              </a:spcAft>
              <a:defRPr sz="5500" b="1" i="0">
                <a:solidFill>
                  <a:srgbClr val="F5F5F5"/>
                </a:solidFill>
                <a:latin typeface="Calibri"/>
              </a:defRPr>
            </a:pPr>
            <a:r>
              <a:t>MASS COLLECTION</a:t>
            </a:r>
          </a:p>
          <a:p>
            <a:pPr algn="ctr">
              <a:spcAft>
                <a:spcPts val="500"/>
              </a:spcAft>
              <a:defRPr sz="5500" b="0" i="0">
                <a:solidFill>
                  <a:srgbClr val="F5F5F5"/>
                </a:solidFill>
                <a:latin typeface="Calibri"/>
              </a:defRPr>
            </a:pPr>
            <a:r>
              <a:t>Thank you for your generosity.</a:t>
            </a:r>
          </a:p>
          <a:p>
            <a:pPr algn="ctr">
              <a:spcAft>
                <a:spcPts val="500"/>
              </a:spcAft>
              <a:defRPr sz="5500" b="0" i="0">
                <a:solidFill>
                  <a:srgbClr val="F5F5F5"/>
                </a:solidFill>
                <a:latin typeface="Calibri"/>
              </a:defRPr>
            </a:pPr>
            <a:r>
              <a:t>(Enter collection amount and date in Mass Builder.)</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a:solidFill>
                  <a:srgbClr val="DCAA5A"/>
                </a:solidFill>
                <a:latin typeface="Calibri"/>
              </a:defRPr>
            </a:pPr>
            <a:r>
              <a:t>Mass Collection</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bg>
      <p:bgPr>
        <a:solidFill>
          <a:srgbClr val="121216"/>
        </a:solidFill>
        <a:effectLst/>
      </p:bgPr>
    </p:bg>
    <p:spTree>
      <p:nvGrpSpPr>
        <p:cNvPr id="1" name=""/>
        <p:cNvGrpSpPr/>
        <p:nvPr/>
      </p:nvGrpSpPr>
      <p:grpSpPr/>
      <p:sp>
        <p:nvSpPr>
          <p:cNvPr id="2" name="TextBox 1"/>
          <p:cNvSpPr txBox="1"/>
          <p:nvPr/>
        </p:nvSpPr>
        <p:spPr>
          <a:xfrm>
            <a:off x="914400" y="530352"/>
            <a:ext cx="16459200" cy="8750808"/>
          </a:xfrm>
          <a:prstGeom prst="rect">
            <a:avLst/>
          </a:prstGeom>
          <a:noFill/>
        </p:spPr>
        <p:txBody>
          <a:bodyPr wrap="square" lIns="109728" rIns="109728" tIns="73152" bIns="73152">
            <a:noAutofit/>
          </a:bodyPr>
          <a:lstStyle/>
          <a:p>
            <a:pPr algn="ctr">
              <a:spcAft>
                <a:spcPts val="500"/>
              </a:spcAft>
              <a:defRPr sz="5500" b="1" i="0">
                <a:solidFill>
                  <a:srgbClr val="F5F5F5"/>
                </a:solidFill>
                <a:latin typeface="Calibri"/>
              </a:defRPr>
            </a:pPr>
            <a:r>
              <a:t>CHURCH ANNOUNCEMENTS</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a:solidFill>
                  <a:srgbClr val="DCAA5A"/>
                </a:solidFill>
                <a:latin typeface="Calibri"/>
              </a:defRPr>
            </a:pPr>
            <a:r>
              <a:t>Announcements</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bg>
      <p:bgPr>
        <a:solidFill>
          <a:srgbClr val="121216"/>
        </a:solidFill>
        <a:effectLst/>
      </p:bgPr>
    </p:bg>
    <p:spTree>
      <p:nvGrpSpPr>
        <p:cNvPr id="1" name=""/>
        <p:cNvGrpSpPr/>
        <p:nvPr/>
      </p:nvGrpSpPr>
      <p:grpSpPr/>
      <p:sp>
        <p:nvSpPr>
          <p:cNvPr id="2" name="TextBox 1"/>
          <p:cNvSpPr txBox="1"/>
          <p:nvPr/>
        </p:nvSpPr>
        <p:spPr>
          <a:xfrm>
            <a:off x="914400" y="530352"/>
            <a:ext cx="16459200" cy="8750808"/>
          </a:xfrm>
          <a:prstGeom prst="rect">
            <a:avLst/>
          </a:prstGeom>
          <a:noFill/>
        </p:spPr>
        <p:txBody>
          <a:bodyPr wrap="square" lIns="109728" rIns="109728" tIns="73152" bIns="73152">
            <a:noAutofit/>
          </a:bodyPr>
          <a:lstStyle/>
          <a:p>
            <a:pPr algn="ctr">
              <a:spcAft>
                <a:spcPts val="500"/>
              </a:spcAft>
              <a:defRPr sz="5500" b="1" i="0">
                <a:solidFill>
                  <a:srgbClr val="F5F5F5"/>
                </a:solidFill>
                <a:latin typeface="Calibri"/>
              </a:defRPr>
            </a:pPr>
            <a:r>
              <a:t>Welcome newcomers!</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a:solidFill>
                  <a:srgbClr val="DCAA5A"/>
                </a:solidFill>
                <a:latin typeface="Calibri"/>
              </a:defRPr>
            </a:pPr>
            <a:r>
              <a:t>Announcements</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bg>
      <p:bgPr>
        <a:solidFill>
          <a:srgbClr val="121216"/>
        </a:solidFill>
        <a:effectLst/>
      </p:bgPr>
    </p:bg>
    <p:spTree>
      <p:nvGrpSpPr>
        <p:cNvPr id="1" name=""/>
        <p:cNvGrpSpPr/>
        <p:nvPr/>
      </p:nvGrpSpPr>
      <p:grpSpPr/>
      <p:sp>
        <p:nvSpPr>
          <p:cNvPr id="2" name="TextBox 1"/>
          <p:cNvSpPr txBox="1"/>
          <p:nvPr/>
        </p:nvSpPr>
        <p:spPr>
          <a:xfrm>
            <a:off x="914400" y="530352"/>
            <a:ext cx="16459200" cy="8750808"/>
          </a:xfrm>
          <a:prstGeom prst="rect">
            <a:avLst/>
          </a:prstGeom>
          <a:noFill/>
        </p:spPr>
        <p:txBody>
          <a:bodyPr wrap="square" lIns="109728" rIns="109728" tIns="73152" bIns="73152">
            <a:noAutofit/>
          </a:bodyPr>
          <a:lstStyle/>
          <a:p>
            <a:pPr algn="ctr">
              <a:spcAft>
                <a:spcPts val="500"/>
              </a:spcAft>
              <a:defRPr sz="5500" b="1" i="0">
                <a:solidFill>
                  <a:srgbClr val="F5F5F5"/>
                </a:solidFill>
                <a:latin typeface="Calibri"/>
              </a:defRPr>
            </a:pPr>
            <a:r>
              <a:t>Sacrament of Confession</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a:solidFill>
                  <a:srgbClr val="DCAA5A"/>
                </a:solidFill>
                <a:latin typeface="Calibri"/>
              </a:defRPr>
            </a:pPr>
            <a:r>
              <a:t>Announcements</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bg>
      <p:bgPr>
        <a:solidFill>
          <a:srgbClr val="121216"/>
        </a:solidFill>
        <a:effectLst/>
      </p:bgPr>
    </p:bg>
    <p:spTree>
      <p:nvGrpSpPr>
        <p:cNvPr id="1" name=""/>
        <p:cNvGrpSpPr/>
        <p:nvPr/>
      </p:nvGrpSpPr>
      <p:grpSpPr/>
      <p:sp>
        <p:nvSpPr>
          <p:cNvPr id="2" name="TextBox 1"/>
          <p:cNvSpPr txBox="1"/>
          <p:nvPr/>
        </p:nvSpPr>
        <p:spPr>
          <a:xfrm>
            <a:off x="914400" y="530352"/>
            <a:ext cx="16459200" cy="8750808"/>
          </a:xfrm>
          <a:prstGeom prst="rect">
            <a:avLst/>
          </a:prstGeom>
          <a:noFill/>
        </p:spPr>
        <p:txBody>
          <a:bodyPr wrap="square" lIns="109728" rIns="109728" tIns="73152" bIns="73152">
            <a:noAutofit/>
          </a:bodyPr>
          <a:lstStyle/>
          <a:p>
            <a:pPr algn="ctr">
              <a:spcAft>
                <a:spcPts val="500"/>
              </a:spcAft>
              <a:defRPr sz="5500" b="1" i="0">
                <a:solidFill>
                  <a:srgbClr val="F5F5F5"/>
                </a:solidFill>
                <a:latin typeface="Calibri"/>
              </a:defRPr>
            </a:pPr>
            <a:r>
              <a:t>Updates and Announcements</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a:solidFill>
                  <a:srgbClr val="DCAA5A"/>
                </a:solidFill>
                <a:latin typeface="Calibri"/>
              </a:defRPr>
            </a:pPr>
            <a:r>
              <a:t>Announcements</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bg>
      <p:bgPr>
        <a:solidFill>
          <a:srgbClr val="121216"/>
        </a:solidFill>
        <a:effectLst/>
      </p:bgPr>
    </p:bg>
    <p:spTree>
      <p:nvGrpSpPr>
        <p:cNvPr id="1" name=""/>
        <p:cNvGrpSpPr/>
        <p:nvPr/>
      </p:nvGrpSpPr>
      <p:grpSpPr/>
      <p:sp>
        <p:nvSpPr>
          <p:cNvPr id="2" name="TextBox 1"/>
          <p:cNvSpPr txBox="1"/>
          <p:nvPr/>
        </p:nvSpPr>
        <p:spPr>
          <a:xfrm>
            <a:off x="914400" y="530352"/>
            <a:ext cx="16459200" cy="8750808"/>
          </a:xfrm>
          <a:prstGeom prst="rect">
            <a:avLst/>
          </a:prstGeom>
          <a:noFill/>
        </p:spPr>
        <p:txBody>
          <a:bodyPr wrap="square" lIns="109728" rIns="109728" tIns="73152" bIns="73152">
            <a:noAutofit/>
          </a:bodyPr>
          <a:lstStyle/>
          <a:p>
            <a:pPr algn="ctr">
              <a:spcBef>
                <a:spcPts val="400"/>
              </a:spcBef>
              <a:spcAft>
                <a:spcPts val="500"/>
              </a:spcAft>
              <a:defRPr sz="5500" b="1" i="0">
                <a:solidFill>
                  <a:srgbClr val="DCAA5A"/>
                </a:solidFill>
                <a:latin typeface="Calibri"/>
              </a:defRPr>
            </a:pPr>
            <a:r>
              <a:t>Priest: The Lord be with you.</a:t>
            </a:r>
          </a:p>
          <a:p>
            <a:pPr algn="ctr">
              <a:spcBef>
                <a:spcPts val="400"/>
              </a:spcBef>
              <a:spcAft>
                <a:spcPts val="500"/>
              </a:spcAft>
              <a:defRPr sz="5500" b="1" i="0">
                <a:solidFill>
                  <a:srgbClr val="F5F5F5"/>
                </a:solidFill>
                <a:latin typeface="Calibri"/>
              </a:defRPr>
            </a:pPr>
            <a:r>
              <a:t>All: And with your spirit.</a:t>
            </a:r>
          </a:p>
          <a:p>
            <a:pPr algn="ctr">
              <a:spcBef>
                <a:spcPts val="400"/>
              </a:spcBef>
              <a:spcAft>
                <a:spcPts val="500"/>
              </a:spcAft>
              <a:defRPr sz="5500" b="1" i="0">
                <a:solidFill>
                  <a:srgbClr val="DCAA5A"/>
                </a:solidFill>
                <a:latin typeface="Calibri"/>
              </a:defRPr>
            </a:pPr>
            <a:r>
              <a:t>Priest: May almighty God bless you, the Father, and the Son, and the Holy Spirit.</a:t>
            </a:r>
          </a:p>
          <a:p>
            <a:pPr algn="ctr">
              <a:spcBef>
                <a:spcPts val="400"/>
              </a:spcBef>
              <a:spcAft>
                <a:spcPts val="500"/>
              </a:spcAft>
              <a:defRPr sz="5500" b="1" i="0">
                <a:solidFill>
                  <a:srgbClr val="F5F5F5"/>
                </a:solidFill>
                <a:latin typeface="Calibri"/>
              </a:defRPr>
            </a:pPr>
            <a:r>
              <a:t>All: Amen.</a:t>
            </a:r>
          </a:p>
          <a:p>
            <a:pPr algn="ctr">
              <a:spcBef>
                <a:spcPts val="400"/>
              </a:spcBef>
              <a:spcAft>
                <a:spcPts val="500"/>
              </a:spcAft>
              <a:defRPr sz="5500" b="1" i="0">
                <a:solidFill>
                  <a:srgbClr val="DCAA5A"/>
                </a:solidFill>
                <a:latin typeface="Calibri"/>
              </a:defRPr>
            </a:pPr>
            <a:r>
              <a:t>Priest: Go in peace, glorifying the Lord by your life.</a:t>
            </a:r>
          </a:p>
          <a:p>
            <a:pPr algn="ctr">
              <a:spcBef>
                <a:spcPts val="400"/>
              </a:spcBef>
              <a:spcAft>
                <a:spcPts val="500"/>
              </a:spcAft>
              <a:defRPr sz="5500" b="1" i="0">
                <a:solidFill>
                  <a:srgbClr val="F5F5F5"/>
                </a:solidFill>
                <a:latin typeface="Calibri"/>
              </a:defRPr>
            </a:pPr>
            <a:r>
              <a:t>All: Thanks be to God.</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a:solidFill>
                  <a:srgbClr val="DCAA5A"/>
                </a:solidFill>
                <a:latin typeface="Calibri"/>
              </a:defRPr>
            </a:pPr>
            <a:r>
              <a:t>Final Blessing</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bg>
      <p:bgPr>
        <a:solidFill>
          <a:srgbClr val="121216"/>
        </a:solidFill>
        <a:effectLst/>
      </p:bgPr>
    </p:bg>
    <p:spTree>
      <p:nvGrpSpPr>
        <p:cNvPr id="1" name=""/>
        <p:cNvGrpSpPr/>
        <p:nvPr/>
      </p:nvGrpSpPr>
      <p:grpSpPr/>
      <p:sp>
        <p:nvSpPr>
          <p:cNvPr id="2" name="TextBox 1"/>
          <p:cNvSpPr txBox="1"/>
          <p:nvPr/>
        </p:nvSpPr>
        <p:spPr>
          <a:xfrm>
            <a:off x="914400" y="530352"/>
            <a:ext cx="16459200" cy="8750808"/>
          </a:xfrm>
          <a:prstGeom prst="rect">
            <a:avLst/>
          </a:prstGeom>
          <a:noFill/>
        </p:spPr>
        <p:txBody>
          <a:bodyPr wrap="square" lIns="109728" rIns="109728" tIns="73152" bIns="73152">
            <a:noAutofit/>
          </a:bodyPr>
          <a:lstStyle/>
          <a:p>
            <a:pPr algn="ctr">
              <a:spcAft>
                <a:spcPts val="500"/>
              </a:spcAft>
              <a:defRPr sz="5500" b="0" i="0">
                <a:solidFill>
                  <a:srgbClr val="F5F5F5"/>
                </a:solidFill>
                <a:latin typeface="Calibri"/>
              </a:defRPr>
            </a:pPr>
            <a:r>
              <a:t>No Recessional hymn lyrics were selected. Choose one Recessional song in Mass Flow or save lyrics in Lyrics Studio before generating.</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a:solidFill>
                  <a:srgbClr val="DCAA5A"/>
                </a:solidFill>
                <a:latin typeface="Calibri"/>
              </a:defRPr>
            </a:pPr>
            <a:r>
              <a:t>Recessional</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bg>
      <p:bgPr>
        <a:gradFill rotWithShape="1">
          <a:gsLst>
            <a:gs pos="0">
              <a:srgbClr val="0A0A0C"/>
            </a:gs>
            <a:gs pos="100000">
              <a:srgbClr val="545457"/>
            </a:gs>
          </a:gsLst>
          <a:lin scaled="0" ang="0"/>
        </a:gradFill>
        <a:effectLst/>
      </p:bgPr>
    </p:bg>
    <p:spTree>
      <p:nvGrpSpPr>
        <p:cNvPr id="1" name=""/>
        <p:cNvGrpSpPr/>
        <p:nvPr/>
      </p:nvGrpSpPr>
      <p:grpSpPr/>
      <p:sp>
        <p:nvSpPr>
          <p:cNvPr id="2" name="Rounded Rectangle 1"/>
          <p:cNvSpPr/>
          <p:nvPr/>
        </p:nvSpPr>
        <p:spPr>
          <a:xfrm>
            <a:off x="6856171" y="1269187"/>
            <a:ext cx="10943539" cy="6128308"/>
          </a:xfrm>
          <a:prstGeom prst="roundRect">
            <a:avLst>
              <a:gd name="adj" fmla="val 16670"/>
            </a:avLst>
          </a:prstGeom>
          <a:solidFill>
            <a:srgbClr val="121216">
              <a:alpha val="44706"/>
            </a:srgbClr>
          </a:solidFill>
          <a:ln w="14299" cap="sq">
            <a:solidFill>
              <a:srgbClr val="636365">
                <a:alpha val="44706"/>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900684" y="8503005"/>
            <a:ext cx="16486632" cy="1112824"/>
          </a:xfrm>
          <a:prstGeom prst="roundRect">
            <a:avLst>
              <a:gd name="adj" fmla="val 16670"/>
            </a:avLst>
          </a:prstGeom>
          <a:solidFill>
            <a:srgbClr val="0E0E11">
              <a:alpha val="60784"/>
            </a:srgbClr>
          </a:solidFill>
          <a:ln w="14299" cap="sq">
            <a:solidFill>
              <a:srgbClr val="0E0E11">
                <a:alpha val="60784"/>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284732" y="2390241"/>
            <a:ext cx="4209897" cy="638251"/>
          </a:xfrm>
          <a:prstGeom prst="rect">
            <a:avLst/>
          </a:prstGeom>
          <a:noFill/>
        </p:spPr>
        <p:txBody>
          <a:bodyPr wrap="square" lIns="109728" rIns="109728" tIns="73152" bIns="73152" anchor="ctr">
            <a:noAutofit/>
          </a:bodyPr>
          <a:lstStyle/>
          <a:p>
            <a:pPr algn="ctr">
              <a:lnSpc>
                <a:spcPct val="108000"/>
              </a:lnSpc>
              <a:defRPr sz="3700" b="1" i="0">
                <a:solidFill>
                  <a:srgbClr val="EBCE9F"/>
                </a:solidFill>
                <a:latin typeface="Calibri"/>
              </a:defRPr>
            </a:pPr>
            <a:r>
              <a:t>MASS CELEBRANT:</a:t>
            </a:r>
          </a:p>
        </p:txBody>
      </p:sp>
      <p:sp>
        <p:nvSpPr>
          <p:cNvPr id="5" name="TextBox 4"/>
          <p:cNvSpPr txBox="1"/>
          <p:nvPr/>
        </p:nvSpPr>
        <p:spPr>
          <a:xfrm>
            <a:off x="267004" y="3053181"/>
            <a:ext cx="6589166" cy="1057046"/>
          </a:xfrm>
          <a:prstGeom prst="rect">
            <a:avLst/>
          </a:prstGeom>
          <a:noFill/>
        </p:spPr>
        <p:txBody>
          <a:bodyPr wrap="square" lIns="109728" rIns="109728" tIns="73152" bIns="73152" anchor="ctr">
            <a:noAutofit/>
          </a:bodyPr>
          <a:lstStyle/>
          <a:p>
            <a:pPr algn="ctr">
              <a:lnSpc>
                <a:spcPct val="108000"/>
              </a:lnSpc>
              <a:defRPr sz="6100" b="1" i="0">
                <a:solidFill>
                  <a:srgbClr val="F5F5F5"/>
                </a:solidFill>
                <a:latin typeface="Calibri"/>
              </a:defRPr>
            </a:pPr>
            <a:r>
              <a:t>Fr. Test</a:t>
            </a:r>
          </a:p>
        </p:txBody>
      </p:sp>
      <p:sp>
        <p:nvSpPr>
          <p:cNvPr id="6" name="TextBox 5"/>
          <p:cNvSpPr txBox="1"/>
          <p:nvPr/>
        </p:nvSpPr>
        <p:spPr>
          <a:xfrm>
            <a:off x="267004" y="4429353"/>
            <a:ext cx="6589166" cy="868680"/>
          </a:xfrm>
          <a:prstGeom prst="rect">
            <a:avLst/>
          </a:prstGeom>
          <a:noFill/>
        </p:spPr>
        <p:txBody>
          <a:bodyPr wrap="square" lIns="109728" rIns="109728" tIns="73152" bIns="73152" anchor="ctr">
            <a:noAutofit/>
          </a:bodyPr>
          <a:lstStyle/>
          <a:p>
            <a:pPr algn="ctr">
              <a:lnSpc>
                <a:spcPct val="108000"/>
              </a:lnSpc>
              <a:defRPr sz="4500" b="1" i="1">
                <a:solidFill>
                  <a:srgbClr val="F5F5F5"/>
                </a:solidFill>
                <a:latin typeface="Calibri"/>
              </a:defRPr>
            </a:pPr>
            <a:r>
              <a:t>YEAR A · 26 APRIL 2026</a:t>
            </a:r>
          </a:p>
        </p:txBody>
      </p:sp>
      <p:sp>
        <p:nvSpPr>
          <p:cNvPr id="7" name="TextBox 6"/>
          <p:cNvSpPr txBox="1"/>
          <p:nvPr/>
        </p:nvSpPr>
        <p:spPr>
          <a:xfrm>
            <a:off x="6900062" y="2390241"/>
            <a:ext cx="10775289" cy="2422245"/>
          </a:xfrm>
          <a:prstGeom prst="rect">
            <a:avLst/>
          </a:prstGeom>
          <a:noFill/>
        </p:spPr>
        <p:txBody>
          <a:bodyPr wrap="square" lIns="109728" rIns="109728" tIns="73152" bIns="73152" anchor="ctr">
            <a:noAutofit/>
          </a:bodyPr>
          <a:lstStyle/>
          <a:p>
            <a:pPr algn="ctr">
              <a:lnSpc>
                <a:spcPct val="108000"/>
              </a:lnSpc>
              <a:defRPr sz="3900" b="0" i="0">
                <a:solidFill>
                  <a:srgbClr val="E5E5E7"/>
                </a:solidFill>
                <a:latin typeface="Calibri"/>
              </a:defRPr>
            </a:pPr>
            <a:r>
              <a:t>“For God so loved the world.”</a:t>
            </a:r>
          </a:p>
        </p:txBody>
      </p:sp>
      <p:sp>
        <p:nvSpPr>
          <p:cNvPr id="8" name="TextBox 7"/>
          <p:cNvSpPr txBox="1"/>
          <p:nvPr/>
        </p:nvSpPr>
        <p:spPr>
          <a:xfrm>
            <a:off x="9378086" y="5801868"/>
            <a:ext cx="5819241" cy="705002"/>
          </a:xfrm>
          <a:prstGeom prst="rect">
            <a:avLst/>
          </a:prstGeom>
          <a:noFill/>
        </p:spPr>
        <p:txBody>
          <a:bodyPr wrap="square" lIns="109728" rIns="109728" tIns="73152" bIns="73152" anchor="ctr">
            <a:noAutofit/>
          </a:bodyPr>
          <a:lstStyle/>
          <a:p>
            <a:pPr algn="ctr">
              <a:lnSpc>
                <a:spcPct val="108000"/>
              </a:lnSpc>
              <a:defRPr sz="4100" b="1" i="0">
                <a:solidFill>
                  <a:srgbClr val="E0B46E"/>
                </a:solidFill>
                <a:latin typeface="Calibri"/>
              </a:defRPr>
            </a:pPr>
            <a:r>
              <a:t>GOSPEL (JN 3:16)</a:t>
            </a:r>
          </a:p>
        </p:txBody>
      </p:sp>
      <p:sp>
        <p:nvSpPr>
          <p:cNvPr id="9" name="TextBox 8"/>
          <p:cNvSpPr txBox="1"/>
          <p:nvPr/>
        </p:nvSpPr>
        <p:spPr>
          <a:xfrm>
            <a:off x="3195828" y="8411565"/>
            <a:ext cx="12362688" cy="1162202"/>
          </a:xfrm>
          <a:prstGeom prst="rect">
            <a:avLst/>
          </a:prstGeom>
          <a:noFill/>
        </p:spPr>
        <p:txBody>
          <a:bodyPr wrap="square" lIns="109728" rIns="109728" tIns="73152" bIns="73152" anchor="ctr">
            <a:noAutofit/>
          </a:bodyPr>
          <a:lstStyle/>
          <a:p>
            <a:pPr algn="ctr">
              <a:lnSpc>
                <a:spcPct val="108000"/>
              </a:lnSpc>
              <a:defRPr sz="6800" b="1" i="0">
                <a:solidFill>
                  <a:srgbClr val="F5F5F5"/>
                </a:solidFill>
                <a:latin typeface="Calibri"/>
              </a:defRPr>
            </a:pPr>
            <a:r>
              <a:t>Test Mass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