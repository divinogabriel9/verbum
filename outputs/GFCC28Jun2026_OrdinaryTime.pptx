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Lst>
  <p:sldSz cx="18288000" cy="10287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87" name="Google Shape;87;p13"/>
          <p:cNvSpPr txBox="1"/>
          <p:nvPr/>
        </p:nvSpPr>
        <p:spPr>
          <a:xfrm>
            <a:off x="685800" y="3428995"/>
            <a:ext cx="16916400" cy="1720500"/>
          </a:xfrm>
          <a:prstGeom prst="rect">
            <a:avLst/>
          </a:prstGeom>
          <a:noFill/>
          <a:ln>
            <a:noFill/>
          </a:ln>
          <a:effectLst>
            <a:outerShdw blurRad="57150" rotWithShape="0" algn="bl" dir="5400000" dist="19050">
              <a:srgbClr val="000000">
                <a:alpha val="50000"/>
              </a:srgbClr>
            </a:outerShdw>
          </a:effectLst>
        </p:spPr>
        <p:txBody>
          <a:bodyPr anchorCtr="0" anchor="t" bIns="73150" lIns="109725" spcFirstLastPara="1" rIns="109725" wrap="square" tIns="73150">
            <a:spAutoFit/>
          </a:bodyPr>
          <a:lstStyle/>
          <a:p>
            <a:pPr indent="0" lvl="0" marL="0" marR="0" rtl="0" algn="ctr">
              <a:spcBef>
                <a:spcPts val="0"/>
              </a:spcBef>
              <a:spcAft>
                <a:spcPts val="0"/>
              </a:spcAft>
              <a:buNone/>
            </a:pPr>
            <a:r>
              <a:rPr b="1" i="0" lang="en-US" sz="5100" u="none" cap="none" strike="noStrike">
                <a:solidFill>
                  <a:srgbClr val="FAF8F4"/>
                </a:solidFill>
                <a:latin typeface="Calibri"/>
                <a:ea typeface="Calibri"/>
                <a:cs typeface="Calibri"/>
                <a:sym typeface="Calibri"/>
              </a:rPr>
              <a:t>PUT YOUR CELLPHONE ON SILENT MODE DURING THE MASS.</a:t>
            </a:r>
            <a:endParaRPr sz="4600"/>
          </a:p>
          <a:p>
            <a:pPr indent="0" lvl="0" marL="0" marR="0" rtl="0" algn="ctr">
              <a:spcBef>
                <a:spcPts val="500"/>
              </a:spcBef>
              <a:spcAft>
                <a:spcPts val="0"/>
              </a:spcAft>
              <a:buNone/>
            </a:pPr>
            <a:r>
              <a:rPr b="0" i="1" lang="en-US" sz="4700" u="none" cap="none" strike="noStrike">
                <a:solidFill>
                  <a:srgbClr val="FFDA91"/>
                </a:solidFill>
                <a:latin typeface="Calibri"/>
                <a:ea typeface="Calibri"/>
                <a:cs typeface="Calibri"/>
                <a:sym typeface="Calibri"/>
              </a:rPr>
              <a:t>Thank you.</a:t>
            </a:r>
            <a:endParaRPr sz="4600"/>
          </a:p>
        </p:txBody>
      </p:sp>
      <p:sp>
        <p:nvSpPr>
          <p:cNvPr id="88" name="TextBox 87"/>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Pre-Mass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667512"/>
            <a:ext cx="16459200" cy="960120"/>
          </a:xfrm>
          <a:prstGeom prst="rect">
            <a:avLst/>
          </a:prstGeom>
          <a:noFill/>
        </p:spPr>
        <p:txBody>
          <a:bodyPr wrap="square" lIns="109728" rIns="109728" tIns="73152" bIns="73152">
            <a:noAutofit/>
          </a:bodyPr>
          <a:lstStyle/>
          <a:p>
            <a:pPr algn="ctr">
              <a:defRPr sz="3800" b="1" i="0">
                <a:solidFill>
                  <a:srgbClr val="86EFAC"/>
                </a:solidFill>
                <a:latin typeface="Inter"/>
              </a:defRPr>
            </a:pPr>
            <a:r>
              <a:t>Ordinary Time Celebration</a:t>
            </a:r>
          </a:p>
        </p:txBody>
      </p:sp>
      <p:sp>
        <p:nvSpPr>
          <p:cNvPr id="3" name="TextBox 2"/>
          <p:cNvSpPr txBox="1"/>
          <p:nvPr/>
        </p:nvSpPr>
        <p:spPr>
          <a:xfrm>
            <a:off x="914400" y="1719072"/>
            <a:ext cx="16459200" cy="3108960"/>
          </a:xfrm>
          <a:prstGeom prst="rect">
            <a:avLst/>
          </a:prstGeom>
          <a:noFill/>
        </p:spPr>
        <p:txBody>
          <a:bodyPr wrap="square" lIns="109728" rIns="109728" tIns="73152" bIns="73152">
            <a:noAutofit/>
          </a:bodyPr>
          <a:lstStyle/>
          <a:p>
            <a:pPr>
              <a:spcAft>
                <a:spcPts val="500"/>
              </a:spcAft>
              <a:defRPr sz="2100" b="0" i="0">
                <a:solidFill>
                  <a:srgbClr val="F0FDF4"/>
                </a:solidFill>
                <a:latin typeface="Inter"/>
              </a:defRPr>
            </a:pPr>
            <a:r>
              <a:t>2026-06-28</a:t>
            </a:r>
          </a:p>
          <a:p>
            <a:pPr>
              <a:spcAft>
                <a:spcPts val="500"/>
              </a:spcAft>
              <a:defRPr sz="2100" b="0" i="0">
                <a:solidFill>
                  <a:srgbClr val="F0FDF4"/>
                </a:solidFill>
                <a:latin typeface="Inter"/>
              </a:defRPr>
            </a:pPr>
            <a:r>
              <a:t>Celebrant: Rev. Fr. Jonrey Lauron, RCJ</a:t>
            </a:r>
          </a:p>
          <a:p>
            <a:pPr>
              <a:spcAft>
                <a:spcPts val="500"/>
              </a:spcAft>
              <a:defRPr sz="2100" b="0" i="0">
                <a:solidFill>
                  <a:srgbClr val="F0FDF4"/>
                </a:solidFill>
                <a:latin typeface="Inter"/>
              </a:defRPr>
            </a:pPr>
            <a:r>
              <a:t>Gospel: Matthew 10:37-42</a:t>
            </a:r>
            <a:br/>
            <a:r>
              <a:t>Season: Ordinary Time · Sunday Lectionary Year A</a:t>
            </a:r>
          </a:p>
          <a:p>
            <a:pPr>
              <a:spcAft>
                <a:spcPts val="500"/>
              </a:spcAft>
              <a:defRPr sz="2100" b="0" i="0">
                <a:solidFill>
                  <a:srgbClr val="F0FDF4"/>
                </a:solidFill>
                <a:latin typeface="Inter"/>
              </a:defRPr>
            </a:pPr>
            <a:r>
              <a:t>Excerpt:</a:t>
            </a:r>
            <a:br/>
            <a:r>
              <a:t>“He who loves father or mother more than me is not worthy of me; and he who loves son or daughter more than me isn't worthy of me.”</a:t>
            </a:r>
          </a:p>
        </p:txBody>
      </p:sp>
      <p:sp>
        <p:nvSpPr>
          <p:cNvPr id="4" name="TextBox 3"/>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Title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14400" y="109728"/>
            <a:ext cx="16459200" cy="868680"/>
          </a:xfrm>
          <a:prstGeom prst="rect">
            <a:avLst/>
          </a:prstGeom>
          <a:noFill/>
        </p:spPr>
        <p:txBody>
          <a:bodyPr wrap="square" lIns="109728" rIns="109728" tIns="73152" bIns="73152">
            <a:noAutofit/>
          </a:bodyPr>
          <a:lstStyle/>
          <a:p>
            <a:pPr algn="ctr">
              <a:defRPr sz="3600" b="1" i="0">
                <a:solidFill>
                  <a:srgbClr val="FFCC4D"/>
                </a:solidFill>
                <a:latin typeface="Georgia"/>
              </a:defRPr>
            </a:pPr>
            <a:r>
              <a:t>Sing a New Song</a:t>
            </a:r>
          </a:p>
        </p:txBody>
      </p:sp>
      <p:sp>
        <p:nvSpPr>
          <p:cNvPr id="3" name="TextBox 2"/>
          <p:cNvSpPr txBox="1"/>
          <p:nvPr/>
        </p:nvSpPr>
        <p:spPr>
          <a:xfrm>
            <a:off x="0" y="1069848"/>
            <a:ext cx="18288000" cy="8348472"/>
          </a:xfrm>
          <a:prstGeom prst="rect">
            <a:avLst/>
          </a:prstGeom>
          <a:noFill/>
        </p:spPr>
        <p:txBody>
          <a:bodyPr wrap="square" lIns="0" rIns="0" tIns="73152" bIns="73152" anchor="ctr">
            <a:noAutofit/>
          </a:bodyPr>
          <a:lstStyle/>
          <a:p>
            <a:pPr algn="ctr">
              <a:lnSpc>
                <a:spcPct val="100000"/>
              </a:lnSpc>
              <a:spcAft>
                <a:spcPts val="600"/>
              </a:spcAft>
              <a:defRPr sz="5200" b="1" i="0">
                <a:solidFill>
                  <a:srgbClr val="FFFFFF"/>
                </a:solidFill>
                <a:latin typeface="Arial Black"/>
              </a:defRPr>
            </a:pPr>
            <a:r>
              <a:t>SING A NEW SONG UNTO THE LORD;</a:t>
            </a:r>
          </a:p>
          <a:p>
            <a:pPr algn="ctr">
              <a:lnSpc>
                <a:spcPct val="100000"/>
              </a:lnSpc>
              <a:spcAft>
                <a:spcPts val="600"/>
              </a:spcAft>
              <a:defRPr sz="5200" b="1" i="0">
                <a:solidFill>
                  <a:srgbClr val="FFFFFF"/>
                </a:solidFill>
                <a:latin typeface="Arial Black"/>
              </a:defRPr>
            </a:pPr>
            <a:r>
              <a:t>LET YOUR SONG BE SUNG FROM MOUNTAINS HIGH</a:t>
            </a:r>
          </a:p>
          <a:p>
            <a:pPr algn="ctr">
              <a:lnSpc>
                <a:spcPct val="100000"/>
              </a:lnSpc>
              <a:spcAft>
                <a:spcPts val="600"/>
              </a:spcAft>
              <a:defRPr sz="5200" b="1" i="0">
                <a:solidFill>
                  <a:srgbClr val="FFFFFF"/>
                </a:solidFill>
                <a:latin typeface="Arial Black"/>
              </a:defRPr>
            </a:pPr>
            <a:r>
              <a:t>SING A NEW SONG UNTO THE LORD</a:t>
            </a:r>
          </a:p>
          <a:p>
            <a:pPr algn="ctr">
              <a:lnSpc>
                <a:spcPct val="100000"/>
              </a:lnSpc>
              <a:spcAft>
                <a:spcPts val="600"/>
              </a:spcAft>
              <a:defRPr sz="5200" b="1" i="0">
                <a:solidFill>
                  <a:srgbClr val="FFFFFF"/>
                </a:solidFill>
                <a:latin typeface="Arial Black"/>
              </a:defRPr>
            </a:pPr>
            <a:r>
              <a:t>SINGING ALLELUIA</a:t>
            </a:r>
          </a:p>
        </p:txBody>
      </p:sp>
      <p:sp>
        <p:nvSpPr>
          <p:cNvPr id="4" name="TextBox 3"/>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FFCC4D"/>
                </a:solidFill>
                <a:latin typeface="Inter"/>
              </a:defRPr>
            </a:pPr>
            <a:r>
              <a:t>Entrance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0"/>
            <a:ext cx="18288000" cy="10287000"/>
          </a:xfrm>
          <a:prstGeom prst="rect">
            <a:avLst/>
          </a:prstGeom>
          <a:noFill/>
        </p:spPr>
        <p:txBody>
          <a:bodyPr wrap="square" lIns="0" rIns="0" tIns="0" bIns="0" anchor="ctr">
            <a:noAutofit/>
          </a:bodyPr>
          <a:lstStyle/>
          <a:p>
            <a:pPr algn="ctr">
              <a:lnSpc>
                <a:spcPct val="100000"/>
              </a:lnSpc>
              <a:spcAft>
                <a:spcPts val="600"/>
              </a:spcAft>
              <a:defRPr sz="5200" b="1" i="0">
                <a:solidFill>
                  <a:srgbClr val="FFFFFF"/>
                </a:solidFill>
                <a:latin typeface="Arial Black"/>
              </a:defRPr>
            </a:pPr>
            <a:r>
              <a:t>YAHWEH'S PEOPLE DANCE FOR JOY</a:t>
            </a:r>
          </a:p>
          <a:p>
            <a:pPr algn="ctr">
              <a:lnSpc>
                <a:spcPct val="100000"/>
              </a:lnSpc>
              <a:spcAft>
                <a:spcPts val="600"/>
              </a:spcAft>
              <a:defRPr sz="5200" b="1" i="0">
                <a:solidFill>
                  <a:srgbClr val="FFFFFF"/>
                </a:solidFill>
                <a:latin typeface="Arial Black"/>
              </a:defRPr>
            </a:pPr>
            <a:r>
              <a:t>O COME BEFORE THE LORD</a:t>
            </a:r>
          </a:p>
          <a:p>
            <a:pPr algn="ctr">
              <a:lnSpc>
                <a:spcPct val="100000"/>
              </a:lnSpc>
              <a:spcAft>
                <a:spcPts val="600"/>
              </a:spcAft>
              <a:defRPr sz="5200" b="1" i="0">
                <a:solidFill>
                  <a:srgbClr val="FFFFFF"/>
                </a:solidFill>
                <a:latin typeface="Arial Black"/>
              </a:defRPr>
            </a:pPr>
            <a:r>
              <a:t>AND PLAY FOR HIM ON GLAD TAMBOURINES</a:t>
            </a:r>
          </a:p>
          <a:p>
            <a:pPr algn="ctr">
              <a:lnSpc>
                <a:spcPct val="100000"/>
              </a:lnSpc>
              <a:spcAft>
                <a:spcPts val="600"/>
              </a:spcAft>
              <a:defRPr sz="5200" b="1" i="0">
                <a:solidFill>
                  <a:srgbClr val="FFFFFF"/>
                </a:solidFill>
                <a:latin typeface="Arial Black"/>
              </a:defRPr>
            </a:pPr>
            <a:r>
              <a:t>AND LET YOUR TRUMPET SOUND</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FFCC4D"/>
                </a:solidFill>
                <a:latin typeface="Inter"/>
              </a:defRPr>
            </a:pPr>
            <a:r>
              <a:t>Entrance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0"/>
            <a:ext cx="18288000" cy="10287000"/>
          </a:xfrm>
          <a:prstGeom prst="rect">
            <a:avLst/>
          </a:prstGeom>
          <a:noFill/>
        </p:spPr>
        <p:txBody>
          <a:bodyPr wrap="square" lIns="0" rIns="0" tIns="0" bIns="0" anchor="ctr">
            <a:noAutofit/>
          </a:bodyPr>
          <a:lstStyle/>
          <a:p>
            <a:pPr algn="ctr">
              <a:lnSpc>
                <a:spcPct val="100000"/>
              </a:lnSpc>
              <a:spcAft>
                <a:spcPts val="600"/>
              </a:spcAft>
              <a:defRPr sz="5200" b="1" i="0">
                <a:solidFill>
                  <a:srgbClr val="FFFFFF"/>
                </a:solidFill>
                <a:latin typeface="Arial Black"/>
              </a:defRPr>
            </a:pPr>
            <a:r>
              <a:t>SING A NEW SONG UNTO THE LORD;</a:t>
            </a:r>
          </a:p>
          <a:p>
            <a:pPr algn="ctr">
              <a:lnSpc>
                <a:spcPct val="100000"/>
              </a:lnSpc>
              <a:spcAft>
                <a:spcPts val="600"/>
              </a:spcAft>
              <a:defRPr sz="5200" b="1" i="0">
                <a:solidFill>
                  <a:srgbClr val="FFFFFF"/>
                </a:solidFill>
                <a:latin typeface="Arial Black"/>
              </a:defRPr>
            </a:pPr>
            <a:r>
              <a:t>LET YOUR SONG BE SUNG FROM MOUNTAINS HIGH</a:t>
            </a:r>
          </a:p>
          <a:p>
            <a:pPr algn="ctr">
              <a:lnSpc>
                <a:spcPct val="100000"/>
              </a:lnSpc>
              <a:spcAft>
                <a:spcPts val="600"/>
              </a:spcAft>
              <a:defRPr sz="5200" b="1" i="0">
                <a:solidFill>
                  <a:srgbClr val="FFFFFF"/>
                </a:solidFill>
                <a:latin typeface="Arial Black"/>
              </a:defRPr>
            </a:pPr>
            <a:r>
              <a:t>SING A NEW SONG UNTO THE LORD</a:t>
            </a:r>
          </a:p>
          <a:p>
            <a:pPr algn="ctr">
              <a:lnSpc>
                <a:spcPct val="100000"/>
              </a:lnSpc>
              <a:spcAft>
                <a:spcPts val="600"/>
              </a:spcAft>
              <a:defRPr sz="5200" b="1" i="0">
                <a:solidFill>
                  <a:srgbClr val="FFFFFF"/>
                </a:solidFill>
                <a:latin typeface="Arial Black"/>
              </a:defRPr>
            </a:pPr>
            <a:r>
              <a:t>SINGING ALLELUIA</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FFCC4D"/>
                </a:solidFill>
                <a:latin typeface="Inter"/>
              </a:defRPr>
            </a:pPr>
            <a:r>
              <a:t>Entrance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0"/>
            <a:ext cx="18288000" cy="10287000"/>
          </a:xfrm>
          <a:prstGeom prst="rect">
            <a:avLst/>
          </a:prstGeom>
          <a:noFill/>
        </p:spPr>
        <p:txBody>
          <a:bodyPr wrap="square" lIns="0" rIns="0" tIns="0" bIns="0" anchor="ctr">
            <a:noAutofit/>
          </a:bodyPr>
          <a:lstStyle/>
          <a:p>
            <a:pPr algn="ctr">
              <a:lnSpc>
                <a:spcPct val="100000"/>
              </a:lnSpc>
              <a:spcAft>
                <a:spcPts val="600"/>
              </a:spcAft>
              <a:defRPr sz="5200" b="1" i="0">
                <a:solidFill>
                  <a:srgbClr val="FFFFFF"/>
                </a:solidFill>
                <a:latin typeface="Arial Black"/>
              </a:defRPr>
            </a:pPr>
            <a:r>
              <a:t>RISE, O CHILDREN, FROM YOUR SLEEP;</a:t>
            </a:r>
          </a:p>
          <a:p>
            <a:pPr algn="ctr">
              <a:lnSpc>
                <a:spcPct val="100000"/>
              </a:lnSpc>
              <a:spcAft>
                <a:spcPts val="600"/>
              </a:spcAft>
              <a:defRPr sz="5200" b="1" i="0">
                <a:solidFill>
                  <a:srgbClr val="FFFFFF"/>
                </a:solidFill>
                <a:latin typeface="Arial Black"/>
              </a:defRPr>
            </a:pPr>
            <a:r>
              <a:t>YOUR SAVIOR NOW HAS COME</a:t>
            </a:r>
          </a:p>
          <a:p>
            <a:pPr algn="ctr">
              <a:lnSpc>
                <a:spcPct val="100000"/>
              </a:lnSpc>
              <a:spcAft>
                <a:spcPts val="600"/>
              </a:spcAft>
              <a:defRPr sz="5200" b="1" i="0">
                <a:solidFill>
                  <a:srgbClr val="FFFFFF"/>
                </a:solidFill>
                <a:latin typeface="Arial Black"/>
              </a:defRPr>
            </a:pPr>
            <a:r>
              <a:t>HE HAS TURNED YOUR SORROW TO JOY</a:t>
            </a:r>
          </a:p>
          <a:p>
            <a:pPr algn="ctr">
              <a:lnSpc>
                <a:spcPct val="100000"/>
              </a:lnSpc>
              <a:spcAft>
                <a:spcPts val="600"/>
              </a:spcAft>
              <a:defRPr sz="5200" b="1" i="0">
                <a:solidFill>
                  <a:srgbClr val="FFFFFF"/>
                </a:solidFill>
                <a:latin typeface="Arial Black"/>
              </a:defRPr>
            </a:pPr>
            <a:r>
              <a:t>AND FILLED YOUR SOUL WITH SONG</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FFCC4D"/>
                </a:solidFill>
                <a:latin typeface="Inter"/>
              </a:defRPr>
            </a:pPr>
            <a:r>
              <a:t>Entrance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0"/>
            <a:ext cx="18288000" cy="10287000"/>
          </a:xfrm>
          <a:prstGeom prst="rect">
            <a:avLst/>
          </a:prstGeom>
          <a:noFill/>
        </p:spPr>
        <p:txBody>
          <a:bodyPr wrap="square" lIns="0" rIns="0" tIns="0" bIns="0" anchor="ctr">
            <a:noAutofit/>
          </a:bodyPr>
          <a:lstStyle/>
          <a:p>
            <a:pPr algn="ctr">
              <a:lnSpc>
                <a:spcPct val="100000"/>
              </a:lnSpc>
              <a:spcAft>
                <a:spcPts val="600"/>
              </a:spcAft>
              <a:defRPr sz="5200" b="1" i="0">
                <a:solidFill>
                  <a:srgbClr val="FFFFFF"/>
                </a:solidFill>
                <a:latin typeface="Arial Black"/>
              </a:defRPr>
            </a:pPr>
            <a:r>
              <a:t>SING A NEW SONG UNTO THE LORD;</a:t>
            </a:r>
          </a:p>
          <a:p>
            <a:pPr algn="ctr">
              <a:lnSpc>
                <a:spcPct val="100000"/>
              </a:lnSpc>
              <a:spcAft>
                <a:spcPts val="600"/>
              </a:spcAft>
              <a:defRPr sz="5200" b="1" i="0">
                <a:solidFill>
                  <a:srgbClr val="FFFFFF"/>
                </a:solidFill>
                <a:latin typeface="Arial Black"/>
              </a:defRPr>
            </a:pPr>
            <a:r>
              <a:t>LET YOUR SONG BE SUNG FROM MOUNTAINS HIGH</a:t>
            </a:r>
          </a:p>
          <a:p>
            <a:pPr algn="ctr">
              <a:lnSpc>
                <a:spcPct val="100000"/>
              </a:lnSpc>
              <a:spcAft>
                <a:spcPts val="600"/>
              </a:spcAft>
              <a:defRPr sz="5200" b="1" i="0">
                <a:solidFill>
                  <a:srgbClr val="FFFFFF"/>
                </a:solidFill>
                <a:latin typeface="Arial Black"/>
              </a:defRPr>
            </a:pPr>
            <a:r>
              <a:t>SING A NEW SONG UNTO THE LORD</a:t>
            </a:r>
          </a:p>
          <a:p>
            <a:pPr algn="ctr">
              <a:lnSpc>
                <a:spcPct val="100000"/>
              </a:lnSpc>
              <a:spcAft>
                <a:spcPts val="600"/>
              </a:spcAft>
              <a:defRPr sz="5200" b="1" i="0">
                <a:solidFill>
                  <a:srgbClr val="FFFFFF"/>
                </a:solidFill>
                <a:latin typeface="Arial Black"/>
              </a:defRPr>
            </a:pPr>
            <a:r>
              <a:t>SINGING ALLELUIA</a:t>
            </a:r>
          </a:p>
          <a:p>
            <a:pPr algn="ctr">
              <a:lnSpc>
                <a:spcPct val="100000"/>
              </a:lnSpc>
              <a:spcAft>
                <a:spcPts val="600"/>
              </a:spcAft>
              <a:defRPr sz="5200" b="1" i="0">
                <a:solidFill>
                  <a:srgbClr val="FFFFFF"/>
                </a:solidFill>
                <a:latin typeface="Arial Black"/>
              </a:defRPr>
            </a:pPr>
            <a:r>
              <a:t>SINGING ALLELUIA</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FFCC4D"/>
                </a:solidFill>
                <a:latin typeface="Inter"/>
              </a:defRPr>
            </a:pPr>
            <a:r>
              <a:t>Entrance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GFCC28Jun2026_OrdinaryTime_16x9.png"/>
          <p:cNvPicPr>
            <a:picLocks noChangeAspect="1"/>
          </p:cNvPicPr>
          <p:nvPr/>
        </p:nvPicPr>
        <p:blipFill>
          <a:blip r:embed="rId2"/>
          <a:stretch>
            <a:fillRect/>
          </a:stretch>
        </p:blipFill>
        <p:spPr>
          <a:xfrm>
            <a:off x="0" y="0"/>
            <a:ext cx="18288000" cy="10287000"/>
          </a:xfrm>
          <a:prstGeom prst="rect">
            <a:avLst/>
          </a:prstGeom>
        </p:spPr>
      </p:pic>
      <p:sp>
        <p:nvSpPr>
          <p:cNvPr id="3" name="TextBox 2"/>
          <p:cNvSpPr txBox="1"/>
          <p:nvPr/>
        </p:nvSpPr>
        <p:spPr>
          <a:xfrm>
            <a:off x="914400" y="850392"/>
            <a:ext cx="16459200" cy="5943600"/>
          </a:xfrm>
          <a:prstGeom prst="rect">
            <a:avLst/>
          </a:prstGeom>
          <a:noFill/>
        </p:spPr>
        <p:txBody>
          <a:bodyPr wrap="square" lIns="109728" rIns="109728" tIns="73152" bIns="73152">
            <a:noAutofit/>
          </a:bodyPr>
          <a:lstStyle/>
          <a:p>
            <a:pPr>
              <a:spcAft>
                <a:spcPts val="300"/>
              </a:spcAft>
              <a:defRPr sz="2100" b="1" i="0">
                <a:solidFill>
                  <a:srgbClr val="86EFAC"/>
                </a:solidFill>
                <a:latin typeface="Inter"/>
              </a:defRPr>
            </a:pPr>
            <a:r>
              <a:t>MASS CELEBRANT:</a:t>
            </a:r>
          </a:p>
          <a:p>
            <a:pPr>
              <a:spcAft>
                <a:spcPts val="300"/>
              </a:spcAft>
              <a:defRPr sz="2100" b="0" i="0">
                <a:solidFill>
                  <a:srgbClr val="F0FDF4"/>
                </a:solidFill>
                <a:latin typeface="Inter"/>
              </a:defRPr>
            </a:pPr>
            <a:r>
              <a:t>Rev. Fr. Jonrey Lauron, RCJ</a:t>
            </a:r>
          </a:p>
          <a:p>
            <a:pPr>
              <a:spcAft>
                <a:spcPts val="300"/>
              </a:spcAft>
              <a:defRPr sz="2100" b="0" i="0">
                <a:solidFill>
                  <a:srgbClr val="F0FDF4"/>
                </a:solidFill>
                <a:latin typeface="Inter"/>
              </a:defRPr>
            </a:pPr>
          </a:p>
          <a:p>
            <a:pPr>
              <a:spcAft>
                <a:spcPts val="300"/>
              </a:spcAft>
              <a:defRPr sz="2100" b="0" i="0">
                <a:solidFill>
                  <a:srgbClr val="F0FDF4"/>
                </a:solidFill>
                <a:latin typeface="Inter"/>
              </a:defRPr>
            </a:pPr>
            <a:r>
              <a:t>Gospel (Matthew 10:37-42)</a:t>
            </a:r>
          </a:p>
          <a:p>
            <a:pPr>
              <a:spcAft>
                <a:spcPts val="300"/>
              </a:spcAft>
              <a:defRPr sz="2100" b="0" i="0">
                <a:solidFill>
                  <a:srgbClr val="F0FDF4"/>
                </a:solidFill>
                <a:latin typeface="Inter"/>
              </a:defRPr>
            </a:pPr>
            <a:r>
              <a:t>“He who loves father or mother more than me is not worthy of me; and he who loves son or daughter more than me isn't worthy of me.”</a:t>
            </a:r>
          </a:p>
          <a:p>
            <a:pPr>
              <a:spcAft>
                <a:spcPts val="300"/>
              </a:spcAft>
              <a:defRPr sz="2100" b="0" i="0">
                <a:solidFill>
                  <a:srgbClr val="F0FDF4"/>
                </a:solidFill>
                <a:latin typeface="Inter"/>
              </a:defRPr>
            </a:pPr>
          </a:p>
          <a:p>
            <a:pPr>
              <a:spcAft>
                <a:spcPts val="300"/>
              </a:spcAft>
              <a:defRPr sz="2100" b="0" i="0">
                <a:solidFill>
                  <a:srgbClr val="F0FDF4"/>
                </a:solidFill>
                <a:latin typeface="Inter"/>
              </a:defRPr>
            </a:pPr>
            <a:r>
              <a:t>YEAR A</a:t>
            </a:r>
          </a:p>
          <a:p>
            <a:pPr>
              <a:spcAft>
                <a:spcPts val="300"/>
              </a:spcAft>
              <a:defRPr sz="2100" b="0" i="0">
                <a:solidFill>
                  <a:srgbClr val="F0FDF4"/>
                </a:solidFill>
                <a:latin typeface="Inter"/>
              </a:defRPr>
            </a:pPr>
            <a:r>
              <a:t>2026-06-28 · Ordinary Time</a:t>
            </a:r>
          </a:p>
        </p:txBody>
      </p:sp>
      <p:sp>
        <p:nvSpPr>
          <p:cNvPr id="4" name="TextBox 3"/>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Mass poster / divider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Bef>
                <a:spcPts val="400"/>
              </a:spcBef>
              <a:spcAft>
                <a:spcPts val="500"/>
              </a:spcAft>
              <a:defRPr sz="2000" b="1" i="0">
                <a:solidFill>
                  <a:srgbClr val="86EFAC"/>
                </a:solidFill>
                <a:latin typeface="Inter"/>
              </a:defRPr>
            </a:pPr>
            <a:r>
              <a:t>Priest: In the Name of the Father, and of the Son, and of the Holy Spirit.</a:t>
            </a:r>
          </a:p>
          <a:p>
            <a:pPr algn="ctr">
              <a:spcBef>
                <a:spcPts val="400"/>
              </a:spcBef>
              <a:spcAft>
                <a:spcPts val="500"/>
              </a:spcAft>
              <a:defRPr sz="2000" b="1" i="0">
                <a:solidFill>
                  <a:srgbClr val="F0FDF4"/>
                </a:solidFill>
                <a:latin typeface="Inter"/>
              </a:defRPr>
            </a:pPr>
            <a:r>
              <a:t>All: Amen.</a:t>
            </a:r>
          </a:p>
          <a:p>
            <a:pPr algn="ctr">
              <a:spcBef>
                <a:spcPts val="400"/>
              </a:spcBef>
              <a:spcAft>
                <a:spcPts val="500"/>
              </a:spcAft>
              <a:defRPr sz="2000" b="1" i="0">
                <a:solidFill>
                  <a:srgbClr val="86EFAC"/>
                </a:solidFill>
                <a:latin typeface="Inter"/>
              </a:defRPr>
            </a:pPr>
            <a:r>
              <a:t>Priest: The Lord be with you.</a:t>
            </a:r>
          </a:p>
          <a:p>
            <a:pPr algn="ctr">
              <a:spcBef>
                <a:spcPts val="400"/>
              </a:spcBef>
              <a:spcAft>
                <a:spcPts val="500"/>
              </a:spcAft>
              <a:defRPr sz="2000" b="1" i="0">
                <a:solidFill>
                  <a:srgbClr val="F0FDF4"/>
                </a:solidFill>
                <a:latin typeface="Inter"/>
              </a:defRPr>
            </a:pPr>
            <a:r>
              <a:t>All: And with your spirit.</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Introductory Rites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150" name="Google Shape;150;p20"/>
          <p:cNvSpPr txBox="1"/>
          <p:nvPr/>
        </p:nvSpPr>
        <p:spPr>
          <a:xfrm>
            <a:off x="0" y="790775"/>
            <a:ext cx="18288000" cy="5326800"/>
          </a:xfrm>
          <a:prstGeom prst="rect">
            <a:avLst/>
          </a:prstGeom>
          <a:noFill/>
          <a:ln>
            <a:noFill/>
          </a:ln>
        </p:spPr>
        <p:txBody>
          <a:bodyPr anchorCtr="0" anchor="t" bIns="73150" lIns="109725" spcFirstLastPara="1" rIns="109725" wrap="square" tIns="73150">
            <a:noAutofit/>
          </a:bodyPr>
          <a:lstStyle/>
          <a:p>
            <a:pPr indent="0" lvl="0" marL="0" marR="0" rtl="0" algn="ctr">
              <a:spcBef>
                <a:spcPts val="0"/>
              </a:spcBef>
              <a:spcAft>
                <a:spcPts val="0"/>
              </a:spcAft>
              <a:buNone/>
            </a:pPr>
            <a:r>
              <a:rPr b="1" lang="en-US" sz="5100">
                <a:solidFill>
                  <a:srgbClr val="FFDA91"/>
                </a:solidFill>
                <a:latin typeface="Calibri"/>
                <a:ea typeface="Calibri"/>
                <a:cs typeface="Calibri"/>
                <a:sym typeface="Calibri"/>
              </a:rPr>
              <a:t>Priest: </a:t>
            </a:r>
            <a:r>
              <a:rPr b="1" i="0" lang="en-US" sz="5100" u="none" cap="none" strike="noStrike">
                <a:solidFill>
                  <a:srgbClr val="FFDA91"/>
                </a:solidFill>
                <a:latin typeface="Calibri"/>
                <a:ea typeface="Calibri"/>
                <a:cs typeface="Calibri"/>
                <a:sym typeface="Calibri"/>
              </a:rPr>
              <a:t>Brethren (brothers and sisters),</a:t>
            </a:r>
            <a:endParaRPr b="1" sz="5100">
              <a:solidFill>
                <a:srgbClr val="FFDA91"/>
              </a:solidFill>
              <a:latin typeface="Calibri"/>
              <a:ea typeface="Calibri"/>
              <a:cs typeface="Calibri"/>
              <a:sym typeface="Calibri"/>
            </a:endParaRPr>
          </a:p>
          <a:p>
            <a:pPr indent="0" lvl="0" marL="0" marR="0" rtl="0" algn="ctr">
              <a:spcBef>
                <a:spcPts val="0"/>
              </a:spcBef>
              <a:spcAft>
                <a:spcPts val="0"/>
              </a:spcAft>
              <a:buNone/>
            </a:pPr>
            <a:r>
              <a:rPr b="1" i="0" lang="en-US" sz="5100" u="none" cap="none" strike="noStrike">
                <a:solidFill>
                  <a:srgbClr val="FFDA91"/>
                </a:solidFill>
                <a:latin typeface="Calibri"/>
                <a:ea typeface="Calibri"/>
                <a:cs typeface="Calibri"/>
                <a:sym typeface="Calibri"/>
              </a:rPr>
              <a:t>let us acknowledge our sins, </a:t>
            </a:r>
            <a:endParaRPr b="1" sz="5100">
              <a:solidFill>
                <a:srgbClr val="FFDA91"/>
              </a:solidFill>
              <a:latin typeface="Calibri"/>
              <a:ea typeface="Calibri"/>
              <a:cs typeface="Calibri"/>
              <a:sym typeface="Calibri"/>
            </a:endParaRPr>
          </a:p>
          <a:p>
            <a:pPr indent="0" lvl="0" marL="0" marR="0" rtl="0" algn="ctr">
              <a:spcBef>
                <a:spcPts val="0"/>
              </a:spcBef>
              <a:spcAft>
                <a:spcPts val="0"/>
              </a:spcAft>
              <a:buNone/>
            </a:pPr>
            <a:r>
              <a:rPr b="1" lang="en-US" sz="5100">
                <a:solidFill>
                  <a:srgbClr val="FAF8F4"/>
                </a:solidFill>
                <a:latin typeface="Calibri"/>
                <a:ea typeface="Calibri"/>
                <a:cs typeface="Calibri"/>
                <a:sym typeface="Calibri"/>
              </a:rPr>
              <a:t>ALL: </a:t>
            </a:r>
            <a:r>
              <a:rPr b="1" i="0" lang="en-US" sz="5100" u="none" cap="none" strike="noStrike">
                <a:solidFill>
                  <a:srgbClr val="FAF8F4"/>
                </a:solidFill>
                <a:latin typeface="Calibri"/>
                <a:ea typeface="Calibri"/>
                <a:cs typeface="Calibri"/>
                <a:sym typeface="Calibri"/>
              </a:rPr>
              <a:t>I confess to almighty God</a:t>
            </a:r>
            <a:r>
              <a:rPr lang="en-US" sz="4500"/>
              <a:t> </a:t>
            </a:r>
            <a:r>
              <a:rPr b="0" i="0" lang="en-US" sz="5000" u="none" cap="none" strike="noStrike">
                <a:solidFill>
                  <a:srgbClr val="FAF8F4"/>
                </a:solidFill>
                <a:latin typeface="Calibri"/>
                <a:ea typeface="Calibri"/>
                <a:cs typeface="Calibri"/>
                <a:sym typeface="Calibri"/>
              </a:rPr>
              <a:t>and to you, my brothers and sisters,</a:t>
            </a:r>
            <a:endParaRPr sz="4500"/>
          </a:p>
          <a:p>
            <a:pPr indent="0" lvl="0" marL="0" marR="0" rtl="0" algn="ctr">
              <a:spcBef>
                <a:spcPts val="500"/>
              </a:spcBef>
              <a:spcAft>
                <a:spcPts val="0"/>
              </a:spcAft>
              <a:buNone/>
            </a:pPr>
            <a:r>
              <a:rPr b="0" i="0" lang="en-US" sz="5000" u="none" cap="none" strike="noStrike">
                <a:solidFill>
                  <a:srgbClr val="FAF8F4"/>
                </a:solidFill>
                <a:latin typeface="Calibri"/>
                <a:ea typeface="Calibri"/>
                <a:cs typeface="Calibri"/>
                <a:sym typeface="Calibri"/>
              </a:rPr>
              <a:t>that I have greatly sinned,</a:t>
            </a:r>
            <a:r>
              <a:rPr lang="en-US" sz="4500"/>
              <a:t> </a:t>
            </a:r>
            <a:r>
              <a:rPr b="0" i="0" lang="en-US" sz="5000" u="none" cap="none" strike="noStrike">
                <a:solidFill>
                  <a:srgbClr val="FAF8F4"/>
                </a:solidFill>
                <a:latin typeface="Calibri"/>
                <a:ea typeface="Calibri"/>
                <a:cs typeface="Calibri"/>
                <a:sym typeface="Calibri"/>
              </a:rPr>
              <a:t>in my thoughts and in my words,</a:t>
            </a:r>
            <a:endParaRPr sz="4500"/>
          </a:p>
          <a:p>
            <a:pPr indent="0" lvl="0" marL="0" marR="0" rtl="0" algn="ctr">
              <a:spcBef>
                <a:spcPts val="500"/>
              </a:spcBef>
              <a:spcAft>
                <a:spcPts val="0"/>
              </a:spcAft>
              <a:buNone/>
            </a:pPr>
            <a:r>
              <a:rPr b="0" i="0" lang="en-US" sz="5000" u="none" cap="none" strike="noStrike">
                <a:solidFill>
                  <a:srgbClr val="FAF8F4"/>
                </a:solidFill>
                <a:latin typeface="Calibri"/>
                <a:ea typeface="Calibri"/>
                <a:cs typeface="Calibri"/>
                <a:sym typeface="Calibri"/>
              </a:rPr>
              <a:t>in what I have done and in what I have failed to do,</a:t>
            </a:r>
            <a:endParaRPr b="0" i="0" sz="5000" u="none" cap="none" strike="noStrike">
              <a:solidFill>
                <a:srgbClr val="FAF8F4"/>
              </a:solidFill>
              <a:latin typeface="Calibri"/>
              <a:ea typeface="Calibri"/>
              <a:cs typeface="Calibri"/>
              <a:sym typeface="Calibri"/>
            </a:endParaRPr>
          </a:p>
          <a:p>
            <a:pPr indent="0" lvl="0" marL="0" marR="0" rtl="0" algn="ctr">
              <a:spcBef>
                <a:spcPts val="500"/>
              </a:spcBef>
              <a:spcAft>
                <a:spcPts val="0"/>
              </a:spcAft>
              <a:buNone/>
            </a:pPr>
            <a:r>
              <a:rPr lang="en-US" sz="5000">
                <a:solidFill>
                  <a:srgbClr val="FFDA91"/>
                </a:solidFill>
                <a:latin typeface="Calibri"/>
                <a:ea typeface="Calibri"/>
                <a:cs typeface="Calibri"/>
                <a:sym typeface="Calibri"/>
              </a:rPr>
              <a:t>(strike chest)</a:t>
            </a:r>
            <a:endParaRPr sz="5000">
              <a:solidFill>
                <a:srgbClr val="FFDA91"/>
              </a:solidFill>
              <a:latin typeface="Calibri"/>
              <a:ea typeface="Calibri"/>
              <a:cs typeface="Calibri"/>
              <a:sym typeface="Calibri"/>
            </a:endParaRPr>
          </a:p>
          <a:p>
            <a:pPr indent="0" lvl="0" marL="0" marR="0" rtl="0" algn="ctr">
              <a:spcBef>
                <a:spcPts val="500"/>
              </a:spcBef>
              <a:spcAft>
                <a:spcPts val="0"/>
              </a:spcAft>
              <a:buNone/>
            </a:pPr>
            <a:r>
              <a:rPr b="0" i="0" lang="en-US" sz="5000" u="none" cap="none" strike="noStrike">
                <a:solidFill>
                  <a:srgbClr val="FAF8F4"/>
                </a:solidFill>
                <a:latin typeface="Calibri"/>
                <a:ea typeface="Calibri"/>
                <a:cs typeface="Calibri"/>
                <a:sym typeface="Calibri"/>
              </a:rPr>
              <a:t>through my fault, through my fault,</a:t>
            </a:r>
            <a:r>
              <a:rPr lang="en-US" sz="4500"/>
              <a:t> </a:t>
            </a:r>
            <a:r>
              <a:rPr b="0" i="0" lang="en-US" sz="5000" u="none" cap="none" strike="noStrike">
                <a:solidFill>
                  <a:srgbClr val="FAF8F4"/>
                </a:solidFill>
                <a:latin typeface="Calibri"/>
                <a:ea typeface="Calibri"/>
                <a:cs typeface="Calibri"/>
                <a:sym typeface="Calibri"/>
              </a:rPr>
              <a:t>through my most grievous fault;</a:t>
            </a:r>
            <a:endParaRPr sz="4500"/>
          </a:p>
          <a:p>
            <a:pPr indent="0" lvl="0" marL="0" marR="0" rtl="0" algn="ctr">
              <a:spcBef>
                <a:spcPts val="500"/>
              </a:spcBef>
              <a:spcAft>
                <a:spcPts val="0"/>
              </a:spcAft>
              <a:buNone/>
            </a:pPr>
            <a:r>
              <a:rPr b="0" i="0" lang="en-US" sz="5000" u="none" cap="none" strike="noStrike">
                <a:solidFill>
                  <a:srgbClr val="FAF8F4"/>
                </a:solidFill>
                <a:latin typeface="Calibri"/>
                <a:ea typeface="Calibri"/>
                <a:cs typeface="Calibri"/>
                <a:sym typeface="Calibri"/>
              </a:rPr>
              <a:t>therefore I ask blessed Mary ever-Virgin,</a:t>
            </a:r>
            <a:r>
              <a:rPr lang="en-US" sz="4500"/>
              <a:t> </a:t>
            </a:r>
            <a:r>
              <a:rPr b="0" i="0" lang="en-US" sz="5000" u="none" cap="none" strike="noStrike">
                <a:solidFill>
                  <a:srgbClr val="FAF8F4"/>
                </a:solidFill>
                <a:latin typeface="Calibri"/>
                <a:ea typeface="Calibri"/>
                <a:cs typeface="Calibri"/>
                <a:sym typeface="Calibri"/>
              </a:rPr>
              <a:t>all the Angels and Saints,</a:t>
            </a:r>
            <a:endParaRPr sz="4500"/>
          </a:p>
          <a:p>
            <a:pPr indent="0" lvl="0" marL="0" marR="0" rtl="0" algn="ctr">
              <a:spcBef>
                <a:spcPts val="500"/>
              </a:spcBef>
              <a:spcAft>
                <a:spcPts val="0"/>
              </a:spcAft>
              <a:buNone/>
            </a:pPr>
            <a:r>
              <a:rPr b="0" i="0" lang="en-US" sz="5000" u="none" cap="none" strike="noStrike">
                <a:solidFill>
                  <a:srgbClr val="FAF8F4"/>
                </a:solidFill>
                <a:latin typeface="Calibri"/>
                <a:ea typeface="Calibri"/>
                <a:cs typeface="Calibri"/>
                <a:sym typeface="Calibri"/>
              </a:rPr>
              <a:t>and you, my brothers and sisters,</a:t>
            </a:r>
            <a:r>
              <a:rPr lang="en-US" sz="4500"/>
              <a:t> </a:t>
            </a:r>
            <a:r>
              <a:rPr b="0" i="0" lang="en-US" sz="5000" u="none" cap="none" strike="noStrike">
                <a:solidFill>
                  <a:srgbClr val="FAF8F4"/>
                </a:solidFill>
                <a:latin typeface="Calibri"/>
                <a:ea typeface="Calibri"/>
                <a:cs typeface="Calibri"/>
                <a:sym typeface="Calibri"/>
              </a:rPr>
              <a:t>to pray for me to the Lord our God.</a:t>
            </a:r>
            <a:endParaRPr sz="4500"/>
          </a:p>
          <a:p>
            <a:pPr indent="0" lvl="0" marL="0" marR="0" rtl="0" algn="l">
              <a:spcBef>
                <a:spcPts val="500"/>
              </a:spcBef>
              <a:spcAft>
                <a:spcPts val="0"/>
              </a:spcAft>
              <a:buNone/>
            </a:pPr>
            <a:r>
              <a:t/>
            </a:r>
            <a:endParaRPr sz="4500"/>
          </a:p>
        </p:txBody>
      </p:sp>
      <p:sp>
        <p:nvSpPr>
          <p:cNvPr id="151" name="TextBox 150"/>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Penitential Act (1/2)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159" name="Google Shape;159;p21"/>
          <p:cNvSpPr txBox="1"/>
          <p:nvPr/>
        </p:nvSpPr>
        <p:spPr>
          <a:xfrm>
            <a:off x="0" y="1603800"/>
            <a:ext cx="18288000" cy="3323700"/>
          </a:xfrm>
          <a:prstGeom prst="rect">
            <a:avLst/>
          </a:prstGeom>
          <a:noFill/>
          <a:ln>
            <a:noFill/>
          </a:ln>
        </p:spPr>
        <p:txBody>
          <a:bodyPr anchorCtr="0" anchor="t" bIns="73150" lIns="109725" spcFirstLastPara="1" rIns="109725" wrap="square" tIns="73150">
            <a:spAutoFit/>
          </a:bodyPr>
          <a:lstStyle/>
          <a:p>
            <a:pPr indent="0" lvl="0" marL="0" rtl="0" algn="ctr">
              <a:spcBef>
                <a:spcPts val="500"/>
              </a:spcBef>
              <a:spcAft>
                <a:spcPts val="0"/>
              </a:spcAft>
              <a:buNone/>
            </a:pPr>
            <a:r>
              <a:rPr b="1" lang="en-US" sz="6600">
                <a:solidFill>
                  <a:srgbClr val="FFDA91"/>
                </a:solidFill>
                <a:latin typeface="Calibri"/>
                <a:ea typeface="Calibri"/>
                <a:cs typeface="Calibri"/>
                <a:sym typeface="Calibri"/>
              </a:rPr>
              <a:t>Priest:</a:t>
            </a:r>
            <a:endParaRPr b="1" sz="6600">
              <a:solidFill>
                <a:srgbClr val="FFDA91"/>
              </a:solidFill>
              <a:latin typeface="Calibri"/>
              <a:ea typeface="Calibri"/>
              <a:cs typeface="Calibri"/>
              <a:sym typeface="Calibri"/>
            </a:endParaRPr>
          </a:p>
          <a:p>
            <a:pPr indent="0" lvl="0" marL="0" rtl="0" algn="ctr">
              <a:spcBef>
                <a:spcPts val="500"/>
              </a:spcBef>
              <a:spcAft>
                <a:spcPts val="0"/>
              </a:spcAft>
              <a:buNone/>
            </a:pPr>
            <a:r>
              <a:rPr b="1" lang="en-US" sz="6600">
                <a:solidFill>
                  <a:schemeClr val="lt1"/>
                </a:solidFill>
                <a:latin typeface="Calibri"/>
                <a:ea typeface="Calibri"/>
                <a:cs typeface="Calibri"/>
                <a:sym typeface="Calibri"/>
              </a:rPr>
              <a:t>May almighty God have mercy on us,</a:t>
            </a:r>
            <a:endParaRPr b="1" sz="6600">
              <a:solidFill>
                <a:schemeClr val="lt1"/>
              </a:solidFill>
              <a:latin typeface="Calibri"/>
              <a:ea typeface="Calibri"/>
              <a:cs typeface="Calibri"/>
              <a:sym typeface="Calibri"/>
            </a:endParaRPr>
          </a:p>
          <a:p>
            <a:pPr indent="0" lvl="0" marL="0" rtl="0" algn="ctr">
              <a:spcBef>
                <a:spcPts val="500"/>
              </a:spcBef>
              <a:spcAft>
                <a:spcPts val="0"/>
              </a:spcAft>
              <a:buClr>
                <a:schemeClr val="dk1"/>
              </a:buClr>
              <a:buFont typeface="Arial"/>
              <a:buNone/>
            </a:pPr>
            <a:r>
              <a:rPr b="1" lang="en-US" sz="6600">
                <a:solidFill>
                  <a:schemeClr val="lt1"/>
                </a:solidFill>
                <a:latin typeface="Calibri"/>
                <a:ea typeface="Calibri"/>
                <a:cs typeface="Calibri"/>
                <a:sym typeface="Calibri"/>
              </a:rPr>
              <a:t>forgive us our sins, and bring us to everlasting life</a:t>
            </a:r>
            <a:r>
              <a:rPr b="1" lang="en-US" sz="6600">
                <a:solidFill>
                  <a:srgbClr val="FFDA91"/>
                </a:solidFill>
                <a:latin typeface="Calibri"/>
                <a:ea typeface="Calibri"/>
                <a:cs typeface="Calibri"/>
                <a:sym typeface="Calibri"/>
              </a:rPr>
              <a:t>.</a:t>
            </a:r>
            <a:endParaRPr b="1" sz="7900">
              <a:solidFill>
                <a:srgbClr val="FFDA91"/>
              </a:solidFill>
              <a:latin typeface="Calibri"/>
              <a:ea typeface="Calibri"/>
              <a:cs typeface="Calibri"/>
              <a:sym typeface="Calibri"/>
            </a:endParaRPr>
          </a:p>
        </p:txBody>
      </p:sp>
      <p:sp>
        <p:nvSpPr>
          <p:cNvPr id="164" name="Google Shape;164;p21"/>
          <p:cNvSpPr txBox="1"/>
          <p:nvPr/>
        </p:nvSpPr>
        <p:spPr>
          <a:xfrm>
            <a:off x="0" y="6256725"/>
            <a:ext cx="18288000" cy="1225200"/>
          </a:xfrm>
          <a:prstGeom prst="rect">
            <a:avLst/>
          </a:prstGeom>
          <a:noFill/>
          <a:ln>
            <a:noFill/>
          </a:ln>
        </p:spPr>
        <p:txBody>
          <a:bodyPr anchorCtr="0" anchor="t" bIns="73150" lIns="109725" spcFirstLastPara="1" rIns="109725" wrap="square" tIns="73150">
            <a:spAutoFit/>
          </a:bodyPr>
          <a:lstStyle/>
          <a:p>
            <a:pPr indent="0" lvl="0" marL="0" rtl="0" algn="ctr">
              <a:spcBef>
                <a:spcPts val="500"/>
              </a:spcBef>
              <a:spcAft>
                <a:spcPts val="0"/>
              </a:spcAft>
              <a:buNone/>
            </a:pPr>
            <a:r>
              <a:rPr b="1" lang="en-US" sz="7000">
                <a:solidFill>
                  <a:srgbClr val="FFDA91"/>
                </a:solidFill>
                <a:latin typeface="Calibri"/>
                <a:ea typeface="Calibri"/>
                <a:cs typeface="Calibri"/>
                <a:sym typeface="Calibri"/>
              </a:rPr>
              <a:t>ALL: </a:t>
            </a:r>
            <a:r>
              <a:rPr b="1" lang="en-US" sz="7000">
                <a:solidFill>
                  <a:schemeClr val="lt1"/>
                </a:solidFill>
                <a:latin typeface="Calibri"/>
                <a:ea typeface="Calibri"/>
                <a:cs typeface="Calibri"/>
                <a:sym typeface="Calibri"/>
              </a:rPr>
              <a:t>AMEN</a:t>
            </a:r>
            <a:r>
              <a:rPr b="1" lang="en-US" sz="7000">
                <a:solidFill>
                  <a:srgbClr val="FFDA91"/>
                </a:solidFill>
                <a:latin typeface="Calibri"/>
                <a:ea typeface="Calibri"/>
                <a:cs typeface="Calibri"/>
                <a:sym typeface="Calibri"/>
              </a:rPr>
              <a:t>!</a:t>
            </a:r>
            <a:endParaRPr b="1" sz="7000">
              <a:solidFill>
                <a:srgbClr val="FFDA91"/>
              </a:solidFill>
              <a:latin typeface="Calibri"/>
              <a:ea typeface="Calibri"/>
              <a:cs typeface="Calibri"/>
              <a:sym typeface="Calibri"/>
            </a:endParaRPr>
          </a:p>
        </p:txBody>
      </p:sp>
      <p:sp>
        <p:nvSpPr>
          <p:cNvPr id="165" name="TextBox 164"/>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Penitential Act (2/2)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169" name="Google Shape;169;p22"/>
          <p:cNvSpPr txBox="1"/>
          <p:nvPr/>
        </p:nvSpPr>
        <p:spPr>
          <a:xfrm>
            <a:off x="3772800" y="1201100"/>
            <a:ext cx="10742400" cy="8097900"/>
          </a:xfrm>
          <a:prstGeom prst="rect">
            <a:avLst/>
          </a:prstGeom>
          <a:noFill/>
          <a:ln>
            <a:noFill/>
          </a:ln>
        </p:spPr>
        <p:txBody>
          <a:bodyPr anchorCtr="0" anchor="t" bIns="73150" lIns="109725" spcFirstLastPara="1" rIns="109725" wrap="square" tIns="73150">
            <a:spAutoFit/>
          </a:bodyPr>
          <a:lstStyle/>
          <a:p>
            <a:pPr indent="0" lvl="0" marL="0" marR="0" rtl="0" algn="l">
              <a:spcBef>
                <a:spcPts val="0"/>
              </a:spcBef>
              <a:spcAft>
                <a:spcPts val="0"/>
              </a:spcAft>
              <a:buNone/>
            </a:pPr>
            <a:r>
              <a:rPr b="1" i="0" lang="en-US" sz="8400" u="none" cap="none" strike="noStrike">
                <a:solidFill>
                  <a:srgbClr val="FAF8F4"/>
                </a:solidFill>
                <a:latin typeface="Calibri"/>
                <a:ea typeface="Calibri"/>
                <a:cs typeface="Calibri"/>
                <a:sym typeface="Calibri"/>
              </a:rPr>
              <a:t>Lord, have mercy.</a:t>
            </a:r>
            <a:endParaRPr sz="8400"/>
          </a:p>
          <a:p>
            <a:pPr indent="457200" lvl="0" marL="914400" marR="0" rtl="0" algn="l">
              <a:spcBef>
                <a:spcPts val="0"/>
              </a:spcBef>
              <a:spcAft>
                <a:spcPts val="0"/>
              </a:spcAft>
              <a:buNone/>
            </a:pPr>
            <a:r>
              <a:rPr b="1" i="0" lang="en-US" sz="8400" u="none" cap="none" strike="noStrike">
                <a:solidFill>
                  <a:srgbClr val="FAF8F4"/>
                </a:solidFill>
                <a:latin typeface="Calibri"/>
                <a:ea typeface="Calibri"/>
                <a:cs typeface="Calibri"/>
                <a:sym typeface="Calibri"/>
              </a:rPr>
              <a:t>Lord, have mercy.</a:t>
            </a:r>
            <a:endParaRPr sz="8400"/>
          </a:p>
          <a:p>
            <a:pPr indent="0" lvl="0" marL="0" marR="0" rtl="0" algn="l">
              <a:spcBef>
                <a:spcPts val="0"/>
              </a:spcBef>
              <a:spcAft>
                <a:spcPts val="0"/>
              </a:spcAft>
              <a:buNone/>
            </a:pPr>
            <a:r>
              <a:rPr b="1" i="0" lang="en-US" sz="8400" u="none" cap="none" strike="noStrike">
                <a:solidFill>
                  <a:srgbClr val="FAF8F4"/>
                </a:solidFill>
                <a:latin typeface="Calibri"/>
                <a:ea typeface="Calibri"/>
                <a:cs typeface="Calibri"/>
                <a:sym typeface="Calibri"/>
              </a:rPr>
              <a:t>Christ, have mercy.</a:t>
            </a:r>
            <a:endParaRPr sz="8400"/>
          </a:p>
          <a:p>
            <a:pPr indent="457200" lvl="0" marL="914400" marR="0" rtl="0" algn="l">
              <a:spcBef>
                <a:spcPts val="500"/>
              </a:spcBef>
              <a:spcAft>
                <a:spcPts val="0"/>
              </a:spcAft>
              <a:buNone/>
            </a:pPr>
            <a:r>
              <a:rPr b="1" i="0" lang="en-US" sz="8400" u="none" cap="none" strike="noStrike">
                <a:solidFill>
                  <a:srgbClr val="FAF8F4"/>
                </a:solidFill>
                <a:latin typeface="Calibri"/>
                <a:ea typeface="Calibri"/>
                <a:cs typeface="Calibri"/>
                <a:sym typeface="Calibri"/>
              </a:rPr>
              <a:t>Christ, have mercy.</a:t>
            </a:r>
            <a:endParaRPr sz="8400"/>
          </a:p>
          <a:p>
            <a:pPr indent="0" lvl="0" marL="0" marR="0" rtl="0" algn="l">
              <a:spcBef>
                <a:spcPts val="500"/>
              </a:spcBef>
              <a:spcAft>
                <a:spcPts val="0"/>
              </a:spcAft>
              <a:buNone/>
            </a:pPr>
            <a:r>
              <a:rPr b="1" i="0" lang="en-US" sz="8400" u="none" cap="none" strike="noStrike">
                <a:solidFill>
                  <a:srgbClr val="FAF8F4"/>
                </a:solidFill>
                <a:latin typeface="Calibri"/>
                <a:ea typeface="Calibri"/>
                <a:cs typeface="Calibri"/>
                <a:sym typeface="Calibri"/>
              </a:rPr>
              <a:t>Lord, have mercy.</a:t>
            </a:r>
            <a:endParaRPr sz="8400"/>
          </a:p>
          <a:p>
            <a:pPr indent="457200" lvl="0" marL="914400" marR="0" rtl="0" algn="l">
              <a:spcBef>
                <a:spcPts val="500"/>
              </a:spcBef>
              <a:spcAft>
                <a:spcPts val="0"/>
              </a:spcAft>
              <a:buNone/>
            </a:pPr>
            <a:r>
              <a:rPr b="1" i="0" lang="en-US" sz="8400" u="none" cap="none" strike="noStrike">
                <a:solidFill>
                  <a:srgbClr val="FAF8F4"/>
                </a:solidFill>
                <a:latin typeface="Calibri"/>
                <a:ea typeface="Calibri"/>
                <a:cs typeface="Calibri"/>
                <a:sym typeface="Calibri"/>
              </a:rPr>
              <a:t>Lord, have mercy.</a:t>
            </a:r>
            <a:endParaRPr sz="8400"/>
          </a:p>
        </p:txBody>
      </p:sp>
      <p:sp>
        <p:nvSpPr>
          <p:cNvPr id="170" name="TextBox 169"/>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Kyrie Eleison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Bef>
                <a:spcPts val="400"/>
              </a:spcBef>
              <a:spcAft>
                <a:spcPts val="800"/>
              </a:spcAft>
              <a:defRPr sz="5000" b="1" i="0">
                <a:solidFill>
                  <a:srgbClr val="F0FDF4"/>
                </a:solidFill>
                <a:latin typeface="Inter"/>
              </a:defRPr>
            </a:pPr>
            <a:r>
              <a:t>Glory to God in the highest,</a:t>
            </a:r>
          </a:p>
          <a:p>
            <a:pPr algn="ctr">
              <a:spcAft>
                <a:spcPts val="800"/>
              </a:spcAft>
              <a:defRPr sz="5000" b="0" i="0">
                <a:solidFill>
                  <a:srgbClr val="F0FDF4"/>
                </a:solidFill>
                <a:latin typeface="Inter"/>
              </a:defRPr>
            </a:pPr>
            <a:r>
              <a:t>and on earth peace to people of good will.</a:t>
            </a:r>
          </a:p>
          <a:p>
            <a:pPr algn="ctr">
              <a:spcAft>
                <a:spcPts val="800"/>
              </a:spcAft>
              <a:defRPr sz="5000" b="0" i="0">
                <a:solidFill>
                  <a:srgbClr val="F0FDF4"/>
                </a:solidFill>
                <a:latin typeface="Inter"/>
              </a:defRPr>
            </a:pPr>
            <a:r>
              <a:t>We praise you, we bless you, we adore you,</a:t>
            </a:r>
          </a:p>
          <a:p>
            <a:pPr algn="ctr">
              <a:spcAft>
                <a:spcPts val="800"/>
              </a:spcAft>
              <a:defRPr sz="5000" b="0" i="0">
                <a:solidFill>
                  <a:srgbClr val="F0FDF4"/>
                </a:solidFill>
                <a:latin typeface="Inter"/>
              </a:defRPr>
            </a:pPr>
            <a:r>
              <a:t>we glorify you, we give you thanks</a:t>
            </a:r>
          </a:p>
          <a:p>
            <a:pPr algn="ctr">
              <a:spcAft>
                <a:spcPts val="800"/>
              </a:spcAft>
              <a:defRPr sz="5000" b="0" i="0">
                <a:solidFill>
                  <a:srgbClr val="F0FDF4"/>
                </a:solidFill>
                <a:latin typeface="Inter"/>
              </a:defRPr>
            </a:pPr>
            <a:r>
              <a:t>for your great glory,</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Gloria (1/4)</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800"/>
              </a:spcAft>
              <a:defRPr sz="5000" b="0" i="0">
                <a:solidFill>
                  <a:srgbClr val="F0FDF4"/>
                </a:solidFill>
                <a:latin typeface="Inter"/>
              </a:defRPr>
            </a:pPr>
            <a:r>
              <a:t>Lord God, heavenly King, O God, almighty Father.</a:t>
            </a:r>
          </a:p>
          <a:p>
            <a:pPr algn="ctr">
              <a:spcAft>
                <a:spcPts val="800"/>
              </a:spcAft>
              <a:defRPr sz="5000" b="0" i="0">
                <a:solidFill>
                  <a:srgbClr val="F0FDF4"/>
                </a:solidFill>
                <a:latin typeface="Inter"/>
              </a:defRPr>
            </a:pPr>
            <a:r>
              <a:t>Lord Jesus Christ, Only Begotten Son,</a:t>
            </a:r>
          </a:p>
          <a:p>
            <a:pPr algn="ctr">
              <a:spcAft>
                <a:spcPts val="800"/>
              </a:spcAft>
              <a:defRPr sz="5000" b="0" i="0">
                <a:solidFill>
                  <a:srgbClr val="F0FDF4"/>
                </a:solidFill>
                <a:latin typeface="Inter"/>
              </a:defRPr>
            </a:pPr>
            <a:r>
              <a:t>Lord God, Lamb of God, Son of the Father,</a:t>
            </a:r>
          </a:p>
          <a:p>
            <a:pPr algn="ctr">
              <a:spcAft>
                <a:spcPts val="800"/>
              </a:spcAft>
              <a:defRPr sz="5000" b="0" i="0">
                <a:solidFill>
                  <a:srgbClr val="F0FDF4"/>
                </a:solidFill>
                <a:latin typeface="Inter"/>
              </a:defRPr>
            </a:pPr>
            <a:r>
              <a:t>you take away the sins of the world, have mercy on us;</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Gloria (2/4)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800"/>
              </a:spcAft>
              <a:defRPr sz="5000" b="0" i="0">
                <a:solidFill>
                  <a:srgbClr val="F0FDF4"/>
                </a:solidFill>
                <a:latin typeface="Inter"/>
              </a:defRPr>
            </a:pPr>
            <a:r>
              <a:t>you take away the sins of the world, receive our prayer;</a:t>
            </a:r>
          </a:p>
          <a:p>
            <a:pPr algn="ctr">
              <a:spcAft>
                <a:spcPts val="800"/>
              </a:spcAft>
              <a:defRPr sz="5000" b="0" i="0">
                <a:solidFill>
                  <a:srgbClr val="F0FDF4"/>
                </a:solidFill>
                <a:latin typeface="Inter"/>
              </a:defRPr>
            </a:pPr>
            <a:r>
              <a:t>you are seated at the right hand of the Father, have mercy on us.</a:t>
            </a:r>
          </a:p>
          <a:p>
            <a:pPr algn="ctr">
              <a:spcAft>
                <a:spcPts val="800"/>
              </a:spcAft>
              <a:defRPr sz="5000" b="0" i="0">
                <a:solidFill>
                  <a:srgbClr val="F0FDF4"/>
                </a:solidFill>
                <a:latin typeface="Inter"/>
              </a:defRPr>
            </a:pPr>
            <a:r>
              <a:t>For you alone are the Holy One,</a:t>
            </a:r>
          </a:p>
          <a:p>
            <a:pPr algn="ctr">
              <a:spcAft>
                <a:spcPts val="800"/>
              </a:spcAft>
              <a:defRPr sz="5000" b="0" i="0">
                <a:solidFill>
                  <a:srgbClr val="F0FDF4"/>
                </a:solidFill>
                <a:latin typeface="Inter"/>
              </a:defRPr>
            </a:pPr>
            <a:r>
              <a:t>you alone are the Lord,</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Gloria (3/4)</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800"/>
              </a:spcAft>
              <a:defRPr sz="5000" b="0" i="0">
                <a:solidFill>
                  <a:srgbClr val="F0FDF4"/>
                </a:solidFill>
                <a:latin typeface="Inter"/>
              </a:defRPr>
            </a:pPr>
            <a:r>
              <a:t>you alone are the Most High,</a:t>
            </a:r>
          </a:p>
          <a:p>
            <a:pPr algn="ctr">
              <a:spcAft>
                <a:spcPts val="800"/>
              </a:spcAft>
              <a:defRPr sz="5000" b="0" i="0">
                <a:solidFill>
                  <a:srgbClr val="F0FDF4"/>
                </a:solidFill>
                <a:latin typeface="Inter"/>
              </a:defRPr>
            </a:pPr>
            <a:r>
              <a:t>Jesus Christ,</a:t>
            </a:r>
          </a:p>
          <a:p>
            <a:pPr algn="ctr">
              <a:spcAft>
                <a:spcPts val="800"/>
              </a:spcAft>
              <a:defRPr sz="5000" b="0" i="0">
                <a:solidFill>
                  <a:srgbClr val="F0FDF4"/>
                </a:solidFill>
                <a:latin typeface="Inter"/>
              </a:defRPr>
            </a:pPr>
            <a:r>
              <a:t>with the Holy Spirit,</a:t>
            </a:r>
          </a:p>
          <a:p>
            <a:pPr algn="ctr">
              <a:spcAft>
                <a:spcPts val="800"/>
              </a:spcAft>
              <a:defRPr sz="5000" b="0" i="0">
                <a:solidFill>
                  <a:srgbClr val="F0FDF4"/>
                </a:solidFill>
                <a:latin typeface="Inter"/>
              </a:defRPr>
            </a:pPr>
            <a:r>
              <a:t>in the glory of God the Father.</a:t>
            </a:r>
          </a:p>
          <a:p>
            <a:pPr algn="ctr">
              <a:spcAft>
                <a:spcPts val="800"/>
              </a:spcAft>
              <a:defRPr sz="5000" b="0" i="0">
                <a:solidFill>
                  <a:srgbClr val="F0FDF4"/>
                </a:solidFill>
                <a:latin typeface="Inter"/>
              </a:defRPr>
            </a:pPr>
            <a:r>
              <a:t>Amen.</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Gloria (4/4)</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Bef>
                <a:spcPts val="400"/>
              </a:spcBef>
              <a:spcAft>
                <a:spcPts val="500"/>
              </a:spcAft>
              <a:defRPr sz="2000" b="1" i="0">
                <a:solidFill>
                  <a:srgbClr val="86EFAC"/>
                </a:solidFill>
                <a:latin typeface="Inter"/>
              </a:defRPr>
            </a:pPr>
            <a:r>
              <a:t>Priest: Let us pray.</a:t>
            </a:r>
          </a:p>
          <a:p>
            <a:pPr algn="ctr">
              <a:spcAft>
                <a:spcPts val="500"/>
              </a:spcAft>
              <a:defRPr sz="1500" b="0" i="1">
                <a:solidFill>
                  <a:srgbClr val="86EFAC"/>
                </a:solidFill>
                <a:latin typeface="Inter"/>
              </a:defRPr>
            </a:pPr>
            <a:r>
              <a:t>All pray silently with the Priest for a moment. Then the Priest says the Collect for the day, that is, the Opening Prayer, in full from the Roman Missal for this celebration—nothing abbreviated. The people respond at the end.</a:t>
            </a:r>
          </a:p>
          <a:p>
            <a:pPr algn="ctr">
              <a:spcBef>
                <a:spcPts val="400"/>
              </a:spcBef>
              <a:spcAft>
                <a:spcPts val="500"/>
              </a:spcAft>
              <a:defRPr sz="2000" b="1" i="0">
                <a:solidFill>
                  <a:srgbClr val="F0FDF4"/>
                </a:solidFill>
                <a:latin typeface="Inter"/>
              </a:defRPr>
            </a:pPr>
            <a:r>
              <a:t>All: Amen.</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Liturgy of the Word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758952"/>
            <a:ext cx="16459200" cy="4114800"/>
          </a:xfrm>
          <a:prstGeom prst="rect">
            <a:avLst/>
          </a:prstGeom>
          <a:noFill/>
        </p:spPr>
        <p:txBody>
          <a:bodyPr wrap="square" lIns="109728" rIns="109728" tIns="73152" bIns="73152">
            <a:noAutofit/>
          </a:bodyPr>
          <a:lstStyle/>
          <a:p>
            <a:pPr algn="ctr">
              <a:defRPr sz="4400" b="1" i="0">
                <a:solidFill>
                  <a:srgbClr val="86EFAC"/>
                </a:solidFill>
                <a:latin typeface="Inter"/>
              </a:defRPr>
            </a:pPr>
            <a:r>
              <a:t>LITURGY OF</a:t>
            </a:r>
            <a:br/>
            <a:r>
              <a:t>THE WORD</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Liturgy of the Word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1000"/>
              </a:spcAft>
              <a:defRPr sz="5000" b="1" i="0">
                <a:solidFill>
                  <a:srgbClr val="86EFAC"/>
                </a:solidFill>
                <a:latin typeface="Inter"/>
              </a:defRPr>
            </a:pPr>
            <a:r>
              <a:t>Liturgy of the Word</a:t>
            </a:r>
          </a:p>
          <a:p>
            <a:pPr algn="ctr">
              <a:spcAft>
                <a:spcPts val="1200"/>
              </a:spcAft>
              <a:defRPr sz="5000" b="1" i="0">
                <a:solidFill>
                  <a:srgbClr val="86EFAC"/>
                </a:solidFill>
                <a:latin typeface="Inter"/>
              </a:defRPr>
            </a:pPr>
            <a:r>
              <a:t>First Reading</a:t>
            </a:r>
            <a:br/>
            <a:r>
              <a:t>(—)</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Liturgy of the Word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1000"/>
              </a:spcAft>
              <a:defRPr sz="5000" b="1" i="0">
                <a:solidFill>
                  <a:srgbClr val="86EFAC"/>
                </a:solidFill>
                <a:latin typeface="Inter"/>
              </a:defRPr>
            </a:pPr>
            <a:r>
              <a:t>Liturgy of the Word</a:t>
            </a:r>
          </a:p>
          <a:p>
            <a:pPr algn="ctr">
              <a:spcAft>
                <a:spcPts val="1200"/>
              </a:spcAft>
              <a:defRPr sz="5000" b="1" i="0">
                <a:solidFill>
                  <a:srgbClr val="86EFAC"/>
                </a:solidFill>
                <a:latin typeface="Inter"/>
              </a:defRPr>
            </a:pPr>
            <a:r>
              <a:t>Responsorial Psalm</a:t>
            </a:r>
            <a:br/>
            <a:r>
              <a:t>(Psalm 89:2-3, 16-17, 18-19)</a:t>
            </a:r>
          </a:p>
          <a:p>
            <a:pPr algn="ctr">
              <a:spcAft>
                <a:spcPts val="1000"/>
              </a:spcAft>
              <a:defRPr sz="1600" b="0" i="0">
                <a:solidFill>
                  <a:srgbClr val="22C55E"/>
                </a:solidFill>
                <a:latin typeface="Inter"/>
              </a:defRPr>
            </a:pPr>
            <a:r>
              <a:t>Slide 1 of 24</a:t>
            </a:r>
          </a:p>
          <a:p>
            <a:pPr algn="ctr">
              <a:spcAft>
                <a:spcPts val="800"/>
              </a:spcAft>
              <a:defRPr sz="6500" b="0" i="0">
                <a:solidFill>
                  <a:srgbClr val="F0FDF4"/>
                </a:solidFill>
                <a:latin typeface="Inter"/>
              </a:defRPr>
            </a:pPr>
            <a:r>
              <a:t>I will sing of the loving kindness of Yahweh forever. With my mouth, I will make known your faithfulness to all generations. I indeed declare, “Love stands firm forever. You established the heavens.</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Liturgy of the Word (1/24)</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1000"/>
              </a:spcAft>
              <a:defRPr sz="5000" b="1" i="0">
                <a:solidFill>
                  <a:srgbClr val="86EFAC"/>
                </a:solidFill>
                <a:latin typeface="Inter"/>
              </a:defRPr>
            </a:pPr>
            <a:r>
              <a:t>Liturgy of the Word</a:t>
            </a:r>
          </a:p>
          <a:p>
            <a:pPr algn="ctr">
              <a:spcAft>
                <a:spcPts val="1200"/>
              </a:spcAft>
              <a:defRPr sz="5000" b="1" i="0">
                <a:solidFill>
                  <a:srgbClr val="86EFAC"/>
                </a:solidFill>
                <a:latin typeface="Inter"/>
              </a:defRPr>
            </a:pPr>
            <a:r>
              <a:t>Responsorial Psalm (continued)</a:t>
            </a:r>
            <a:br/>
            <a:r>
              <a:t>(Psalm 89:2-3, 16-17, 18-19)</a:t>
            </a:r>
          </a:p>
          <a:p>
            <a:pPr algn="ctr">
              <a:spcAft>
                <a:spcPts val="1000"/>
              </a:spcAft>
              <a:defRPr sz="1600" b="0" i="0">
                <a:solidFill>
                  <a:srgbClr val="22C55E"/>
                </a:solidFill>
                <a:latin typeface="Inter"/>
              </a:defRPr>
            </a:pPr>
            <a:r>
              <a:t>Slide 2 of 24</a:t>
            </a:r>
          </a:p>
          <a:p>
            <a:pPr algn="ctr">
              <a:spcAft>
                <a:spcPts val="800"/>
              </a:spcAft>
              <a:defRPr sz="6500" b="0" i="0">
                <a:solidFill>
                  <a:srgbClr val="F0FDF4"/>
                </a:solidFill>
                <a:latin typeface="Inter"/>
              </a:defRPr>
            </a:pPr>
            <a:r>
              <a:t>Your faithfulness is in them.” “I have made a covenant with my chosen one, I have sworn to David, my servant, ‘I will establish your offspring forever, and build up your throne to all generations.’” Selah.</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Liturgy of the Word (2/24)</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1000"/>
              </a:spcAft>
              <a:defRPr sz="5000" b="1" i="0">
                <a:solidFill>
                  <a:srgbClr val="86EFAC"/>
                </a:solidFill>
                <a:latin typeface="Inter"/>
              </a:defRPr>
            </a:pPr>
            <a:r>
              <a:t>Liturgy of the Word</a:t>
            </a:r>
          </a:p>
          <a:p>
            <a:pPr algn="ctr">
              <a:spcAft>
                <a:spcPts val="1200"/>
              </a:spcAft>
              <a:defRPr sz="5000" b="1" i="0">
                <a:solidFill>
                  <a:srgbClr val="86EFAC"/>
                </a:solidFill>
                <a:latin typeface="Inter"/>
              </a:defRPr>
            </a:pPr>
            <a:r>
              <a:t>Responsorial Psalm (continued)</a:t>
            </a:r>
            <a:br/>
            <a:r>
              <a:t>(Psalm 89:2-3, 16-17, 18-19)</a:t>
            </a:r>
          </a:p>
          <a:p>
            <a:pPr algn="ctr">
              <a:spcAft>
                <a:spcPts val="1000"/>
              </a:spcAft>
              <a:defRPr sz="1600" b="0" i="0">
                <a:solidFill>
                  <a:srgbClr val="22C55E"/>
                </a:solidFill>
                <a:latin typeface="Inter"/>
              </a:defRPr>
            </a:pPr>
            <a:r>
              <a:t>Slide 3 of 24</a:t>
            </a:r>
          </a:p>
          <a:p>
            <a:pPr algn="ctr">
              <a:spcAft>
                <a:spcPts val="800"/>
              </a:spcAft>
              <a:defRPr sz="6500" b="0" i="0">
                <a:solidFill>
                  <a:srgbClr val="F0FDF4"/>
                </a:solidFill>
                <a:latin typeface="Inter"/>
              </a:defRPr>
            </a:pPr>
            <a:r>
              <a:t>The heavens will praise your wonders, Yahweh; your faithfulness also in the assembly of the holy ones. For who in the skies can be compared to Yahweh?</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Liturgy of the Word (3/24)</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1000"/>
              </a:spcAft>
              <a:defRPr sz="5000" b="1" i="0">
                <a:solidFill>
                  <a:srgbClr val="86EFAC"/>
                </a:solidFill>
                <a:latin typeface="Inter"/>
              </a:defRPr>
            </a:pPr>
            <a:r>
              <a:t>Liturgy of the Word</a:t>
            </a:r>
          </a:p>
          <a:p>
            <a:pPr algn="ctr">
              <a:spcAft>
                <a:spcPts val="1200"/>
              </a:spcAft>
              <a:defRPr sz="5000" b="1" i="0">
                <a:solidFill>
                  <a:srgbClr val="86EFAC"/>
                </a:solidFill>
                <a:latin typeface="Inter"/>
              </a:defRPr>
            </a:pPr>
            <a:r>
              <a:t>Responsorial Psalm (continued)</a:t>
            </a:r>
            <a:br/>
            <a:r>
              <a:t>(Psalm 89:2-3, 16-17, 18-19)</a:t>
            </a:r>
          </a:p>
          <a:p>
            <a:pPr algn="ctr">
              <a:spcAft>
                <a:spcPts val="1000"/>
              </a:spcAft>
              <a:defRPr sz="1600" b="0" i="0">
                <a:solidFill>
                  <a:srgbClr val="22C55E"/>
                </a:solidFill>
                <a:latin typeface="Inter"/>
              </a:defRPr>
            </a:pPr>
            <a:r>
              <a:t>Slide 4 of 24</a:t>
            </a:r>
          </a:p>
          <a:p>
            <a:pPr algn="ctr">
              <a:spcAft>
                <a:spcPts val="800"/>
              </a:spcAft>
              <a:defRPr sz="6500" b="0" i="0">
                <a:solidFill>
                  <a:srgbClr val="F0FDF4"/>
                </a:solidFill>
                <a:latin typeface="Inter"/>
              </a:defRPr>
            </a:pPr>
            <a:r>
              <a:t>Who among the sons of the heavenly beings is like Yahweh, a very awesome God in the council of the holy ones, to be feared above all those who are around him? Yahweh, God of Armies, who is a mighty one, like you?</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Liturgy of the Word (4/24)</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1000"/>
              </a:spcAft>
              <a:defRPr sz="5000" b="1" i="0">
                <a:solidFill>
                  <a:srgbClr val="86EFAC"/>
                </a:solidFill>
                <a:latin typeface="Inter"/>
              </a:defRPr>
            </a:pPr>
            <a:r>
              <a:t>Liturgy of the Word</a:t>
            </a:r>
          </a:p>
          <a:p>
            <a:pPr algn="ctr">
              <a:spcAft>
                <a:spcPts val="1200"/>
              </a:spcAft>
              <a:defRPr sz="5000" b="1" i="0">
                <a:solidFill>
                  <a:srgbClr val="86EFAC"/>
                </a:solidFill>
                <a:latin typeface="Inter"/>
              </a:defRPr>
            </a:pPr>
            <a:r>
              <a:t>Responsorial Psalm (continued)</a:t>
            </a:r>
            <a:br/>
            <a:r>
              <a:t>(Psalm 89:2-3, 16-17, 18-19)</a:t>
            </a:r>
          </a:p>
          <a:p>
            <a:pPr algn="ctr">
              <a:spcAft>
                <a:spcPts val="1000"/>
              </a:spcAft>
              <a:defRPr sz="1600" b="0" i="0">
                <a:solidFill>
                  <a:srgbClr val="22C55E"/>
                </a:solidFill>
                <a:latin typeface="Inter"/>
              </a:defRPr>
            </a:pPr>
            <a:r>
              <a:t>Slide 5 of 24</a:t>
            </a:r>
          </a:p>
          <a:p>
            <a:pPr algn="ctr">
              <a:spcAft>
                <a:spcPts val="800"/>
              </a:spcAft>
              <a:defRPr sz="6500" b="0" i="0">
                <a:solidFill>
                  <a:srgbClr val="F0FDF4"/>
                </a:solidFill>
                <a:latin typeface="Inter"/>
              </a:defRPr>
            </a:pPr>
            <a:r>
              <a:t>Yah, your faithfulness is around you. You rule the pride of the sea. When its waves rise up, you calm them. You have broken Rahab in pieces, like one of the slain. You have scattered your enemies with your mighty arm.</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Liturgy of the Word (5/24)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1000"/>
              </a:spcAft>
              <a:defRPr sz="5000" b="1" i="0">
                <a:solidFill>
                  <a:srgbClr val="86EFAC"/>
                </a:solidFill>
                <a:latin typeface="Inter"/>
              </a:defRPr>
            </a:pPr>
            <a:r>
              <a:t>Liturgy of the Word</a:t>
            </a:r>
          </a:p>
          <a:p>
            <a:pPr algn="ctr">
              <a:spcAft>
                <a:spcPts val="1200"/>
              </a:spcAft>
              <a:defRPr sz="5000" b="1" i="0">
                <a:solidFill>
                  <a:srgbClr val="86EFAC"/>
                </a:solidFill>
                <a:latin typeface="Inter"/>
              </a:defRPr>
            </a:pPr>
            <a:r>
              <a:t>Responsorial Psalm (continued)</a:t>
            </a:r>
            <a:br/>
            <a:r>
              <a:t>(Psalm 89:2-3, 16-17, 18-19)</a:t>
            </a:r>
          </a:p>
          <a:p>
            <a:pPr algn="ctr">
              <a:spcAft>
                <a:spcPts val="1000"/>
              </a:spcAft>
              <a:defRPr sz="1600" b="0" i="0">
                <a:solidFill>
                  <a:srgbClr val="22C55E"/>
                </a:solidFill>
                <a:latin typeface="Inter"/>
              </a:defRPr>
            </a:pPr>
            <a:r>
              <a:t>Slide 6 of 24</a:t>
            </a:r>
          </a:p>
          <a:p>
            <a:pPr algn="ctr">
              <a:spcAft>
                <a:spcPts val="800"/>
              </a:spcAft>
              <a:defRPr sz="6500" b="0" i="0">
                <a:solidFill>
                  <a:srgbClr val="F0FDF4"/>
                </a:solidFill>
                <a:latin typeface="Inter"/>
              </a:defRPr>
            </a:pPr>
            <a:r>
              <a:t>The heavens are yours. The earth also is yours; the world and its fullness. You have founded them. The north and the south, you have created them. Tabor and Hermon rejoice in your name. You have a mighty arm.</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Liturgy of the Word (6/24)</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1000"/>
              </a:spcAft>
              <a:defRPr sz="5000" b="1" i="0">
                <a:solidFill>
                  <a:srgbClr val="86EFAC"/>
                </a:solidFill>
                <a:latin typeface="Inter"/>
              </a:defRPr>
            </a:pPr>
            <a:r>
              <a:t>Liturgy of the Word</a:t>
            </a:r>
          </a:p>
          <a:p>
            <a:pPr algn="ctr">
              <a:spcAft>
                <a:spcPts val="1200"/>
              </a:spcAft>
              <a:defRPr sz="5000" b="1" i="0">
                <a:solidFill>
                  <a:srgbClr val="86EFAC"/>
                </a:solidFill>
                <a:latin typeface="Inter"/>
              </a:defRPr>
            </a:pPr>
            <a:r>
              <a:t>Responsorial Psalm (continued)</a:t>
            </a:r>
            <a:br/>
            <a:r>
              <a:t>(Psalm 89:2-3, 16-17, 18-19)</a:t>
            </a:r>
          </a:p>
          <a:p>
            <a:pPr algn="ctr">
              <a:spcAft>
                <a:spcPts val="1000"/>
              </a:spcAft>
              <a:defRPr sz="1600" b="0" i="0">
                <a:solidFill>
                  <a:srgbClr val="22C55E"/>
                </a:solidFill>
                <a:latin typeface="Inter"/>
              </a:defRPr>
            </a:pPr>
            <a:r>
              <a:t>Slide 7 of 24</a:t>
            </a:r>
          </a:p>
          <a:p>
            <a:pPr algn="ctr">
              <a:spcAft>
                <a:spcPts val="800"/>
              </a:spcAft>
              <a:defRPr sz="6500" b="0" i="0">
                <a:solidFill>
                  <a:srgbClr val="F0FDF4"/>
                </a:solidFill>
                <a:latin typeface="Inter"/>
              </a:defRPr>
            </a:pPr>
            <a:r>
              <a:t>Your hand is strong, and your right hand is exalted. Righteousness and justice are the foundation of your throne. Loving kindness and truth go before your face. Blessed are the people who learn to acclaim you.</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Liturgy of the Word (7/24)</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1000"/>
              </a:spcAft>
              <a:defRPr sz="5000" b="1" i="0">
                <a:solidFill>
                  <a:srgbClr val="86EFAC"/>
                </a:solidFill>
                <a:latin typeface="Inter"/>
              </a:defRPr>
            </a:pPr>
            <a:r>
              <a:t>Liturgy of the Word</a:t>
            </a:r>
          </a:p>
          <a:p>
            <a:pPr algn="ctr">
              <a:spcAft>
                <a:spcPts val="1200"/>
              </a:spcAft>
              <a:defRPr sz="5000" b="1" i="0">
                <a:solidFill>
                  <a:srgbClr val="86EFAC"/>
                </a:solidFill>
                <a:latin typeface="Inter"/>
              </a:defRPr>
            </a:pPr>
            <a:r>
              <a:t>Responsorial Psalm (continued)</a:t>
            </a:r>
            <a:br/>
            <a:r>
              <a:t>(Psalm 89:2-3, 16-17, 18-19)</a:t>
            </a:r>
          </a:p>
          <a:p>
            <a:pPr algn="ctr">
              <a:spcAft>
                <a:spcPts val="1000"/>
              </a:spcAft>
              <a:defRPr sz="1600" b="0" i="0">
                <a:solidFill>
                  <a:srgbClr val="22C55E"/>
                </a:solidFill>
                <a:latin typeface="Inter"/>
              </a:defRPr>
            </a:pPr>
            <a:r>
              <a:t>Slide 8 of 24</a:t>
            </a:r>
          </a:p>
          <a:p>
            <a:pPr algn="ctr">
              <a:spcAft>
                <a:spcPts val="800"/>
              </a:spcAft>
              <a:defRPr sz="6500" b="0" i="0">
                <a:solidFill>
                  <a:srgbClr val="F0FDF4"/>
                </a:solidFill>
                <a:latin typeface="Inter"/>
              </a:defRPr>
            </a:pPr>
            <a:r>
              <a:t>They walk in the light of your presence, Yahweh. In your name they rejoice all day. In your righteousness, they are exalted. For you are the glory of their strength. In your favor, our horn will be exalted.</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Liturgy of the Word (8/24)</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1000"/>
              </a:spcAft>
              <a:defRPr sz="5000" b="1" i="0">
                <a:solidFill>
                  <a:srgbClr val="86EFAC"/>
                </a:solidFill>
                <a:latin typeface="Inter"/>
              </a:defRPr>
            </a:pPr>
            <a:r>
              <a:t>Liturgy of the Word</a:t>
            </a:r>
          </a:p>
          <a:p>
            <a:pPr algn="ctr">
              <a:spcAft>
                <a:spcPts val="1200"/>
              </a:spcAft>
              <a:defRPr sz="5000" b="1" i="0">
                <a:solidFill>
                  <a:srgbClr val="86EFAC"/>
                </a:solidFill>
                <a:latin typeface="Inter"/>
              </a:defRPr>
            </a:pPr>
            <a:r>
              <a:t>Responsorial Psalm (continued)</a:t>
            </a:r>
            <a:br/>
            <a:r>
              <a:t>(Psalm 89:2-3, 16-17, 18-19)</a:t>
            </a:r>
          </a:p>
          <a:p>
            <a:pPr algn="ctr">
              <a:spcAft>
                <a:spcPts val="1000"/>
              </a:spcAft>
              <a:defRPr sz="1600" b="0" i="0">
                <a:solidFill>
                  <a:srgbClr val="22C55E"/>
                </a:solidFill>
                <a:latin typeface="Inter"/>
              </a:defRPr>
            </a:pPr>
            <a:r>
              <a:t>Slide 9 of 24</a:t>
            </a:r>
          </a:p>
          <a:p>
            <a:pPr algn="ctr">
              <a:spcAft>
                <a:spcPts val="800"/>
              </a:spcAft>
              <a:defRPr sz="6500" b="0" i="0">
                <a:solidFill>
                  <a:srgbClr val="F0FDF4"/>
                </a:solidFill>
                <a:latin typeface="Inter"/>
              </a:defRPr>
            </a:pPr>
            <a:r>
              <a:t>For our shield belongs to Yahweh; our king to the Holy One of Israel. Then you spoke in vision to your saints, and said, “I have given strength to the warrior. I have exalted a young man from the people.</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Liturgy of the Word (9/24)</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1000"/>
              </a:spcAft>
              <a:defRPr sz="5000" b="1" i="0">
                <a:solidFill>
                  <a:srgbClr val="86EFAC"/>
                </a:solidFill>
                <a:latin typeface="Inter"/>
              </a:defRPr>
            </a:pPr>
            <a:r>
              <a:t>Liturgy of the Word</a:t>
            </a:r>
          </a:p>
          <a:p>
            <a:pPr algn="ctr">
              <a:spcAft>
                <a:spcPts val="1200"/>
              </a:spcAft>
              <a:defRPr sz="5000" b="1" i="0">
                <a:solidFill>
                  <a:srgbClr val="86EFAC"/>
                </a:solidFill>
                <a:latin typeface="Inter"/>
              </a:defRPr>
            </a:pPr>
            <a:r>
              <a:t>Responsorial Psalm (continued)</a:t>
            </a:r>
            <a:br/>
            <a:r>
              <a:t>(Psalm 89:2-3, 16-17, 18-19)</a:t>
            </a:r>
          </a:p>
          <a:p>
            <a:pPr algn="ctr">
              <a:spcAft>
                <a:spcPts val="1000"/>
              </a:spcAft>
              <a:defRPr sz="1600" b="0" i="0">
                <a:solidFill>
                  <a:srgbClr val="22C55E"/>
                </a:solidFill>
                <a:latin typeface="Inter"/>
              </a:defRPr>
            </a:pPr>
            <a:r>
              <a:t>Slide 10 of 24</a:t>
            </a:r>
          </a:p>
          <a:p>
            <a:pPr algn="ctr">
              <a:spcAft>
                <a:spcPts val="800"/>
              </a:spcAft>
              <a:defRPr sz="6500" b="0" i="0">
                <a:solidFill>
                  <a:srgbClr val="F0FDF4"/>
                </a:solidFill>
                <a:latin typeface="Inter"/>
              </a:defRPr>
            </a:pPr>
            <a:r>
              <a:t>I have found David, my servant. I have anointed him with my holy oil, with whom my hand shall be established. My arm will also strengthen him. No enemy will tax him. No wicked man will oppress him.</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Liturgy of the Word (10/24)</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1000"/>
              </a:spcAft>
              <a:defRPr sz="5000" b="1" i="0">
                <a:solidFill>
                  <a:srgbClr val="86EFAC"/>
                </a:solidFill>
                <a:latin typeface="Inter"/>
              </a:defRPr>
            </a:pPr>
            <a:r>
              <a:t>Liturgy of the Word</a:t>
            </a:r>
          </a:p>
          <a:p>
            <a:pPr algn="ctr">
              <a:spcAft>
                <a:spcPts val="1200"/>
              </a:spcAft>
              <a:defRPr sz="5000" b="1" i="0">
                <a:solidFill>
                  <a:srgbClr val="86EFAC"/>
                </a:solidFill>
                <a:latin typeface="Inter"/>
              </a:defRPr>
            </a:pPr>
            <a:r>
              <a:t>Responsorial Psalm (continued)</a:t>
            </a:r>
            <a:br/>
            <a:r>
              <a:t>(Psalm 89:2-3, 16-17, 18-19)</a:t>
            </a:r>
          </a:p>
          <a:p>
            <a:pPr algn="ctr">
              <a:spcAft>
                <a:spcPts val="1000"/>
              </a:spcAft>
              <a:defRPr sz="1600" b="0" i="0">
                <a:solidFill>
                  <a:srgbClr val="22C55E"/>
                </a:solidFill>
                <a:latin typeface="Inter"/>
              </a:defRPr>
            </a:pPr>
            <a:r>
              <a:t>Slide 11 of 24</a:t>
            </a:r>
          </a:p>
          <a:p>
            <a:pPr algn="ctr">
              <a:spcAft>
                <a:spcPts val="800"/>
              </a:spcAft>
              <a:defRPr sz="6500" b="0" i="0">
                <a:solidFill>
                  <a:srgbClr val="F0FDF4"/>
                </a:solidFill>
                <a:latin typeface="Inter"/>
              </a:defRPr>
            </a:pPr>
            <a:r>
              <a:t>I will beat down his adversaries before him, and strike those who hate him. But my faithfulness and my loving kindness will be with him. In my name, his horn will be exalted.</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Liturgy of the Word (11/24)</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1000"/>
              </a:spcAft>
              <a:defRPr sz="5000" b="1" i="0">
                <a:solidFill>
                  <a:srgbClr val="86EFAC"/>
                </a:solidFill>
                <a:latin typeface="Inter"/>
              </a:defRPr>
            </a:pPr>
            <a:r>
              <a:t>Liturgy of the Word</a:t>
            </a:r>
          </a:p>
          <a:p>
            <a:pPr algn="ctr">
              <a:spcAft>
                <a:spcPts val="1200"/>
              </a:spcAft>
              <a:defRPr sz="5000" b="1" i="0">
                <a:solidFill>
                  <a:srgbClr val="86EFAC"/>
                </a:solidFill>
                <a:latin typeface="Inter"/>
              </a:defRPr>
            </a:pPr>
            <a:r>
              <a:t>Responsorial Psalm (continued)</a:t>
            </a:r>
            <a:br/>
            <a:r>
              <a:t>(Psalm 89:2-3, 16-17, 18-19)</a:t>
            </a:r>
          </a:p>
          <a:p>
            <a:pPr algn="ctr">
              <a:spcAft>
                <a:spcPts val="1000"/>
              </a:spcAft>
              <a:defRPr sz="1600" b="0" i="0">
                <a:solidFill>
                  <a:srgbClr val="22C55E"/>
                </a:solidFill>
                <a:latin typeface="Inter"/>
              </a:defRPr>
            </a:pPr>
            <a:r>
              <a:t>Slide 12 of 24</a:t>
            </a:r>
          </a:p>
          <a:p>
            <a:pPr algn="ctr">
              <a:spcAft>
                <a:spcPts val="800"/>
              </a:spcAft>
              <a:defRPr sz="6500" b="0" i="0">
                <a:solidFill>
                  <a:srgbClr val="F0FDF4"/>
                </a:solidFill>
                <a:latin typeface="Inter"/>
              </a:defRPr>
            </a:pPr>
            <a:r>
              <a:t>I will set his hand also on the sea, and his right hand on the rivers.</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Liturgy of the Word (12/24)</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1000"/>
              </a:spcAft>
              <a:defRPr sz="5000" b="1" i="0">
                <a:solidFill>
                  <a:srgbClr val="86EFAC"/>
                </a:solidFill>
                <a:latin typeface="Inter"/>
              </a:defRPr>
            </a:pPr>
            <a:r>
              <a:t>Liturgy of the Word</a:t>
            </a:r>
          </a:p>
          <a:p>
            <a:pPr algn="ctr">
              <a:spcAft>
                <a:spcPts val="1200"/>
              </a:spcAft>
              <a:defRPr sz="5000" b="1" i="0">
                <a:solidFill>
                  <a:srgbClr val="86EFAC"/>
                </a:solidFill>
                <a:latin typeface="Inter"/>
              </a:defRPr>
            </a:pPr>
            <a:r>
              <a:t>Responsorial Psalm (continued)</a:t>
            </a:r>
            <a:br/>
            <a:r>
              <a:t>(Psalm 89:2-3, 16-17, 18-19)</a:t>
            </a:r>
          </a:p>
          <a:p>
            <a:pPr algn="ctr">
              <a:spcAft>
                <a:spcPts val="1000"/>
              </a:spcAft>
              <a:defRPr sz="1600" b="0" i="0">
                <a:solidFill>
                  <a:srgbClr val="22C55E"/>
                </a:solidFill>
                <a:latin typeface="Inter"/>
              </a:defRPr>
            </a:pPr>
            <a:r>
              <a:t>Slide 13 of 24</a:t>
            </a:r>
          </a:p>
          <a:p>
            <a:pPr algn="ctr">
              <a:spcAft>
                <a:spcPts val="800"/>
              </a:spcAft>
              <a:defRPr sz="6500" b="0" i="0">
                <a:solidFill>
                  <a:srgbClr val="F0FDF4"/>
                </a:solidFill>
                <a:latin typeface="Inter"/>
              </a:defRPr>
            </a:pPr>
            <a:r>
              <a:t>He will call to me, ‘You are my Father, my God, and the rock of my salvation!’ I will also appoint him my firstborn, the highest of the kings of the earth. I will keep my loving kindness for him forever more.</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Liturgy of the Word (13/24)</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1000"/>
              </a:spcAft>
              <a:defRPr sz="5000" b="1" i="0">
                <a:solidFill>
                  <a:srgbClr val="86EFAC"/>
                </a:solidFill>
                <a:latin typeface="Inter"/>
              </a:defRPr>
            </a:pPr>
            <a:r>
              <a:t>Liturgy of the Word</a:t>
            </a:r>
          </a:p>
          <a:p>
            <a:pPr algn="ctr">
              <a:spcAft>
                <a:spcPts val="1200"/>
              </a:spcAft>
              <a:defRPr sz="5000" b="1" i="0">
                <a:solidFill>
                  <a:srgbClr val="86EFAC"/>
                </a:solidFill>
                <a:latin typeface="Inter"/>
              </a:defRPr>
            </a:pPr>
            <a:r>
              <a:t>Responsorial Psalm (continued)</a:t>
            </a:r>
            <a:br/>
            <a:r>
              <a:t>(Psalm 89:2-3, 16-17, 18-19)</a:t>
            </a:r>
          </a:p>
          <a:p>
            <a:pPr algn="ctr">
              <a:spcAft>
                <a:spcPts val="1000"/>
              </a:spcAft>
              <a:defRPr sz="1600" b="0" i="0">
                <a:solidFill>
                  <a:srgbClr val="22C55E"/>
                </a:solidFill>
                <a:latin typeface="Inter"/>
              </a:defRPr>
            </a:pPr>
            <a:r>
              <a:t>Slide 14 of 24</a:t>
            </a:r>
          </a:p>
          <a:p>
            <a:pPr algn="ctr">
              <a:spcAft>
                <a:spcPts val="800"/>
              </a:spcAft>
              <a:defRPr sz="6500" b="0" i="0">
                <a:solidFill>
                  <a:srgbClr val="F0FDF4"/>
                </a:solidFill>
                <a:latin typeface="Inter"/>
              </a:defRPr>
            </a:pPr>
            <a:r>
              <a:t>My covenant will stand firm with him. I will also make his offspring endure forever, and his throne as the days of heaven.</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Liturgy of the Word (14/24)</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1000"/>
              </a:spcAft>
              <a:defRPr sz="5000" b="1" i="0">
                <a:solidFill>
                  <a:srgbClr val="86EFAC"/>
                </a:solidFill>
                <a:latin typeface="Inter"/>
              </a:defRPr>
            </a:pPr>
            <a:r>
              <a:t>Liturgy of the Word</a:t>
            </a:r>
          </a:p>
          <a:p>
            <a:pPr algn="ctr">
              <a:spcAft>
                <a:spcPts val="1200"/>
              </a:spcAft>
              <a:defRPr sz="5000" b="1" i="0">
                <a:solidFill>
                  <a:srgbClr val="86EFAC"/>
                </a:solidFill>
                <a:latin typeface="Inter"/>
              </a:defRPr>
            </a:pPr>
            <a:r>
              <a:t>Responsorial Psalm (continued)</a:t>
            </a:r>
            <a:br/>
            <a:r>
              <a:t>(Psalm 89:2-3, 16-17, 18-19)</a:t>
            </a:r>
          </a:p>
          <a:p>
            <a:pPr algn="ctr">
              <a:spcAft>
                <a:spcPts val="1000"/>
              </a:spcAft>
              <a:defRPr sz="1600" b="0" i="0">
                <a:solidFill>
                  <a:srgbClr val="22C55E"/>
                </a:solidFill>
                <a:latin typeface="Inter"/>
              </a:defRPr>
            </a:pPr>
            <a:r>
              <a:t>Slide 15 of 24</a:t>
            </a:r>
          </a:p>
          <a:p>
            <a:pPr algn="ctr">
              <a:spcAft>
                <a:spcPts val="800"/>
              </a:spcAft>
              <a:defRPr sz="6500" b="0" i="0">
                <a:solidFill>
                  <a:srgbClr val="F0FDF4"/>
                </a:solidFill>
                <a:latin typeface="Inter"/>
              </a:defRPr>
            </a:pPr>
            <a:r>
              <a:t>If his children forsake my law, and don’t walk in my ordinances; if they break my statutes, and don’t keep my commandments; then I will punish their sin with the rod, and their iniquity with stripes.</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Liturgy of the Word (15/24)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1000"/>
              </a:spcAft>
              <a:defRPr sz="5000" b="1" i="0">
                <a:solidFill>
                  <a:srgbClr val="86EFAC"/>
                </a:solidFill>
                <a:latin typeface="Inter"/>
              </a:defRPr>
            </a:pPr>
            <a:r>
              <a:t>Liturgy of the Word</a:t>
            </a:r>
          </a:p>
          <a:p>
            <a:pPr algn="ctr">
              <a:spcAft>
                <a:spcPts val="1200"/>
              </a:spcAft>
              <a:defRPr sz="5000" b="1" i="0">
                <a:solidFill>
                  <a:srgbClr val="86EFAC"/>
                </a:solidFill>
                <a:latin typeface="Inter"/>
              </a:defRPr>
            </a:pPr>
            <a:r>
              <a:t>Responsorial Psalm (continued)</a:t>
            </a:r>
            <a:br/>
            <a:r>
              <a:t>(Psalm 89:2-3, 16-17, 18-19)</a:t>
            </a:r>
          </a:p>
          <a:p>
            <a:pPr algn="ctr">
              <a:spcAft>
                <a:spcPts val="1000"/>
              </a:spcAft>
              <a:defRPr sz="1600" b="0" i="0">
                <a:solidFill>
                  <a:srgbClr val="22C55E"/>
                </a:solidFill>
                <a:latin typeface="Inter"/>
              </a:defRPr>
            </a:pPr>
            <a:r>
              <a:t>Slide 16 of 24</a:t>
            </a:r>
          </a:p>
          <a:p>
            <a:pPr algn="ctr">
              <a:spcAft>
                <a:spcPts val="800"/>
              </a:spcAft>
              <a:defRPr sz="6500" b="0" i="0">
                <a:solidFill>
                  <a:srgbClr val="F0FDF4"/>
                </a:solidFill>
                <a:latin typeface="Inter"/>
              </a:defRPr>
            </a:pPr>
            <a:r>
              <a:t>But I will not completely take my loving kindness from him, nor allow my faithfulness to fail. I will not break my covenant, nor alter what my lips have uttered. Once I have sworn by my holiness, I will not lie to David.</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Liturgy of the Word (16/24)</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1000"/>
              </a:spcAft>
              <a:defRPr sz="5000" b="1" i="0">
                <a:solidFill>
                  <a:srgbClr val="86EFAC"/>
                </a:solidFill>
                <a:latin typeface="Inter"/>
              </a:defRPr>
            </a:pPr>
            <a:r>
              <a:t>Liturgy of the Word</a:t>
            </a:r>
          </a:p>
          <a:p>
            <a:pPr algn="ctr">
              <a:spcAft>
                <a:spcPts val="1200"/>
              </a:spcAft>
              <a:defRPr sz="5000" b="1" i="0">
                <a:solidFill>
                  <a:srgbClr val="86EFAC"/>
                </a:solidFill>
                <a:latin typeface="Inter"/>
              </a:defRPr>
            </a:pPr>
            <a:r>
              <a:t>Responsorial Psalm (continued)</a:t>
            </a:r>
            <a:br/>
            <a:r>
              <a:t>(Psalm 89:2-3, 16-17, 18-19)</a:t>
            </a:r>
          </a:p>
          <a:p>
            <a:pPr algn="ctr">
              <a:spcAft>
                <a:spcPts val="1000"/>
              </a:spcAft>
              <a:defRPr sz="1600" b="0" i="0">
                <a:solidFill>
                  <a:srgbClr val="22C55E"/>
                </a:solidFill>
                <a:latin typeface="Inter"/>
              </a:defRPr>
            </a:pPr>
            <a:r>
              <a:t>Slide 17 of 24</a:t>
            </a:r>
          </a:p>
          <a:p>
            <a:pPr algn="ctr">
              <a:spcAft>
                <a:spcPts val="800"/>
              </a:spcAft>
              <a:defRPr sz="6500" b="0" i="0">
                <a:solidFill>
                  <a:srgbClr val="F0FDF4"/>
                </a:solidFill>
                <a:latin typeface="Inter"/>
              </a:defRPr>
            </a:pPr>
            <a:r>
              <a:t>His offspring will endure forever, his throne like the sun before me. It will be established forever like the moon, the faithful witness in the sky.” Selah. But you have rejected and spurned.</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Liturgy of the Word (17/24)</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1000"/>
              </a:spcAft>
              <a:defRPr sz="5000" b="1" i="0">
                <a:solidFill>
                  <a:srgbClr val="86EFAC"/>
                </a:solidFill>
                <a:latin typeface="Inter"/>
              </a:defRPr>
            </a:pPr>
            <a:r>
              <a:t>Liturgy of the Word</a:t>
            </a:r>
          </a:p>
          <a:p>
            <a:pPr algn="ctr">
              <a:spcAft>
                <a:spcPts val="1200"/>
              </a:spcAft>
              <a:defRPr sz="5000" b="1" i="0">
                <a:solidFill>
                  <a:srgbClr val="86EFAC"/>
                </a:solidFill>
                <a:latin typeface="Inter"/>
              </a:defRPr>
            </a:pPr>
            <a:r>
              <a:t>Responsorial Psalm (continued)</a:t>
            </a:r>
            <a:br/>
            <a:r>
              <a:t>(Psalm 89:2-3, 16-17, 18-19)</a:t>
            </a:r>
          </a:p>
          <a:p>
            <a:pPr algn="ctr">
              <a:spcAft>
                <a:spcPts val="1000"/>
              </a:spcAft>
              <a:defRPr sz="1600" b="0" i="0">
                <a:solidFill>
                  <a:srgbClr val="22C55E"/>
                </a:solidFill>
                <a:latin typeface="Inter"/>
              </a:defRPr>
            </a:pPr>
            <a:r>
              <a:t>Slide 18 of 24</a:t>
            </a:r>
          </a:p>
          <a:p>
            <a:pPr algn="ctr">
              <a:spcAft>
                <a:spcPts val="800"/>
              </a:spcAft>
              <a:defRPr sz="6500" b="0" i="0">
                <a:solidFill>
                  <a:srgbClr val="F0FDF4"/>
                </a:solidFill>
                <a:latin typeface="Inter"/>
              </a:defRPr>
            </a:pPr>
            <a:r>
              <a:t>You have been angry with your anointed. You have renounced the covenant of your servant. You have defiled his crown in the dust. You have broken down all his hedges. You have brought his strongholds to ruin.</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Liturgy of the Word (18/24)</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1000"/>
              </a:spcAft>
              <a:defRPr sz="5000" b="1" i="0">
                <a:solidFill>
                  <a:srgbClr val="86EFAC"/>
                </a:solidFill>
                <a:latin typeface="Inter"/>
              </a:defRPr>
            </a:pPr>
            <a:r>
              <a:t>Liturgy of the Word</a:t>
            </a:r>
          </a:p>
          <a:p>
            <a:pPr algn="ctr">
              <a:spcAft>
                <a:spcPts val="1200"/>
              </a:spcAft>
              <a:defRPr sz="5000" b="1" i="0">
                <a:solidFill>
                  <a:srgbClr val="86EFAC"/>
                </a:solidFill>
                <a:latin typeface="Inter"/>
              </a:defRPr>
            </a:pPr>
            <a:r>
              <a:t>Responsorial Psalm (continued)</a:t>
            </a:r>
            <a:br/>
            <a:r>
              <a:t>(Psalm 89:2-3, 16-17, 18-19)</a:t>
            </a:r>
          </a:p>
          <a:p>
            <a:pPr algn="ctr">
              <a:spcAft>
                <a:spcPts val="1000"/>
              </a:spcAft>
              <a:defRPr sz="1600" b="0" i="0">
                <a:solidFill>
                  <a:srgbClr val="22C55E"/>
                </a:solidFill>
                <a:latin typeface="Inter"/>
              </a:defRPr>
            </a:pPr>
            <a:r>
              <a:t>Slide 19 of 24</a:t>
            </a:r>
          </a:p>
          <a:p>
            <a:pPr algn="ctr">
              <a:spcAft>
                <a:spcPts val="800"/>
              </a:spcAft>
              <a:defRPr sz="6500" b="0" i="0">
                <a:solidFill>
                  <a:srgbClr val="F0FDF4"/>
                </a:solidFill>
                <a:latin typeface="Inter"/>
              </a:defRPr>
            </a:pPr>
            <a:r>
              <a:t>All who pass by the way rob him. He has become a reproach to his neighbors. You have exalted the right hand of his adversaries. You have made all of his enemies rejoice.</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Liturgy of the Word (19/24)</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1000"/>
              </a:spcAft>
              <a:defRPr sz="5000" b="1" i="0">
                <a:solidFill>
                  <a:srgbClr val="86EFAC"/>
                </a:solidFill>
                <a:latin typeface="Inter"/>
              </a:defRPr>
            </a:pPr>
            <a:r>
              <a:t>Liturgy of the Word</a:t>
            </a:r>
          </a:p>
          <a:p>
            <a:pPr algn="ctr">
              <a:spcAft>
                <a:spcPts val="1200"/>
              </a:spcAft>
              <a:defRPr sz="5000" b="1" i="0">
                <a:solidFill>
                  <a:srgbClr val="86EFAC"/>
                </a:solidFill>
                <a:latin typeface="Inter"/>
              </a:defRPr>
            </a:pPr>
            <a:r>
              <a:t>Responsorial Psalm (continued)</a:t>
            </a:r>
            <a:br/>
            <a:r>
              <a:t>(Psalm 89:2-3, 16-17, 18-19)</a:t>
            </a:r>
          </a:p>
          <a:p>
            <a:pPr algn="ctr">
              <a:spcAft>
                <a:spcPts val="1000"/>
              </a:spcAft>
              <a:defRPr sz="1600" b="0" i="0">
                <a:solidFill>
                  <a:srgbClr val="22C55E"/>
                </a:solidFill>
                <a:latin typeface="Inter"/>
              </a:defRPr>
            </a:pPr>
            <a:r>
              <a:t>Slide 20 of 24</a:t>
            </a:r>
          </a:p>
          <a:p>
            <a:pPr algn="ctr">
              <a:spcAft>
                <a:spcPts val="800"/>
              </a:spcAft>
              <a:defRPr sz="6500" b="0" i="0">
                <a:solidFill>
                  <a:srgbClr val="F0FDF4"/>
                </a:solidFill>
                <a:latin typeface="Inter"/>
              </a:defRPr>
            </a:pPr>
            <a:r>
              <a:t>Yes, you turn back the edge of his sword, and haven’t supported him in battle. You have ended his splendor, and thrown his throne down to the ground. You have shortened the days of his youth.</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Liturgy of the Word (20/24)</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1000"/>
              </a:spcAft>
              <a:defRPr sz="5000" b="1" i="0">
                <a:solidFill>
                  <a:srgbClr val="86EFAC"/>
                </a:solidFill>
                <a:latin typeface="Inter"/>
              </a:defRPr>
            </a:pPr>
            <a:r>
              <a:t>Liturgy of the Word</a:t>
            </a:r>
          </a:p>
          <a:p>
            <a:pPr algn="ctr">
              <a:spcAft>
                <a:spcPts val="1200"/>
              </a:spcAft>
              <a:defRPr sz="5000" b="1" i="0">
                <a:solidFill>
                  <a:srgbClr val="86EFAC"/>
                </a:solidFill>
                <a:latin typeface="Inter"/>
              </a:defRPr>
            </a:pPr>
            <a:r>
              <a:t>Responsorial Psalm (continued)</a:t>
            </a:r>
            <a:br/>
            <a:r>
              <a:t>(Psalm 89:2-3, 16-17, 18-19)</a:t>
            </a:r>
          </a:p>
          <a:p>
            <a:pPr algn="ctr">
              <a:spcAft>
                <a:spcPts val="1000"/>
              </a:spcAft>
              <a:defRPr sz="1600" b="0" i="0">
                <a:solidFill>
                  <a:srgbClr val="22C55E"/>
                </a:solidFill>
                <a:latin typeface="Inter"/>
              </a:defRPr>
            </a:pPr>
            <a:r>
              <a:t>Slide 21 of 24</a:t>
            </a:r>
          </a:p>
          <a:p>
            <a:pPr algn="ctr">
              <a:spcAft>
                <a:spcPts val="800"/>
              </a:spcAft>
              <a:defRPr sz="6500" b="0" i="0">
                <a:solidFill>
                  <a:srgbClr val="F0FDF4"/>
                </a:solidFill>
                <a:latin typeface="Inter"/>
              </a:defRPr>
            </a:pPr>
            <a:r>
              <a:t>You have covered him with shame. Selah. How long, Yahweh? Will you hide yourself forever? Will your wrath burn like fire? Remember how short my time is! For what vanity have you created all the children of men!</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Liturgy of the Word (21/24)</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1000"/>
              </a:spcAft>
              <a:defRPr sz="5000" b="1" i="0">
                <a:solidFill>
                  <a:srgbClr val="86EFAC"/>
                </a:solidFill>
                <a:latin typeface="Inter"/>
              </a:defRPr>
            </a:pPr>
            <a:r>
              <a:t>Liturgy of the Word</a:t>
            </a:r>
          </a:p>
          <a:p>
            <a:pPr algn="ctr">
              <a:spcAft>
                <a:spcPts val="1200"/>
              </a:spcAft>
              <a:defRPr sz="5000" b="1" i="0">
                <a:solidFill>
                  <a:srgbClr val="86EFAC"/>
                </a:solidFill>
                <a:latin typeface="Inter"/>
              </a:defRPr>
            </a:pPr>
            <a:r>
              <a:t>Responsorial Psalm (continued)</a:t>
            </a:r>
            <a:br/>
            <a:r>
              <a:t>(Psalm 89:2-3, 16-17, 18-19)</a:t>
            </a:r>
          </a:p>
          <a:p>
            <a:pPr algn="ctr">
              <a:spcAft>
                <a:spcPts val="1000"/>
              </a:spcAft>
              <a:defRPr sz="1600" b="0" i="0">
                <a:solidFill>
                  <a:srgbClr val="22C55E"/>
                </a:solidFill>
                <a:latin typeface="Inter"/>
              </a:defRPr>
            </a:pPr>
            <a:r>
              <a:t>Slide 22 of 24</a:t>
            </a:r>
          </a:p>
          <a:p>
            <a:pPr algn="ctr">
              <a:spcAft>
                <a:spcPts val="800"/>
              </a:spcAft>
              <a:defRPr sz="6500" b="0" i="0">
                <a:solidFill>
                  <a:srgbClr val="F0FDF4"/>
                </a:solidFill>
                <a:latin typeface="Inter"/>
              </a:defRPr>
            </a:pPr>
            <a:r>
              <a:t>What man is he who shall live and not see death, who shall deliver his soul from the power of Sheol? Selah. Lord, where are your former loving kindnesses, which you swore to David in your faithfulness?</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Liturgy of the Word (22/24)</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1000"/>
              </a:spcAft>
              <a:defRPr sz="5000" b="1" i="0">
                <a:solidFill>
                  <a:srgbClr val="86EFAC"/>
                </a:solidFill>
                <a:latin typeface="Inter"/>
              </a:defRPr>
            </a:pPr>
            <a:r>
              <a:t>Liturgy of the Word</a:t>
            </a:r>
          </a:p>
          <a:p>
            <a:pPr algn="ctr">
              <a:spcAft>
                <a:spcPts val="1200"/>
              </a:spcAft>
              <a:defRPr sz="5000" b="1" i="0">
                <a:solidFill>
                  <a:srgbClr val="86EFAC"/>
                </a:solidFill>
                <a:latin typeface="Inter"/>
              </a:defRPr>
            </a:pPr>
            <a:r>
              <a:t>Responsorial Psalm (continued)</a:t>
            </a:r>
            <a:br/>
            <a:r>
              <a:t>(Psalm 89:2-3, 16-17, 18-19)</a:t>
            </a:r>
          </a:p>
          <a:p>
            <a:pPr algn="ctr">
              <a:spcAft>
                <a:spcPts val="1000"/>
              </a:spcAft>
              <a:defRPr sz="1600" b="0" i="0">
                <a:solidFill>
                  <a:srgbClr val="22C55E"/>
                </a:solidFill>
                <a:latin typeface="Inter"/>
              </a:defRPr>
            </a:pPr>
            <a:r>
              <a:t>Slide 23 of 24</a:t>
            </a:r>
          </a:p>
          <a:p>
            <a:pPr algn="ctr">
              <a:spcAft>
                <a:spcPts val="800"/>
              </a:spcAft>
              <a:defRPr sz="6500" b="0" i="0">
                <a:solidFill>
                  <a:srgbClr val="F0FDF4"/>
                </a:solidFill>
                <a:latin typeface="Inter"/>
              </a:defRPr>
            </a:pPr>
            <a:r>
              <a:t>Remember, Lord, the reproach of your servants, how I bear in my heart the taunts of all the mighty peoples, With which your enemies have mocked, Yahweh, with which they have mocked the footsteps of your anointed one.</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Liturgy of the Word (23/24)</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1000"/>
              </a:spcAft>
              <a:defRPr sz="5000" b="1" i="0">
                <a:solidFill>
                  <a:srgbClr val="86EFAC"/>
                </a:solidFill>
                <a:latin typeface="Inter"/>
              </a:defRPr>
            </a:pPr>
            <a:r>
              <a:t>Liturgy of the Word</a:t>
            </a:r>
          </a:p>
          <a:p>
            <a:pPr algn="ctr">
              <a:spcAft>
                <a:spcPts val="1200"/>
              </a:spcAft>
              <a:defRPr sz="5000" b="1" i="0">
                <a:solidFill>
                  <a:srgbClr val="86EFAC"/>
                </a:solidFill>
                <a:latin typeface="Inter"/>
              </a:defRPr>
            </a:pPr>
            <a:r>
              <a:t>Responsorial Psalm (continued)</a:t>
            </a:r>
            <a:br/>
            <a:r>
              <a:t>(Psalm 89:2-3, 16-17, 18-19)</a:t>
            </a:r>
          </a:p>
          <a:p>
            <a:pPr algn="ctr">
              <a:spcAft>
                <a:spcPts val="1000"/>
              </a:spcAft>
              <a:defRPr sz="1600" b="0" i="0">
                <a:solidFill>
                  <a:srgbClr val="22C55E"/>
                </a:solidFill>
                <a:latin typeface="Inter"/>
              </a:defRPr>
            </a:pPr>
            <a:r>
              <a:t>Slide 24 of 24</a:t>
            </a:r>
          </a:p>
          <a:p>
            <a:pPr algn="ctr">
              <a:spcAft>
                <a:spcPts val="800"/>
              </a:spcAft>
              <a:defRPr sz="6500" b="0" i="0">
                <a:solidFill>
                  <a:srgbClr val="F0FDF4"/>
                </a:solidFill>
                <a:latin typeface="Inter"/>
              </a:defRPr>
            </a:pPr>
            <a:r>
              <a:t>Blessed be Yahweh forever more. Amen, and Amen.</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Liturgy of the Word (24/24)</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1000"/>
              </a:spcAft>
              <a:defRPr sz="5000" b="1" i="0">
                <a:solidFill>
                  <a:srgbClr val="86EFAC"/>
                </a:solidFill>
                <a:latin typeface="Inter"/>
              </a:defRPr>
            </a:pPr>
            <a:r>
              <a:t>Liturgy of the Word</a:t>
            </a:r>
          </a:p>
          <a:p>
            <a:pPr algn="ctr">
              <a:spcAft>
                <a:spcPts val="1200"/>
              </a:spcAft>
              <a:defRPr sz="5000" b="1" i="0">
                <a:solidFill>
                  <a:srgbClr val="86EFAC"/>
                </a:solidFill>
                <a:latin typeface="Inter"/>
              </a:defRPr>
            </a:pPr>
            <a:r>
              <a:t>Second Reading</a:t>
            </a:r>
            <a:br/>
            <a:r>
              <a:t>(Romans 6:3-4, 8-11)</a:t>
            </a:r>
          </a:p>
          <a:p>
            <a:pPr algn="ctr">
              <a:spcAft>
                <a:spcPts val="1000"/>
              </a:spcAft>
              <a:defRPr sz="1600" b="0" i="0">
                <a:solidFill>
                  <a:srgbClr val="22C55E"/>
                </a:solidFill>
                <a:latin typeface="Inter"/>
              </a:defRPr>
            </a:pPr>
            <a:r>
              <a:t>Slide 1 of 4</a:t>
            </a:r>
          </a:p>
          <a:p>
            <a:pPr algn="ctr">
              <a:spcAft>
                <a:spcPts val="800"/>
              </a:spcAft>
              <a:defRPr sz="6500" b="0" i="0">
                <a:solidFill>
                  <a:srgbClr val="F0FDF4"/>
                </a:solidFill>
                <a:latin typeface="Inter"/>
              </a:defRPr>
            </a:pPr>
            <a:r>
              <a:t>Or don’t you know that all we who were baptized into Christ Jesus were baptized into his death?</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Liturgy of the Word (1/4)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1000"/>
              </a:spcAft>
              <a:defRPr sz="5000" b="1" i="0">
                <a:solidFill>
                  <a:srgbClr val="86EFAC"/>
                </a:solidFill>
                <a:latin typeface="Inter"/>
              </a:defRPr>
            </a:pPr>
            <a:r>
              <a:t>Liturgy of the Word</a:t>
            </a:r>
          </a:p>
          <a:p>
            <a:pPr algn="ctr">
              <a:spcAft>
                <a:spcPts val="1200"/>
              </a:spcAft>
              <a:defRPr sz="5000" b="1" i="0">
                <a:solidFill>
                  <a:srgbClr val="86EFAC"/>
                </a:solidFill>
                <a:latin typeface="Inter"/>
              </a:defRPr>
            </a:pPr>
            <a:r>
              <a:t>Second Reading (continued)</a:t>
            </a:r>
            <a:br/>
            <a:r>
              <a:t>(Romans 6:3-4, 8-11)</a:t>
            </a:r>
          </a:p>
          <a:p>
            <a:pPr algn="ctr">
              <a:spcAft>
                <a:spcPts val="1000"/>
              </a:spcAft>
              <a:defRPr sz="1600" b="0" i="0">
                <a:solidFill>
                  <a:srgbClr val="22C55E"/>
                </a:solidFill>
                <a:latin typeface="Inter"/>
              </a:defRPr>
            </a:pPr>
            <a:r>
              <a:t>Slide 2 of 4</a:t>
            </a:r>
          </a:p>
          <a:p>
            <a:pPr algn="ctr">
              <a:spcAft>
                <a:spcPts val="800"/>
              </a:spcAft>
              <a:defRPr sz="6500" b="0" i="0">
                <a:solidFill>
                  <a:srgbClr val="F0FDF4"/>
                </a:solidFill>
                <a:latin typeface="Inter"/>
              </a:defRPr>
            </a:pPr>
            <a:r>
              <a:t>We were buried therefore with him through baptism into death, that just as Christ was raised from the dead through the glory of the Father, so we also might walk in newness of life.</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Liturgy of the Word (2/4)</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1000"/>
              </a:spcAft>
              <a:defRPr sz="5000" b="1" i="0">
                <a:solidFill>
                  <a:srgbClr val="86EFAC"/>
                </a:solidFill>
                <a:latin typeface="Inter"/>
              </a:defRPr>
            </a:pPr>
            <a:r>
              <a:t>Liturgy of the Word</a:t>
            </a:r>
          </a:p>
          <a:p>
            <a:pPr algn="ctr">
              <a:spcAft>
                <a:spcPts val="1200"/>
              </a:spcAft>
              <a:defRPr sz="5000" b="1" i="0">
                <a:solidFill>
                  <a:srgbClr val="86EFAC"/>
                </a:solidFill>
                <a:latin typeface="Inter"/>
              </a:defRPr>
            </a:pPr>
            <a:r>
              <a:t>Second Reading (continued)</a:t>
            </a:r>
            <a:br/>
            <a:r>
              <a:t>(Romans 6:3-4, 8-11)</a:t>
            </a:r>
          </a:p>
          <a:p>
            <a:pPr algn="ctr">
              <a:spcAft>
                <a:spcPts val="1000"/>
              </a:spcAft>
              <a:defRPr sz="1600" b="0" i="0">
                <a:solidFill>
                  <a:srgbClr val="22C55E"/>
                </a:solidFill>
                <a:latin typeface="Inter"/>
              </a:defRPr>
            </a:pPr>
            <a:r>
              <a:t>Slide 3 of 4</a:t>
            </a:r>
          </a:p>
          <a:p>
            <a:pPr algn="ctr">
              <a:spcAft>
                <a:spcPts val="800"/>
              </a:spcAft>
              <a:defRPr sz="6500" b="0" i="0">
                <a:solidFill>
                  <a:srgbClr val="F0FDF4"/>
                </a:solidFill>
                <a:latin typeface="Inter"/>
              </a:defRPr>
            </a:pPr>
            <a:r>
              <a:t>But if we died with Christ, we believe that we will also live with him; knowing that Christ, being raised from the dead, dies no more. Death no more has dominion over him!</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Liturgy of the Word (3/4)</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1000"/>
              </a:spcAft>
              <a:defRPr sz="5000" b="1" i="0">
                <a:solidFill>
                  <a:srgbClr val="86EFAC"/>
                </a:solidFill>
                <a:latin typeface="Inter"/>
              </a:defRPr>
            </a:pPr>
            <a:r>
              <a:t>Liturgy of the Word</a:t>
            </a:r>
          </a:p>
          <a:p>
            <a:pPr algn="ctr">
              <a:spcAft>
                <a:spcPts val="1200"/>
              </a:spcAft>
              <a:defRPr sz="5000" b="1" i="0">
                <a:solidFill>
                  <a:srgbClr val="86EFAC"/>
                </a:solidFill>
                <a:latin typeface="Inter"/>
              </a:defRPr>
            </a:pPr>
            <a:r>
              <a:t>Second Reading (continued)</a:t>
            </a:r>
            <a:br/>
            <a:r>
              <a:t>(Romans 6:3-4, 8-11)</a:t>
            </a:r>
          </a:p>
          <a:p>
            <a:pPr algn="ctr">
              <a:spcAft>
                <a:spcPts val="1000"/>
              </a:spcAft>
              <a:defRPr sz="1600" b="0" i="0">
                <a:solidFill>
                  <a:srgbClr val="22C55E"/>
                </a:solidFill>
                <a:latin typeface="Inter"/>
              </a:defRPr>
            </a:pPr>
            <a:r>
              <a:t>Slide 4 of 4</a:t>
            </a:r>
          </a:p>
          <a:p>
            <a:pPr algn="ctr">
              <a:spcAft>
                <a:spcPts val="800"/>
              </a:spcAft>
              <a:defRPr sz="6500" b="0" i="0">
                <a:solidFill>
                  <a:srgbClr val="F0FDF4"/>
                </a:solidFill>
                <a:latin typeface="Inter"/>
              </a:defRPr>
            </a:pPr>
            <a:r>
              <a:t>For the death that he died, he died to sin one time; but the life that he lives, he lives to God. Thus consider yourselves also to be dead to sin, but alive to God in Christ Jesus our Lord.</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Liturgy of the Word (4/4)</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Aft>
                <a:spcPts val="500"/>
              </a:spcAft>
              <a:defRPr sz="1900" b="1" i="0">
                <a:solidFill>
                  <a:srgbClr val="F0FDF4"/>
                </a:solidFill>
                <a:latin typeface="Inter"/>
              </a:defRPr>
            </a:pPr>
            <a:r>
              <a:t>ALLELUIA! ALLELUIA! ALLELUIA! ALLELUIA!</a:t>
            </a:r>
          </a:p>
          <a:p>
            <a:pPr algn="ctr">
              <a:spcAft>
                <a:spcPts val="500"/>
              </a:spcAft>
              <a:defRPr sz="1500" b="0" i="1">
                <a:solidFill>
                  <a:srgbClr val="86EFAC"/>
                </a:solidFill>
                <a:latin typeface="Inter"/>
              </a:defRPr>
            </a:pPr>
            <a:r>
              <a:t>Sing the verse of the Gospel Acclamation given in the Lectionary for this Mass in full, not shortened.</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Gospel Acclamation</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Aft>
                <a:spcPts val="500"/>
              </a:spcAft>
              <a:defRPr sz="1500" b="0" i="1">
                <a:solidFill>
                  <a:srgbClr val="86EFAC"/>
                </a:solidFill>
                <a:latin typeface="Inter"/>
              </a:defRPr>
            </a:pPr>
            <a:r>
              <a:t>If a commentator announces the verse before the Gospel Acclamation, the verse from the Lectionary is spoken in full, and then the assembly sings the Alleluia and response without abbreviation.</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Gospel Acclamation</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Bef>
                <a:spcPts val="400"/>
              </a:spcBef>
              <a:spcAft>
                <a:spcPts val="500"/>
              </a:spcAft>
              <a:defRPr sz="2000" b="1" i="0">
                <a:solidFill>
                  <a:srgbClr val="86EFAC"/>
                </a:solidFill>
                <a:latin typeface="Inter"/>
              </a:defRPr>
            </a:pPr>
            <a:r>
              <a:t>Priest: The Lord be with you.</a:t>
            </a:r>
          </a:p>
          <a:p>
            <a:pPr algn="ctr">
              <a:spcBef>
                <a:spcPts val="400"/>
              </a:spcBef>
              <a:spcAft>
                <a:spcPts val="500"/>
              </a:spcAft>
              <a:defRPr sz="2000" b="1" i="0">
                <a:solidFill>
                  <a:srgbClr val="F0FDF4"/>
                </a:solidFill>
                <a:latin typeface="Inter"/>
              </a:defRPr>
            </a:pPr>
            <a:r>
              <a:t>All: And with your spirit.</a:t>
            </a:r>
          </a:p>
          <a:p>
            <a:pPr algn="ctr">
              <a:spcAft>
                <a:spcPts val="500"/>
              </a:spcAft>
              <a:defRPr sz="1500" b="0" i="1">
                <a:solidFill>
                  <a:srgbClr val="86EFAC"/>
                </a:solidFill>
                <a:latin typeface="Inter"/>
              </a:defRPr>
            </a:pPr>
            <a:r>
              <a:t>The Priest says the full introductory dialogue from the Roman Missal, using the complete sentence from the Lectionary for this Mass, beginning “A reading from the holy Gospel according to [name the evangelist or book in full, as printed in the Lectionary—never abbreviated].”</a:t>
            </a:r>
          </a:p>
          <a:p>
            <a:pPr algn="ctr">
              <a:spcBef>
                <a:spcPts val="400"/>
              </a:spcBef>
              <a:spcAft>
                <a:spcPts val="500"/>
              </a:spcAft>
              <a:defRPr sz="2000" b="1" i="0">
                <a:solidFill>
                  <a:srgbClr val="F0FDF4"/>
                </a:solidFill>
                <a:latin typeface="Inter"/>
              </a:defRPr>
            </a:pPr>
            <a:r>
              <a:t>All: Glory to you, O Lord.</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Gospel Acclamation</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Bef>
                <a:spcPts val="400"/>
              </a:spcBef>
              <a:spcAft>
                <a:spcPts val="500"/>
              </a:spcAft>
              <a:defRPr sz="2000" b="1" i="0">
                <a:solidFill>
                  <a:srgbClr val="86EFAC"/>
                </a:solidFill>
                <a:latin typeface="Inter"/>
              </a:defRPr>
            </a:pPr>
            <a:r>
              <a:t>Priest: The Gospel of the Lord.</a:t>
            </a:r>
          </a:p>
          <a:p>
            <a:pPr algn="ctr">
              <a:spcBef>
                <a:spcPts val="400"/>
              </a:spcBef>
              <a:spcAft>
                <a:spcPts val="500"/>
              </a:spcAft>
              <a:defRPr sz="2000" b="1" i="0">
                <a:solidFill>
                  <a:srgbClr val="F0FDF4"/>
                </a:solidFill>
                <a:latin typeface="Inter"/>
              </a:defRPr>
            </a:pPr>
            <a:r>
              <a:t>All: Praise to you, Lord Jesus Christ.</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Gospel Acclamation</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GFCC28Jun2026_OrdinaryTime_16x9.png"/>
          <p:cNvPicPr>
            <a:picLocks noChangeAspect="1"/>
          </p:cNvPicPr>
          <p:nvPr/>
        </p:nvPicPr>
        <p:blipFill>
          <a:blip r:embed="rId2"/>
          <a:stretch>
            <a:fillRect/>
          </a:stretch>
        </p:blipFill>
        <p:spPr>
          <a:xfrm>
            <a:off x="0" y="0"/>
            <a:ext cx="18288000" cy="10287000"/>
          </a:xfrm>
          <a:prstGeom prst="rect">
            <a:avLst/>
          </a:prstGeom>
        </p:spPr>
      </p:pic>
      <p:sp>
        <p:nvSpPr>
          <p:cNvPr id="3" name="TextBox 2"/>
          <p:cNvSpPr txBox="1"/>
          <p:nvPr/>
        </p:nvSpPr>
        <p:spPr>
          <a:xfrm>
            <a:off x="914400" y="850392"/>
            <a:ext cx="16459200" cy="5943600"/>
          </a:xfrm>
          <a:prstGeom prst="rect">
            <a:avLst/>
          </a:prstGeom>
          <a:noFill/>
        </p:spPr>
        <p:txBody>
          <a:bodyPr wrap="square" lIns="109728" rIns="109728" tIns="73152" bIns="73152">
            <a:noAutofit/>
          </a:bodyPr>
          <a:lstStyle/>
          <a:p>
            <a:pPr>
              <a:spcAft>
                <a:spcPts val="300"/>
              </a:spcAft>
              <a:defRPr sz="2100" b="1" i="0">
                <a:solidFill>
                  <a:srgbClr val="86EFAC"/>
                </a:solidFill>
                <a:latin typeface="Inter"/>
              </a:defRPr>
            </a:pPr>
            <a:r>
              <a:t>MASS CELEBRANT:</a:t>
            </a:r>
          </a:p>
          <a:p>
            <a:pPr>
              <a:spcAft>
                <a:spcPts val="300"/>
              </a:spcAft>
              <a:defRPr sz="2100" b="0" i="0">
                <a:solidFill>
                  <a:srgbClr val="F0FDF4"/>
                </a:solidFill>
                <a:latin typeface="Inter"/>
              </a:defRPr>
            </a:pPr>
            <a:r>
              <a:t>Rev. Fr. Jonrey Lauron, RCJ</a:t>
            </a:r>
          </a:p>
          <a:p>
            <a:pPr>
              <a:spcAft>
                <a:spcPts val="300"/>
              </a:spcAft>
              <a:defRPr sz="2100" b="0" i="0">
                <a:solidFill>
                  <a:srgbClr val="F0FDF4"/>
                </a:solidFill>
                <a:latin typeface="Inter"/>
              </a:defRPr>
            </a:pPr>
          </a:p>
          <a:p>
            <a:pPr>
              <a:spcAft>
                <a:spcPts val="300"/>
              </a:spcAft>
              <a:defRPr sz="2100" b="0" i="0">
                <a:solidFill>
                  <a:srgbClr val="F0FDF4"/>
                </a:solidFill>
                <a:latin typeface="Inter"/>
              </a:defRPr>
            </a:pPr>
            <a:r>
              <a:t>Gospel (Matthew 10:37-42)</a:t>
            </a:r>
          </a:p>
          <a:p>
            <a:pPr>
              <a:spcAft>
                <a:spcPts val="300"/>
              </a:spcAft>
              <a:defRPr sz="2100" b="0" i="0">
                <a:solidFill>
                  <a:srgbClr val="F0FDF4"/>
                </a:solidFill>
                <a:latin typeface="Inter"/>
              </a:defRPr>
            </a:pPr>
            <a:r>
              <a:t>“He who loves father or mother more than me is not worthy of me; and he who loves son or daughter more than me isn't worthy of me.”</a:t>
            </a:r>
          </a:p>
          <a:p>
            <a:pPr>
              <a:spcAft>
                <a:spcPts val="300"/>
              </a:spcAft>
              <a:defRPr sz="2100" b="0" i="0">
                <a:solidFill>
                  <a:srgbClr val="F0FDF4"/>
                </a:solidFill>
                <a:latin typeface="Inter"/>
              </a:defRPr>
            </a:pPr>
          </a:p>
          <a:p>
            <a:pPr>
              <a:spcAft>
                <a:spcPts val="300"/>
              </a:spcAft>
              <a:defRPr sz="2100" b="0" i="0">
                <a:solidFill>
                  <a:srgbClr val="F0FDF4"/>
                </a:solidFill>
                <a:latin typeface="Inter"/>
              </a:defRPr>
            </a:pPr>
            <a:r>
              <a:t>YEAR A</a:t>
            </a:r>
          </a:p>
          <a:p>
            <a:pPr>
              <a:spcAft>
                <a:spcPts val="300"/>
              </a:spcAft>
              <a:defRPr sz="2100" b="0" i="0">
                <a:solidFill>
                  <a:srgbClr val="F0FDF4"/>
                </a:solidFill>
                <a:latin typeface="Inter"/>
              </a:defRPr>
            </a:pPr>
            <a:r>
              <a:t>2026-06-28 · Ordinary Time</a:t>
            </a:r>
          </a:p>
        </p:txBody>
      </p:sp>
      <p:sp>
        <p:nvSpPr>
          <p:cNvPr id="4" name="TextBox 3"/>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Mass poster / divider</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Bef>
                <a:spcPts val="400"/>
              </a:spcBef>
              <a:spcAft>
                <a:spcPts val="800"/>
              </a:spcAft>
              <a:defRPr sz="5000" b="1" i="0">
                <a:solidFill>
                  <a:srgbClr val="F0FDF4"/>
                </a:solidFill>
                <a:latin typeface="Inter"/>
              </a:defRPr>
            </a:pPr>
            <a:r>
              <a:t>All: I believe in one God,</a:t>
            </a:r>
          </a:p>
          <a:p>
            <a:pPr algn="ctr">
              <a:spcAft>
                <a:spcPts val="800"/>
              </a:spcAft>
              <a:defRPr sz="5000" b="0" i="0">
                <a:solidFill>
                  <a:srgbClr val="F0FDF4"/>
                </a:solidFill>
                <a:latin typeface="Inter"/>
              </a:defRPr>
            </a:pPr>
            <a:r>
              <a:t>the Father almighty,</a:t>
            </a:r>
          </a:p>
          <a:p>
            <a:pPr algn="ctr">
              <a:spcAft>
                <a:spcPts val="800"/>
              </a:spcAft>
              <a:defRPr sz="5000" b="0" i="0">
                <a:solidFill>
                  <a:srgbClr val="F0FDF4"/>
                </a:solidFill>
                <a:latin typeface="Inter"/>
              </a:defRPr>
            </a:pPr>
            <a:r>
              <a:t>maker of heaven and earth,</a:t>
            </a:r>
          </a:p>
          <a:p>
            <a:pPr algn="ctr">
              <a:spcAft>
                <a:spcPts val="800"/>
              </a:spcAft>
              <a:defRPr sz="5000" b="0" i="0">
                <a:solidFill>
                  <a:srgbClr val="F0FDF4"/>
                </a:solidFill>
                <a:latin typeface="Inter"/>
              </a:defRPr>
            </a:pPr>
            <a:r>
              <a:t>of all things visible and invisible.</a:t>
            </a:r>
          </a:p>
          <a:p>
            <a:pPr algn="ctr">
              <a:spcAft>
                <a:spcPts val="800"/>
              </a:spcAft>
              <a:defRPr sz="5000" b="0" i="0">
                <a:solidFill>
                  <a:srgbClr val="F0FDF4"/>
                </a:solidFill>
                <a:latin typeface="Inter"/>
              </a:defRPr>
            </a:pPr>
            <a:r>
              <a:t>I believe in one Lord Jesus Christ,</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Nicene Creed (1/8)</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800"/>
              </a:spcAft>
              <a:defRPr sz="5000" b="0" i="0">
                <a:solidFill>
                  <a:srgbClr val="F0FDF4"/>
                </a:solidFill>
                <a:latin typeface="Inter"/>
              </a:defRPr>
            </a:pPr>
            <a:r>
              <a:t>the Only Begotten Son of God,</a:t>
            </a:r>
          </a:p>
          <a:p>
            <a:pPr algn="ctr">
              <a:spcAft>
                <a:spcPts val="800"/>
              </a:spcAft>
              <a:defRPr sz="5000" b="0" i="0">
                <a:solidFill>
                  <a:srgbClr val="F0FDF4"/>
                </a:solidFill>
                <a:latin typeface="Inter"/>
              </a:defRPr>
            </a:pPr>
            <a:r>
              <a:t>born of the Father before all ages.</a:t>
            </a:r>
          </a:p>
          <a:p>
            <a:pPr algn="ctr">
              <a:spcAft>
                <a:spcPts val="800"/>
              </a:spcAft>
              <a:defRPr sz="5000" b="0" i="0">
                <a:solidFill>
                  <a:srgbClr val="F0FDF4"/>
                </a:solidFill>
                <a:latin typeface="Inter"/>
              </a:defRPr>
            </a:pPr>
            <a:r>
              <a:t>God from God, Light from Light,</a:t>
            </a:r>
          </a:p>
          <a:p>
            <a:pPr algn="ctr">
              <a:spcAft>
                <a:spcPts val="800"/>
              </a:spcAft>
              <a:defRPr sz="5000" b="0" i="0">
                <a:solidFill>
                  <a:srgbClr val="F0FDF4"/>
                </a:solidFill>
                <a:latin typeface="Inter"/>
              </a:defRPr>
            </a:pPr>
            <a:r>
              <a:t>true God from true God,</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Nicene Creed (2/8)</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800"/>
              </a:spcAft>
              <a:defRPr sz="5000" b="0" i="0">
                <a:solidFill>
                  <a:srgbClr val="F0FDF4"/>
                </a:solidFill>
                <a:latin typeface="Inter"/>
              </a:defRPr>
            </a:pPr>
            <a:r>
              <a:t>begotten, not made, consubstantial with the Father;</a:t>
            </a:r>
          </a:p>
          <a:p>
            <a:pPr algn="ctr">
              <a:spcAft>
                <a:spcPts val="800"/>
              </a:spcAft>
              <a:defRPr sz="5000" b="0" i="0">
                <a:solidFill>
                  <a:srgbClr val="F0FDF4"/>
                </a:solidFill>
                <a:latin typeface="Inter"/>
              </a:defRPr>
            </a:pPr>
            <a:r>
              <a:t>through him all things were made.</a:t>
            </a:r>
          </a:p>
          <a:p>
            <a:pPr algn="ctr">
              <a:spcAft>
                <a:spcPts val="800"/>
              </a:spcAft>
              <a:defRPr sz="5000" b="0" i="0">
                <a:solidFill>
                  <a:srgbClr val="F0FDF4"/>
                </a:solidFill>
                <a:latin typeface="Inter"/>
              </a:defRPr>
            </a:pPr>
            <a:r>
              <a:t>For us men and for our salvation</a:t>
            </a:r>
          </a:p>
          <a:p>
            <a:pPr algn="ctr">
              <a:spcAft>
                <a:spcPts val="800"/>
              </a:spcAft>
              <a:defRPr sz="5000" b="0" i="0">
                <a:solidFill>
                  <a:srgbClr val="F0FDF4"/>
                </a:solidFill>
                <a:latin typeface="Inter"/>
              </a:defRPr>
            </a:pPr>
            <a:r>
              <a:t>he came down from heaven,</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Nicene Creed (3/8)</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800"/>
              </a:spcAft>
              <a:defRPr sz="5000" b="0" i="0">
                <a:solidFill>
                  <a:srgbClr val="F0FDF4"/>
                </a:solidFill>
                <a:latin typeface="Inter"/>
              </a:defRPr>
            </a:pPr>
            <a:r>
              <a:t>and by the Holy Spirit was incarnate of the Virgin Mary,</a:t>
            </a:r>
          </a:p>
          <a:p>
            <a:pPr algn="ctr">
              <a:spcAft>
                <a:spcPts val="800"/>
              </a:spcAft>
              <a:defRPr sz="5000" b="0" i="0">
                <a:solidFill>
                  <a:srgbClr val="F0FDF4"/>
                </a:solidFill>
                <a:latin typeface="Inter"/>
              </a:defRPr>
            </a:pPr>
            <a:r>
              <a:t>and became man.</a:t>
            </a:r>
          </a:p>
          <a:p>
            <a:pPr algn="ctr">
              <a:spcAft>
                <a:spcPts val="800"/>
              </a:spcAft>
              <a:defRPr sz="5000" b="0" i="0">
                <a:solidFill>
                  <a:srgbClr val="F0FDF4"/>
                </a:solidFill>
                <a:latin typeface="Inter"/>
              </a:defRPr>
            </a:pPr>
            <a:r>
              <a:t>For our sake he was crucified under Pontius Pilate,</a:t>
            </a:r>
          </a:p>
          <a:p>
            <a:pPr algn="ctr">
              <a:spcAft>
                <a:spcPts val="800"/>
              </a:spcAft>
              <a:defRPr sz="5000" b="0" i="0">
                <a:solidFill>
                  <a:srgbClr val="F0FDF4"/>
                </a:solidFill>
                <a:latin typeface="Inter"/>
              </a:defRPr>
            </a:pPr>
            <a:r>
              <a:t>he suffered death and was buried,</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Nicene Creed (4/8)</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800"/>
              </a:spcAft>
              <a:defRPr sz="5000" b="0" i="0">
                <a:solidFill>
                  <a:srgbClr val="F0FDF4"/>
                </a:solidFill>
                <a:latin typeface="Inter"/>
              </a:defRPr>
            </a:pPr>
            <a:r>
              <a:t>and rose again on the third day</a:t>
            </a:r>
          </a:p>
          <a:p>
            <a:pPr algn="ctr">
              <a:spcAft>
                <a:spcPts val="800"/>
              </a:spcAft>
              <a:defRPr sz="5000" b="0" i="0">
                <a:solidFill>
                  <a:srgbClr val="F0FDF4"/>
                </a:solidFill>
                <a:latin typeface="Inter"/>
              </a:defRPr>
            </a:pPr>
            <a:r>
              <a:t>in accordance with the Scriptures.</a:t>
            </a:r>
          </a:p>
          <a:p>
            <a:pPr algn="ctr">
              <a:spcAft>
                <a:spcPts val="800"/>
              </a:spcAft>
              <a:defRPr sz="5000" b="0" i="0">
                <a:solidFill>
                  <a:srgbClr val="F0FDF4"/>
                </a:solidFill>
                <a:latin typeface="Inter"/>
              </a:defRPr>
            </a:pPr>
            <a:r>
              <a:t>He ascended into heaven</a:t>
            </a:r>
          </a:p>
          <a:p>
            <a:pPr algn="ctr">
              <a:spcAft>
                <a:spcPts val="800"/>
              </a:spcAft>
              <a:defRPr sz="5000" b="0" i="0">
                <a:solidFill>
                  <a:srgbClr val="F0FDF4"/>
                </a:solidFill>
                <a:latin typeface="Inter"/>
              </a:defRPr>
            </a:pPr>
            <a:r>
              <a:t>and is seated at the right hand of the Father.</a:t>
            </a:r>
          </a:p>
          <a:p>
            <a:pPr algn="ctr">
              <a:spcAft>
                <a:spcPts val="800"/>
              </a:spcAft>
              <a:defRPr sz="5000" b="0" i="0">
                <a:solidFill>
                  <a:srgbClr val="F0FDF4"/>
                </a:solidFill>
                <a:latin typeface="Inter"/>
              </a:defRPr>
            </a:pPr>
            <a:r>
              <a:t>He will come again in glory</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Nicene Creed (5/8)</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800"/>
              </a:spcAft>
              <a:defRPr sz="5000" b="0" i="0">
                <a:solidFill>
                  <a:srgbClr val="F0FDF4"/>
                </a:solidFill>
                <a:latin typeface="Inter"/>
              </a:defRPr>
            </a:pPr>
            <a:r>
              <a:t>to judge the living and the dead</a:t>
            </a:r>
          </a:p>
          <a:p>
            <a:pPr algn="ctr">
              <a:spcAft>
                <a:spcPts val="800"/>
              </a:spcAft>
              <a:defRPr sz="5000" b="0" i="0">
                <a:solidFill>
                  <a:srgbClr val="F0FDF4"/>
                </a:solidFill>
                <a:latin typeface="Inter"/>
              </a:defRPr>
            </a:pPr>
            <a:r>
              <a:t>and his kingdom will have no end.</a:t>
            </a:r>
          </a:p>
          <a:p>
            <a:pPr algn="ctr">
              <a:spcAft>
                <a:spcPts val="800"/>
              </a:spcAft>
              <a:defRPr sz="5000" b="0" i="0">
                <a:solidFill>
                  <a:srgbClr val="F0FDF4"/>
                </a:solidFill>
                <a:latin typeface="Inter"/>
              </a:defRPr>
            </a:pPr>
            <a:r>
              <a:t>I believe in the Holy Spirit, the Lord, the giver of life,</a:t>
            </a:r>
          </a:p>
          <a:p>
            <a:pPr algn="ctr">
              <a:spcAft>
                <a:spcPts val="800"/>
              </a:spcAft>
              <a:defRPr sz="5000" b="0" i="0">
                <a:solidFill>
                  <a:srgbClr val="F0FDF4"/>
                </a:solidFill>
                <a:latin typeface="Inter"/>
              </a:defRPr>
            </a:pPr>
            <a:r>
              <a:t>who proceeds from the Father and the Son,</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Nicene Creed (6/8)</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800"/>
              </a:spcAft>
              <a:defRPr sz="5000" b="0" i="0">
                <a:solidFill>
                  <a:srgbClr val="F0FDF4"/>
                </a:solidFill>
                <a:latin typeface="Inter"/>
              </a:defRPr>
            </a:pPr>
            <a:r>
              <a:t>who with the Father and the Son is adored and glorified,</a:t>
            </a:r>
          </a:p>
          <a:p>
            <a:pPr algn="ctr">
              <a:spcAft>
                <a:spcPts val="800"/>
              </a:spcAft>
              <a:defRPr sz="5000" b="0" i="0">
                <a:solidFill>
                  <a:srgbClr val="F0FDF4"/>
                </a:solidFill>
                <a:latin typeface="Inter"/>
              </a:defRPr>
            </a:pPr>
            <a:r>
              <a:t>who has spoken through the prophets.</a:t>
            </a:r>
          </a:p>
          <a:p>
            <a:pPr algn="ctr">
              <a:spcAft>
                <a:spcPts val="800"/>
              </a:spcAft>
              <a:defRPr sz="5000" b="0" i="0">
                <a:solidFill>
                  <a:srgbClr val="F0FDF4"/>
                </a:solidFill>
                <a:latin typeface="Inter"/>
              </a:defRPr>
            </a:pPr>
            <a:r>
              <a:t>I believe in one, holy, catholic and apostolic Church.</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Nicene Creed (7/8)</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800"/>
              </a:spcAft>
              <a:defRPr sz="5000" b="0" i="0">
                <a:solidFill>
                  <a:srgbClr val="F0FDF4"/>
                </a:solidFill>
                <a:latin typeface="Inter"/>
              </a:defRPr>
            </a:pPr>
            <a:r>
              <a:t>I confess one Baptism for the forgiveness of sins</a:t>
            </a:r>
          </a:p>
          <a:p>
            <a:pPr algn="ctr">
              <a:spcAft>
                <a:spcPts val="800"/>
              </a:spcAft>
              <a:defRPr sz="5000" b="0" i="0">
                <a:solidFill>
                  <a:srgbClr val="F0FDF4"/>
                </a:solidFill>
                <a:latin typeface="Inter"/>
              </a:defRPr>
            </a:pPr>
            <a:r>
              <a:t>and I look forward to the resurrection of the dead</a:t>
            </a:r>
          </a:p>
          <a:p>
            <a:pPr algn="ctr">
              <a:spcAft>
                <a:spcPts val="800"/>
              </a:spcAft>
              <a:defRPr sz="5000" b="0" i="0">
                <a:solidFill>
                  <a:srgbClr val="F0FDF4"/>
                </a:solidFill>
                <a:latin typeface="Inter"/>
              </a:defRPr>
            </a:pPr>
            <a:r>
              <a:t>and the life of the world to come. Amen.</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Nicene Creed (8/8)</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GFCC28Jun2026_OrdinaryTime_16x9.png"/>
          <p:cNvPicPr>
            <a:picLocks noChangeAspect="1"/>
          </p:cNvPicPr>
          <p:nvPr/>
        </p:nvPicPr>
        <p:blipFill>
          <a:blip r:embed="rId2"/>
          <a:stretch>
            <a:fillRect/>
          </a:stretch>
        </p:blipFill>
        <p:spPr>
          <a:xfrm>
            <a:off x="0" y="0"/>
            <a:ext cx="18288000" cy="10287000"/>
          </a:xfrm>
          <a:prstGeom prst="rect">
            <a:avLst/>
          </a:prstGeom>
        </p:spPr>
      </p:pic>
      <p:sp>
        <p:nvSpPr>
          <p:cNvPr id="3" name="TextBox 2"/>
          <p:cNvSpPr txBox="1"/>
          <p:nvPr/>
        </p:nvSpPr>
        <p:spPr>
          <a:xfrm>
            <a:off x="914400" y="850392"/>
            <a:ext cx="16459200" cy="5943600"/>
          </a:xfrm>
          <a:prstGeom prst="rect">
            <a:avLst/>
          </a:prstGeom>
          <a:noFill/>
        </p:spPr>
        <p:txBody>
          <a:bodyPr wrap="square" lIns="109728" rIns="109728" tIns="73152" bIns="73152">
            <a:noAutofit/>
          </a:bodyPr>
          <a:lstStyle/>
          <a:p>
            <a:pPr>
              <a:spcAft>
                <a:spcPts val="300"/>
              </a:spcAft>
              <a:defRPr sz="2100" b="1" i="0">
                <a:solidFill>
                  <a:srgbClr val="86EFAC"/>
                </a:solidFill>
                <a:latin typeface="Inter"/>
              </a:defRPr>
            </a:pPr>
            <a:r>
              <a:t>MASS CELEBRANT:</a:t>
            </a:r>
          </a:p>
          <a:p>
            <a:pPr>
              <a:spcAft>
                <a:spcPts val="300"/>
              </a:spcAft>
              <a:defRPr sz="2100" b="0" i="0">
                <a:solidFill>
                  <a:srgbClr val="F0FDF4"/>
                </a:solidFill>
                <a:latin typeface="Inter"/>
              </a:defRPr>
            </a:pPr>
            <a:r>
              <a:t>Rev. Fr. Jonrey Lauron, RCJ</a:t>
            </a:r>
          </a:p>
          <a:p>
            <a:pPr>
              <a:spcAft>
                <a:spcPts val="300"/>
              </a:spcAft>
              <a:defRPr sz="2100" b="0" i="0">
                <a:solidFill>
                  <a:srgbClr val="F0FDF4"/>
                </a:solidFill>
                <a:latin typeface="Inter"/>
              </a:defRPr>
            </a:pPr>
          </a:p>
          <a:p>
            <a:pPr>
              <a:spcAft>
                <a:spcPts val="300"/>
              </a:spcAft>
              <a:defRPr sz="2100" b="0" i="0">
                <a:solidFill>
                  <a:srgbClr val="F0FDF4"/>
                </a:solidFill>
                <a:latin typeface="Inter"/>
              </a:defRPr>
            </a:pPr>
            <a:r>
              <a:t>Gospel (Matthew 10:37-42)</a:t>
            </a:r>
          </a:p>
          <a:p>
            <a:pPr>
              <a:spcAft>
                <a:spcPts val="300"/>
              </a:spcAft>
              <a:defRPr sz="2100" b="0" i="0">
                <a:solidFill>
                  <a:srgbClr val="F0FDF4"/>
                </a:solidFill>
                <a:latin typeface="Inter"/>
              </a:defRPr>
            </a:pPr>
            <a:r>
              <a:t>“He who loves father or mother more than me is not worthy of me; and he who loves son or daughter more than me isn't worthy of me.”</a:t>
            </a:r>
          </a:p>
          <a:p>
            <a:pPr>
              <a:spcAft>
                <a:spcPts val="300"/>
              </a:spcAft>
              <a:defRPr sz="2100" b="0" i="0">
                <a:solidFill>
                  <a:srgbClr val="F0FDF4"/>
                </a:solidFill>
                <a:latin typeface="Inter"/>
              </a:defRPr>
            </a:pPr>
          </a:p>
          <a:p>
            <a:pPr>
              <a:spcAft>
                <a:spcPts val="300"/>
              </a:spcAft>
              <a:defRPr sz="2100" b="0" i="0">
                <a:solidFill>
                  <a:srgbClr val="F0FDF4"/>
                </a:solidFill>
                <a:latin typeface="Inter"/>
              </a:defRPr>
            </a:pPr>
            <a:r>
              <a:t>YEAR A</a:t>
            </a:r>
          </a:p>
          <a:p>
            <a:pPr>
              <a:spcAft>
                <a:spcPts val="300"/>
              </a:spcAft>
              <a:defRPr sz="2100" b="0" i="0">
                <a:solidFill>
                  <a:srgbClr val="F0FDF4"/>
                </a:solidFill>
                <a:latin typeface="Inter"/>
              </a:defRPr>
            </a:pPr>
            <a:r>
              <a:t>2026-06-28 · Ordinary Time</a:t>
            </a:r>
          </a:p>
        </p:txBody>
      </p:sp>
      <p:sp>
        <p:nvSpPr>
          <p:cNvPr id="4" name="TextBox 3"/>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Mass poster / divider</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Aft>
                <a:spcPts val="500"/>
              </a:spcAft>
              <a:defRPr sz="1500" b="0" i="1">
                <a:solidFill>
                  <a:srgbClr val="86EFAC"/>
                </a:solidFill>
                <a:latin typeface="Inter"/>
              </a:defRPr>
            </a:pPr>
            <a:r>
              <a:t>The Universal Prayer is led so that each petition is spoken in full and each response by the people is sung or said in full (for example, “Lord, hear our prayer”), never abbreviated.</a:t>
            </a:r>
          </a:p>
          <a:p>
            <a:pPr algn="ctr">
              <a:spcBef>
                <a:spcPts val="400"/>
              </a:spcBef>
              <a:spcAft>
                <a:spcPts val="500"/>
              </a:spcAft>
              <a:defRPr sz="2000" b="1" i="0">
                <a:solidFill>
                  <a:srgbClr val="86EFAC"/>
                </a:solidFill>
                <a:latin typeface="Inter"/>
              </a:defRPr>
            </a:pPr>
            <a:r>
              <a:t>Priest: For the holy Church of God throughout the world, that the Lord may guard her and grant her peace and unity according to his will: let us pray to the Lord.</a:t>
            </a:r>
          </a:p>
          <a:p>
            <a:pPr algn="ctr">
              <a:spcBef>
                <a:spcPts val="400"/>
              </a:spcBef>
              <a:spcAft>
                <a:spcPts val="500"/>
              </a:spcAft>
              <a:defRPr sz="2000" b="1" i="0">
                <a:solidFill>
                  <a:srgbClr val="F0FDF4"/>
                </a:solidFill>
                <a:latin typeface="Inter"/>
              </a:defRPr>
            </a:pPr>
            <a:r>
              <a:t>All: Lord, hear our prayer.</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Prayer of the Faithful</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Bef>
                <a:spcPts val="400"/>
              </a:spcBef>
              <a:spcAft>
                <a:spcPts val="500"/>
              </a:spcAft>
              <a:defRPr sz="2000" b="1" i="0">
                <a:solidFill>
                  <a:srgbClr val="86EFAC"/>
                </a:solidFill>
                <a:latin typeface="Inter"/>
              </a:defRPr>
            </a:pPr>
            <a:r>
              <a:t>Priest: The Priest concludes the Prayer of the Faithful with a prayer in full, for example:</a:t>
            </a:r>
          </a:p>
          <a:p>
            <a:pPr algn="ctr">
              <a:spcBef>
                <a:spcPts val="400"/>
              </a:spcBef>
              <a:spcAft>
                <a:spcPts val="500"/>
              </a:spcAft>
              <a:defRPr sz="2000" b="1" i="0">
                <a:solidFill>
                  <a:srgbClr val="86EFAC"/>
                </a:solidFill>
                <a:latin typeface="Inter"/>
              </a:defRPr>
            </a:pPr>
            <a:r>
              <a:t>Priest: Heavenly Father, hear the prayers of the Church, which we make through Christ our Lord.</a:t>
            </a:r>
          </a:p>
          <a:p>
            <a:pPr algn="ctr">
              <a:spcBef>
                <a:spcPts val="400"/>
              </a:spcBef>
              <a:spcAft>
                <a:spcPts val="500"/>
              </a:spcAft>
              <a:defRPr sz="2000" b="1" i="0">
                <a:solidFill>
                  <a:srgbClr val="F0FDF4"/>
                </a:solidFill>
                <a:latin typeface="Inter"/>
              </a:defRPr>
            </a:pPr>
            <a:r>
              <a:t>All: Amen.</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Prayer of the Faithful</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GFCC28Jun2026_OrdinaryTime_16x9.png"/>
          <p:cNvPicPr>
            <a:picLocks noChangeAspect="1"/>
          </p:cNvPicPr>
          <p:nvPr/>
        </p:nvPicPr>
        <p:blipFill>
          <a:blip r:embed="rId2"/>
          <a:stretch>
            <a:fillRect/>
          </a:stretch>
        </p:blipFill>
        <p:spPr>
          <a:xfrm>
            <a:off x="0" y="0"/>
            <a:ext cx="18288000" cy="10287000"/>
          </a:xfrm>
          <a:prstGeom prst="rect">
            <a:avLst/>
          </a:prstGeom>
        </p:spPr>
      </p:pic>
      <p:sp>
        <p:nvSpPr>
          <p:cNvPr id="3" name="TextBox 2"/>
          <p:cNvSpPr txBox="1"/>
          <p:nvPr/>
        </p:nvSpPr>
        <p:spPr>
          <a:xfrm>
            <a:off x="914400" y="850392"/>
            <a:ext cx="16459200" cy="5943600"/>
          </a:xfrm>
          <a:prstGeom prst="rect">
            <a:avLst/>
          </a:prstGeom>
          <a:noFill/>
        </p:spPr>
        <p:txBody>
          <a:bodyPr wrap="square" lIns="109728" rIns="109728" tIns="73152" bIns="73152">
            <a:noAutofit/>
          </a:bodyPr>
          <a:lstStyle/>
          <a:p>
            <a:pPr>
              <a:spcAft>
                <a:spcPts val="300"/>
              </a:spcAft>
              <a:defRPr sz="2100" b="1" i="0">
                <a:solidFill>
                  <a:srgbClr val="86EFAC"/>
                </a:solidFill>
                <a:latin typeface="Inter"/>
              </a:defRPr>
            </a:pPr>
            <a:r>
              <a:t>MASS CELEBRANT:</a:t>
            </a:r>
          </a:p>
          <a:p>
            <a:pPr>
              <a:spcAft>
                <a:spcPts val="300"/>
              </a:spcAft>
              <a:defRPr sz="2100" b="0" i="0">
                <a:solidFill>
                  <a:srgbClr val="F0FDF4"/>
                </a:solidFill>
                <a:latin typeface="Inter"/>
              </a:defRPr>
            </a:pPr>
            <a:r>
              <a:t>Rev. Fr. Jonrey Lauron, RCJ</a:t>
            </a:r>
          </a:p>
          <a:p>
            <a:pPr>
              <a:spcAft>
                <a:spcPts val="300"/>
              </a:spcAft>
              <a:defRPr sz="2100" b="0" i="0">
                <a:solidFill>
                  <a:srgbClr val="F0FDF4"/>
                </a:solidFill>
                <a:latin typeface="Inter"/>
              </a:defRPr>
            </a:pPr>
          </a:p>
          <a:p>
            <a:pPr>
              <a:spcAft>
                <a:spcPts val="300"/>
              </a:spcAft>
              <a:defRPr sz="2100" b="0" i="0">
                <a:solidFill>
                  <a:srgbClr val="F0FDF4"/>
                </a:solidFill>
                <a:latin typeface="Inter"/>
              </a:defRPr>
            </a:pPr>
            <a:r>
              <a:t>Gospel (Matthew 10:37-42)</a:t>
            </a:r>
          </a:p>
          <a:p>
            <a:pPr>
              <a:spcAft>
                <a:spcPts val="300"/>
              </a:spcAft>
              <a:defRPr sz="2100" b="0" i="0">
                <a:solidFill>
                  <a:srgbClr val="F0FDF4"/>
                </a:solidFill>
                <a:latin typeface="Inter"/>
              </a:defRPr>
            </a:pPr>
            <a:r>
              <a:t>“He who loves father or mother more than me is not worthy of me; and he who loves son or daughter more than me isn't worthy of me.”</a:t>
            </a:r>
          </a:p>
          <a:p>
            <a:pPr>
              <a:spcAft>
                <a:spcPts val="300"/>
              </a:spcAft>
              <a:defRPr sz="2100" b="0" i="0">
                <a:solidFill>
                  <a:srgbClr val="F0FDF4"/>
                </a:solidFill>
                <a:latin typeface="Inter"/>
              </a:defRPr>
            </a:pPr>
          </a:p>
          <a:p>
            <a:pPr>
              <a:spcAft>
                <a:spcPts val="300"/>
              </a:spcAft>
              <a:defRPr sz="2100" b="0" i="0">
                <a:solidFill>
                  <a:srgbClr val="F0FDF4"/>
                </a:solidFill>
                <a:latin typeface="Inter"/>
              </a:defRPr>
            </a:pPr>
            <a:r>
              <a:t>YEAR A</a:t>
            </a:r>
          </a:p>
          <a:p>
            <a:pPr>
              <a:spcAft>
                <a:spcPts val="300"/>
              </a:spcAft>
              <a:defRPr sz="2100" b="0" i="0">
                <a:solidFill>
                  <a:srgbClr val="F0FDF4"/>
                </a:solidFill>
                <a:latin typeface="Inter"/>
              </a:defRPr>
            </a:pPr>
            <a:r>
              <a:t>2026-06-28 · Ordinary Time</a:t>
            </a:r>
          </a:p>
        </p:txBody>
      </p:sp>
      <p:sp>
        <p:nvSpPr>
          <p:cNvPr id="4" name="TextBox 3"/>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Mass poster / divider</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14400" y="109728"/>
            <a:ext cx="16459200" cy="868680"/>
          </a:xfrm>
          <a:prstGeom prst="rect">
            <a:avLst/>
          </a:prstGeom>
          <a:noFill/>
        </p:spPr>
        <p:txBody>
          <a:bodyPr wrap="square" lIns="109728" rIns="109728" tIns="73152" bIns="73152">
            <a:noAutofit/>
          </a:bodyPr>
          <a:lstStyle/>
          <a:p>
            <a:pPr algn="ctr">
              <a:defRPr sz="3850" b="1" i="0">
                <a:solidFill>
                  <a:srgbClr val="FFCC4D"/>
                </a:solidFill>
                <a:latin typeface="Georgia"/>
              </a:defRPr>
            </a:pPr>
            <a:r>
              <a:t>Gift of Finest Wheat</a:t>
            </a:r>
          </a:p>
        </p:txBody>
      </p:sp>
      <p:sp>
        <p:nvSpPr>
          <p:cNvPr id="3" name="TextBox 2"/>
          <p:cNvSpPr txBox="1"/>
          <p:nvPr/>
        </p:nvSpPr>
        <p:spPr>
          <a:xfrm>
            <a:off x="0" y="1069848"/>
            <a:ext cx="18288000" cy="8348472"/>
          </a:xfrm>
          <a:prstGeom prst="rect">
            <a:avLst/>
          </a:prstGeom>
          <a:noFill/>
        </p:spPr>
        <p:txBody>
          <a:bodyPr wrap="square" lIns="0" rIns="0" tIns="73152" bIns="73152" anchor="ctr">
            <a:noAutofit/>
          </a:bodyPr>
          <a:lstStyle/>
          <a:p>
            <a:pPr algn="ctr">
              <a:lnSpc>
                <a:spcPct val="100000"/>
              </a:lnSpc>
              <a:spcAft>
                <a:spcPts val="600"/>
              </a:spcAft>
              <a:defRPr sz="5500" b="1" i="0">
                <a:solidFill>
                  <a:srgbClr val="FFFFFF"/>
                </a:solidFill>
                <a:latin typeface="Arial Black"/>
              </a:defRPr>
            </a:pPr>
            <a:r>
              <a:t>YOU SATISFY THE HUNGRY HEART</a:t>
            </a:r>
          </a:p>
          <a:p>
            <a:pPr algn="ctr">
              <a:lnSpc>
                <a:spcPct val="100000"/>
              </a:lnSpc>
              <a:spcAft>
                <a:spcPts val="600"/>
              </a:spcAft>
              <a:defRPr sz="5500" b="1" i="0">
                <a:solidFill>
                  <a:srgbClr val="FFFFFF"/>
                </a:solidFill>
                <a:latin typeface="Arial Black"/>
              </a:defRPr>
            </a:pPr>
            <a:r>
              <a:t>WITH GIFT OF FINEST WHEAT,</a:t>
            </a:r>
          </a:p>
          <a:p>
            <a:pPr algn="ctr">
              <a:lnSpc>
                <a:spcPct val="100000"/>
              </a:lnSpc>
              <a:spcAft>
                <a:spcPts val="600"/>
              </a:spcAft>
              <a:defRPr sz="5500" b="1" i="0">
                <a:solidFill>
                  <a:srgbClr val="FFFFFF"/>
                </a:solidFill>
                <a:latin typeface="Arial Black"/>
              </a:defRPr>
            </a:pPr>
            <a:r>
              <a:t>COME GIVE TO US, O SAVING LORD,</a:t>
            </a:r>
          </a:p>
          <a:p>
            <a:pPr algn="ctr">
              <a:lnSpc>
                <a:spcPct val="100000"/>
              </a:lnSpc>
              <a:spcAft>
                <a:spcPts val="600"/>
              </a:spcAft>
              <a:defRPr sz="5500" b="1" i="0">
                <a:solidFill>
                  <a:srgbClr val="FFFFFF"/>
                </a:solidFill>
                <a:latin typeface="Arial Black"/>
              </a:defRPr>
            </a:pPr>
            <a:r>
              <a:t>THE BREAD OF LIFE TO EAT.</a:t>
            </a:r>
          </a:p>
        </p:txBody>
      </p:sp>
      <p:sp>
        <p:nvSpPr>
          <p:cNvPr id="4" name="TextBox 3"/>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FFCC4D"/>
                </a:solidFill>
                <a:latin typeface="Inter"/>
              </a:defRPr>
            </a:pPr>
            <a:r>
              <a:t>Offertory</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0"/>
            <a:ext cx="18288000" cy="10287000"/>
          </a:xfrm>
          <a:prstGeom prst="rect">
            <a:avLst/>
          </a:prstGeom>
          <a:noFill/>
        </p:spPr>
        <p:txBody>
          <a:bodyPr wrap="square" lIns="0" rIns="0" tIns="0" bIns="0" anchor="ctr">
            <a:noAutofit/>
          </a:bodyPr>
          <a:lstStyle/>
          <a:p>
            <a:pPr algn="ctr">
              <a:lnSpc>
                <a:spcPct val="100000"/>
              </a:lnSpc>
              <a:spcAft>
                <a:spcPts val="600"/>
              </a:spcAft>
              <a:defRPr sz="5500" b="1" i="0">
                <a:solidFill>
                  <a:srgbClr val="FFFFFF"/>
                </a:solidFill>
                <a:latin typeface="Arial Black"/>
              </a:defRPr>
            </a:pPr>
            <a:r>
              <a:t>AS WHEN THE GRAIN BY SAINTS BELIEVED</a:t>
            </a:r>
          </a:p>
          <a:p>
            <a:pPr algn="ctr">
              <a:lnSpc>
                <a:spcPct val="100000"/>
              </a:lnSpc>
              <a:spcAft>
                <a:spcPts val="600"/>
              </a:spcAft>
              <a:defRPr sz="5500" b="1" i="0">
                <a:solidFill>
                  <a:srgbClr val="FFFFFF"/>
                </a:solidFill>
                <a:latin typeface="Arial Black"/>
              </a:defRPr>
            </a:pPr>
            <a:r>
              <a:t>WAS BLESSED AND BROKEN, LORD,</a:t>
            </a:r>
          </a:p>
          <a:p>
            <a:pPr algn="ctr">
              <a:lnSpc>
                <a:spcPct val="100000"/>
              </a:lnSpc>
              <a:spcAft>
                <a:spcPts val="600"/>
              </a:spcAft>
              <a:defRPr sz="5500" b="1" i="0">
                <a:solidFill>
                  <a:srgbClr val="FFFFFF"/>
                </a:solidFill>
                <a:latin typeface="Arial Black"/>
              </a:defRPr>
            </a:pPr>
            <a:r>
              <a:t>SO MAY YOUR CHURCH IN LANDS TODAY</a:t>
            </a:r>
          </a:p>
          <a:p>
            <a:pPr algn="ctr">
              <a:lnSpc>
                <a:spcPct val="100000"/>
              </a:lnSpc>
              <a:spcAft>
                <a:spcPts val="600"/>
              </a:spcAft>
              <a:defRPr sz="5500" b="1" i="0">
                <a:solidFill>
                  <a:srgbClr val="FFFFFF"/>
                </a:solidFill>
                <a:latin typeface="Arial Black"/>
              </a:defRPr>
            </a:pPr>
            <a:r>
              <a:t>BE FED, YOUR PRAISE RESTORED.</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FFCC4D"/>
                </a:solidFill>
                <a:latin typeface="Inter"/>
              </a:defRPr>
            </a:pPr>
            <a:r>
              <a:t>Offertory</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0"/>
            <a:ext cx="18288000" cy="10287000"/>
          </a:xfrm>
          <a:prstGeom prst="rect">
            <a:avLst/>
          </a:prstGeom>
          <a:noFill/>
        </p:spPr>
        <p:txBody>
          <a:bodyPr wrap="square" lIns="0" rIns="0" tIns="0" bIns="0" anchor="ctr">
            <a:noAutofit/>
          </a:bodyPr>
          <a:lstStyle/>
          <a:p>
            <a:pPr algn="ctr">
              <a:lnSpc>
                <a:spcPct val="100000"/>
              </a:lnSpc>
              <a:spcAft>
                <a:spcPts val="600"/>
              </a:spcAft>
              <a:defRPr sz="5500" b="1" i="0">
                <a:solidFill>
                  <a:srgbClr val="FFFFFF"/>
                </a:solidFill>
                <a:latin typeface="Arial Black"/>
              </a:defRPr>
            </a:pPr>
            <a:r>
              <a:t>O LORD OF HARVEST, GRANT THAT WE</a:t>
            </a:r>
          </a:p>
          <a:p>
            <a:pPr algn="ctr">
              <a:lnSpc>
                <a:spcPct val="100000"/>
              </a:lnSpc>
              <a:spcAft>
                <a:spcPts val="600"/>
              </a:spcAft>
              <a:defRPr sz="5500" b="1" i="0">
                <a:solidFill>
                  <a:srgbClr val="FFFFFF"/>
                </a:solidFill>
                <a:latin typeface="Arial Black"/>
              </a:defRPr>
            </a:pPr>
            <a:r>
              <a:t>WHO SHARE THIS MYSTERY HERE</a:t>
            </a:r>
          </a:p>
          <a:p>
            <a:pPr algn="ctr">
              <a:lnSpc>
                <a:spcPct val="100000"/>
              </a:lnSpc>
              <a:spcAft>
                <a:spcPts val="600"/>
              </a:spcAft>
              <a:defRPr sz="5500" b="1" i="0">
                <a:solidFill>
                  <a:srgbClr val="FFFFFF"/>
                </a:solidFill>
                <a:latin typeface="Arial Black"/>
              </a:defRPr>
            </a:pPr>
            <a:r>
              <a:t>MAY FOLLOW YOU UNCEASINGLY</a:t>
            </a:r>
          </a:p>
          <a:p>
            <a:pPr algn="ctr">
              <a:lnSpc>
                <a:spcPct val="100000"/>
              </a:lnSpc>
              <a:spcAft>
                <a:spcPts val="600"/>
              </a:spcAft>
              <a:defRPr sz="5500" b="1" i="0">
                <a:solidFill>
                  <a:srgbClr val="FFFFFF"/>
                </a:solidFill>
                <a:latin typeface="Arial Black"/>
              </a:defRPr>
            </a:pPr>
            <a:r>
              <a:t>IN PRAISE, IN LOVE, IN FEAR.</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FFCC4D"/>
                </a:solidFill>
                <a:latin typeface="Inter"/>
              </a:defRPr>
            </a:pPr>
            <a:r>
              <a:t>Offertory</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0"/>
            <a:ext cx="18288000" cy="10287000"/>
          </a:xfrm>
          <a:prstGeom prst="rect">
            <a:avLst/>
          </a:prstGeom>
          <a:noFill/>
        </p:spPr>
        <p:txBody>
          <a:bodyPr wrap="square" lIns="0" rIns="0" tIns="0" bIns="0" anchor="ctr">
            <a:noAutofit/>
          </a:bodyPr>
          <a:lstStyle/>
          <a:p>
            <a:pPr algn="ctr">
              <a:lnSpc>
                <a:spcPct val="100000"/>
              </a:lnSpc>
              <a:spcAft>
                <a:spcPts val="600"/>
              </a:spcAft>
              <a:defRPr sz="5500" b="1" i="0">
                <a:solidFill>
                  <a:srgbClr val="FFFFFF"/>
                </a:solidFill>
                <a:latin typeface="Arial Black"/>
              </a:defRPr>
            </a:pPr>
            <a:r>
              <a:t>ONE BREAD, ONE CUP, ONE LIFE, ONE LORD—</a:t>
            </a:r>
          </a:p>
          <a:p>
            <a:pPr algn="ctr">
              <a:lnSpc>
                <a:spcPct val="100000"/>
              </a:lnSpc>
              <a:spcAft>
                <a:spcPts val="600"/>
              </a:spcAft>
              <a:defRPr sz="5500" b="1" i="0">
                <a:solidFill>
                  <a:srgbClr val="FFFFFF"/>
                </a:solidFill>
                <a:latin typeface="Arial Black"/>
              </a:defRPr>
            </a:pPr>
            <a:r>
              <a:t>WE OFFER, CHRIST, TO YOU;</a:t>
            </a:r>
          </a:p>
          <a:p>
            <a:pPr algn="ctr">
              <a:lnSpc>
                <a:spcPct val="100000"/>
              </a:lnSpc>
              <a:spcAft>
                <a:spcPts val="600"/>
              </a:spcAft>
              <a:defRPr sz="5500" b="1" i="0">
                <a:solidFill>
                  <a:srgbClr val="FFFFFF"/>
                </a:solidFill>
                <a:latin typeface="Arial Black"/>
              </a:defRPr>
            </a:pPr>
            <a:r>
              <a:t>UNTIL WE SHARE YOUR BANQUET BOARD</a:t>
            </a:r>
          </a:p>
          <a:p>
            <a:pPr algn="ctr">
              <a:lnSpc>
                <a:spcPct val="100000"/>
              </a:lnSpc>
              <a:spcAft>
                <a:spcPts val="600"/>
              </a:spcAft>
              <a:defRPr sz="5500" b="1" i="0">
                <a:solidFill>
                  <a:srgbClr val="FFFFFF"/>
                </a:solidFill>
                <a:latin typeface="Arial Black"/>
              </a:defRPr>
            </a:pPr>
            <a:r>
              <a:t>WHERE ALL THE WORLD IS NEW.</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FFCC4D"/>
                </a:solidFill>
                <a:latin typeface="Inter"/>
              </a:defRPr>
            </a:pPr>
            <a:r>
              <a:t>Offertory</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758952"/>
            <a:ext cx="16459200" cy="4114800"/>
          </a:xfrm>
          <a:prstGeom prst="rect">
            <a:avLst/>
          </a:prstGeom>
          <a:noFill/>
        </p:spPr>
        <p:txBody>
          <a:bodyPr wrap="square" lIns="109728" rIns="109728" tIns="73152" bIns="73152">
            <a:noAutofit/>
          </a:bodyPr>
          <a:lstStyle/>
          <a:p>
            <a:pPr algn="ctr">
              <a:defRPr sz="4400" b="1" i="0">
                <a:solidFill>
                  <a:srgbClr val="86EFAC"/>
                </a:solidFill>
                <a:latin typeface="Inter"/>
              </a:defRPr>
            </a:pPr>
            <a:r>
              <a:t>LITURGY OF</a:t>
            </a:r>
            <a:br/>
            <a:r>
              <a:t>THE EUCHARIST</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Liturgy of the Eucharist</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Bef>
                <a:spcPts val="400"/>
              </a:spcBef>
              <a:spcAft>
                <a:spcPts val="500"/>
              </a:spcAft>
              <a:defRPr sz="2000" b="1" i="0">
                <a:solidFill>
                  <a:srgbClr val="86EFAC"/>
                </a:solidFill>
                <a:latin typeface="Inter"/>
              </a:defRPr>
            </a:pPr>
            <a:r>
              <a:t>Priest: Pray, brethren, that my sacrifice and yours may be acceptable to God, the almighty Father.</a:t>
            </a:r>
          </a:p>
          <a:p>
            <a:pPr algn="ctr">
              <a:spcBef>
                <a:spcPts val="400"/>
              </a:spcBef>
              <a:spcAft>
                <a:spcPts val="500"/>
              </a:spcAft>
              <a:defRPr sz="2000" b="1" i="0">
                <a:solidFill>
                  <a:srgbClr val="F0FDF4"/>
                </a:solidFill>
                <a:latin typeface="Inter"/>
              </a:defRPr>
            </a:pPr>
            <a:r>
              <a:t>All: May the Lord accept the sacrifice at your hands, for the praise and glory of his name, for our good and the good of all his holy Church.</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Liturgy of the Eucharist</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758952"/>
            <a:ext cx="16459200" cy="4114800"/>
          </a:xfrm>
          <a:prstGeom prst="rect">
            <a:avLst/>
          </a:prstGeom>
          <a:noFill/>
        </p:spPr>
        <p:txBody>
          <a:bodyPr wrap="square" lIns="109728" rIns="109728" tIns="73152" bIns="73152">
            <a:noAutofit/>
          </a:bodyPr>
          <a:lstStyle/>
          <a:p>
            <a:pPr algn="ctr">
              <a:defRPr sz="4400" b="1" i="0">
                <a:solidFill>
                  <a:srgbClr val="86EFAC"/>
                </a:solidFill>
                <a:latin typeface="Inter"/>
              </a:defRPr>
            </a:pPr>
            <a:r>
              <a:t>LITURGY OF</a:t>
            </a:r>
            <a:br/>
            <a:r>
              <a:t>THE EUCHARIST</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Liturgy of the Eucharist</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Bef>
                <a:spcPts val="400"/>
              </a:spcBef>
              <a:spcAft>
                <a:spcPts val="500"/>
              </a:spcAft>
              <a:defRPr sz="2000" b="1" i="0">
                <a:solidFill>
                  <a:srgbClr val="86EFAC"/>
                </a:solidFill>
                <a:latin typeface="Inter"/>
              </a:defRPr>
            </a:pPr>
            <a:r>
              <a:t>Priest: The Lord be with you.</a:t>
            </a:r>
          </a:p>
          <a:p>
            <a:pPr algn="ctr">
              <a:spcBef>
                <a:spcPts val="400"/>
              </a:spcBef>
              <a:spcAft>
                <a:spcPts val="500"/>
              </a:spcAft>
              <a:defRPr sz="2000" b="1" i="0">
                <a:solidFill>
                  <a:srgbClr val="F0FDF4"/>
                </a:solidFill>
                <a:latin typeface="Inter"/>
              </a:defRPr>
            </a:pPr>
            <a:r>
              <a:t>All: And with your spirit.</a:t>
            </a:r>
          </a:p>
          <a:p>
            <a:pPr algn="ctr">
              <a:spcBef>
                <a:spcPts val="400"/>
              </a:spcBef>
              <a:spcAft>
                <a:spcPts val="500"/>
              </a:spcAft>
              <a:defRPr sz="2000" b="1" i="0">
                <a:solidFill>
                  <a:srgbClr val="86EFAC"/>
                </a:solidFill>
                <a:latin typeface="Inter"/>
              </a:defRPr>
            </a:pPr>
            <a:r>
              <a:t>Priest: Lift up your hearts.</a:t>
            </a:r>
          </a:p>
          <a:p>
            <a:pPr algn="ctr">
              <a:spcBef>
                <a:spcPts val="400"/>
              </a:spcBef>
              <a:spcAft>
                <a:spcPts val="500"/>
              </a:spcAft>
              <a:defRPr sz="2000" b="1" i="0">
                <a:solidFill>
                  <a:srgbClr val="F0FDF4"/>
                </a:solidFill>
                <a:latin typeface="Inter"/>
              </a:defRPr>
            </a:pPr>
            <a:r>
              <a:t>All: We lift them up to the Lord.</a:t>
            </a:r>
          </a:p>
          <a:p>
            <a:pPr algn="ctr">
              <a:spcBef>
                <a:spcPts val="400"/>
              </a:spcBef>
              <a:spcAft>
                <a:spcPts val="500"/>
              </a:spcAft>
              <a:defRPr sz="2000" b="1" i="0">
                <a:solidFill>
                  <a:srgbClr val="86EFAC"/>
                </a:solidFill>
                <a:latin typeface="Inter"/>
              </a:defRPr>
            </a:pPr>
            <a:r>
              <a:t>Priest: Let us give thanks to the Lord our God.</a:t>
            </a:r>
          </a:p>
          <a:p>
            <a:pPr algn="ctr">
              <a:spcBef>
                <a:spcPts val="400"/>
              </a:spcBef>
              <a:spcAft>
                <a:spcPts val="500"/>
              </a:spcAft>
              <a:defRPr sz="2000" b="1" i="0">
                <a:solidFill>
                  <a:srgbClr val="F0FDF4"/>
                </a:solidFill>
                <a:latin typeface="Inter"/>
              </a:defRPr>
            </a:pPr>
            <a:r>
              <a:t>All: It is right and just.</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Liturgy of the Eucharist</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Aft>
                <a:spcPts val="500"/>
              </a:spcAft>
              <a:defRPr sz="1500" b="0" i="1">
                <a:solidFill>
                  <a:srgbClr val="86EFAC"/>
                </a:solidFill>
                <a:latin typeface="Inter"/>
              </a:defRPr>
            </a:pPr>
            <a:r>
              <a:t>The Priest continues with the Preface of the day from the Roman Missal — the entire Preface proper for this Mass, not truncated — until the point where the people join in singing or saying the Holy, Holy (Sanctus).</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Liturgy of the Eucharist</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Bef>
                <a:spcPts val="400"/>
              </a:spcBef>
              <a:spcAft>
                <a:spcPts val="800"/>
              </a:spcAft>
              <a:defRPr sz="5000" b="1" i="0">
                <a:solidFill>
                  <a:srgbClr val="F0FDF4"/>
                </a:solidFill>
                <a:latin typeface="Inter"/>
              </a:defRPr>
            </a:pPr>
            <a:r>
              <a:t>Holy, Holy, Holy Lord God of hosts.</a:t>
            </a:r>
          </a:p>
          <a:p>
            <a:pPr algn="ctr">
              <a:spcAft>
                <a:spcPts val="800"/>
              </a:spcAft>
              <a:defRPr sz="5000" b="0" i="0">
                <a:solidFill>
                  <a:srgbClr val="F0FDF4"/>
                </a:solidFill>
                <a:latin typeface="Inter"/>
              </a:defRPr>
            </a:pPr>
            <a:r>
              <a:t>Heaven and earth are full of your glory.</a:t>
            </a:r>
          </a:p>
          <a:p>
            <a:pPr algn="ctr">
              <a:spcAft>
                <a:spcPts val="800"/>
              </a:spcAft>
              <a:defRPr sz="5000" b="0" i="0">
                <a:solidFill>
                  <a:srgbClr val="F0FDF4"/>
                </a:solidFill>
                <a:latin typeface="Inter"/>
              </a:defRPr>
            </a:pPr>
            <a:r>
              <a:t>Hosanna in the highest.</a:t>
            </a:r>
          </a:p>
          <a:p>
            <a:pPr algn="ctr">
              <a:spcAft>
                <a:spcPts val="800"/>
              </a:spcAft>
              <a:defRPr sz="5000" b="0" i="0">
                <a:solidFill>
                  <a:srgbClr val="F0FDF4"/>
                </a:solidFill>
                <a:latin typeface="Inter"/>
              </a:defRPr>
            </a:pPr>
            <a:r>
              <a:t>Blessed is he who comes in the name of the Lord.</a:t>
            </a:r>
          </a:p>
          <a:p>
            <a:pPr algn="ctr">
              <a:spcAft>
                <a:spcPts val="800"/>
              </a:spcAft>
              <a:defRPr sz="5000" b="0" i="0">
                <a:solidFill>
                  <a:srgbClr val="F0FDF4"/>
                </a:solidFill>
                <a:latin typeface="Inter"/>
              </a:defRPr>
            </a:pPr>
            <a:r>
              <a:t>Hosanna in the highest.</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Sanctus</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758952"/>
            <a:ext cx="16459200" cy="4114800"/>
          </a:xfrm>
          <a:prstGeom prst="rect">
            <a:avLst/>
          </a:prstGeom>
          <a:noFill/>
        </p:spPr>
        <p:txBody>
          <a:bodyPr wrap="square" lIns="109728" rIns="109728" tIns="73152" bIns="73152">
            <a:noAutofit/>
          </a:bodyPr>
          <a:lstStyle/>
          <a:p>
            <a:pPr algn="ctr">
              <a:defRPr sz="4400" b="1" i="0">
                <a:solidFill>
                  <a:srgbClr val="86EFAC"/>
                </a:solidFill>
                <a:latin typeface="Inter"/>
              </a:defRPr>
            </a:pPr>
            <a:r>
              <a:t>LITURGY OF</a:t>
            </a:r>
            <a:br/>
            <a:r>
              <a:t>THE EUCHARIST</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Liturgy of the Eucharist</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Bef>
                <a:spcPts val="400"/>
              </a:spcBef>
              <a:spcAft>
                <a:spcPts val="500"/>
              </a:spcAft>
              <a:defRPr sz="2000" b="1" i="0">
                <a:solidFill>
                  <a:srgbClr val="F0FDF4"/>
                </a:solidFill>
                <a:latin typeface="Inter"/>
              </a:defRPr>
            </a:pPr>
            <a:r>
              <a:t>All: We proclaim your Death, O Lord,</a:t>
            </a:r>
          </a:p>
          <a:p>
            <a:pPr algn="ctr">
              <a:spcAft>
                <a:spcPts val="500"/>
              </a:spcAft>
              <a:defRPr sz="1900" b="0" i="0">
                <a:solidFill>
                  <a:srgbClr val="F0FDF4"/>
                </a:solidFill>
                <a:latin typeface="Inter"/>
              </a:defRPr>
            </a:pPr>
            <a:r>
              <a:t>and profess your Resurrection</a:t>
            </a:r>
          </a:p>
          <a:p>
            <a:pPr algn="ctr">
              <a:spcAft>
                <a:spcPts val="500"/>
              </a:spcAft>
              <a:defRPr sz="1900" b="0" i="0">
                <a:solidFill>
                  <a:srgbClr val="F0FDF4"/>
                </a:solidFill>
                <a:latin typeface="Inter"/>
              </a:defRPr>
            </a:pPr>
            <a:r>
              <a:t>until you come again.</a:t>
            </a:r>
          </a:p>
          <a:p>
            <a:pPr algn="ctr">
              <a:spcAft>
                <a:spcPts val="500"/>
              </a:spcAft>
              <a:defRPr sz="1500" b="0" i="1">
                <a:solidFill>
                  <a:srgbClr val="86EFAC"/>
                </a:solidFill>
                <a:latin typeface="Inter"/>
              </a:defRPr>
            </a:pPr>
            <a:r>
              <a:t>(Alternate forms may be used as approved by the Conference of Bishops.)</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The Eucharistic Prayer</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758952"/>
            <a:ext cx="16459200" cy="4114800"/>
          </a:xfrm>
          <a:prstGeom prst="rect">
            <a:avLst/>
          </a:prstGeom>
          <a:noFill/>
        </p:spPr>
        <p:txBody>
          <a:bodyPr wrap="square" lIns="109728" rIns="109728" tIns="73152" bIns="73152">
            <a:noAutofit/>
          </a:bodyPr>
          <a:lstStyle/>
          <a:p>
            <a:pPr algn="ctr">
              <a:defRPr sz="4400" b="1" i="0">
                <a:solidFill>
                  <a:srgbClr val="86EFAC"/>
                </a:solidFill>
                <a:latin typeface="Inter"/>
              </a:defRPr>
            </a:pPr>
            <a:r>
              <a:t>LITURGY OF</a:t>
            </a:r>
            <a:br/>
            <a:r>
              <a:t>THE EUCHARIST</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Liturgy of the Eucharist</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Bef>
                <a:spcPts val="400"/>
              </a:spcBef>
              <a:spcAft>
                <a:spcPts val="500"/>
              </a:spcAft>
              <a:defRPr sz="2000" b="1" i="0">
                <a:solidFill>
                  <a:srgbClr val="F0FDF4"/>
                </a:solidFill>
                <a:latin typeface="Inter"/>
              </a:defRPr>
            </a:pPr>
            <a:r>
              <a:t>All: Amen.</a:t>
            </a:r>
          </a:p>
          <a:p>
            <a:pPr algn="ctr">
              <a:spcAft>
                <a:spcPts val="500"/>
              </a:spcAft>
              <a:defRPr sz="1500" b="0" i="1">
                <a:solidFill>
                  <a:srgbClr val="86EFAC"/>
                </a:solidFill>
                <a:latin typeface="Inter"/>
              </a:defRPr>
            </a:pPr>
            <a:r>
              <a:t>The people respond “Amen” once to the doxology at the end of the Eucharistic Prayer, unless local solemn custom repeats it.</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Great Amen</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Bef>
                <a:spcPts val="400"/>
              </a:spcBef>
              <a:spcAft>
                <a:spcPts val="800"/>
              </a:spcAft>
              <a:defRPr sz="5000" b="1" i="0">
                <a:solidFill>
                  <a:srgbClr val="F0FDF4"/>
                </a:solidFill>
                <a:latin typeface="Inter"/>
              </a:defRPr>
            </a:pPr>
            <a:r>
              <a:t>Our Father, who art in heaven,</a:t>
            </a:r>
          </a:p>
          <a:p>
            <a:pPr algn="ctr">
              <a:spcAft>
                <a:spcPts val="800"/>
              </a:spcAft>
              <a:defRPr sz="5000" b="0" i="0">
                <a:solidFill>
                  <a:srgbClr val="F0FDF4"/>
                </a:solidFill>
                <a:latin typeface="Inter"/>
              </a:defRPr>
            </a:pPr>
            <a:r>
              <a:t>hallowed be thy name;</a:t>
            </a:r>
          </a:p>
          <a:p>
            <a:pPr algn="ctr">
              <a:spcAft>
                <a:spcPts val="800"/>
              </a:spcAft>
              <a:defRPr sz="5000" b="0" i="0">
                <a:solidFill>
                  <a:srgbClr val="F0FDF4"/>
                </a:solidFill>
                <a:latin typeface="Inter"/>
              </a:defRPr>
            </a:pPr>
            <a:r>
              <a:t>thy kingdom come,</a:t>
            </a:r>
          </a:p>
          <a:p>
            <a:pPr algn="ctr">
              <a:spcAft>
                <a:spcPts val="800"/>
              </a:spcAft>
              <a:defRPr sz="5000" b="0" i="0">
                <a:solidFill>
                  <a:srgbClr val="F0FDF4"/>
                </a:solidFill>
                <a:latin typeface="Inter"/>
              </a:defRPr>
            </a:pPr>
            <a:r>
              <a:t>thy will be done,</a:t>
            </a:r>
          </a:p>
          <a:p>
            <a:pPr algn="ctr">
              <a:spcAft>
                <a:spcPts val="800"/>
              </a:spcAft>
              <a:defRPr sz="5000" b="0" i="0">
                <a:solidFill>
                  <a:srgbClr val="F0FDF4"/>
                </a:solidFill>
                <a:latin typeface="Inter"/>
              </a:defRPr>
            </a:pPr>
            <a:r>
              <a:t>on earth as it is in heaven.</a:t>
            </a:r>
          </a:p>
          <a:p>
            <a:pPr algn="ctr">
              <a:spcAft>
                <a:spcPts val="800"/>
              </a:spcAft>
              <a:defRPr sz="5000" b="0" i="0">
                <a:solidFill>
                  <a:srgbClr val="F0FDF4"/>
                </a:solidFill>
                <a:latin typeface="Inter"/>
              </a:defRPr>
            </a:pPr>
            <a:r>
              <a:t>Give us this day our daily bread;</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Our Father (1/4)</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800"/>
              </a:spcAft>
              <a:defRPr sz="5000" b="0" i="0">
                <a:solidFill>
                  <a:srgbClr val="F0FDF4"/>
                </a:solidFill>
                <a:latin typeface="Inter"/>
              </a:defRPr>
            </a:pPr>
            <a:r>
              <a:t>and forgive us our trespasses,</a:t>
            </a:r>
          </a:p>
          <a:p>
            <a:pPr algn="ctr">
              <a:spcAft>
                <a:spcPts val="800"/>
              </a:spcAft>
              <a:defRPr sz="5000" b="0" i="0">
                <a:solidFill>
                  <a:srgbClr val="F0FDF4"/>
                </a:solidFill>
                <a:latin typeface="Inter"/>
              </a:defRPr>
            </a:pPr>
            <a:r>
              <a:t>as we forgive those who trespass against us;</a:t>
            </a:r>
          </a:p>
          <a:p>
            <a:pPr algn="ctr">
              <a:spcAft>
                <a:spcPts val="800"/>
              </a:spcAft>
              <a:defRPr sz="5000" b="0" i="0">
                <a:solidFill>
                  <a:srgbClr val="F0FDF4"/>
                </a:solidFill>
                <a:latin typeface="Inter"/>
              </a:defRPr>
            </a:pPr>
            <a:r>
              <a:t>and lead us not into temptation,</a:t>
            </a:r>
          </a:p>
          <a:p>
            <a:pPr algn="ctr">
              <a:spcAft>
                <a:spcPts val="800"/>
              </a:spcAft>
              <a:defRPr sz="5000" b="0" i="0">
                <a:solidFill>
                  <a:srgbClr val="F0FDF4"/>
                </a:solidFill>
                <a:latin typeface="Inter"/>
              </a:defRPr>
            </a:pPr>
            <a:r>
              <a:t>but deliver us from evil.</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Our Father (2/4)</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Bef>
                <a:spcPts val="400"/>
              </a:spcBef>
              <a:spcAft>
                <a:spcPts val="800"/>
              </a:spcAft>
              <a:defRPr sz="5000" b="1" i="0">
                <a:solidFill>
                  <a:srgbClr val="86EFAC"/>
                </a:solidFill>
                <a:latin typeface="Inter"/>
              </a:defRPr>
            </a:pPr>
            <a:r>
              <a:t>Priest: Deliver us, Lord, we pray, from every evil, graciously grant peace in our days, that, by the help of your mercy, we may be always free from sin and safe from all distress, as we await the blessed hope and the coming of our Savior, Jesus Christ.</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Our Father (3/4)</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Bef>
                <a:spcPts val="400"/>
              </a:spcBef>
              <a:spcAft>
                <a:spcPts val="800"/>
              </a:spcAft>
              <a:defRPr sz="5000" b="1" i="0">
                <a:solidFill>
                  <a:srgbClr val="F0FDF4"/>
                </a:solidFill>
                <a:latin typeface="Inter"/>
              </a:defRPr>
            </a:pPr>
            <a:r>
              <a:t>For the kingdom, the power, and the glory are yours now and for ever.</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Our Father (4/4)</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GFCC28Jun2026_OrdinaryTime_16x9.png"/>
          <p:cNvPicPr>
            <a:picLocks noChangeAspect="1"/>
          </p:cNvPicPr>
          <p:nvPr/>
        </p:nvPicPr>
        <p:blipFill>
          <a:blip r:embed="rId2"/>
          <a:stretch>
            <a:fillRect/>
          </a:stretch>
        </p:blipFill>
        <p:spPr>
          <a:xfrm>
            <a:off x="0" y="0"/>
            <a:ext cx="18288000" cy="10287000"/>
          </a:xfrm>
          <a:prstGeom prst="rect">
            <a:avLst/>
          </a:prstGeom>
        </p:spPr>
      </p:pic>
      <p:sp>
        <p:nvSpPr>
          <p:cNvPr id="3" name="TextBox 2"/>
          <p:cNvSpPr txBox="1"/>
          <p:nvPr/>
        </p:nvSpPr>
        <p:spPr>
          <a:xfrm>
            <a:off x="914400" y="850392"/>
            <a:ext cx="16459200" cy="5943600"/>
          </a:xfrm>
          <a:prstGeom prst="rect">
            <a:avLst/>
          </a:prstGeom>
          <a:noFill/>
        </p:spPr>
        <p:txBody>
          <a:bodyPr wrap="square" lIns="109728" rIns="109728" tIns="73152" bIns="73152">
            <a:noAutofit/>
          </a:bodyPr>
          <a:lstStyle/>
          <a:p>
            <a:pPr>
              <a:spcAft>
                <a:spcPts val="300"/>
              </a:spcAft>
              <a:defRPr sz="2100" b="1" i="0">
                <a:solidFill>
                  <a:srgbClr val="86EFAC"/>
                </a:solidFill>
                <a:latin typeface="Inter"/>
              </a:defRPr>
            </a:pPr>
            <a:r>
              <a:t>MASS CELEBRANT:</a:t>
            </a:r>
          </a:p>
          <a:p>
            <a:pPr>
              <a:spcAft>
                <a:spcPts val="300"/>
              </a:spcAft>
              <a:defRPr sz="2100" b="0" i="0">
                <a:solidFill>
                  <a:srgbClr val="F0FDF4"/>
                </a:solidFill>
                <a:latin typeface="Inter"/>
              </a:defRPr>
            </a:pPr>
            <a:r>
              <a:t>Rev. Fr. Jonrey Lauron, RCJ</a:t>
            </a:r>
          </a:p>
          <a:p>
            <a:pPr>
              <a:spcAft>
                <a:spcPts val="300"/>
              </a:spcAft>
              <a:defRPr sz="2100" b="0" i="0">
                <a:solidFill>
                  <a:srgbClr val="F0FDF4"/>
                </a:solidFill>
                <a:latin typeface="Inter"/>
              </a:defRPr>
            </a:pPr>
          </a:p>
          <a:p>
            <a:pPr>
              <a:spcAft>
                <a:spcPts val="300"/>
              </a:spcAft>
              <a:defRPr sz="2100" b="0" i="0">
                <a:solidFill>
                  <a:srgbClr val="F0FDF4"/>
                </a:solidFill>
                <a:latin typeface="Inter"/>
              </a:defRPr>
            </a:pPr>
            <a:r>
              <a:t>Gospel (Matthew 10:37-42)</a:t>
            </a:r>
          </a:p>
          <a:p>
            <a:pPr>
              <a:spcAft>
                <a:spcPts val="300"/>
              </a:spcAft>
              <a:defRPr sz="2100" b="0" i="0">
                <a:solidFill>
                  <a:srgbClr val="F0FDF4"/>
                </a:solidFill>
                <a:latin typeface="Inter"/>
              </a:defRPr>
            </a:pPr>
            <a:r>
              <a:t>“He who loves father or mother more than me is not worthy of me; and he who loves son or daughter more than me isn't worthy of me.”</a:t>
            </a:r>
          </a:p>
          <a:p>
            <a:pPr>
              <a:spcAft>
                <a:spcPts val="300"/>
              </a:spcAft>
              <a:defRPr sz="2100" b="0" i="0">
                <a:solidFill>
                  <a:srgbClr val="F0FDF4"/>
                </a:solidFill>
                <a:latin typeface="Inter"/>
              </a:defRPr>
            </a:pPr>
          </a:p>
          <a:p>
            <a:pPr>
              <a:spcAft>
                <a:spcPts val="300"/>
              </a:spcAft>
              <a:defRPr sz="2100" b="0" i="0">
                <a:solidFill>
                  <a:srgbClr val="F0FDF4"/>
                </a:solidFill>
                <a:latin typeface="Inter"/>
              </a:defRPr>
            </a:pPr>
            <a:r>
              <a:t>YEAR A</a:t>
            </a:r>
          </a:p>
          <a:p>
            <a:pPr>
              <a:spcAft>
                <a:spcPts val="300"/>
              </a:spcAft>
              <a:defRPr sz="2100" b="0" i="0">
                <a:solidFill>
                  <a:srgbClr val="F0FDF4"/>
                </a:solidFill>
                <a:latin typeface="Inter"/>
              </a:defRPr>
            </a:pPr>
            <a:r>
              <a:t>2026-06-28 · Ordinary Time</a:t>
            </a:r>
          </a:p>
        </p:txBody>
      </p:sp>
      <p:sp>
        <p:nvSpPr>
          <p:cNvPr id="4" name="TextBox 3"/>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Mass poster / divider</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Bef>
                <a:spcPts val="400"/>
              </a:spcBef>
              <a:spcAft>
                <a:spcPts val="500"/>
              </a:spcAft>
              <a:defRPr sz="2000" b="1" i="0">
                <a:solidFill>
                  <a:srgbClr val="86EFAC"/>
                </a:solidFill>
                <a:latin typeface="Inter"/>
              </a:defRPr>
            </a:pPr>
            <a:r>
              <a:t>Priest: Deliver us, Lord, we pray, from every evil, graciously grant peace in our days, that, by the help of your mercy, we may be always free from sin and safe from all distress, as we await the blessed hope and the coming of our Savior, Jesus Christ.</a:t>
            </a:r>
          </a:p>
          <a:p>
            <a:pPr algn="ctr">
              <a:spcBef>
                <a:spcPts val="400"/>
              </a:spcBef>
              <a:spcAft>
                <a:spcPts val="500"/>
              </a:spcAft>
              <a:defRPr sz="2000" b="1" i="0">
                <a:solidFill>
                  <a:srgbClr val="F0FDF4"/>
                </a:solidFill>
                <a:latin typeface="Inter"/>
              </a:defRPr>
            </a:pPr>
            <a:r>
              <a:t>All: For the kingdom, the power, and the glory are yours, now and for ever. Amen.</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The Communion Rite</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GFCC28Jun2026_OrdinaryTime_16x9.png"/>
          <p:cNvPicPr>
            <a:picLocks noChangeAspect="1"/>
          </p:cNvPicPr>
          <p:nvPr/>
        </p:nvPicPr>
        <p:blipFill>
          <a:blip r:embed="rId2"/>
          <a:stretch>
            <a:fillRect/>
          </a:stretch>
        </p:blipFill>
        <p:spPr>
          <a:xfrm>
            <a:off x="0" y="0"/>
            <a:ext cx="18288000" cy="10287000"/>
          </a:xfrm>
          <a:prstGeom prst="rect">
            <a:avLst/>
          </a:prstGeom>
        </p:spPr>
      </p:pic>
      <p:sp>
        <p:nvSpPr>
          <p:cNvPr id="3" name="TextBox 2"/>
          <p:cNvSpPr txBox="1"/>
          <p:nvPr/>
        </p:nvSpPr>
        <p:spPr>
          <a:xfrm>
            <a:off x="914400" y="850392"/>
            <a:ext cx="16459200" cy="5943600"/>
          </a:xfrm>
          <a:prstGeom prst="rect">
            <a:avLst/>
          </a:prstGeom>
          <a:noFill/>
        </p:spPr>
        <p:txBody>
          <a:bodyPr wrap="square" lIns="109728" rIns="109728" tIns="73152" bIns="73152">
            <a:noAutofit/>
          </a:bodyPr>
          <a:lstStyle/>
          <a:p>
            <a:pPr>
              <a:spcAft>
                <a:spcPts val="300"/>
              </a:spcAft>
              <a:defRPr sz="2100" b="1" i="0">
                <a:solidFill>
                  <a:srgbClr val="86EFAC"/>
                </a:solidFill>
                <a:latin typeface="Inter"/>
              </a:defRPr>
            </a:pPr>
            <a:r>
              <a:t>MASS CELEBRANT:</a:t>
            </a:r>
          </a:p>
          <a:p>
            <a:pPr>
              <a:spcAft>
                <a:spcPts val="300"/>
              </a:spcAft>
              <a:defRPr sz="2100" b="0" i="0">
                <a:solidFill>
                  <a:srgbClr val="F0FDF4"/>
                </a:solidFill>
                <a:latin typeface="Inter"/>
              </a:defRPr>
            </a:pPr>
            <a:r>
              <a:t>Rev. Fr. Jonrey Lauron, RCJ</a:t>
            </a:r>
          </a:p>
          <a:p>
            <a:pPr>
              <a:spcAft>
                <a:spcPts val="300"/>
              </a:spcAft>
              <a:defRPr sz="2100" b="0" i="0">
                <a:solidFill>
                  <a:srgbClr val="F0FDF4"/>
                </a:solidFill>
                <a:latin typeface="Inter"/>
              </a:defRPr>
            </a:pPr>
          </a:p>
          <a:p>
            <a:pPr>
              <a:spcAft>
                <a:spcPts val="300"/>
              </a:spcAft>
              <a:defRPr sz="2100" b="0" i="0">
                <a:solidFill>
                  <a:srgbClr val="F0FDF4"/>
                </a:solidFill>
                <a:latin typeface="Inter"/>
              </a:defRPr>
            </a:pPr>
            <a:r>
              <a:t>Gospel (Matthew 10:37-42)</a:t>
            </a:r>
          </a:p>
          <a:p>
            <a:pPr>
              <a:spcAft>
                <a:spcPts val="300"/>
              </a:spcAft>
              <a:defRPr sz="2100" b="0" i="0">
                <a:solidFill>
                  <a:srgbClr val="F0FDF4"/>
                </a:solidFill>
                <a:latin typeface="Inter"/>
              </a:defRPr>
            </a:pPr>
            <a:r>
              <a:t>“He who loves father or mother more than me is not worthy of me; and he who loves son or daughter more than me isn't worthy of me.”</a:t>
            </a:r>
          </a:p>
          <a:p>
            <a:pPr>
              <a:spcAft>
                <a:spcPts val="300"/>
              </a:spcAft>
              <a:defRPr sz="2100" b="0" i="0">
                <a:solidFill>
                  <a:srgbClr val="F0FDF4"/>
                </a:solidFill>
                <a:latin typeface="Inter"/>
              </a:defRPr>
            </a:pPr>
          </a:p>
          <a:p>
            <a:pPr>
              <a:spcAft>
                <a:spcPts val="300"/>
              </a:spcAft>
              <a:defRPr sz="2100" b="0" i="0">
                <a:solidFill>
                  <a:srgbClr val="F0FDF4"/>
                </a:solidFill>
                <a:latin typeface="Inter"/>
              </a:defRPr>
            </a:pPr>
            <a:r>
              <a:t>YEAR A</a:t>
            </a:r>
          </a:p>
          <a:p>
            <a:pPr>
              <a:spcAft>
                <a:spcPts val="300"/>
              </a:spcAft>
              <a:defRPr sz="2100" b="0" i="0">
                <a:solidFill>
                  <a:srgbClr val="F0FDF4"/>
                </a:solidFill>
                <a:latin typeface="Inter"/>
              </a:defRPr>
            </a:pPr>
            <a:r>
              <a:t>2026-06-28 · Ordinary Time</a:t>
            </a:r>
          </a:p>
        </p:txBody>
      </p:sp>
      <p:sp>
        <p:nvSpPr>
          <p:cNvPr id="4" name="TextBox 3"/>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Mass poster / divider</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Bef>
                <a:spcPts val="400"/>
              </a:spcBef>
              <a:spcAft>
                <a:spcPts val="500"/>
              </a:spcAft>
              <a:defRPr sz="2000" b="1" i="0">
                <a:solidFill>
                  <a:srgbClr val="86EFAC"/>
                </a:solidFill>
                <a:latin typeface="Inter"/>
              </a:defRPr>
            </a:pPr>
            <a:r>
              <a:t>Priest: The peace of the Lord be with you always.</a:t>
            </a:r>
          </a:p>
          <a:p>
            <a:pPr algn="ctr">
              <a:spcBef>
                <a:spcPts val="400"/>
              </a:spcBef>
              <a:spcAft>
                <a:spcPts val="500"/>
              </a:spcAft>
              <a:defRPr sz="2000" b="1" i="0">
                <a:solidFill>
                  <a:srgbClr val="F0FDF4"/>
                </a:solidFill>
                <a:latin typeface="Inter"/>
              </a:defRPr>
            </a:pPr>
            <a:r>
              <a:t>All: And with your spirit.</a:t>
            </a:r>
          </a:p>
          <a:p>
            <a:pPr algn="ctr">
              <a:spcAft>
                <a:spcPts val="500"/>
              </a:spcAft>
              <a:defRPr sz="1500" b="0" i="1">
                <a:solidFill>
                  <a:srgbClr val="86EFAC"/>
                </a:solidFill>
                <a:latin typeface="Inter"/>
              </a:defRPr>
            </a:pPr>
            <a:r>
              <a:t>Let us offer each other the sign of peace.</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Sign of Peace</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Bef>
                <a:spcPts val="400"/>
              </a:spcBef>
              <a:spcAft>
                <a:spcPts val="800"/>
              </a:spcAft>
              <a:defRPr sz="5000" b="1" i="0">
                <a:solidFill>
                  <a:srgbClr val="F0FDF4"/>
                </a:solidFill>
                <a:latin typeface="Inter"/>
              </a:defRPr>
            </a:pPr>
            <a:r>
              <a:t>Lamb of God,</a:t>
            </a:r>
          </a:p>
          <a:p>
            <a:pPr algn="ctr">
              <a:spcAft>
                <a:spcPts val="800"/>
              </a:spcAft>
              <a:defRPr sz="5000" b="0" i="0">
                <a:solidFill>
                  <a:srgbClr val="F0FDF4"/>
                </a:solidFill>
                <a:latin typeface="Inter"/>
              </a:defRPr>
            </a:pPr>
            <a:r>
              <a:t>you take away the sins of the world,</a:t>
            </a:r>
          </a:p>
          <a:p>
            <a:pPr algn="ctr">
              <a:spcAft>
                <a:spcPts val="800"/>
              </a:spcAft>
              <a:defRPr sz="5000" b="0" i="0">
                <a:solidFill>
                  <a:srgbClr val="F0FDF4"/>
                </a:solidFill>
                <a:latin typeface="Inter"/>
              </a:defRPr>
            </a:pPr>
            <a:r>
              <a:t>have mercy on us.</a:t>
            </a:r>
          </a:p>
          <a:p>
            <a:pPr algn="ctr">
              <a:spcAft>
                <a:spcPts val="800"/>
              </a:spcAft>
              <a:defRPr sz="5000" b="0" i="0">
                <a:solidFill>
                  <a:srgbClr val="F0FDF4"/>
                </a:solidFill>
                <a:latin typeface="Inter"/>
              </a:defRPr>
            </a:pPr>
            <a:r>
              <a:t>Lamb of God,</a:t>
            </a:r>
          </a:p>
          <a:p>
            <a:pPr algn="ctr">
              <a:spcAft>
                <a:spcPts val="800"/>
              </a:spcAft>
              <a:defRPr sz="5000" b="0" i="0">
                <a:solidFill>
                  <a:srgbClr val="F0FDF4"/>
                </a:solidFill>
                <a:latin typeface="Inter"/>
              </a:defRPr>
            </a:pPr>
            <a:r>
              <a:t>you take away the sins of the world,</a:t>
            </a:r>
          </a:p>
          <a:p>
            <a:pPr algn="ctr">
              <a:spcAft>
                <a:spcPts val="800"/>
              </a:spcAft>
              <a:defRPr sz="5000" b="0" i="0">
                <a:solidFill>
                  <a:srgbClr val="F0FDF4"/>
                </a:solidFill>
                <a:latin typeface="Inter"/>
              </a:defRPr>
            </a:pPr>
            <a:r>
              <a:t>have mercy on us.</a:t>
            </a:r>
          </a:p>
          <a:p>
            <a:pPr algn="ctr">
              <a:spcAft>
                <a:spcPts val="800"/>
              </a:spcAft>
              <a:defRPr sz="5000" b="0" i="0">
                <a:solidFill>
                  <a:srgbClr val="F0FDF4"/>
                </a:solidFill>
                <a:latin typeface="Inter"/>
              </a:defRPr>
            </a:pPr>
            <a:r>
              <a:t>Lamb of God,</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Lamb of God (1/2)</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800"/>
              </a:spcAft>
              <a:defRPr sz="5000" b="0" i="0">
                <a:solidFill>
                  <a:srgbClr val="F0FDF4"/>
                </a:solidFill>
                <a:latin typeface="Inter"/>
              </a:defRPr>
            </a:pPr>
            <a:r>
              <a:t>you take away the sins of the world,</a:t>
            </a:r>
          </a:p>
          <a:p>
            <a:pPr algn="ctr">
              <a:spcAft>
                <a:spcPts val="800"/>
              </a:spcAft>
              <a:defRPr sz="5000" b="0" i="0">
                <a:solidFill>
                  <a:srgbClr val="F0FDF4"/>
                </a:solidFill>
                <a:latin typeface="Inter"/>
              </a:defRPr>
            </a:pPr>
            <a:r>
              <a:t>grant us peace.</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Lamb of God (2/2)</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Bef>
                <a:spcPts val="400"/>
              </a:spcBef>
              <a:spcAft>
                <a:spcPts val="500"/>
              </a:spcAft>
              <a:defRPr sz="2000" b="1" i="0">
                <a:solidFill>
                  <a:srgbClr val="86EFAC"/>
                </a:solidFill>
                <a:latin typeface="Inter"/>
              </a:defRPr>
            </a:pPr>
            <a:r>
              <a:t>Priest: Behold the Lamb of God, behold him who takes away the sins of the world. Blessed are those called to the supper of the Lamb.</a:t>
            </a:r>
          </a:p>
          <a:p>
            <a:pPr algn="ctr">
              <a:spcBef>
                <a:spcPts val="400"/>
              </a:spcBef>
              <a:spcAft>
                <a:spcPts val="500"/>
              </a:spcAft>
              <a:defRPr sz="2000" b="1" i="0">
                <a:solidFill>
                  <a:srgbClr val="F0FDF4"/>
                </a:solidFill>
                <a:latin typeface="Inter"/>
              </a:defRPr>
            </a:pPr>
            <a:r>
              <a:t>All: Lord, I am not worthy that you should enter under my roof, but only say the word and my soul shall be healed.</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The Communion Rite</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GFCC28Jun2026_OrdinaryTime_16x9.png"/>
          <p:cNvPicPr>
            <a:picLocks noChangeAspect="1"/>
          </p:cNvPicPr>
          <p:nvPr/>
        </p:nvPicPr>
        <p:blipFill>
          <a:blip r:embed="rId2"/>
          <a:stretch>
            <a:fillRect/>
          </a:stretch>
        </p:blipFill>
        <p:spPr>
          <a:xfrm>
            <a:off x="0" y="0"/>
            <a:ext cx="18288000" cy="10287000"/>
          </a:xfrm>
          <a:prstGeom prst="rect">
            <a:avLst/>
          </a:prstGeom>
        </p:spPr>
      </p:pic>
      <p:sp>
        <p:nvSpPr>
          <p:cNvPr id="3" name="TextBox 2"/>
          <p:cNvSpPr txBox="1"/>
          <p:nvPr/>
        </p:nvSpPr>
        <p:spPr>
          <a:xfrm>
            <a:off x="914400" y="850392"/>
            <a:ext cx="16459200" cy="5943600"/>
          </a:xfrm>
          <a:prstGeom prst="rect">
            <a:avLst/>
          </a:prstGeom>
          <a:noFill/>
        </p:spPr>
        <p:txBody>
          <a:bodyPr wrap="square" lIns="109728" rIns="109728" tIns="73152" bIns="73152">
            <a:noAutofit/>
          </a:bodyPr>
          <a:lstStyle/>
          <a:p>
            <a:pPr>
              <a:spcAft>
                <a:spcPts val="300"/>
              </a:spcAft>
              <a:defRPr sz="2100" b="1" i="0">
                <a:solidFill>
                  <a:srgbClr val="86EFAC"/>
                </a:solidFill>
                <a:latin typeface="Inter"/>
              </a:defRPr>
            </a:pPr>
            <a:r>
              <a:t>MASS CELEBRANT:</a:t>
            </a:r>
          </a:p>
          <a:p>
            <a:pPr>
              <a:spcAft>
                <a:spcPts val="300"/>
              </a:spcAft>
              <a:defRPr sz="2100" b="0" i="0">
                <a:solidFill>
                  <a:srgbClr val="F0FDF4"/>
                </a:solidFill>
                <a:latin typeface="Inter"/>
              </a:defRPr>
            </a:pPr>
            <a:r>
              <a:t>Rev. Fr. Jonrey Lauron, RCJ</a:t>
            </a:r>
          </a:p>
          <a:p>
            <a:pPr>
              <a:spcAft>
                <a:spcPts val="300"/>
              </a:spcAft>
              <a:defRPr sz="2100" b="0" i="0">
                <a:solidFill>
                  <a:srgbClr val="F0FDF4"/>
                </a:solidFill>
                <a:latin typeface="Inter"/>
              </a:defRPr>
            </a:pPr>
          </a:p>
          <a:p>
            <a:pPr>
              <a:spcAft>
                <a:spcPts val="300"/>
              </a:spcAft>
              <a:defRPr sz="2100" b="0" i="0">
                <a:solidFill>
                  <a:srgbClr val="F0FDF4"/>
                </a:solidFill>
                <a:latin typeface="Inter"/>
              </a:defRPr>
            </a:pPr>
            <a:r>
              <a:t>Gospel (Matthew 10:37-42)</a:t>
            </a:r>
          </a:p>
          <a:p>
            <a:pPr>
              <a:spcAft>
                <a:spcPts val="300"/>
              </a:spcAft>
              <a:defRPr sz="2100" b="0" i="0">
                <a:solidFill>
                  <a:srgbClr val="F0FDF4"/>
                </a:solidFill>
                <a:latin typeface="Inter"/>
              </a:defRPr>
            </a:pPr>
            <a:r>
              <a:t>“He who loves father or mother more than me is not worthy of me; and he who loves son or daughter more than me isn't worthy of me.”</a:t>
            </a:r>
          </a:p>
          <a:p>
            <a:pPr>
              <a:spcAft>
                <a:spcPts val="300"/>
              </a:spcAft>
              <a:defRPr sz="2100" b="0" i="0">
                <a:solidFill>
                  <a:srgbClr val="F0FDF4"/>
                </a:solidFill>
                <a:latin typeface="Inter"/>
              </a:defRPr>
            </a:pPr>
          </a:p>
          <a:p>
            <a:pPr>
              <a:spcAft>
                <a:spcPts val="300"/>
              </a:spcAft>
              <a:defRPr sz="2100" b="0" i="0">
                <a:solidFill>
                  <a:srgbClr val="F0FDF4"/>
                </a:solidFill>
                <a:latin typeface="Inter"/>
              </a:defRPr>
            </a:pPr>
            <a:r>
              <a:t>YEAR A</a:t>
            </a:r>
          </a:p>
          <a:p>
            <a:pPr>
              <a:spcAft>
                <a:spcPts val="300"/>
              </a:spcAft>
              <a:defRPr sz="2100" b="0" i="0">
                <a:solidFill>
                  <a:srgbClr val="F0FDF4"/>
                </a:solidFill>
                <a:latin typeface="Inter"/>
              </a:defRPr>
            </a:pPr>
            <a:r>
              <a:t>2026-06-28 · Ordinary Time</a:t>
            </a:r>
          </a:p>
        </p:txBody>
      </p:sp>
      <p:sp>
        <p:nvSpPr>
          <p:cNvPr id="4" name="TextBox 3"/>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Mass poster / divider</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14400" y="109728"/>
            <a:ext cx="16459200" cy="868680"/>
          </a:xfrm>
          <a:prstGeom prst="rect">
            <a:avLst/>
          </a:prstGeom>
          <a:noFill/>
        </p:spPr>
        <p:txBody>
          <a:bodyPr wrap="square" lIns="109728" rIns="109728" tIns="73152" bIns="73152">
            <a:noAutofit/>
          </a:bodyPr>
          <a:lstStyle/>
          <a:p>
            <a:pPr algn="ctr">
              <a:defRPr sz="3850" b="1" i="0">
                <a:solidFill>
                  <a:srgbClr val="FFCC4D"/>
                </a:solidFill>
                <a:latin typeface="Georgia"/>
              </a:defRPr>
            </a:pPr>
            <a:r>
              <a:t>Manalig Ka</a:t>
            </a:r>
          </a:p>
        </p:txBody>
      </p:sp>
      <p:sp>
        <p:nvSpPr>
          <p:cNvPr id="3" name="TextBox 2"/>
          <p:cNvSpPr txBox="1"/>
          <p:nvPr/>
        </p:nvSpPr>
        <p:spPr>
          <a:xfrm>
            <a:off x="0" y="1069848"/>
            <a:ext cx="18288000" cy="8348472"/>
          </a:xfrm>
          <a:prstGeom prst="rect">
            <a:avLst/>
          </a:prstGeom>
          <a:noFill/>
        </p:spPr>
        <p:txBody>
          <a:bodyPr wrap="square" lIns="0" rIns="0" tIns="73152" bIns="73152" anchor="ctr">
            <a:noAutofit/>
          </a:bodyPr>
          <a:lstStyle/>
          <a:p>
            <a:pPr algn="ctr">
              <a:lnSpc>
                <a:spcPct val="100000"/>
              </a:lnSpc>
              <a:spcAft>
                <a:spcPts val="600"/>
              </a:spcAft>
              <a:defRPr sz="5500" b="1" i="0">
                <a:solidFill>
                  <a:srgbClr val="FFFFFF"/>
                </a:solidFill>
                <a:latin typeface="Arial Black"/>
              </a:defRPr>
            </a:pPr>
            <a:r>
              <a:t>ILUOM LAHAT NG TAKOT SA IYONG DAMDAMIN</a:t>
            </a:r>
          </a:p>
          <a:p>
            <a:pPr algn="ctr">
              <a:lnSpc>
                <a:spcPct val="100000"/>
              </a:lnSpc>
              <a:spcAft>
                <a:spcPts val="600"/>
              </a:spcAft>
              <a:defRPr sz="5500" b="1" i="0">
                <a:solidFill>
                  <a:srgbClr val="FFFFFF"/>
                </a:solidFill>
                <a:latin typeface="Arial Black"/>
              </a:defRPr>
            </a:pPr>
            <a:r>
              <a:t>ANG PANGALAN N'YA LAGI ANG TAWAGIN</a:t>
            </a:r>
          </a:p>
          <a:p>
            <a:pPr algn="ctr">
              <a:lnSpc>
                <a:spcPct val="100000"/>
              </a:lnSpc>
              <a:spcAft>
                <a:spcPts val="600"/>
              </a:spcAft>
              <a:defRPr sz="5500" b="1" i="0">
                <a:solidFill>
                  <a:srgbClr val="FFFFFF"/>
                </a:solidFill>
                <a:latin typeface="Arial Black"/>
              </a:defRPr>
            </a:pPr>
            <a:r>
              <a:t>AT SIYA'Y NAKIKINIG</a:t>
            </a:r>
          </a:p>
          <a:p>
            <a:pPr algn="ctr">
              <a:lnSpc>
                <a:spcPct val="100000"/>
              </a:lnSpc>
              <a:spcAft>
                <a:spcPts val="600"/>
              </a:spcAft>
              <a:defRPr sz="5500" b="1" i="0">
                <a:solidFill>
                  <a:srgbClr val="FFFFFF"/>
                </a:solidFill>
                <a:latin typeface="Arial Black"/>
              </a:defRPr>
            </a:pPr>
            <a:r>
              <a:t>SA BAWAT HINAING</a:t>
            </a:r>
          </a:p>
        </p:txBody>
      </p:sp>
      <p:sp>
        <p:nvSpPr>
          <p:cNvPr id="4" name="TextBox 3"/>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FFCC4D"/>
                </a:solidFill>
                <a:latin typeface="Inter"/>
              </a:defRPr>
            </a:pPr>
            <a:r>
              <a:t>Communion (1)</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0"/>
            <a:ext cx="18288000" cy="10287000"/>
          </a:xfrm>
          <a:prstGeom prst="rect">
            <a:avLst/>
          </a:prstGeom>
          <a:noFill/>
        </p:spPr>
        <p:txBody>
          <a:bodyPr wrap="square" lIns="0" rIns="0" tIns="0" bIns="0" anchor="ctr">
            <a:noAutofit/>
          </a:bodyPr>
          <a:lstStyle/>
          <a:p>
            <a:pPr algn="ctr">
              <a:lnSpc>
                <a:spcPct val="100000"/>
              </a:lnSpc>
              <a:spcAft>
                <a:spcPts val="600"/>
              </a:spcAft>
              <a:defRPr sz="5500" b="1" i="0">
                <a:solidFill>
                  <a:srgbClr val="FFFFFF"/>
                </a:solidFill>
                <a:latin typeface="Arial Black"/>
              </a:defRPr>
            </a:pPr>
            <a:r>
              <a:t>MAGMASID</a:t>
            </a:r>
          </a:p>
          <a:p>
            <a:pPr algn="ctr">
              <a:lnSpc>
                <a:spcPct val="100000"/>
              </a:lnSpc>
              <a:spcAft>
                <a:spcPts val="600"/>
              </a:spcAft>
              <a:defRPr sz="5500" b="1" i="0">
                <a:solidFill>
                  <a:srgbClr val="FFFFFF"/>
                </a:solidFill>
                <a:latin typeface="Arial Black"/>
              </a:defRPr>
            </a:pPr>
            <a:r>
              <a:t>AT MAMULAT SA KANYANG KAPANGYARIHAN</a:t>
            </a:r>
          </a:p>
          <a:p>
            <a:pPr algn="ctr">
              <a:lnSpc>
                <a:spcPct val="100000"/>
              </a:lnSpc>
              <a:spcAft>
                <a:spcPts val="600"/>
              </a:spcAft>
              <a:defRPr sz="5500" b="1" i="0">
                <a:solidFill>
                  <a:srgbClr val="FFFFFF"/>
                </a:solidFill>
                <a:latin typeface="Arial Black"/>
              </a:defRPr>
            </a:pPr>
            <a:r>
              <a:t>NABATID MO BA NA SIYA'Y NAGLALAAN</a:t>
            </a:r>
          </a:p>
          <a:p>
            <a:pPr algn="ctr">
              <a:lnSpc>
                <a:spcPct val="100000"/>
              </a:lnSpc>
              <a:spcAft>
                <a:spcPts val="600"/>
              </a:spcAft>
              <a:defRPr sz="5500" b="1" i="0">
                <a:solidFill>
                  <a:srgbClr val="FFFFFF"/>
                </a:solidFill>
                <a:latin typeface="Arial Black"/>
              </a:defRPr>
            </a:pPr>
            <a:r>
              <a:t>PATULOY NA NAGHAHATID NG TUNAY NA KALAYAAN</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FFCC4D"/>
                </a:solidFill>
                <a:latin typeface="Inter"/>
              </a:defRPr>
            </a:pPr>
            <a:r>
              <a:t>Communion (1)</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0"/>
            <a:ext cx="18288000" cy="10287000"/>
          </a:xfrm>
          <a:prstGeom prst="rect">
            <a:avLst/>
          </a:prstGeom>
          <a:noFill/>
        </p:spPr>
        <p:txBody>
          <a:bodyPr wrap="square" lIns="0" rIns="0" tIns="0" bIns="0" anchor="ctr">
            <a:noAutofit/>
          </a:bodyPr>
          <a:lstStyle/>
          <a:p>
            <a:pPr algn="ctr">
              <a:lnSpc>
                <a:spcPct val="100000"/>
              </a:lnSpc>
              <a:spcAft>
                <a:spcPts val="600"/>
              </a:spcAft>
              <a:defRPr sz="5500" b="1" i="0">
                <a:solidFill>
                  <a:srgbClr val="FFFFFF"/>
                </a:solidFill>
                <a:latin typeface="Arial Black"/>
              </a:defRPr>
            </a:pPr>
            <a:r>
              <a:t>MANALIG KA</a:t>
            </a:r>
          </a:p>
          <a:p>
            <a:pPr algn="ctr">
              <a:lnSpc>
                <a:spcPct val="100000"/>
              </a:lnSpc>
              <a:spcAft>
                <a:spcPts val="600"/>
              </a:spcAft>
              <a:defRPr sz="5500" b="1" i="0">
                <a:solidFill>
                  <a:srgbClr val="FFFFFF"/>
                </a:solidFill>
                <a:latin typeface="Arial Black"/>
              </a:defRPr>
            </a:pPr>
            <a:r>
              <a:t>TUYUIN ANG LUHA SA MGA MATA</a:t>
            </a:r>
          </a:p>
          <a:p>
            <a:pPr algn="ctr">
              <a:lnSpc>
                <a:spcPct val="100000"/>
              </a:lnSpc>
              <a:spcAft>
                <a:spcPts val="600"/>
              </a:spcAft>
              <a:defRPr sz="5500" b="1" i="0">
                <a:solidFill>
                  <a:srgbClr val="FFFFFF"/>
                </a:solidFill>
                <a:latin typeface="Arial Black"/>
              </a:defRPr>
            </a:pPr>
            <a:r>
              <a:t>HINDI SIYA PANAGINIP</a:t>
            </a:r>
          </a:p>
          <a:p>
            <a:pPr algn="ctr">
              <a:lnSpc>
                <a:spcPct val="100000"/>
              </a:lnSpc>
              <a:spcAft>
                <a:spcPts val="600"/>
              </a:spcAft>
              <a:defRPr sz="5500" b="1" i="0">
                <a:solidFill>
                  <a:srgbClr val="FFFFFF"/>
                </a:solidFill>
                <a:latin typeface="Arial Black"/>
              </a:defRPr>
            </a:pPr>
            <a:r>
              <a:t>HINDI SIYA ISANG PANGARAP</a:t>
            </a:r>
          </a:p>
          <a:p>
            <a:pPr algn="ctr">
              <a:lnSpc>
                <a:spcPct val="100000"/>
              </a:lnSpc>
              <a:spcAft>
                <a:spcPts val="600"/>
              </a:spcAft>
              <a:defRPr sz="5500" b="1" i="0">
                <a:solidFill>
                  <a:srgbClr val="FFFFFF"/>
                </a:solidFill>
                <a:latin typeface="Arial Black"/>
              </a:defRPr>
            </a:pPr>
            <a:r>
              <a:t>SIYA AY BUHAY MANALIG KA</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FFCC4D"/>
                </a:solidFill>
                <a:latin typeface="Inter"/>
              </a:defRPr>
            </a:pPr>
            <a:r>
              <a:t>Communion (1)</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0"/>
            <a:ext cx="18288000" cy="10287000"/>
          </a:xfrm>
          <a:prstGeom prst="rect">
            <a:avLst/>
          </a:prstGeom>
          <a:noFill/>
        </p:spPr>
        <p:txBody>
          <a:bodyPr wrap="square" lIns="0" rIns="0" tIns="0" bIns="0" anchor="ctr">
            <a:noAutofit/>
          </a:bodyPr>
          <a:lstStyle/>
          <a:p>
            <a:pPr algn="ctr">
              <a:lnSpc>
                <a:spcPct val="100000"/>
              </a:lnSpc>
              <a:spcAft>
                <a:spcPts val="600"/>
              </a:spcAft>
              <a:defRPr sz="5500" b="1" i="0">
                <a:solidFill>
                  <a:srgbClr val="FFFFFF"/>
                </a:solidFill>
                <a:latin typeface="Arial Black"/>
              </a:defRPr>
            </a:pPr>
            <a:r>
              <a:t>ANG NGAYON TILA WALANG MARARATING NA BUKAS</a:t>
            </a:r>
          </a:p>
          <a:p>
            <a:pPr algn="ctr">
              <a:lnSpc>
                <a:spcPct val="100000"/>
              </a:lnSpc>
              <a:spcAft>
                <a:spcPts val="600"/>
              </a:spcAft>
              <a:defRPr sz="5500" b="1" i="0">
                <a:solidFill>
                  <a:srgbClr val="FFFFFF"/>
                </a:solidFill>
                <a:latin typeface="Arial Black"/>
              </a:defRPr>
            </a:pPr>
            <a:r>
              <a:t>NGUNIT KUNG SIYA ANG ATING HAYAANG MAGLANDAS</a:t>
            </a:r>
          </a:p>
          <a:p>
            <a:pPr algn="ctr">
              <a:lnSpc>
                <a:spcPct val="100000"/>
              </a:lnSpc>
              <a:spcAft>
                <a:spcPts val="600"/>
              </a:spcAft>
              <a:defRPr sz="5500" b="1" i="0">
                <a:solidFill>
                  <a:srgbClr val="FFFFFF"/>
                </a:solidFill>
                <a:latin typeface="Arial Black"/>
              </a:defRPr>
            </a:pPr>
            <a:r>
              <a:t>PAG-ASA AY MULING MABIBIGKAS</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FFCC4D"/>
                </a:solidFill>
                <a:latin typeface="Inter"/>
              </a:defRPr>
            </a:pPr>
            <a:r>
              <a:t>Communion (1)</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0"/>
            <a:ext cx="18288000" cy="10287000"/>
          </a:xfrm>
          <a:prstGeom prst="rect">
            <a:avLst/>
          </a:prstGeom>
          <a:noFill/>
        </p:spPr>
        <p:txBody>
          <a:bodyPr wrap="square" lIns="0" rIns="0" tIns="0" bIns="0" anchor="ctr">
            <a:noAutofit/>
          </a:bodyPr>
          <a:lstStyle/>
          <a:p>
            <a:pPr algn="ctr">
              <a:lnSpc>
                <a:spcPct val="100000"/>
              </a:lnSpc>
              <a:spcAft>
                <a:spcPts val="600"/>
              </a:spcAft>
              <a:defRPr sz="5500" b="1" i="0">
                <a:solidFill>
                  <a:srgbClr val="FFFFFF"/>
                </a:solidFill>
                <a:latin typeface="Arial Black"/>
              </a:defRPr>
            </a:pPr>
            <a:r>
              <a:t>MANALIG KA</a:t>
            </a:r>
          </a:p>
          <a:p>
            <a:pPr algn="ctr">
              <a:lnSpc>
                <a:spcPct val="100000"/>
              </a:lnSpc>
              <a:spcAft>
                <a:spcPts val="600"/>
              </a:spcAft>
              <a:defRPr sz="5500" b="1" i="0">
                <a:solidFill>
                  <a:srgbClr val="FFFFFF"/>
                </a:solidFill>
                <a:latin typeface="Arial Black"/>
              </a:defRPr>
            </a:pPr>
            <a:r>
              <a:t>TUYUIN ANG LUHA SA MGA MATA</a:t>
            </a:r>
          </a:p>
          <a:p>
            <a:pPr algn="ctr">
              <a:lnSpc>
                <a:spcPct val="100000"/>
              </a:lnSpc>
              <a:spcAft>
                <a:spcPts val="600"/>
              </a:spcAft>
              <a:defRPr sz="5500" b="1" i="0">
                <a:solidFill>
                  <a:srgbClr val="FFFFFF"/>
                </a:solidFill>
                <a:latin typeface="Arial Black"/>
              </a:defRPr>
            </a:pPr>
            <a:r>
              <a:t>HINDI SIYA PANAGINIP</a:t>
            </a:r>
          </a:p>
          <a:p>
            <a:pPr algn="ctr">
              <a:lnSpc>
                <a:spcPct val="100000"/>
              </a:lnSpc>
              <a:spcAft>
                <a:spcPts val="600"/>
              </a:spcAft>
              <a:defRPr sz="5500" b="1" i="0">
                <a:solidFill>
                  <a:srgbClr val="FFFFFF"/>
                </a:solidFill>
                <a:latin typeface="Arial Black"/>
              </a:defRPr>
            </a:pPr>
            <a:r>
              <a:t>HINDI SIYA ISANG PANGARAP</a:t>
            </a:r>
          </a:p>
          <a:p>
            <a:pPr algn="ctr">
              <a:lnSpc>
                <a:spcPct val="100000"/>
              </a:lnSpc>
              <a:spcAft>
                <a:spcPts val="600"/>
              </a:spcAft>
              <a:defRPr sz="5500" b="1" i="0">
                <a:solidFill>
                  <a:srgbClr val="FFFFFF"/>
                </a:solidFill>
                <a:latin typeface="Arial Black"/>
              </a:defRPr>
            </a:pPr>
            <a:r>
              <a:t>SIYA AY BUHAY MANALIG KA</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FFCC4D"/>
                </a:solidFill>
                <a:latin typeface="Inter"/>
              </a:defRPr>
            </a:pPr>
            <a:r>
              <a:t>Communion (1)</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0"/>
            <a:ext cx="18288000" cy="10287000"/>
          </a:xfrm>
          <a:prstGeom prst="rect">
            <a:avLst/>
          </a:prstGeom>
          <a:noFill/>
        </p:spPr>
        <p:txBody>
          <a:bodyPr wrap="square" lIns="0" rIns="0" tIns="0" bIns="0" anchor="ctr">
            <a:noAutofit/>
          </a:bodyPr>
          <a:lstStyle/>
          <a:p>
            <a:pPr algn="ctr">
              <a:lnSpc>
                <a:spcPct val="100000"/>
              </a:lnSpc>
              <a:spcAft>
                <a:spcPts val="600"/>
              </a:spcAft>
              <a:defRPr sz="5500" b="1" i="0">
                <a:solidFill>
                  <a:srgbClr val="FFFFFF"/>
                </a:solidFill>
                <a:latin typeface="Arial Black"/>
              </a:defRPr>
            </a:pPr>
            <a:r>
              <a:t>MANALIG KA</a:t>
            </a:r>
          </a:p>
          <a:p>
            <a:pPr algn="ctr">
              <a:lnSpc>
                <a:spcPct val="100000"/>
              </a:lnSpc>
              <a:spcAft>
                <a:spcPts val="600"/>
              </a:spcAft>
              <a:defRPr sz="5500" b="1" i="0">
                <a:solidFill>
                  <a:srgbClr val="FFFFFF"/>
                </a:solidFill>
                <a:latin typeface="Arial Black"/>
              </a:defRPr>
            </a:pPr>
            <a:r>
              <a:t>TUYUIN ANG LUHA SA MGA MATA</a:t>
            </a:r>
          </a:p>
          <a:p>
            <a:pPr algn="ctr">
              <a:lnSpc>
                <a:spcPct val="100000"/>
              </a:lnSpc>
              <a:spcAft>
                <a:spcPts val="600"/>
              </a:spcAft>
              <a:defRPr sz="5500" b="1" i="0">
                <a:solidFill>
                  <a:srgbClr val="FFFFFF"/>
                </a:solidFill>
                <a:latin typeface="Arial Black"/>
              </a:defRPr>
            </a:pPr>
            <a:r>
              <a:t>HINDI SIYA NATUTULOG</a:t>
            </a:r>
          </a:p>
          <a:p>
            <a:pPr algn="ctr">
              <a:lnSpc>
                <a:spcPct val="100000"/>
              </a:lnSpc>
              <a:spcAft>
                <a:spcPts val="600"/>
              </a:spcAft>
              <a:defRPr sz="5500" b="1" i="0">
                <a:solidFill>
                  <a:srgbClr val="FFFFFF"/>
                </a:solidFill>
                <a:latin typeface="Arial Black"/>
              </a:defRPr>
            </a:pPr>
            <a:r>
              <a:t>HINDI NAKAKALIMOT</a:t>
            </a:r>
          </a:p>
          <a:p>
            <a:pPr algn="ctr">
              <a:lnSpc>
                <a:spcPct val="100000"/>
              </a:lnSpc>
              <a:spcAft>
                <a:spcPts val="600"/>
              </a:spcAft>
              <a:defRPr sz="5500" b="1" i="0">
                <a:solidFill>
                  <a:srgbClr val="FFFFFF"/>
                </a:solidFill>
                <a:latin typeface="Arial Black"/>
              </a:defRPr>
            </a:pPr>
            <a:r>
              <a:t>KAY HESUS MANALIG KA</a:t>
            </a:r>
          </a:p>
          <a:p>
            <a:pPr algn="ctr">
              <a:lnSpc>
                <a:spcPct val="100000"/>
              </a:lnSpc>
              <a:spcAft>
                <a:spcPts val="600"/>
              </a:spcAft>
              <a:defRPr sz="5500" b="1" i="0">
                <a:solidFill>
                  <a:srgbClr val="FFFFFF"/>
                </a:solidFill>
                <a:latin typeface="Arial Black"/>
              </a:defRPr>
            </a:pPr>
            <a:r>
              <a:t>KAY HESUS MANALIG KA</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FFCC4D"/>
                </a:solidFill>
                <a:latin typeface="Inter"/>
              </a:defRPr>
            </a:pPr>
            <a:r>
              <a:t>Communion (1)</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14400" y="109728"/>
            <a:ext cx="16459200" cy="868680"/>
          </a:xfrm>
          <a:prstGeom prst="rect">
            <a:avLst/>
          </a:prstGeom>
          <a:noFill/>
        </p:spPr>
        <p:txBody>
          <a:bodyPr wrap="square" lIns="109728" rIns="109728" tIns="73152" bIns="73152">
            <a:noAutofit/>
          </a:bodyPr>
          <a:lstStyle/>
          <a:p>
            <a:pPr algn="ctr">
              <a:defRPr sz="3850" b="1" i="0">
                <a:solidFill>
                  <a:srgbClr val="FFCC4D"/>
                </a:solidFill>
                <a:latin typeface="Georgia"/>
              </a:defRPr>
            </a:pPr>
            <a:r>
              <a:t>Pananagutan</a:t>
            </a:r>
          </a:p>
        </p:txBody>
      </p:sp>
      <p:sp>
        <p:nvSpPr>
          <p:cNvPr id="3" name="TextBox 2"/>
          <p:cNvSpPr txBox="1"/>
          <p:nvPr/>
        </p:nvSpPr>
        <p:spPr>
          <a:xfrm>
            <a:off x="0" y="1069848"/>
            <a:ext cx="18288000" cy="8348472"/>
          </a:xfrm>
          <a:prstGeom prst="rect">
            <a:avLst/>
          </a:prstGeom>
          <a:noFill/>
        </p:spPr>
        <p:txBody>
          <a:bodyPr wrap="square" lIns="0" rIns="0" tIns="73152" bIns="73152" anchor="ctr">
            <a:noAutofit/>
          </a:bodyPr>
          <a:lstStyle/>
          <a:p>
            <a:pPr algn="ctr">
              <a:lnSpc>
                <a:spcPct val="100000"/>
              </a:lnSpc>
              <a:spcAft>
                <a:spcPts val="600"/>
              </a:spcAft>
              <a:defRPr sz="5500" b="1" i="0">
                <a:solidFill>
                  <a:srgbClr val="FFFFFF"/>
                </a:solidFill>
                <a:latin typeface="Arial Black"/>
              </a:defRPr>
            </a:pPr>
            <a:r>
              <a:t>(NO LYRICS IN LIBRARY FOR THIS HYMN.)</a:t>
            </a:r>
          </a:p>
        </p:txBody>
      </p:sp>
      <p:sp>
        <p:nvSpPr>
          <p:cNvPr id="4" name="TextBox 3"/>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FFCC4D"/>
                </a:solidFill>
                <a:latin typeface="Inter"/>
              </a:defRPr>
            </a:pPr>
            <a:r>
              <a:t>Communion (2)</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Bef>
                <a:spcPts val="400"/>
              </a:spcBef>
              <a:spcAft>
                <a:spcPts val="500"/>
              </a:spcAft>
              <a:defRPr sz="2000" b="1" i="0">
                <a:solidFill>
                  <a:srgbClr val="86EFAC"/>
                </a:solidFill>
                <a:latin typeface="Inter"/>
              </a:defRPr>
            </a:pPr>
            <a:r>
              <a:t>Priest: Let us pray.</a:t>
            </a:r>
          </a:p>
          <a:p>
            <a:pPr algn="ctr">
              <a:spcAft>
                <a:spcPts val="500"/>
              </a:spcAft>
              <a:defRPr sz="1500" b="0" i="1">
                <a:solidFill>
                  <a:srgbClr val="86EFAC"/>
                </a:solidFill>
                <a:latin typeface="Inter"/>
              </a:defRPr>
            </a:pPr>
            <a:r>
              <a:t>The Priest says the Post- Communion Prayer for the day in full from the Roman Missal. The people respond at the end.</a:t>
            </a:r>
          </a:p>
          <a:p>
            <a:pPr algn="ctr">
              <a:spcBef>
                <a:spcPts val="400"/>
              </a:spcBef>
              <a:spcAft>
                <a:spcPts val="500"/>
              </a:spcAft>
              <a:defRPr sz="2000" b="1" i="0">
                <a:solidFill>
                  <a:srgbClr val="F0FDF4"/>
                </a:solidFill>
                <a:latin typeface="Inter"/>
              </a:defRPr>
            </a:pPr>
            <a:r>
              <a:t>All: Amen.</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The Communion Rite</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GFCC28Jun2026_OrdinaryTime_16x9.png"/>
          <p:cNvPicPr>
            <a:picLocks noChangeAspect="1"/>
          </p:cNvPicPr>
          <p:nvPr/>
        </p:nvPicPr>
        <p:blipFill>
          <a:blip r:embed="rId2"/>
          <a:stretch>
            <a:fillRect/>
          </a:stretch>
        </p:blipFill>
        <p:spPr>
          <a:xfrm>
            <a:off x="0" y="0"/>
            <a:ext cx="18288000" cy="10287000"/>
          </a:xfrm>
          <a:prstGeom prst="rect">
            <a:avLst/>
          </a:prstGeom>
        </p:spPr>
      </p:pic>
      <p:sp>
        <p:nvSpPr>
          <p:cNvPr id="3" name="TextBox 2"/>
          <p:cNvSpPr txBox="1"/>
          <p:nvPr/>
        </p:nvSpPr>
        <p:spPr>
          <a:xfrm>
            <a:off x="914400" y="850392"/>
            <a:ext cx="16459200" cy="5943600"/>
          </a:xfrm>
          <a:prstGeom prst="rect">
            <a:avLst/>
          </a:prstGeom>
          <a:noFill/>
        </p:spPr>
        <p:txBody>
          <a:bodyPr wrap="square" lIns="109728" rIns="109728" tIns="73152" bIns="73152">
            <a:noAutofit/>
          </a:bodyPr>
          <a:lstStyle/>
          <a:p>
            <a:pPr>
              <a:spcAft>
                <a:spcPts val="300"/>
              </a:spcAft>
              <a:defRPr sz="2100" b="1" i="0">
                <a:solidFill>
                  <a:srgbClr val="86EFAC"/>
                </a:solidFill>
                <a:latin typeface="Inter"/>
              </a:defRPr>
            </a:pPr>
            <a:r>
              <a:t>MASS CELEBRANT:</a:t>
            </a:r>
          </a:p>
          <a:p>
            <a:pPr>
              <a:spcAft>
                <a:spcPts val="300"/>
              </a:spcAft>
              <a:defRPr sz="2100" b="0" i="0">
                <a:solidFill>
                  <a:srgbClr val="F0FDF4"/>
                </a:solidFill>
                <a:latin typeface="Inter"/>
              </a:defRPr>
            </a:pPr>
            <a:r>
              <a:t>Rev. Fr. Jonrey Lauron, RCJ</a:t>
            </a:r>
          </a:p>
          <a:p>
            <a:pPr>
              <a:spcAft>
                <a:spcPts val="300"/>
              </a:spcAft>
              <a:defRPr sz="2100" b="0" i="0">
                <a:solidFill>
                  <a:srgbClr val="F0FDF4"/>
                </a:solidFill>
                <a:latin typeface="Inter"/>
              </a:defRPr>
            </a:pPr>
          </a:p>
          <a:p>
            <a:pPr>
              <a:spcAft>
                <a:spcPts val="300"/>
              </a:spcAft>
              <a:defRPr sz="2100" b="0" i="0">
                <a:solidFill>
                  <a:srgbClr val="F0FDF4"/>
                </a:solidFill>
                <a:latin typeface="Inter"/>
              </a:defRPr>
            </a:pPr>
            <a:r>
              <a:t>Gospel (Matthew 10:37-42)</a:t>
            </a:r>
          </a:p>
          <a:p>
            <a:pPr>
              <a:spcAft>
                <a:spcPts val="300"/>
              </a:spcAft>
              <a:defRPr sz="2100" b="0" i="0">
                <a:solidFill>
                  <a:srgbClr val="F0FDF4"/>
                </a:solidFill>
                <a:latin typeface="Inter"/>
              </a:defRPr>
            </a:pPr>
            <a:r>
              <a:t>“He who loves father or mother more than me is not worthy of me; and he who loves son or daughter more than me isn't worthy of me.”</a:t>
            </a:r>
          </a:p>
          <a:p>
            <a:pPr>
              <a:spcAft>
                <a:spcPts val="300"/>
              </a:spcAft>
              <a:defRPr sz="2100" b="0" i="0">
                <a:solidFill>
                  <a:srgbClr val="F0FDF4"/>
                </a:solidFill>
                <a:latin typeface="Inter"/>
              </a:defRPr>
            </a:pPr>
          </a:p>
          <a:p>
            <a:pPr>
              <a:spcAft>
                <a:spcPts val="300"/>
              </a:spcAft>
              <a:defRPr sz="2100" b="0" i="0">
                <a:solidFill>
                  <a:srgbClr val="F0FDF4"/>
                </a:solidFill>
                <a:latin typeface="Inter"/>
              </a:defRPr>
            </a:pPr>
            <a:r>
              <a:t>YEAR A</a:t>
            </a:r>
          </a:p>
          <a:p>
            <a:pPr>
              <a:spcAft>
                <a:spcPts val="300"/>
              </a:spcAft>
              <a:defRPr sz="2100" b="0" i="0">
                <a:solidFill>
                  <a:srgbClr val="F0FDF4"/>
                </a:solidFill>
                <a:latin typeface="Inter"/>
              </a:defRPr>
            </a:pPr>
            <a:r>
              <a:t>2026-06-28 · Ordinary Time</a:t>
            </a:r>
          </a:p>
        </p:txBody>
      </p:sp>
      <p:sp>
        <p:nvSpPr>
          <p:cNvPr id="4" name="TextBox 3"/>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Mass poster / divider</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Aft>
                <a:spcPts val="500"/>
              </a:spcAft>
              <a:defRPr sz="1900" b="1" i="0">
                <a:solidFill>
                  <a:srgbClr val="F0FDF4"/>
                </a:solidFill>
                <a:latin typeface="Inter"/>
              </a:defRPr>
            </a:pPr>
            <a:r>
              <a:t>MASS COLLECTION</a:t>
            </a:r>
          </a:p>
          <a:p>
            <a:pPr algn="ctr">
              <a:spcAft>
                <a:spcPts val="500"/>
              </a:spcAft>
              <a:defRPr sz="1500" b="0" i="1">
                <a:solidFill>
                  <a:srgbClr val="86EFAC"/>
                </a:solidFill>
                <a:latin typeface="Inter"/>
              </a:defRPr>
            </a:pPr>
            <a:r>
              <a:t>Thank you for your generosity.</a:t>
            </a:r>
          </a:p>
          <a:p>
            <a:pPr algn="ctr">
              <a:spcAft>
                <a:spcPts val="500"/>
              </a:spcAft>
              <a:defRPr sz="1500" b="0" i="1">
                <a:solidFill>
                  <a:srgbClr val="86EFAC"/>
                </a:solidFill>
                <a:latin typeface="Inter"/>
              </a:defRPr>
            </a:pPr>
            <a:r>
              <a:t>Date: Sunday, May 24, 2026</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Mass Collection</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Aft>
                <a:spcPts val="500"/>
              </a:spcAft>
              <a:defRPr sz="1900" b="1" i="0">
                <a:solidFill>
                  <a:srgbClr val="F0FDF4"/>
                </a:solidFill>
                <a:latin typeface="Inter"/>
              </a:defRPr>
            </a:pPr>
            <a:r>
              <a:t>CHURCH ANNOUNCEMENTS</a:t>
            </a:r>
          </a:p>
          <a:p>
            <a:pPr algn="ctr">
              <a:spcAft>
                <a:spcPts val="500"/>
              </a:spcAft>
              <a:defRPr sz="1500" b="0" i="1">
                <a:solidFill>
                  <a:srgbClr val="86EFAC"/>
                </a:solidFill>
                <a:latin typeface="Inter"/>
              </a:defRPr>
            </a:pPr>
            <a:r>
              <a:t>Insert bulletin points with complete sentences on the following slides or edit this deck.</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Announcements</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Aft>
                <a:spcPts val="500"/>
              </a:spcAft>
              <a:defRPr sz="1900" b="1" i="0">
                <a:solidFill>
                  <a:srgbClr val="F0FDF4"/>
                </a:solidFill>
                <a:latin typeface="Inter"/>
              </a:defRPr>
            </a:pPr>
            <a:r>
              <a:t>Welcome newcomers!</a:t>
            </a:r>
          </a:p>
          <a:p>
            <a:pPr algn="ctr">
              <a:spcAft>
                <a:spcPts val="500"/>
              </a:spcAft>
              <a:defRPr sz="1500" b="0" i="1">
                <a:solidFill>
                  <a:srgbClr val="86EFAC"/>
                </a:solidFill>
                <a:latin typeface="Inter"/>
              </a:defRPr>
            </a:pPr>
            <a:r>
              <a:t>Photo collage optional.</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Announcements</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Aft>
                <a:spcPts val="500"/>
              </a:spcAft>
              <a:defRPr sz="1900" b="1" i="0">
                <a:solidFill>
                  <a:srgbClr val="F0FDF4"/>
                </a:solidFill>
                <a:latin typeface="Inter"/>
              </a:defRPr>
            </a:pPr>
            <a:r>
              <a:t>Sacrament of Confession</a:t>
            </a:r>
          </a:p>
          <a:p>
            <a:pPr algn="ctr">
              <a:spcAft>
                <a:spcPts val="500"/>
              </a:spcAft>
              <a:defRPr sz="1500" b="0" i="1">
                <a:solidFill>
                  <a:srgbClr val="86EFAC"/>
                </a:solidFill>
                <a:latin typeface="Inter"/>
              </a:defRPr>
            </a:pPr>
            <a:r>
              <a:t>The Lord never tires of forgiving us; we are the ones who tire of seeking his mercy. — Pope Francis</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Announcements</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Aft>
                <a:spcPts val="500"/>
              </a:spcAft>
              <a:defRPr sz="1900" b="1" i="0">
                <a:solidFill>
                  <a:srgbClr val="F0FDF4"/>
                </a:solidFill>
                <a:latin typeface="Inter"/>
              </a:defRPr>
            </a:pPr>
            <a:r>
              <a:t>Updates and Announcements</a:t>
            </a:r>
          </a:p>
          <a:p>
            <a:pPr algn="ctr">
              <a:spcAft>
                <a:spcPts val="500"/>
              </a:spcAft>
              <a:defRPr sz="1500" b="0" i="1">
                <a:solidFill>
                  <a:srgbClr val="86EFAC"/>
                </a:solidFill>
                <a:latin typeface="Inter"/>
              </a:defRPr>
            </a:pPr>
            <a:r>
              <a:t>Name your community page and invitation to follow in full; add a QR code to the slide master if you wish.</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Announcements</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Bef>
                <a:spcPts val="400"/>
              </a:spcBef>
              <a:spcAft>
                <a:spcPts val="500"/>
              </a:spcAft>
              <a:defRPr sz="2000" b="1" i="0">
                <a:solidFill>
                  <a:srgbClr val="86EFAC"/>
                </a:solidFill>
                <a:latin typeface="Inter"/>
              </a:defRPr>
            </a:pPr>
            <a:r>
              <a:t>Priest: The Lord be with you.</a:t>
            </a:r>
          </a:p>
          <a:p>
            <a:pPr algn="ctr">
              <a:spcBef>
                <a:spcPts val="400"/>
              </a:spcBef>
              <a:spcAft>
                <a:spcPts val="500"/>
              </a:spcAft>
              <a:defRPr sz="2000" b="1" i="0">
                <a:solidFill>
                  <a:srgbClr val="F0FDF4"/>
                </a:solidFill>
                <a:latin typeface="Inter"/>
              </a:defRPr>
            </a:pPr>
            <a:r>
              <a:t>All: And with your spirit.</a:t>
            </a:r>
          </a:p>
          <a:p>
            <a:pPr algn="ctr">
              <a:spcBef>
                <a:spcPts val="400"/>
              </a:spcBef>
              <a:spcAft>
                <a:spcPts val="500"/>
              </a:spcAft>
              <a:defRPr sz="2000" b="1" i="0">
                <a:solidFill>
                  <a:srgbClr val="86EFAC"/>
                </a:solidFill>
                <a:latin typeface="Inter"/>
              </a:defRPr>
            </a:pPr>
            <a:r>
              <a:t>Priest: May almighty God bless you, the Father, and the Son, and the Holy Spirit.</a:t>
            </a:r>
          </a:p>
          <a:p>
            <a:pPr algn="ctr">
              <a:spcBef>
                <a:spcPts val="400"/>
              </a:spcBef>
              <a:spcAft>
                <a:spcPts val="500"/>
              </a:spcAft>
              <a:defRPr sz="2000" b="1" i="0">
                <a:solidFill>
                  <a:srgbClr val="F0FDF4"/>
                </a:solidFill>
                <a:latin typeface="Inter"/>
              </a:defRPr>
            </a:pPr>
            <a:r>
              <a:t>All: Amen.</a:t>
            </a:r>
          </a:p>
          <a:p>
            <a:pPr algn="ctr">
              <a:spcBef>
                <a:spcPts val="400"/>
              </a:spcBef>
              <a:spcAft>
                <a:spcPts val="500"/>
              </a:spcAft>
              <a:defRPr sz="2000" b="1" i="0">
                <a:solidFill>
                  <a:srgbClr val="86EFAC"/>
                </a:solidFill>
                <a:latin typeface="Inter"/>
              </a:defRPr>
            </a:pPr>
            <a:r>
              <a:t>Priest: Go in peace, glorifying the Lord by your life.</a:t>
            </a:r>
          </a:p>
          <a:p>
            <a:pPr algn="ctr">
              <a:spcBef>
                <a:spcPts val="400"/>
              </a:spcBef>
              <a:spcAft>
                <a:spcPts val="500"/>
              </a:spcAft>
              <a:defRPr sz="2000" b="1" i="0">
                <a:solidFill>
                  <a:srgbClr val="F0FDF4"/>
                </a:solidFill>
                <a:latin typeface="Inter"/>
              </a:defRPr>
            </a:pPr>
            <a:r>
              <a:t>All: Thanks be to God.</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Final Blessing</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14400" y="109728"/>
            <a:ext cx="16459200" cy="868680"/>
          </a:xfrm>
          <a:prstGeom prst="rect">
            <a:avLst/>
          </a:prstGeom>
          <a:noFill/>
        </p:spPr>
        <p:txBody>
          <a:bodyPr wrap="square" lIns="109728" rIns="109728" tIns="73152" bIns="73152">
            <a:noAutofit/>
          </a:bodyPr>
          <a:lstStyle/>
          <a:p>
            <a:pPr algn="ctr">
              <a:defRPr sz="3850" b="1" i="0">
                <a:solidFill>
                  <a:srgbClr val="FFCC4D"/>
                </a:solidFill>
                <a:latin typeface="Georgia"/>
              </a:defRPr>
            </a:pPr>
            <a:r>
              <a:t>We Are Called</a:t>
            </a:r>
          </a:p>
        </p:txBody>
      </p:sp>
      <p:sp>
        <p:nvSpPr>
          <p:cNvPr id="3" name="TextBox 2"/>
          <p:cNvSpPr txBox="1"/>
          <p:nvPr/>
        </p:nvSpPr>
        <p:spPr>
          <a:xfrm>
            <a:off x="0" y="1069848"/>
            <a:ext cx="18288000" cy="8348472"/>
          </a:xfrm>
          <a:prstGeom prst="rect">
            <a:avLst/>
          </a:prstGeom>
          <a:noFill/>
        </p:spPr>
        <p:txBody>
          <a:bodyPr wrap="square" lIns="0" rIns="0" tIns="73152" bIns="73152" anchor="ctr">
            <a:noAutofit/>
          </a:bodyPr>
          <a:lstStyle/>
          <a:p>
            <a:pPr algn="ctr">
              <a:lnSpc>
                <a:spcPct val="100000"/>
              </a:lnSpc>
              <a:spcAft>
                <a:spcPts val="600"/>
              </a:spcAft>
              <a:defRPr sz="5500" b="1" i="0">
                <a:solidFill>
                  <a:srgbClr val="FFFFFF"/>
                </a:solidFill>
                <a:latin typeface="Arial Black"/>
              </a:defRPr>
            </a:pPr>
            <a:r>
              <a:t>WE ARE CALLED TO ACT WITH JUSTICE,</a:t>
            </a:r>
          </a:p>
          <a:p>
            <a:pPr algn="ctr">
              <a:lnSpc>
                <a:spcPct val="100000"/>
              </a:lnSpc>
              <a:spcAft>
                <a:spcPts val="600"/>
              </a:spcAft>
              <a:defRPr sz="5500" b="1" i="0">
                <a:solidFill>
                  <a:srgbClr val="FFFFFF"/>
                </a:solidFill>
                <a:latin typeface="Arial Black"/>
              </a:defRPr>
            </a:pPr>
            <a:r>
              <a:t>WE ARE CALLED TO LOVE TENDERLY;</a:t>
            </a:r>
          </a:p>
          <a:p>
            <a:pPr algn="ctr">
              <a:lnSpc>
                <a:spcPct val="100000"/>
              </a:lnSpc>
              <a:spcAft>
                <a:spcPts val="600"/>
              </a:spcAft>
              <a:defRPr sz="5500" b="1" i="0">
                <a:solidFill>
                  <a:srgbClr val="FFFFFF"/>
                </a:solidFill>
                <a:latin typeface="Arial Black"/>
              </a:defRPr>
            </a:pPr>
            <a:r>
              <a:t>WE ARE CALLED TO SERVE ONE ANOTHER,</a:t>
            </a:r>
          </a:p>
          <a:p>
            <a:pPr algn="ctr">
              <a:lnSpc>
                <a:spcPct val="100000"/>
              </a:lnSpc>
              <a:spcAft>
                <a:spcPts val="600"/>
              </a:spcAft>
              <a:defRPr sz="5500" b="1" i="0">
                <a:solidFill>
                  <a:srgbClr val="FFFFFF"/>
                </a:solidFill>
                <a:latin typeface="Arial Black"/>
              </a:defRPr>
            </a:pPr>
            <a:r>
              <a:t>TO WALK HUMBLY WITH GOD.</a:t>
            </a:r>
          </a:p>
        </p:txBody>
      </p:sp>
      <p:sp>
        <p:nvSpPr>
          <p:cNvPr id="4" name="TextBox 3"/>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FFCC4D"/>
                </a:solidFill>
                <a:latin typeface="Inter"/>
              </a:defRPr>
            </a:pPr>
            <a:r>
              <a:t>Recessional</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0"/>
            <a:ext cx="18288000" cy="10287000"/>
          </a:xfrm>
          <a:prstGeom prst="rect">
            <a:avLst/>
          </a:prstGeom>
          <a:noFill/>
        </p:spPr>
        <p:txBody>
          <a:bodyPr wrap="square" lIns="0" rIns="0" tIns="0" bIns="0" anchor="ctr">
            <a:noAutofit/>
          </a:bodyPr>
          <a:lstStyle/>
          <a:p>
            <a:pPr algn="ctr">
              <a:lnSpc>
                <a:spcPct val="100000"/>
              </a:lnSpc>
              <a:spcAft>
                <a:spcPts val="600"/>
              </a:spcAft>
              <a:defRPr sz="5500" b="1" i="0">
                <a:solidFill>
                  <a:srgbClr val="FFFFFF"/>
                </a:solidFill>
                <a:latin typeface="Arial Black"/>
              </a:defRPr>
            </a:pPr>
            <a:r>
              <a:t>COME! LIVE IN THE LIGHT!</a:t>
            </a:r>
          </a:p>
          <a:p>
            <a:pPr algn="ctr">
              <a:lnSpc>
                <a:spcPct val="100000"/>
              </a:lnSpc>
              <a:spcAft>
                <a:spcPts val="600"/>
              </a:spcAft>
              <a:defRPr sz="5500" b="1" i="0">
                <a:solidFill>
                  <a:srgbClr val="FFFFFF"/>
                </a:solidFill>
                <a:latin typeface="Arial Black"/>
              </a:defRPr>
            </a:pPr>
            <a:r>
              <a:t>SHINE WITH THE JOY AND THE LOVE OF THE LORD!</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FFCC4D"/>
                </a:solidFill>
                <a:latin typeface="Inter"/>
              </a:defRPr>
            </a:pPr>
            <a:r>
              <a:t>Recessional</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0"/>
            <a:ext cx="18288000" cy="10287000"/>
          </a:xfrm>
          <a:prstGeom prst="rect">
            <a:avLst/>
          </a:prstGeom>
          <a:noFill/>
        </p:spPr>
        <p:txBody>
          <a:bodyPr wrap="square" lIns="0" rIns="0" tIns="0" bIns="0" anchor="ctr">
            <a:noAutofit/>
          </a:bodyPr>
          <a:lstStyle/>
          <a:p>
            <a:pPr algn="ctr">
              <a:lnSpc>
                <a:spcPct val="100000"/>
              </a:lnSpc>
              <a:spcAft>
                <a:spcPts val="600"/>
              </a:spcAft>
              <a:defRPr sz="5500" b="1" i="0">
                <a:solidFill>
                  <a:srgbClr val="FFFFFF"/>
                </a:solidFill>
                <a:latin typeface="Arial Black"/>
              </a:defRPr>
            </a:pPr>
            <a:r>
              <a:t>GOD OF DAYBREAK, GOD OF SHADOW,</a:t>
            </a:r>
          </a:p>
          <a:p>
            <a:pPr algn="ctr">
              <a:lnSpc>
                <a:spcPct val="100000"/>
              </a:lnSpc>
              <a:spcAft>
                <a:spcPts val="600"/>
              </a:spcAft>
              <a:defRPr sz="5500" b="1" i="0">
                <a:solidFill>
                  <a:srgbClr val="FFFFFF"/>
                </a:solidFill>
                <a:latin typeface="Arial Black"/>
              </a:defRPr>
            </a:pPr>
            <a:r>
              <a:t>COME INTO OUR RESTLESS LIVES;</a:t>
            </a:r>
          </a:p>
          <a:p>
            <a:pPr algn="ctr">
              <a:lnSpc>
                <a:spcPct val="100000"/>
              </a:lnSpc>
              <a:spcAft>
                <a:spcPts val="600"/>
              </a:spcAft>
              <a:defRPr sz="5500" b="1" i="0">
                <a:solidFill>
                  <a:srgbClr val="FFFFFF"/>
                </a:solidFill>
                <a:latin typeface="Arial Black"/>
              </a:defRPr>
            </a:pPr>
            <a:r>
              <a:t>LIFT FROM US THE FEAR OF SHADOWS,</a:t>
            </a:r>
          </a:p>
          <a:p>
            <a:pPr algn="ctr">
              <a:lnSpc>
                <a:spcPct val="100000"/>
              </a:lnSpc>
              <a:spcAft>
                <a:spcPts val="600"/>
              </a:spcAft>
              <a:defRPr sz="5500" b="1" i="0">
                <a:solidFill>
                  <a:srgbClr val="FFFFFF"/>
                </a:solidFill>
                <a:latin typeface="Arial Black"/>
              </a:defRPr>
            </a:pPr>
            <a:r>
              <a:t>THAT WE MAY ARISE WITH LIGHT.</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FFCC4D"/>
                </a:solidFill>
                <a:latin typeface="Inter"/>
              </a:defRPr>
            </a:pPr>
            <a:r>
              <a:t>Recessional</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0"/>
            <a:ext cx="18288000" cy="10287000"/>
          </a:xfrm>
          <a:prstGeom prst="rect">
            <a:avLst/>
          </a:prstGeom>
          <a:noFill/>
        </p:spPr>
        <p:txBody>
          <a:bodyPr wrap="square" lIns="0" rIns="0" tIns="0" bIns="0" anchor="ctr">
            <a:noAutofit/>
          </a:bodyPr>
          <a:lstStyle/>
          <a:p>
            <a:pPr algn="ctr">
              <a:lnSpc>
                <a:spcPct val="100000"/>
              </a:lnSpc>
              <a:spcAft>
                <a:spcPts val="600"/>
              </a:spcAft>
              <a:defRPr sz="5500" b="1" i="0">
                <a:solidFill>
                  <a:srgbClr val="FFFFFF"/>
                </a:solidFill>
                <a:latin typeface="Arial Black"/>
              </a:defRPr>
            </a:pPr>
            <a:r>
              <a:t>WE ARE CALLED TO ACT WITH JUSTICE...</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FFCC4D"/>
                </a:solidFill>
                <a:latin typeface="Inter"/>
              </a:defRPr>
            </a:pPr>
            <a:r>
              <a:t>Recessional</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0"/>
            <a:ext cx="18288000" cy="10287000"/>
          </a:xfrm>
          <a:prstGeom prst="rect">
            <a:avLst/>
          </a:prstGeom>
          <a:noFill/>
        </p:spPr>
        <p:txBody>
          <a:bodyPr wrap="square" lIns="0" rIns="0" tIns="0" bIns="0" anchor="ctr">
            <a:noAutofit/>
          </a:bodyPr>
          <a:lstStyle/>
          <a:p>
            <a:pPr algn="ctr">
              <a:lnSpc>
                <a:spcPct val="100000"/>
              </a:lnSpc>
              <a:spcAft>
                <a:spcPts val="600"/>
              </a:spcAft>
              <a:defRPr sz="5500" b="1" i="0">
                <a:solidFill>
                  <a:srgbClr val="FFFFFF"/>
                </a:solidFill>
                <a:latin typeface="Arial Black"/>
              </a:defRPr>
            </a:pPr>
            <a:r>
              <a:t>COME! LIVE IN THE LIGHT!...</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FFCC4D"/>
                </a:solidFill>
                <a:latin typeface="Inter"/>
              </a:defRPr>
            </a:pPr>
            <a:r>
              <a:t>Recessional</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0"/>
            <a:ext cx="18288000" cy="10287000"/>
          </a:xfrm>
          <a:prstGeom prst="rect">
            <a:avLst/>
          </a:prstGeom>
          <a:noFill/>
        </p:spPr>
        <p:txBody>
          <a:bodyPr wrap="square" lIns="0" rIns="0" tIns="0" bIns="0" anchor="ctr">
            <a:noAutofit/>
          </a:bodyPr>
          <a:lstStyle/>
          <a:p>
            <a:pPr algn="ctr">
              <a:lnSpc>
                <a:spcPct val="100000"/>
              </a:lnSpc>
              <a:spcAft>
                <a:spcPts val="600"/>
              </a:spcAft>
              <a:defRPr sz="5500" b="1" i="0">
                <a:solidFill>
                  <a:srgbClr val="FFFFFF"/>
                </a:solidFill>
                <a:latin typeface="Arial Black"/>
              </a:defRPr>
            </a:pPr>
            <a:r>
              <a:t>GOD OF NEWNESS, GOD OF FRESHNESS,</a:t>
            </a:r>
          </a:p>
          <a:p>
            <a:pPr algn="ctr">
              <a:lnSpc>
                <a:spcPct val="100000"/>
              </a:lnSpc>
              <a:spcAft>
                <a:spcPts val="600"/>
              </a:spcAft>
              <a:defRPr sz="5500" b="1" i="0">
                <a:solidFill>
                  <a:srgbClr val="FFFFFF"/>
                </a:solidFill>
                <a:latin typeface="Arial Black"/>
              </a:defRPr>
            </a:pPr>
            <a:r>
              <a:t>COME INTO OUR MORNING SONG:</a:t>
            </a:r>
          </a:p>
          <a:p>
            <a:pPr algn="ctr">
              <a:lnSpc>
                <a:spcPct val="100000"/>
              </a:lnSpc>
              <a:spcAft>
                <a:spcPts val="600"/>
              </a:spcAft>
              <a:defRPr sz="5500" b="1" i="0">
                <a:solidFill>
                  <a:srgbClr val="FFFFFF"/>
                </a:solidFill>
                <a:latin typeface="Arial Black"/>
              </a:defRPr>
            </a:pPr>
            <a:r>
              <a:t>GIVE TO US A NEW BEGINNING,</a:t>
            </a:r>
          </a:p>
          <a:p>
            <a:pPr algn="ctr">
              <a:lnSpc>
                <a:spcPct val="100000"/>
              </a:lnSpc>
              <a:spcAft>
                <a:spcPts val="600"/>
              </a:spcAft>
              <a:defRPr sz="5500" b="1" i="0">
                <a:solidFill>
                  <a:srgbClr val="FFFFFF"/>
                </a:solidFill>
                <a:latin typeface="Arial Black"/>
              </a:defRPr>
            </a:pPr>
            <a:r>
              <a:t>SEND US FORTH WITH HEARTS MADE STRONG.</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FFCC4D"/>
                </a:solidFill>
                <a:latin typeface="Inter"/>
              </a:defRPr>
            </a:pPr>
            <a:r>
              <a:t>Recessional</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0"/>
            <a:ext cx="18288000" cy="10287000"/>
          </a:xfrm>
          <a:prstGeom prst="rect">
            <a:avLst/>
          </a:prstGeom>
          <a:noFill/>
        </p:spPr>
        <p:txBody>
          <a:bodyPr wrap="square" lIns="0" rIns="0" tIns="0" bIns="0" anchor="ctr">
            <a:noAutofit/>
          </a:bodyPr>
          <a:lstStyle/>
          <a:p>
            <a:pPr algn="ctr">
              <a:lnSpc>
                <a:spcPct val="100000"/>
              </a:lnSpc>
              <a:spcAft>
                <a:spcPts val="600"/>
              </a:spcAft>
              <a:defRPr sz="5500" b="1" i="0">
                <a:solidFill>
                  <a:srgbClr val="FFFFFF"/>
                </a:solidFill>
                <a:latin typeface="Arial Black"/>
              </a:defRPr>
            </a:pPr>
            <a:r>
              <a:t>WE ARE CALLED TO ACT WITH JUSTICE...</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FFCC4D"/>
                </a:solidFill>
                <a:latin typeface="Inter"/>
              </a:defRPr>
            </a:pPr>
            <a:r>
              <a:t>Recessional</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0"/>
            <a:ext cx="18288000" cy="10287000"/>
          </a:xfrm>
          <a:prstGeom prst="rect">
            <a:avLst/>
          </a:prstGeom>
          <a:noFill/>
        </p:spPr>
        <p:txBody>
          <a:bodyPr wrap="square" lIns="0" rIns="0" tIns="0" bIns="0" anchor="ctr">
            <a:noAutofit/>
          </a:bodyPr>
          <a:lstStyle/>
          <a:p>
            <a:pPr algn="ctr">
              <a:lnSpc>
                <a:spcPct val="100000"/>
              </a:lnSpc>
              <a:spcAft>
                <a:spcPts val="600"/>
              </a:spcAft>
              <a:defRPr sz="5500" b="1" i="0">
                <a:solidFill>
                  <a:srgbClr val="FFFFFF"/>
                </a:solidFill>
                <a:latin typeface="Arial Black"/>
              </a:defRPr>
            </a:pPr>
            <a:r>
              <a:t>COME! LIVE IN THE LIGHT!...</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FFCC4D"/>
                </a:solidFill>
                <a:latin typeface="Inter"/>
              </a:defRPr>
            </a:pPr>
            <a:r>
              <a:t>Recessional</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GFCC28Jun2026_OrdinaryTime_16x9.png"/>
          <p:cNvPicPr>
            <a:picLocks noChangeAspect="1"/>
          </p:cNvPicPr>
          <p:nvPr/>
        </p:nvPicPr>
        <p:blipFill>
          <a:blip r:embed="rId2"/>
          <a:stretch>
            <a:fillRect/>
          </a:stretch>
        </p:blipFill>
        <p:spPr>
          <a:xfrm>
            <a:off x="0" y="0"/>
            <a:ext cx="18288000" cy="10287000"/>
          </a:xfrm>
          <a:prstGeom prst="rect">
            <a:avLst/>
          </a:prstGeom>
        </p:spPr>
      </p:pic>
      <p:sp>
        <p:nvSpPr>
          <p:cNvPr id="3" name="TextBox 2"/>
          <p:cNvSpPr txBox="1"/>
          <p:nvPr/>
        </p:nvSpPr>
        <p:spPr>
          <a:xfrm>
            <a:off x="914400" y="850392"/>
            <a:ext cx="16459200" cy="5943600"/>
          </a:xfrm>
          <a:prstGeom prst="rect">
            <a:avLst/>
          </a:prstGeom>
          <a:noFill/>
        </p:spPr>
        <p:txBody>
          <a:bodyPr wrap="square" lIns="109728" rIns="109728" tIns="73152" bIns="73152">
            <a:noAutofit/>
          </a:bodyPr>
          <a:lstStyle/>
          <a:p>
            <a:pPr>
              <a:spcAft>
                <a:spcPts val="300"/>
              </a:spcAft>
              <a:defRPr sz="2100" b="1" i="0">
                <a:solidFill>
                  <a:srgbClr val="86EFAC"/>
                </a:solidFill>
                <a:latin typeface="Inter"/>
              </a:defRPr>
            </a:pPr>
            <a:r>
              <a:t>MASS CELEBRANT:</a:t>
            </a:r>
          </a:p>
          <a:p>
            <a:pPr>
              <a:spcAft>
                <a:spcPts val="300"/>
              </a:spcAft>
              <a:defRPr sz="2100" b="0" i="0">
                <a:solidFill>
                  <a:srgbClr val="F0FDF4"/>
                </a:solidFill>
                <a:latin typeface="Inter"/>
              </a:defRPr>
            </a:pPr>
            <a:r>
              <a:t>Rev. Fr. Jonrey Lauron, RCJ</a:t>
            </a:r>
          </a:p>
          <a:p>
            <a:pPr>
              <a:spcAft>
                <a:spcPts val="300"/>
              </a:spcAft>
              <a:defRPr sz="2100" b="0" i="0">
                <a:solidFill>
                  <a:srgbClr val="F0FDF4"/>
                </a:solidFill>
                <a:latin typeface="Inter"/>
              </a:defRPr>
            </a:pPr>
          </a:p>
          <a:p>
            <a:pPr>
              <a:spcAft>
                <a:spcPts val="300"/>
              </a:spcAft>
              <a:defRPr sz="2100" b="0" i="0">
                <a:solidFill>
                  <a:srgbClr val="F0FDF4"/>
                </a:solidFill>
                <a:latin typeface="Inter"/>
              </a:defRPr>
            </a:pPr>
            <a:r>
              <a:t>Gospel (Matthew 10:37-42)</a:t>
            </a:r>
          </a:p>
          <a:p>
            <a:pPr>
              <a:spcAft>
                <a:spcPts val="300"/>
              </a:spcAft>
              <a:defRPr sz="2100" b="0" i="0">
                <a:solidFill>
                  <a:srgbClr val="F0FDF4"/>
                </a:solidFill>
                <a:latin typeface="Inter"/>
              </a:defRPr>
            </a:pPr>
            <a:r>
              <a:t>“He who loves father or mother more than me is not worthy of me; and he who loves son or daughter more than me isn't worthy of me.”</a:t>
            </a:r>
          </a:p>
          <a:p>
            <a:pPr>
              <a:spcAft>
                <a:spcPts val="300"/>
              </a:spcAft>
              <a:defRPr sz="2100" b="0" i="0">
                <a:solidFill>
                  <a:srgbClr val="F0FDF4"/>
                </a:solidFill>
                <a:latin typeface="Inter"/>
              </a:defRPr>
            </a:pPr>
          </a:p>
          <a:p>
            <a:pPr>
              <a:spcAft>
                <a:spcPts val="300"/>
              </a:spcAft>
              <a:defRPr sz="2100" b="0" i="0">
                <a:solidFill>
                  <a:srgbClr val="F0FDF4"/>
                </a:solidFill>
                <a:latin typeface="Inter"/>
              </a:defRPr>
            </a:pPr>
            <a:r>
              <a:t>YEAR A</a:t>
            </a:r>
          </a:p>
          <a:p>
            <a:pPr>
              <a:spcAft>
                <a:spcPts val="300"/>
              </a:spcAft>
              <a:defRPr sz="2100" b="0" i="0">
                <a:solidFill>
                  <a:srgbClr val="F0FDF4"/>
                </a:solidFill>
                <a:latin typeface="Inter"/>
              </a:defRPr>
            </a:pPr>
            <a:r>
              <a:t>2026-06-28 · Ordinary Time</a:t>
            </a:r>
          </a:p>
        </p:txBody>
      </p:sp>
      <p:sp>
        <p:nvSpPr>
          <p:cNvPr id="4" name="TextBox 3"/>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Mass poster / divider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