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YAHWEH'S PEOPLE DANCE FOR JOY</a:t>
            </a:r>
          </a:p>
          <a:p>
            <a:pPr algn="ctr">
              <a:lnSpc>
                <a:spcPct val="100000"/>
              </a:lnSpc>
              <a:spcAft>
                <a:spcPts val="600"/>
              </a:spcAft>
              <a:defRPr sz="5100" b="1" i="0">
                <a:solidFill>
                  <a:srgbClr val="FFFFFF"/>
                </a:solidFill>
                <a:latin typeface="Poppins Bold"/>
              </a:defRPr>
            </a:pPr>
            <a:r>
              <a:t>O COME BEFORE THE LORD</a:t>
            </a:r>
          </a:p>
          <a:p>
            <a:pPr algn="ctr">
              <a:lnSpc>
                <a:spcPct val="100000"/>
              </a:lnSpc>
              <a:spcAft>
                <a:spcPts val="600"/>
              </a:spcAft>
              <a:defRPr sz="5100" b="1" i="0">
                <a:solidFill>
                  <a:srgbClr val="FFFFFF"/>
                </a:solidFill>
                <a:latin typeface="Poppins Bold"/>
              </a:defRPr>
            </a:pPr>
            <a:r>
              <a:t>AND PLAY FOR HIM ON GLAD TAMBOURINES</a:t>
            </a:r>
          </a:p>
          <a:p>
            <a:pPr algn="ctr">
              <a:lnSpc>
                <a:spcPct val="100000"/>
              </a:lnSpc>
              <a:spcAft>
                <a:spcPts val="600"/>
              </a:spcAft>
              <a:defRPr sz="5100" b="1" i="0">
                <a:solidFill>
                  <a:srgbClr val="FFFFFF"/>
                </a:solidFill>
                <a:latin typeface="Poppins Bold"/>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RISE, O CHILDREN, FROM YOUR SLEEP;</a:t>
            </a:r>
          </a:p>
          <a:p>
            <a:pPr algn="ctr">
              <a:lnSpc>
                <a:spcPct val="100000"/>
              </a:lnSpc>
              <a:spcAft>
                <a:spcPts val="600"/>
              </a:spcAft>
              <a:defRPr sz="5100" b="1" i="0">
                <a:solidFill>
                  <a:srgbClr val="FFFFFF"/>
                </a:solidFill>
                <a:latin typeface="Poppins Bold"/>
              </a:defRPr>
            </a:pPr>
            <a:r>
              <a:t>YOUR SAVIOR NOW HAS COME</a:t>
            </a:r>
          </a:p>
          <a:p>
            <a:pPr algn="ctr">
              <a:lnSpc>
                <a:spcPct val="100000"/>
              </a:lnSpc>
              <a:spcAft>
                <a:spcPts val="600"/>
              </a:spcAft>
              <a:defRPr sz="5100" b="1" i="0">
                <a:solidFill>
                  <a:srgbClr val="FFFFFF"/>
                </a:solidFill>
                <a:latin typeface="Poppins Bold"/>
              </a:defRPr>
            </a:pPr>
            <a:r>
              <a:t>HE HAS TURNED YOUR SORROW TO JOY</a:t>
            </a:r>
          </a:p>
          <a:p>
            <a:pPr algn="ctr">
              <a:lnSpc>
                <a:spcPct val="100000"/>
              </a:lnSpc>
              <a:spcAft>
                <a:spcPts val="600"/>
              </a:spcAft>
              <a:defRPr sz="5100" b="1" i="0">
                <a:solidFill>
                  <a:srgbClr val="FFFFFF"/>
                </a:solidFill>
                <a:latin typeface="Poppins Bold"/>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a:p>
            <a:pPr algn="ctr">
              <a:lnSpc>
                <a:spcPct val="100000"/>
              </a:lnSpc>
              <a:spcAft>
                <a:spcPts val="600"/>
              </a:spcAft>
              <a:defRPr sz="5100" b="1" i="0">
                <a:solidFill>
                  <a:srgbClr val="FFFFFF"/>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YOU SATISFY THE HUNGRY HEART</a:t>
            </a:r>
          </a:p>
          <a:p>
            <a:pPr algn="ctr">
              <a:lnSpc>
                <a:spcPct val="100000"/>
              </a:lnSpc>
              <a:spcAft>
                <a:spcPts val="600"/>
              </a:spcAft>
              <a:defRPr sz="5400" b="1" i="0">
                <a:solidFill>
                  <a:srgbClr val="FFFFFF"/>
                </a:solidFill>
                <a:latin typeface="Poppins Bold"/>
              </a:defRPr>
            </a:pPr>
            <a:r>
              <a:t>WITH GIFT OF FINEST WHEAT,</a:t>
            </a:r>
          </a:p>
          <a:p>
            <a:pPr algn="ctr">
              <a:lnSpc>
                <a:spcPct val="100000"/>
              </a:lnSpc>
              <a:spcAft>
                <a:spcPts val="600"/>
              </a:spcAft>
              <a:defRPr sz="5400" b="1" i="0">
                <a:solidFill>
                  <a:srgbClr val="FFFFFF"/>
                </a:solidFill>
                <a:latin typeface="Poppins Bold"/>
              </a:defRPr>
            </a:pPr>
            <a:r>
              <a:t>COME GIVE TO US, O SAVING LORD,</a:t>
            </a:r>
          </a:p>
          <a:p>
            <a:pPr algn="ctr">
              <a:lnSpc>
                <a:spcPct val="100000"/>
              </a:lnSpc>
              <a:spcAft>
                <a:spcPts val="600"/>
              </a:spcAft>
              <a:defRPr sz="5400" b="1" i="0">
                <a:solidFill>
                  <a:srgbClr val="FFFFFF"/>
                </a:solidFill>
                <a:latin typeface="Poppins Bold"/>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AS WHEN THE GRAIN BY SAINTS BELIEVED</a:t>
            </a:r>
          </a:p>
          <a:p>
            <a:pPr algn="ctr">
              <a:lnSpc>
                <a:spcPct val="100000"/>
              </a:lnSpc>
              <a:spcAft>
                <a:spcPts val="600"/>
              </a:spcAft>
              <a:defRPr sz="5400" b="1" i="0">
                <a:solidFill>
                  <a:srgbClr val="FFFFFF"/>
                </a:solidFill>
                <a:latin typeface="Poppins Bold"/>
              </a:defRPr>
            </a:pPr>
            <a:r>
              <a:t>WAS BLESSED AND BROKEN, LORD,</a:t>
            </a:r>
          </a:p>
          <a:p>
            <a:pPr algn="ctr">
              <a:lnSpc>
                <a:spcPct val="100000"/>
              </a:lnSpc>
              <a:spcAft>
                <a:spcPts val="600"/>
              </a:spcAft>
              <a:defRPr sz="5400" b="1" i="0">
                <a:solidFill>
                  <a:srgbClr val="FFFFFF"/>
                </a:solidFill>
                <a:latin typeface="Poppins Bold"/>
              </a:defRPr>
            </a:pPr>
            <a:r>
              <a:t>SO MAY YOUR CHURCH IN LANDS TODAY</a:t>
            </a:r>
          </a:p>
          <a:p>
            <a:pPr algn="ctr">
              <a:lnSpc>
                <a:spcPct val="100000"/>
              </a:lnSpc>
              <a:spcAft>
                <a:spcPts val="600"/>
              </a:spcAft>
              <a:defRPr sz="5400" b="1" i="0">
                <a:solidFill>
                  <a:srgbClr val="FFFFFF"/>
                </a:solidFill>
                <a:latin typeface="Poppins Bold"/>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 LORD OF HARVEST, GRANT THAT WE</a:t>
            </a:r>
          </a:p>
          <a:p>
            <a:pPr algn="ctr">
              <a:lnSpc>
                <a:spcPct val="100000"/>
              </a:lnSpc>
              <a:spcAft>
                <a:spcPts val="600"/>
              </a:spcAft>
              <a:defRPr sz="5400" b="1" i="0">
                <a:solidFill>
                  <a:srgbClr val="FFFFFF"/>
                </a:solidFill>
                <a:latin typeface="Poppins Bold"/>
              </a:defRPr>
            </a:pPr>
            <a:r>
              <a:t>WHO SHARE THIS MYSTERY HERE</a:t>
            </a:r>
          </a:p>
          <a:p>
            <a:pPr algn="ctr">
              <a:lnSpc>
                <a:spcPct val="100000"/>
              </a:lnSpc>
              <a:spcAft>
                <a:spcPts val="600"/>
              </a:spcAft>
              <a:defRPr sz="5400" b="1" i="0">
                <a:solidFill>
                  <a:srgbClr val="FFFFFF"/>
                </a:solidFill>
                <a:latin typeface="Poppins Bold"/>
              </a:defRPr>
            </a:pPr>
            <a:r>
              <a:t>MAY FOLLOW YOU UNCEASINGLY</a:t>
            </a:r>
          </a:p>
          <a:p>
            <a:pPr algn="ctr">
              <a:lnSpc>
                <a:spcPct val="100000"/>
              </a:lnSpc>
              <a:spcAft>
                <a:spcPts val="600"/>
              </a:spcAft>
              <a:defRPr sz="5400" b="1" i="0">
                <a:solidFill>
                  <a:srgbClr val="FFFFFF"/>
                </a:solidFill>
                <a:latin typeface="Poppins Bold"/>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ONE BREAD, ONE CUP, ONE LIFE, ONE LORD—</a:t>
            </a:r>
          </a:p>
          <a:p>
            <a:pPr algn="ctr">
              <a:lnSpc>
                <a:spcPct val="100000"/>
              </a:lnSpc>
              <a:spcAft>
                <a:spcPts val="600"/>
              </a:spcAft>
              <a:defRPr sz="5400" b="1" i="0">
                <a:solidFill>
                  <a:srgbClr val="FFFFFF"/>
                </a:solidFill>
                <a:latin typeface="Poppins Bold"/>
              </a:defRPr>
            </a:pPr>
            <a:r>
              <a:t>WE OFFER, CHRIST, TO YOU;</a:t>
            </a:r>
          </a:p>
          <a:p>
            <a:pPr algn="ctr">
              <a:lnSpc>
                <a:spcPct val="100000"/>
              </a:lnSpc>
              <a:spcAft>
                <a:spcPts val="600"/>
              </a:spcAft>
              <a:defRPr sz="5400" b="1" i="0">
                <a:solidFill>
                  <a:srgbClr val="FFFFFF"/>
                </a:solidFill>
                <a:latin typeface="Poppins Bold"/>
              </a:defRPr>
            </a:pPr>
            <a:r>
              <a:t>UNTIL WE SHARE YOUR BANQUET BOARD</a:t>
            </a:r>
          </a:p>
          <a:p>
            <a:pPr algn="ctr">
              <a:lnSpc>
                <a:spcPct val="100000"/>
              </a:lnSpc>
              <a:spcAft>
                <a:spcPts val="600"/>
              </a:spcAft>
              <a:defRPr sz="5400" b="1" i="0">
                <a:solidFill>
                  <a:srgbClr val="FFFFFF"/>
                </a:solidFill>
                <a:latin typeface="Poppins Bold"/>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ILUOM LAHAT NG TAKOT SA IYONG DAMDAMIN</a:t>
            </a:r>
          </a:p>
          <a:p>
            <a:pPr algn="ctr">
              <a:lnSpc>
                <a:spcPct val="100000"/>
              </a:lnSpc>
              <a:spcAft>
                <a:spcPts val="600"/>
              </a:spcAft>
              <a:defRPr sz="5400" b="1" i="0">
                <a:solidFill>
                  <a:srgbClr val="FFFFFF"/>
                </a:solidFill>
                <a:latin typeface="Poppins Bold"/>
              </a:defRPr>
            </a:pPr>
            <a:r>
              <a:t>ANG PANGALAN N'YA LAGI ANG TAWAGIN</a:t>
            </a:r>
          </a:p>
          <a:p>
            <a:pPr algn="ctr">
              <a:lnSpc>
                <a:spcPct val="100000"/>
              </a:lnSpc>
              <a:spcAft>
                <a:spcPts val="600"/>
              </a:spcAft>
              <a:defRPr sz="5400" b="1" i="0">
                <a:solidFill>
                  <a:srgbClr val="FFFFFF"/>
                </a:solidFill>
                <a:latin typeface="Poppins Bold"/>
              </a:defRPr>
            </a:pPr>
            <a:r>
              <a:t>AT SIYA'Y NAKIKINIG</a:t>
            </a:r>
          </a:p>
          <a:p>
            <a:pPr algn="ctr">
              <a:lnSpc>
                <a:spcPct val="100000"/>
              </a:lnSpc>
              <a:spcAft>
                <a:spcPts val="600"/>
              </a:spcAft>
              <a:defRPr sz="5400" b="1" i="0">
                <a:solidFill>
                  <a:srgbClr val="FFFFFF"/>
                </a:solidFill>
                <a:latin typeface="Poppins Bold"/>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MAGMASID</a:t>
            </a:r>
          </a:p>
          <a:p>
            <a:pPr algn="ctr">
              <a:lnSpc>
                <a:spcPct val="100000"/>
              </a:lnSpc>
              <a:spcAft>
                <a:spcPts val="600"/>
              </a:spcAft>
              <a:defRPr sz="5400" b="1" i="0">
                <a:solidFill>
                  <a:srgbClr val="FFFFFF"/>
                </a:solidFill>
                <a:latin typeface="Poppins Bold"/>
              </a:defRPr>
            </a:pPr>
            <a:r>
              <a:t>AT MAMULAT SA KANYANG KAPANGYARIHAN</a:t>
            </a:r>
          </a:p>
          <a:p>
            <a:pPr algn="ctr">
              <a:lnSpc>
                <a:spcPct val="100000"/>
              </a:lnSpc>
              <a:spcAft>
                <a:spcPts val="600"/>
              </a:spcAft>
              <a:defRPr sz="5400" b="1" i="0">
                <a:solidFill>
                  <a:srgbClr val="FFFFFF"/>
                </a:solidFill>
                <a:latin typeface="Poppins Bold"/>
              </a:defRPr>
            </a:pPr>
            <a:r>
              <a:t>NABATID MO BA NA SIYA'Y NAGLALAAN</a:t>
            </a:r>
          </a:p>
          <a:p>
            <a:pPr algn="ctr">
              <a:lnSpc>
                <a:spcPct val="100000"/>
              </a:lnSpc>
              <a:spcAft>
                <a:spcPts val="600"/>
              </a:spcAft>
              <a:defRPr sz="5400" b="1" i="0">
                <a:solidFill>
                  <a:srgbClr val="FFFFFF"/>
                </a:solidFill>
                <a:latin typeface="Poppins Bold"/>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ANG NGAYON TILA WALANG MARARATING NA BUKAS</a:t>
            </a:r>
          </a:p>
          <a:p>
            <a:pPr algn="ctr">
              <a:lnSpc>
                <a:spcPct val="100000"/>
              </a:lnSpc>
              <a:spcAft>
                <a:spcPts val="600"/>
              </a:spcAft>
              <a:defRPr sz="5500" b="1" i="0">
                <a:solidFill>
                  <a:srgbClr val="FFFFFF"/>
                </a:solidFill>
                <a:latin typeface="Poppins Bold"/>
              </a:defRPr>
            </a:pPr>
            <a:r>
              <a:t>NGUNIT KUNG SIYA ANG ATING HAYAANG MAGLANDAS</a:t>
            </a:r>
          </a:p>
          <a:p>
            <a:pPr algn="ctr">
              <a:lnSpc>
                <a:spcPct val="100000"/>
              </a:lnSpc>
              <a:spcAft>
                <a:spcPts val="600"/>
              </a:spcAft>
              <a:defRPr sz="5500" b="1" i="0">
                <a:solidFill>
                  <a:srgbClr val="FFFFFF"/>
                </a:solidFill>
                <a:latin typeface="Poppins Bold"/>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4800" b="1" i="0">
                <a:solidFill>
                  <a:srgbClr val="FFFFFF"/>
                </a:solidFill>
                <a:latin typeface="Poppins Bold"/>
              </a:defRPr>
            </a:pPr>
            <a:r>
              <a:t>MANALIG KA</a:t>
            </a:r>
          </a:p>
          <a:p>
            <a:pPr algn="ctr">
              <a:lnSpc>
                <a:spcPct val="100000"/>
              </a:lnSpc>
              <a:spcAft>
                <a:spcPts val="600"/>
              </a:spcAft>
              <a:defRPr sz="4800" b="1" i="0">
                <a:solidFill>
                  <a:srgbClr val="FFFFFF"/>
                </a:solidFill>
                <a:latin typeface="Poppins Bold"/>
              </a:defRPr>
            </a:pPr>
            <a:r>
              <a:t>TUYUIN ANG LUHA SA MGA MATA</a:t>
            </a:r>
          </a:p>
          <a:p>
            <a:pPr algn="ctr">
              <a:lnSpc>
                <a:spcPct val="100000"/>
              </a:lnSpc>
              <a:spcAft>
                <a:spcPts val="600"/>
              </a:spcAft>
              <a:defRPr sz="4800" b="1" i="0">
                <a:solidFill>
                  <a:srgbClr val="FFFFFF"/>
                </a:solidFill>
                <a:latin typeface="Poppins Bold"/>
              </a:defRPr>
            </a:pPr>
            <a:r>
              <a:t>HINDI SIYA NATUTULOG</a:t>
            </a:r>
          </a:p>
          <a:p>
            <a:pPr algn="ctr">
              <a:lnSpc>
                <a:spcPct val="100000"/>
              </a:lnSpc>
              <a:spcAft>
                <a:spcPts val="600"/>
              </a:spcAft>
              <a:defRPr sz="4800" b="1" i="0">
                <a:solidFill>
                  <a:srgbClr val="FFFFFF"/>
                </a:solidFill>
                <a:latin typeface="Poppins Bold"/>
              </a:defRPr>
            </a:pPr>
            <a:r>
              <a:t>HINDI NAKAKALIMOT</a:t>
            </a:r>
          </a:p>
          <a:p>
            <a:pPr algn="ctr">
              <a:lnSpc>
                <a:spcPct val="100000"/>
              </a:lnSpc>
              <a:spcAft>
                <a:spcPts val="600"/>
              </a:spcAft>
              <a:defRPr sz="4800" b="1" i="0">
                <a:solidFill>
                  <a:srgbClr val="FFFFFF"/>
                </a:solidFill>
                <a:latin typeface="Poppins Bold"/>
              </a:defRPr>
            </a:pPr>
            <a:r>
              <a:t>KAY HESUS MANALIG KA</a:t>
            </a:r>
          </a:p>
          <a:p>
            <a:pPr algn="ctr">
              <a:lnSpc>
                <a:spcPct val="100000"/>
              </a:lnSpc>
              <a:spcAft>
                <a:spcPts val="600"/>
              </a:spcAft>
              <a:defRPr sz="4800" b="1" i="0">
                <a:solidFill>
                  <a:srgbClr val="FFFFFF"/>
                </a:solidFill>
                <a:latin typeface="Poppins Bold"/>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Poppins Bold"/>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WE ARE CALLED TO ACT WITH JUSTICE,</a:t>
            </a:r>
          </a:p>
          <a:p>
            <a:pPr algn="ctr">
              <a:lnSpc>
                <a:spcPct val="100000"/>
              </a:lnSpc>
              <a:spcAft>
                <a:spcPts val="600"/>
              </a:spcAft>
              <a:defRPr sz="5400" b="1" i="0">
                <a:solidFill>
                  <a:srgbClr val="FFFFFF"/>
                </a:solidFill>
                <a:latin typeface="Poppins Bold"/>
              </a:defRPr>
            </a:pPr>
            <a:r>
              <a:t>WE ARE CALLED TO LOVE TENDERLY;</a:t>
            </a:r>
          </a:p>
          <a:p>
            <a:pPr algn="ctr">
              <a:lnSpc>
                <a:spcPct val="100000"/>
              </a:lnSpc>
              <a:spcAft>
                <a:spcPts val="600"/>
              </a:spcAft>
              <a:defRPr sz="5400" b="1" i="0">
                <a:solidFill>
                  <a:srgbClr val="FFFFFF"/>
                </a:solidFill>
                <a:latin typeface="Poppins Bold"/>
              </a:defRPr>
            </a:pPr>
            <a:r>
              <a:t>WE ARE CALLED TO SERVE ONE ANOTHER,</a:t>
            </a:r>
          </a:p>
          <a:p>
            <a:pPr algn="ctr">
              <a:lnSpc>
                <a:spcPct val="100000"/>
              </a:lnSpc>
              <a:spcAft>
                <a:spcPts val="600"/>
              </a:spcAft>
              <a:defRPr sz="5400" b="1" i="0">
                <a:solidFill>
                  <a:srgbClr val="FFFFFF"/>
                </a:solidFill>
                <a:latin typeface="Poppins Bold"/>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a:p>
            <a:pPr algn="ctr">
              <a:lnSpc>
                <a:spcPct val="100000"/>
              </a:lnSpc>
              <a:spcAft>
                <a:spcPts val="600"/>
              </a:spcAft>
              <a:defRPr sz="5500" b="1" i="0">
                <a:solidFill>
                  <a:srgbClr val="FFFFFF"/>
                </a:solidFill>
                <a:latin typeface="Poppins Bold"/>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DAYBREAK, GOD OF SHADOW,</a:t>
            </a:r>
          </a:p>
          <a:p>
            <a:pPr algn="ctr">
              <a:lnSpc>
                <a:spcPct val="100000"/>
              </a:lnSpc>
              <a:spcAft>
                <a:spcPts val="600"/>
              </a:spcAft>
              <a:defRPr sz="5400" b="1" i="0">
                <a:solidFill>
                  <a:srgbClr val="FFFFFF"/>
                </a:solidFill>
                <a:latin typeface="Poppins Bold"/>
              </a:defRPr>
            </a:pPr>
            <a:r>
              <a:t>COME INTO OUR RESTLESS LIVES;</a:t>
            </a:r>
          </a:p>
          <a:p>
            <a:pPr algn="ctr">
              <a:lnSpc>
                <a:spcPct val="100000"/>
              </a:lnSpc>
              <a:spcAft>
                <a:spcPts val="600"/>
              </a:spcAft>
              <a:defRPr sz="5400" b="1" i="0">
                <a:solidFill>
                  <a:srgbClr val="FFFFFF"/>
                </a:solidFill>
                <a:latin typeface="Poppins Bold"/>
              </a:defRPr>
            </a:pPr>
            <a:r>
              <a:t>LIFT FROM US THE FEAR OF SHADOWS,</a:t>
            </a:r>
          </a:p>
          <a:p>
            <a:pPr algn="ctr">
              <a:lnSpc>
                <a:spcPct val="100000"/>
              </a:lnSpc>
              <a:spcAft>
                <a:spcPts val="600"/>
              </a:spcAft>
              <a:defRPr sz="5400" b="1" i="0">
                <a:solidFill>
                  <a:srgbClr val="FFFFFF"/>
                </a:solidFill>
                <a:latin typeface="Poppins Bold"/>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NEWNESS, GOD OF FRESHNESS,</a:t>
            </a:r>
          </a:p>
          <a:p>
            <a:pPr algn="ctr">
              <a:lnSpc>
                <a:spcPct val="100000"/>
              </a:lnSpc>
              <a:spcAft>
                <a:spcPts val="600"/>
              </a:spcAft>
              <a:defRPr sz="5400" b="1" i="0">
                <a:solidFill>
                  <a:srgbClr val="FFFFFF"/>
                </a:solidFill>
                <a:latin typeface="Poppins Bold"/>
              </a:defRPr>
            </a:pPr>
            <a:r>
              <a:t>COME INTO OUR MORNING SONG:</a:t>
            </a:r>
          </a:p>
          <a:p>
            <a:pPr algn="ctr">
              <a:lnSpc>
                <a:spcPct val="100000"/>
              </a:lnSpc>
              <a:spcAft>
                <a:spcPts val="600"/>
              </a:spcAft>
              <a:defRPr sz="5400" b="1" i="0">
                <a:solidFill>
                  <a:srgbClr val="FFFFFF"/>
                </a:solidFill>
                <a:latin typeface="Poppins Bold"/>
              </a:defRPr>
            </a:pPr>
            <a:r>
              <a:t>GIVE TO US A NEW BEGINNING,</a:t>
            </a:r>
          </a:p>
          <a:p>
            <a:pPr algn="ctr">
              <a:lnSpc>
                <a:spcPct val="100000"/>
              </a:lnSpc>
              <a:spcAft>
                <a:spcPts val="600"/>
              </a:spcAft>
              <a:defRPr sz="5400" b="1" i="0">
                <a:solidFill>
                  <a:srgbClr val="FFFFFF"/>
                </a:solidFill>
                <a:latin typeface="Poppins Bold"/>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