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a:solidFill>
                  <a:srgbClr val="86EFAC"/>
                </a:solidFill>
                <a:latin typeface="Aptos"/>
              </a:defRPr>
            </a:pPr>
            <a:r>
              <a:t>Ordinary Time</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a:solidFill>
                  <a:srgbClr val="22C55E"/>
                </a:solidFill>
                <a:latin typeface="Aptos"/>
              </a:defRPr>
            </a:pPr>
            <a:r>
              <a:t>2026-06-07</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a:solidFill>
                  <a:srgbClr val="F0FDF4"/>
                </a:solidFill>
                <a:latin typeface="Aptos Display"/>
              </a:defRPr>
            </a:pPr>
            <a:r>
              <a:t>“I am the living bread that came down from heaven; whoever eats this bread will live forever; and the bread that I will give is my flesh for the life of the world.”</a:t>
            </a:r>
          </a:p>
        </p:txBody>
      </p:sp>
      <p:sp>
        <p:nvSpPr>
          <p:cNvPr id="5" name="TextBox 4"/>
          <p:cNvSpPr txBox="1"/>
          <p:nvPr/>
        </p:nvSpPr>
        <p:spPr>
          <a:xfrm>
            <a:off x="914400" y="8458200"/>
            <a:ext cx="16459200" cy="960120"/>
          </a:xfrm>
          <a:prstGeom prst="rect">
            <a:avLst/>
          </a:prstGeom>
          <a:noFill/>
        </p:spPr>
        <p:txBody>
          <a:bodyPr wrap="square" lIns="109728" rIns="109728" tIns="73152" bIns="73152">
            <a:noAutofit/>
          </a:bodyPr>
          <a:lstStyle/>
          <a:p>
            <a:pPr algn="ctr">
              <a:lnSpc>
                <a:spcPct val="108000"/>
              </a:lnSpc>
              <a:defRPr sz="4000" b="0" i="0">
                <a:solidFill>
                  <a:srgbClr val="22C55E"/>
                </a:solidFill>
                <a:latin typeface="Aptos"/>
              </a:defRPr>
            </a:pPr>
            <a:r>
              <a:t>“How can this man give us his flesh to eat?”</a:t>
            </a:r>
          </a:p>
        </p:txBody>
      </p:sp>
      <p:sp>
        <p:nvSpPr>
          <p:cNvPr id="6" name="TextBox 5"/>
          <p:cNvSpPr txBox="1"/>
          <p:nvPr/>
        </p:nvSpPr>
        <p:spPr>
          <a:xfrm>
            <a:off x="914400" y="9482328"/>
            <a:ext cx="16459200" cy="457200"/>
          </a:xfrm>
          <a:prstGeom prst="rect">
            <a:avLst/>
          </a:prstGeom>
          <a:noFill/>
        </p:spPr>
        <p:txBody>
          <a:bodyPr wrap="square" lIns="109728" rIns="109728" tIns="73152" bIns="73152">
            <a:noAutofit/>
          </a:bodyPr>
          <a:lstStyle/>
          <a:p>
            <a:pPr algn="ctr">
              <a:lnSpc>
                <a:spcPct val="108000"/>
              </a:lnSpc>
              <a:defRPr sz="3000" b="0" i="0">
                <a:solidFill>
                  <a:srgbClr val="22C55E"/>
                </a:solidFill>
                <a:latin typeface="Aptos"/>
              </a:defRPr>
            </a:pPr>
            <a:r>
              <a:t>John 6:51-58</a:t>
            </a:r>
          </a:p>
        </p:txBody>
      </p:sp>
      <p:sp>
        <p:nvSpPr>
          <p:cNvPr id="7" name="TextBox 6"/>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a:solidFill>
                  <a:srgbClr val="22C55E"/>
                </a:solidFill>
                <a:latin typeface="Aptos"/>
              </a:defRPr>
            </a:pPr>
            <a:r>
              <a:t>Rev. Fr. Jonrey Lauron, RCJ</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YAHWEH'S PEOPLE DANCE FOR JOY</a:t>
            </a:r>
          </a:p>
          <a:p>
            <a:pPr algn="ctr">
              <a:lnSpc>
                <a:spcPct val="100000"/>
              </a:lnSpc>
              <a:spcAft>
                <a:spcPts val="600"/>
              </a:spcAft>
              <a:defRPr sz="5200" b="1" i="0">
                <a:solidFill>
                  <a:srgbClr val="FFFFFF"/>
                </a:solidFill>
                <a:latin typeface="Arial Black"/>
              </a:defRPr>
            </a:pPr>
            <a:r>
              <a:t>O COME BEFORE THE LORD</a:t>
            </a:r>
          </a:p>
          <a:p>
            <a:pPr algn="ctr">
              <a:lnSpc>
                <a:spcPct val="100000"/>
              </a:lnSpc>
              <a:spcAft>
                <a:spcPts val="600"/>
              </a:spcAft>
              <a:defRPr sz="5200" b="1" i="0">
                <a:solidFill>
                  <a:srgbClr val="FFFFFF"/>
                </a:solidFill>
                <a:latin typeface="Arial Black"/>
              </a:defRPr>
            </a:pPr>
            <a:r>
              <a:t>AND PLAY FOR HIM ON GLAD TAMBOURINES</a:t>
            </a:r>
          </a:p>
          <a:p>
            <a:pPr algn="ctr">
              <a:lnSpc>
                <a:spcPct val="100000"/>
              </a:lnSpc>
              <a:spcAft>
                <a:spcPts val="600"/>
              </a:spcAft>
              <a:defRPr sz="5200" b="1" i="0">
                <a:solidFill>
                  <a:srgbClr val="FFFFFF"/>
                </a:solidFill>
                <a:latin typeface="Arial Black"/>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RISE, O CHILDREN, FROM YOUR SLEEP;</a:t>
            </a:r>
          </a:p>
          <a:p>
            <a:pPr algn="ctr">
              <a:lnSpc>
                <a:spcPct val="100000"/>
              </a:lnSpc>
              <a:spcAft>
                <a:spcPts val="600"/>
              </a:spcAft>
              <a:defRPr sz="5200" b="1" i="0">
                <a:solidFill>
                  <a:srgbClr val="FFFFFF"/>
                </a:solidFill>
                <a:latin typeface="Arial Black"/>
              </a:defRPr>
            </a:pPr>
            <a:r>
              <a:t>YOUR SAVIOR NOW HAS COME</a:t>
            </a:r>
          </a:p>
          <a:p>
            <a:pPr algn="ctr">
              <a:lnSpc>
                <a:spcPct val="100000"/>
              </a:lnSpc>
              <a:spcAft>
                <a:spcPts val="600"/>
              </a:spcAft>
              <a:defRPr sz="5200" b="1" i="0">
                <a:solidFill>
                  <a:srgbClr val="FFFFFF"/>
                </a:solidFill>
                <a:latin typeface="Arial Black"/>
              </a:defRPr>
            </a:pPr>
            <a:r>
              <a:t>HE HAS TURNED YOUR SORROW TO JOY</a:t>
            </a:r>
          </a:p>
          <a:p>
            <a:pPr algn="ctr">
              <a:lnSpc>
                <a:spcPct val="100000"/>
              </a:lnSpc>
              <a:spcAft>
                <a:spcPts val="600"/>
              </a:spcAft>
              <a:defRPr sz="5200" b="1" i="0">
                <a:solidFill>
                  <a:srgbClr val="FFFFFF"/>
                </a:solidFill>
                <a:latin typeface="Arial Black"/>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In the Name of the Father, and of the Son, and of the Holy Spirit.</a:t>
            </a:r>
          </a:p>
          <a:p>
            <a:pPr algn="ctr">
              <a:spcBef>
                <a:spcPts val="400"/>
              </a:spcBef>
              <a:spcAft>
                <a:spcPts val="500"/>
              </a:spcAft>
              <a:defRPr sz="5500" b="1" i="0">
                <a:solidFill>
                  <a:srgbClr val="F0FDF4"/>
                </a:solidFill>
                <a:latin typeface="Inter"/>
              </a:defRPr>
            </a:pPr>
            <a:r>
              <a:t>All: Amen.</a:t>
            </a:r>
          </a:p>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Glory to God in the highest,</a:t>
            </a:r>
          </a:p>
          <a:p>
            <a:pPr algn="ctr">
              <a:spcAft>
                <a:spcPts val="800"/>
              </a:spcAft>
              <a:defRPr sz="5500" b="0" i="0">
                <a:solidFill>
                  <a:srgbClr val="F0FDF4"/>
                </a:solidFill>
                <a:latin typeface="Inter"/>
              </a:defRPr>
            </a:pPr>
            <a:r>
              <a:t>and on earth peace to people of good will.</a:t>
            </a:r>
          </a:p>
          <a:p>
            <a:pPr algn="ctr">
              <a:spcAft>
                <a:spcPts val="800"/>
              </a:spcAft>
              <a:defRPr sz="5500" b="0" i="0">
                <a:solidFill>
                  <a:srgbClr val="F0FDF4"/>
                </a:solidFill>
                <a:latin typeface="Inter"/>
              </a:defRPr>
            </a:pPr>
            <a:r>
              <a:t>We praise you, we bless you, we adore you,</a:t>
            </a:r>
          </a:p>
          <a:p>
            <a:pPr algn="ctr">
              <a:spcAft>
                <a:spcPts val="800"/>
              </a:spcAft>
              <a:defRPr sz="5500" b="0" i="0">
                <a:solidFill>
                  <a:srgbClr val="F0FDF4"/>
                </a:solidFill>
                <a:latin typeface="Inter"/>
              </a:defRPr>
            </a:pPr>
            <a:r>
              <a:t>we glorify you, we give you thanks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for your great glory,</a:t>
            </a:r>
          </a:p>
          <a:p>
            <a:pPr algn="ctr">
              <a:spcAft>
                <a:spcPts val="800"/>
              </a:spcAft>
              <a:defRPr sz="5500" b="0" i="0">
                <a:solidFill>
                  <a:srgbClr val="F0FDF4"/>
                </a:solidFill>
                <a:latin typeface="Inter"/>
              </a:defRPr>
            </a:pPr>
            <a:r>
              <a:t>Lord God, heavenly King, O God, almighty Father.</a:t>
            </a:r>
          </a:p>
          <a:p>
            <a:pPr algn="ctr">
              <a:spcAft>
                <a:spcPts val="800"/>
              </a:spcAft>
              <a:defRPr sz="5500" b="0" i="0">
                <a:solidFill>
                  <a:srgbClr val="F0FDF4"/>
                </a:solidFill>
                <a:latin typeface="Inter"/>
              </a:defRPr>
            </a:pPr>
            <a:r>
              <a:t>Lord Jesus Christ, Only Begotten Son,</a:t>
            </a:r>
          </a:p>
          <a:p>
            <a:pPr algn="ctr">
              <a:spcAft>
                <a:spcPts val="800"/>
              </a:spcAft>
              <a:defRPr sz="5500" b="0" i="0">
                <a:solidFill>
                  <a:srgbClr val="F0FDF4"/>
                </a:solidFill>
                <a:latin typeface="Inter"/>
              </a:defRPr>
            </a:pPr>
            <a:r>
              <a:t>Lord God, Lamb of God, Son of the Father,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you take away the sins of the world, have mercy on us;</a:t>
            </a:r>
          </a:p>
          <a:p>
            <a:pPr algn="ctr">
              <a:spcAft>
                <a:spcPts val="800"/>
              </a:spcAft>
              <a:defRPr sz="5500" b="0" i="0">
                <a:solidFill>
                  <a:srgbClr val="F0FDF4"/>
                </a:solidFill>
                <a:latin typeface="Inter"/>
              </a:defRPr>
            </a:pPr>
            <a:r>
              <a:t>you take away the sins of the world, receive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you are seated at the right hand of the Father, have mercy on us.</a:t>
            </a:r>
          </a:p>
          <a:p>
            <a:pPr algn="ctr">
              <a:spcAft>
                <a:spcPts val="800"/>
              </a:spcAft>
              <a:defRPr sz="5500" b="0" i="0">
                <a:solidFill>
                  <a:srgbClr val="F0FDF4"/>
                </a:solidFill>
                <a:latin typeface="Inter"/>
              </a:defRPr>
            </a:pPr>
            <a:r>
              <a:t>For you alone are the Holy One,</a:t>
            </a:r>
          </a:p>
          <a:p>
            <a:pPr algn="ctr">
              <a:spcAft>
                <a:spcPts val="800"/>
              </a:spcAft>
              <a:defRPr sz="5500" b="0" i="0">
                <a:solidFill>
                  <a:srgbClr val="F0FDF4"/>
                </a:solidFill>
                <a:latin typeface="Inter"/>
              </a:defRPr>
            </a:pPr>
            <a:r>
              <a:t>you alone are the Lord,</a:t>
            </a:r>
          </a:p>
          <a:p>
            <a:pPr algn="ctr">
              <a:spcAft>
                <a:spcPts val="800"/>
              </a:spcAft>
              <a:defRPr sz="5500" b="0" i="0">
                <a:solidFill>
                  <a:srgbClr val="F0FDF4"/>
                </a:solidFill>
                <a:latin typeface="Inter"/>
              </a:defRPr>
            </a:pPr>
            <a:r>
              <a:t>you alone are the Most High,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Jesus Christ,</a:t>
            </a:r>
          </a:p>
          <a:p>
            <a:pPr algn="ctr">
              <a:spcAft>
                <a:spcPts val="800"/>
              </a:spcAft>
              <a:defRPr sz="5500" b="0" i="0">
                <a:solidFill>
                  <a:srgbClr val="F0FDF4"/>
                </a:solidFill>
                <a:latin typeface="Inter"/>
              </a:defRPr>
            </a:pPr>
            <a:r>
              <a:t>with the Holy Spirit,</a:t>
            </a:r>
          </a:p>
          <a:p>
            <a:pPr algn="ctr">
              <a:spcAft>
                <a:spcPts val="800"/>
              </a:spcAft>
              <a:defRPr sz="5500" b="0" i="0">
                <a:solidFill>
                  <a:srgbClr val="F0FDF4"/>
                </a:solidFill>
                <a:latin typeface="Inter"/>
              </a:defRPr>
            </a:pPr>
            <a:r>
              <a:t>in the glory of God the Father.</a:t>
            </a:r>
          </a:p>
          <a:p>
            <a:pPr algn="ctr">
              <a:spcAft>
                <a:spcPts val="800"/>
              </a:spcAft>
              <a:defRPr sz="5500" b="0" i="0">
                <a:solidFill>
                  <a:srgbClr val="F0FDF4"/>
                </a:solidFill>
                <a:latin typeface="Inter"/>
              </a:defRPr>
            </a:pPr>
            <a:r>
              <a:t>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(5/5)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Let us pray.</a:t>
            </a:r>
          </a:p>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86EFAC"/>
                </a:solidFill>
                <a:latin typeface="Inter"/>
              </a:defRPr>
            </a:pPr>
            <a:r>
              <a:t>Liturgy of the Word</a:t>
            </a:r>
          </a:p>
          <a:p>
            <a:pPr algn="ctr">
              <a:spcAft>
                <a:spcPts val="1600"/>
              </a:spcAft>
              <a:defRPr sz="5500" b="1" i="0">
                <a:solidFill>
                  <a:srgbClr val="86EFAC"/>
                </a:solidFill>
                <a:latin typeface="Inter"/>
              </a:defRPr>
            </a:pPr>
            <a:r>
              <a:t>First Reading</a:t>
            </a:r>
          </a:p>
          <a:p>
            <a:pPr algn="ctr">
              <a:defRPr sz="5500" b="0" i="0">
                <a:solidFill>
                  <a:srgbClr val="F0FDF4"/>
                </a:solidFill>
                <a:latin typeface="Inter"/>
              </a:defRPr>
            </a:pPr>
            <a:r>
              <a:t>Deuteronomy 8:2-3, 14b-16a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86EFAC"/>
                </a:solidFill>
                <a:latin typeface="Inter"/>
              </a:defRPr>
            </a:pPr>
            <a:r>
              <a:t>Liturgy of the Word</a:t>
            </a:r>
          </a:p>
          <a:p>
            <a:pPr algn="ctr">
              <a:spcAft>
                <a:spcPts val="1200"/>
              </a:spcAft>
              <a:defRPr sz="5500" b="1" i="0">
                <a:solidFill>
                  <a:srgbClr val="86EFAC"/>
                </a:solidFill>
                <a:latin typeface="Inter"/>
              </a:defRPr>
            </a:pPr>
            <a:r>
              <a:t>Responsorial Psalm</a:t>
            </a:r>
            <a:br/>
            <a:r>
              <a:t>(Psalm 147:12-13, 14-15, 19-20)</a:t>
            </a:r>
          </a:p>
          <a:p>
            <a:pPr algn="ctr">
              <a:spcAft>
                <a:spcPts val="800"/>
              </a:spcAft>
              <a:defRPr sz="5500" b="0" i="0">
                <a:solidFill>
                  <a:srgbClr val="F0FDF4"/>
                </a:solidFill>
                <a:latin typeface="Inter"/>
              </a:defRPr>
            </a:pPr>
            <a:r>
              <a:t>R. Praise the Lord, Jerusalem.</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86EFAC"/>
                </a:solidFill>
                <a:latin typeface="Inter"/>
              </a:defRPr>
            </a:pPr>
            <a:r>
              <a:t>Liturgy of the Word</a:t>
            </a:r>
          </a:p>
          <a:p>
            <a:pPr algn="ctr">
              <a:spcAft>
                <a:spcPts val="1600"/>
              </a:spcAft>
              <a:defRPr sz="5500" b="1" i="0">
                <a:solidFill>
                  <a:srgbClr val="86EFAC"/>
                </a:solidFill>
                <a:latin typeface="Inter"/>
              </a:defRPr>
            </a:pPr>
            <a:r>
              <a:t>Second Reading</a:t>
            </a:r>
          </a:p>
          <a:p>
            <a:pPr algn="ctr">
              <a:defRPr sz="5500" b="0" i="0">
                <a:solidFill>
                  <a:srgbClr val="F0FDF4"/>
                </a:solidFill>
                <a:latin typeface="Inter"/>
              </a:defRPr>
            </a:pPr>
            <a:r>
              <a:t>1 Corinthians 10:16-17</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ALLELUIA! ALLELUIA! ALLELUIA!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a:p>
            <a:pPr algn="ctr">
              <a:spcBef>
                <a:spcPts val="400"/>
              </a:spcBef>
              <a:spcAft>
                <a:spcPts val="500"/>
              </a:spcAft>
              <a:defRPr sz="5500" b="1" i="0">
                <a:solidFill>
                  <a:srgbClr val="F0FDF4"/>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Gospel of the Lord.</a:t>
            </a:r>
          </a:p>
          <a:p>
            <a:pPr algn="ctr">
              <a:spcBef>
                <a:spcPts val="400"/>
              </a:spcBef>
              <a:spcAft>
                <a:spcPts val="500"/>
              </a:spcAft>
              <a:defRPr sz="5500" b="1" i="0">
                <a:solidFill>
                  <a:srgbClr val="F0FDF4"/>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All: I believe in one God,</a:t>
            </a:r>
          </a:p>
          <a:p>
            <a:pPr algn="ctr">
              <a:spcAft>
                <a:spcPts val="800"/>
              </a:spcAft>
              <a:defRPr sz="5500" b="0" i="0">
                <a:solidFill>
                  <a:srgbClr val="F0FDF4"/>
                </a:solidFill>
                <a:latin typeface="Inter"/>
              </a:defRPr>
            </a:pPr>
            <a:r>
              <a:t>the Father almighty,</a:t>
            </a:r>
          </a:p>
          <a:p>
            <a:pPr algn="ctr">
              <a:spcAft>
                <a:spcPts val="800"/>
              </a:spcAft>
              <a:defRPr sz="5500" b="0" i="0">
                <a:solidFill>
                  <a:srgbClr val="F0FDF4"/>
                </a:solidFill>
                <a:latin typeface="Inter"/>
              </a:defRPr>
            </a:pPr>
            <a:r>
              <a:t>maker of heaven and earth,</a:t>
            </a:r>
          </a:p>
          <a:p>
            <a:pPr algn="ctr">
              <a:spcAft>
                <a:spcPts val="800"/>
              </a:spcAft>
              <a:defRPr sz="5500" b="0" i="0">
                <a:solidFill>
                  <a:srgbClr val="F0FDF4"/>
                </a:solidFill>
                <a:latin typeface="Inter"/>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(1/10)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I believe in one Lord Jesus Christ,</a:t>
            </a:r>
          </a:p>
          <a:p>
            <a:pPr algn="ctr">
              <a:spcAft>
                <a:spcPts val="800"/>
              </a:spcAft>
              <a:defRPr sz="5500" b="0" i="0">
                <a:solidFill>
                  <a:srgbClr val="F0FDF4"/>
                </a:solidFill>
                <a:latin typeface="Inter"/>
              </a:defRPr>
            </a:pPr>
            <a:r>
              <a:t>the Only Begotten Son of God,</a:t>
            </a:r>
          </a:p>
          <a:p>
            <a:pPr algn="ctr">
              <a:spcAft>
                <a:spcPts val="800"/>
              </a:spcAft>
              <a:defRPr sz="5500" b="0" i="0">
                <a:solidFill>
                  <a:srgbClr val="F0FDF4"/>
                </a:solidFill>
                <a:latin typeface="Inter"/>
              </a:defRPr>
            </a:pPr>
            <a:r>
              <a:t>born of the Father before all ages.</a:t>
            </a:r>
          </a:p>
          <a:p>
            <a:pPr algn="ctr">
              <a:spcAft>
                <a:spcPts val="800"/>
              </a:spcAft>
              <a:defRPr sz="5500" b="0" i="0">
                <a:solidFill>
                  <a:srgbClr val="F0FDF4"/>
                </a:solidFill>
                <a:latin typeface="Inter"/>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(2/10)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true God from true God,</a:t>
            </a:r>
          </a:p>
          <a:p>
            <a:pPr algn="ctr">
              <a:spcAft>
                <a:spcPts val="800"/>
              </a:spcAft>
              <a:defRPr sz="5500" b="0" i="0">
                <a:solidFill>
                  <a:srgbClr val="F0FDF4"/>
                </a:solidFill>
                <a:latin typeface="Inter"/>
              </a:defRPr>
            </a:pPr>
            <a:r>
              <a:t>begotten, not made, consubstantial with the Father;</a:t>
            </a:r>
          </a:p>
          <a:p>
            <a:pPr algn="ctr">
              <a:spcAft>
                <a:spcPts val="800"/>
              </a:spcAft>
              <a:defRPr sz="5500" b="0" i="0">
                <a:solidFill>
                  <a:srgbClr val="F0FDF4"/>
                </a:solidFill>
                <a:latin typeface="Inter"/>
              </a:defRPr>
            </a:pPr>
            <a:r>
              <a:t>through him all things were made.</a:t>
            </a:r>
          </a:p>
          <a:p>
            <a:pPr algn="ctr">
              <a:spcAft>
                <a:spcPts val="800"/>
              </a:spcAft>
              <a:defRPr sz="5500" b="0" i="0">
                <a:solidFill>
                  <a:srgbClr val="F0FDF4"/>
                </a:solidFill>
                <a:latin typeface="Inter"/>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(3/10)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he came down from heaven,</a:t>
            </a:r>
          </a:p>
          <a:p>
            <a:pPr algn="ctr">
              <a:spcAft>
                <a:spcPts val="800"/>
              </a:spcAft>
              <a:defRPr sz="5500" b="0" i="0">
                <a:solidFill>
                  <a:srgbClr val="F0FDF4"/>
                </a:solidFill>
                <a:latin typeface="Inter"/>
              </a:defRPr>
            </a:pPr>
            <a:r>
              <a:t>and by the Holy Spirit was incarnate of the Virgin Mary,</a:t>
            </a:r>
          </a:p>
          <a:p>
            <a:pPr algn="ctr">
              <a:spcAft>
                <a:spcPts val="800"/>
              </a:spcAft>
              <a:defRPr sz="5500" b="0" i="0">
                <a:solidFill>
                  <a:srgbClr val="F0FDF4"/>
                </a:solidFill>
                <a:latin typeface="Inter"/>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(4/10)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For our sake he was crucified under Pontius Pilate,</a:t>
            </a:r>
          </a:p>
          <a:p>
            <a:pPr algn="ctr">
              <a:spcAft>
                <a:spcPts val="800"/>
              </a:spcAft>
              <a:defRPr sz="5500" b="0" i="0">
                <a:solidFill>
                  <a:srgbClr val="F0FDF4"/>
                </a:solidFill>
                <a:latin typeface="Inter"/>
              </a:defRPr>
            </a:pPr>
            <a:r>
              <a:t>he suffered death and was buried,</a:t>
            </a:r>
          </a:p>
          <a:p>
            <a:pPr algn="ctr">
              <a:spcAft>
                <a:spcPts val="800"/>
              </a:spcAft>
              <a:defRPr sz="5500" b="0" i="0">
                <a:solidFill>
                  <a:srgbClr val="F0FDF4"/>
                </a:solidFill>
                <a:latin typeface="Inter"/>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(5/10)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in accordance with the Scriptures.</a:t>
            </a:r>
          </a:p>
          <a:p>
            <a:pPr algn="ctr">
              <a:spcAft>
                <a:spcPts val="800"/>
              </a:spcAft>
              <a:defRPr sz="5500" b="0" i="0">
                <a:solidFill>
                  <a:srgbClr val="F0FDF4"/>
                </a:solidFill>
                <a:latin typeface="Inter"/>
              </a:defRPr>
            </a:pPr>
            <a:r>
              <a:t>He ascended into heaven</a:t>
            </a:r>
          </a:p>
          <a:p>
            <a:pPr algn="ctr">
              <a:spcAft>
                <a:spcPts val="800"/>
              </a:spcAft>
              <a:defRPr sz="5500" b="0" i="0">
                <a:solidFill>
                  <a:srgbClr val="F0FDF4"/>
                </a:solidFill>
                <a:latin typeface="Inter"/>
              </a:defRPr>
            </a:pPr>
            <a:r>
              <a:t>and is seated at the right hand of the Father.</a:t>
            </a:r>
          </a:p>
          <a:p>
            <a:pPr algn="ctr">
              <a:spcAft>
                <a:spcPts val="800"/>
              </a:spcAft>
              <a:defRPr sz="5500" b="0" i="0">
                <a:solidFill>
                  <a:srgbClr val="F0FDF4"/>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(6/10)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to judge the living and the dead</a:t>
            </a:r>
          </a:p>
          <a:p>
            <a:pPr algn="ctr">
              <a:spcAft>
                <a:spcPts val="800"/>
              </a:spcAft>
              <a:defRPr sz="5500" b="0" i="0">
                <a:solidFill>
                  <a:srgbClr val="F0FDF4"/>
                </a:solidFill>
                <a:latin typeface="Inter"/>
              </a:defRPr>
            </a:pPr>
            <a:r>
              <a:t>and his kingdom will have no end.</a:t>
            </a:r>
          </a:p>
          <a:p>
            <a:pPr algn="ctr">
              <a:spcAft>
                <a:spcPts val="800"/>
              </a:spcAft>
              <a:defRPr sz="5500" b="0" i="0">
                <a:solidFill>
                  <a:srgbClr val="F0FDF4"/>
                </a:solidFill>
                <a:latin typeface="Inter"/>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(7/10)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who proceeds from the Father and the Son,</a:t>
            </a:r>
          </a:p>
          <a:p>
            <a:pPr algn="ctr">
              <a:spcAft>
                <a:spcPts val="800"/>
              </a:spcAft>
              <a:defRPr sz="5500" b="0" i="0">
                <a:solidFill>
                  <a:srgbClr val="F0FDF4"/>
                </a:solidFill>
                <a:latin typeface="Inter"/>
              </a:defRPr>
            </a:pPr>
            <a:r>
              <a:t>who with the Father and the Son is adored and glorified,</a:t>
            </a:r>
          </a:p>
          <a:p>
            <a:pPr algn="ctr">
              <a:spcAft>
                <a:spcPts val="800"/>
              </a:spcAft>
              <a:defRPr sz="5500" b="0" i="0">
                <a:solidFill>
                  <a:srgbClr val="F0FDF4"/>
                </a:solidFill>
                <a:latin typeface="Inter"/>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(8/10)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I believe in one, holy, catholic and apostolic Church.</a:t>
            </a:r>
          </a:p>
          <a:p>
            <a:pPr algn="ctr">
              <a:spcAft>
                <a:spcPts val="800"/>
              </a:spcAft>
              <a:defRPr sz="5500" b="0" i="0">
                <a:solidFill>
                  <a:srgbClr val="F0FDF4"/>
                </a:solidFill>
                <a:latin typeface="Inter"/>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(9/10)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and I look forward to the resurrection of the dead</a:t>
            </a:r>
          </a:p>
          <a:p>
            <a:pPr algn="ctr">
              <a:spcAft>
                <a:spcPts val="800"/>
              </a:spcAft>
              <a:defRPr sz="5500" b="0" i="0">
                <a:solidFill>
                  <a:srgbClr val="F0FDF4"/>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(10/10)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a:solidFill>
                  <a:srgbClr val="F0FDF4"/>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Prayer of the Faithful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Priest concludes the Prayer of the Faithful with a prayer in full, for example:</a:t>
            </a:r>
          </a:p>
          <a:p>
            <a:pPr algn="ctr">
              <a:spcBef>
                <a:spcPts val="400"/>
              </a:spcBef>
              <a:spcAft>
                <a:spcPts val="500"/>
              </a:spcAft>
              <a:defRPr sz="5500" b="1" i="0">
                <a:solidFill>
                  <a:srgbClr val="86EFAC"/>
                </a:solidFill>
                <a:latin typeface="Inter"/>
              </a:defRPr>
            </a:pPr>
            <a:r>
              <a:t>Priest: Heavenly Father, hear the prayers of the Church, which we make through Christ our Lord.</a:t>
            </a:r>
          </a:p>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Prayer of the Faithful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YOU SATISFY THE HUNGRY HEART</a:t>
            </a:r>
          </a:p>
          <a:p>
            <a:pPr algn="ctr">
              <a:lnSpc>
                <a:spcPct val="100000"/>
              </a:lnSpc>
              <a:spcAft>
                <a:spcPts val="600"/>
              </a:spcAft>
              <a:defRPr sz="5500" b="1" i="0">
                <a:solidFill>
                  <a:srgbClr val="FFFFFF"/>
                </a:solidFill>
                <a:latin typeface="Arial Black"/>
              </a:defRPr>
            </a:pPr>
            <a:r>
              <a:t>WITH GIFT OF FINEST WHEAT,</a:t>
            </a:r>
          </a:p>
          <a:p>
            <a:pPr algn="ctr">
              <a:lnSpc>
                <a:spcPct val="100000"/>
              </a:lnSpc>
              <a:spcAft>
                <a:spcPts val="600"/>
              </a:spcAft>
              <a:defRPr sz="5500" b="1" i="0">
                <a:solidFill>
                  <a:srgbClr val="FFFFFF"/>
                </a:solidFill>
                <a:latin typeface="Arial Black"/>
              </a:defRPr>
            </a:pPr>
            <a:r>
              <a:t>COME GIVE TO US, O SAVING LORD,</a:t>
            </a:r>
          </a:p>
          <a:p>
            <a:pPr algn="ctr">
              <a:lnSpc>
                <a:spcPct val="100000"/>
              </a:lnSpc>
              <a:spcAft>
                <a:spcPts val="600"/>
              </a:spcAft>
              <a:defRPr sz="5500" b="1" i="0">
                <a:solidFill>
                  <a:srgbClr val="FFFFFF"/>
                </a:solidFill>
                <a:latin typeface="Arial Black"/>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AS WHEN THE GRAIN BY SAINTS BELIEVED</a:t>
            </a:r>
          </a:p>
          <a:p>
            <a:pPr algn="ctr">
              <a:lnSpc>
                <a:spcPct val="100000"/>
              </a:lnSpc>
              <a:spcAft>
                <a:spcPts val="600"/>
              </a:spcAft>
              <a:defRPr sz="5500" b="1" i="0">
                <a:solidFill>
                  <a:srgbClr val="FFFFFF"/>
                </a:solidFill>
                <a:latin typeface="Arial Black"/>
              </a:defRPr>
            </a:pPr>
            <a:r>
              <a:t>WAS BLESSED AND BROKEN, LORD,</a:t>
            </a:r>
          </a:p>
          <a:p>
            <a:pPr algn="ctr">
              <a:lnSpc>
                <a:spcPct val="100000"/>
              </a:lnSpc>
              <a:spcAft>
                <a:spcPts val="600"/>
              </a:spcAft>
              <a:defRPr sz="5500" b="1" i="0">
                <a:solidFill>
                  <a:srgbClr val="FFFFFF"/>
                </a:solidFill>
                <a:latin typeface="Arial Black"/>
              </a:defRPr>
            </a:pPr>
            <a:r>
              <a:t>SO MAY YOUR CHURCH IN LANDS TODAY</a:t>
            </a:r>
          </a:p>
          <a:p>
            <a:pPr algn="ctr">
              <a:lnSpc>
                <a:spcPct val="100000"/>
              </a:lnSpc>
              <a:spcAft>
                <a:spcPts val="600"/>
              </a:spcAft>
              <a:defRPr sz="5500" b="1" i="0">
                <a:solidFill>
                  <a:srgbClr val="FFFFFF"/>
                </a:solidFill>
                <a:latin typeface="Arial Black"/>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 LORD OF HARVEST, GRANT THAT WE</a:t>
            </a:r>
          </a:p>
          <a:p>
            <a:pPr algn="ctr">
              <a:lnSpc>
                <a:spcPct val="100000"/>
              </a:lnSpc>
              <a:spcAft>
                <a:spcPts val="600"/>
              </a:spcAft>
              <a:defRPr sz="5500" b="1" i="0">
                <a:solidFill>
                  <a:srgbClr val="FFFFFF"/>
                </a:solidFill>
                <a:latin typeface="Arial Black"/>
              </a:defRPr>
            </a:pPr>
            <a:r>
              <a:t>WHO SHARE THIS MYSTERY HERE</a:t>
            </a:r>
          </a:p>
          <a:p>
            <a:pPr algn="ctr">
              <a:lnSpc>
                <a:spcPct val="100000"/>
              </a:lnSpc>
              <a:spcAft>
                <a:spcPts val="600"/>
              </a:spcAft>
              <a:defRPr sz="5500" b="1" i="0">
                <a:solidFill>
                  <a:srgbClr val="FFFFFF"/>
                </a:solidFill>
                <a:latin typeface="Arial Black"/>
              </a:defRPr>
            </a:pPr>
            <a:r>
              <a:t>MAY FOLLOW YOU UNCEASINGLY</a:t>
            </a:r>
          </a:p>
          <a:p>
            <a:pPr algn="ctr">
              <a:lnSpc>
                <a:spcPct val="100000"/>
              </a:lnSpc>
              <a:spcAft>
                <a:spcPts val="600"/>
              </a:spcAft>
              <a:defRPr sz="5500" b="1" i="0">
                <a:solidFill>
                  <a:srgbClr val="FFFFFF"/>
                </a:solidFill>
                <a:latin typeface="Arial Black"/>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ONE BREAD, ONE CUP, ONE LIFE, ONE LORD—</a:t>
            </a:r>
          </a:p>
          <a:p>
            <a:pPr algn="ctr">
              <a:lnSpc>
                <a:spcPct val="100000"/>
              </a:lnSpc>
              <a:spcAft>
                <a:spcPts val="600"/>
              </a:spcAft>
              <a:defRPr sz="5500" b="1" i="0">
                <a:solidFill>
                  <a:srgbClr val="FFFFFF"/>
                </a:solidFill>
                <a:latin typeface="Arial Black"/>
              </a:defRPr>
            </a:pPr>
            <a:r>
              <a:t>WE OFFER, CHRIST, TO YOU;</a:t>
            </a:r>
          </a:p>
          <a:p>
            <a:pPr algn="ctr">
              <a:lnSpc>
                <a:spcPct val="100000"/>
              </a:lnSpc>
              <a:spcAft>
                <a:spcPts val="600"/>
              </a:spcAft>
              <a:defRPr sz="5500" b="1" i="0">
                <a:solidFill>
                  <a:srgbClr val="FFFFFF"/>
                </a:solidFill>
                <a:latin typeface="Arial Black"/>
              </a:defRPr>
            </a:pPr>
            <a:r>
              <a:t>UNTIL WE SHARE YOUR BANQUET BOARD</a:t>
            </a:r>
          </a:p>
          <a:p>
            <a:pPr algn="ctr">
              <a:lnSpc>
                <a:spcPct val="100000"/>
              </a:lnSpc>
              <a:spcAft>
                <a:spcPts val="600"/>
              </a:spcAft>
              <a:defRPr sz="5500" b="1" i="0">
                <a:solidFill>
                  <a:srgbClr val="FFFFFF"/>
                </a:solidFill>
                <a:latin typeface="Arial Black"/>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Pray, brethren, that my sacrifice and yours may be acceptable to God, the almighty Father.</a:t>
            </a:r>
          </a:p>
          <a:p>
            <a:pPr algn="ctr">
              <a:spcBef>
                <a:spcPts val="400"/>
              </a:spcBef>
              <a:spcAft>
                <a:spcPts val="500"/>
              </a:spcAft>
              <a:defRPr sz="5500" b="1" i="0">
                <a:solidFill>
                  <a:srgbClr val="F0FDF4"/>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a:p>
            <a:pPr algn="ctr">
              <a:spcBef>
                <a:spcPts val="400"/>
              </a:spcBef>
              <a:spcAft>
                <a:spcPts val="500"/>
              </a:spcAft>
              <a:defRPr sz="5500" b="1" i="0">
                <a:solidFill>
                  <a:srgbClr val="86EFAC"/>
                </a:solidFill>
                <a:latin typeface="Inter"/>
              </a:defRPr>
            </a:pPr>
            <a:r>
              <a:t>Priest: Lift up your hearts.</a:t>
            </a:r>
          </a:p>
          <a:p>
            <a:pPr algn="ctr">
              <a:spcBef>
                <a:spcPts val="400"/>
              </a:spcBef>
              <a:spcAft>
                <a:spcPts val="500"/>
              </a:spcAft>
              <a:defRPr sz="5500" b="1" i="0">
                <a:solidFill>
                  <a:srgbClr val="F0FDF4"/>
                </a:solidFill>
                <a:latin typeface="Inter"/>
              </a:defRPr>
            </a:pPr>
            <a:r>
              <a:t>All: We lift them up to the Lord.</a:t>
            </a:r>
          </a:p>
          <a:p>
            <a:pPr algn="ctr">
              <a:spcBef>
                <a:spcPts val="400"/>
              </a:spcBef>
              <a:spcAft>
                <a:spcPts val="500"/>
              </a:spcAft>
              <a:defRPr sz="5500" b="1" i="0">
                <a:solidFill>
                  <a:srgbClr val="86EFAC"/>
                </a:solidFill>
                <a:latin typeface="Inter"/>
              </a:defRPr>
            </a:pPr>
            <a:r>
              <a:t>Priest: Let us give thanks to the Lord our God.</a:t>
            </a:r>
          </a:p>
          <a:p>
            <a:pPr algn="ctr">
              <a:spcBef>
                <a:spcPts val="400"/>
              </a:spcBef>
              <a:spcAft>
                <a:spcPts val="500"/>
              </a:spcAft>
              <a:defRPr sz="5500" b="1" i="0">
                <a:solidFill>
                  <a:srgbClr val="F0FDF4"/>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Holy, Holy, Holy Lord God of hosts.</a:t>
            </a:r>
          </a:p>
          <a:p>
            <a:pPr algn="ctr">
              <a:spcAft>
                <a:spcPts val="800"/>
              </a:spcAft>
              <a:defRPr sz="5500" b="0" i="0">
                <a:solidFill>
                  <a:srgbClr val="F0FDF4"/>
                </a:solidFill>
                <a:latin typeface="Inter"/>
              </a:defRPr>
            </a:pPr>
            <a:r>
              <a:t>Heaven and earth are full of your glory.</a:t>
            </a:r>
          </a:p>
          <a:p>
            <a:pPr algn="ctr">
              <a:spcAft>
                <a:spcPts val="800"/>
              </a:spcAft>
              <a:defRPr sz="5500" b="0" i="0">
                <a:solidFill>
                  <a:srgbClr val="F0FDF4"/>
                </a:solidFill>
                <a:latin typeface="Inter"/>
              </a:defRPr>
            </a:pPr>
            <a:r>
              <a:t>Hosanna in the highest.</a:t>
            </a:r>
          </a:p>
          <a:p>
            <a:pPr algn="ctr">
              <a:spcAft>
                <a:spcPts val="800"/>
              </a:spcAft>
              <a:defRPr sz="5500" b="0" i="0">
                <a:solidFill>
                  <a:srgbClr val="F0FDF4"/>
                </a:solidFill>
                <a:latin typeface="Inter"/>
              </a:defRPr>
            </a:pPr>
            <a:r>
              <a:t>Blessed is he who comes in the name of the Lord.</a:t>
            </a:r>
          </a:p>
          <a:p>
            <a:pPr algn="ctr">
              <a:spcAft>
                <a:spcPts val="800"/>
              </a:spcAft>
              <a:defRPr sz="5500" b="0" i="0">
                <a:solidFill>
                  <a:srgbClr val="F0FDF4"/>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Sanctus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0FDF4"/>
                </a:solidFill>
                <a:latin typeface="Inter"/>
              </a:defRPr>
            </a:pPr>
            <a:r>
              <a:t>All: We proclaim your Death, O Lord,</a:t>
            </a:r>
          </a:p>
          <a:p>
            <a:pPr algn="ctr">
              <a:spcAft>
                <a:spcPts val="500"/>
              </a:spcAft>
              <a:defRPr sz="5500" b="0" i="0">
                <a:solidFill>
                  <a:srgbClr val="F0FDF4"/>
                </a:solidFill>
                <a:latin typeface="Inter"/>
              </a:defRPr>
            </a:pPr>
            <a:r>
              <a:t>and profess your Resurrection</a:t>
            </a:r>
          </a:p>
          <a:p>
            <a:pPr algn="ctr">
              <a:spcAft>
                <a:spcPts val="500"/>
              </a:spcAft>
              <a:defRPr sz="5500" b="0" i="0">
                <a:solidFill>
                  <a:srgbClr val="F0FDF4"/>
                </a:solidFill>
                <a:latin typeface="Inter"/>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The Eucharistic Prayer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Great Amen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Our Father, who art in heaven,</a:t>
            </a:r>
          </a:p>
          <a:p>
            <a:pPr algn="ctr">
              <a:spcAft>
                <a:spcPts val="800"/>
              </a:spcAft>
              <a:defRPr sz="5500" b="0" i="0">
                <a:solidFill>
                  <a:srgbClr val="F0FDF4"/>
                </a:solidFill>
                <a:latin typeface="Inter"/>
              </a:defRPr>
            </a:pPr>
            <a:r>
              <a:t>hallowed be thy name;</a:t>
            </a:r>
          </a:p>
          <a:p>
            <a:pPr algn="ctr">
              <a:spcAft>
                <a:spcPts val="800"/>
              </a:spcAft>
              <a:defRPr sz="5500" b="0" i="0">
                <a:solidFill>
                  <a:srgbClr val="F0FDF4"/>
                </a:solidFill>
                <a:latin typeface="Inter"/>
              </a:defRPr>
            </a:pPr>
            <a:r>
              <a:t>thy kingdom come,</a:t>
            </a:r>
          </a:p>
          <a:p>
            <a:pPr algn="ctr">
              <a:spcAft>
                <a:spcPts val="800"/>
              </a:spcAft>
              <a:defRPr sz="5500" b="0" i="0">
                <a:solidFill>
                  <a:srgbClr val="F0FDF4"/>
                </a:solidFill>
                <a:latin typeface="Inter"/>
              </a:defRPr>
            </a:pPr>
            <a:r>
              <a:t>thy will be done,</a:t>
            </a:r>
          </a:p>
          <a:p>
            <a:pPr algn="ctr">
              <a:spcAft>
                <a:spcPts val="800"/>
              </a:spcAft>
              <a:defRPr sz="5500" b="0" i="0">
                <a:solidFill>
                  <a:srgbClr val="F0FDF4"/>
                </a:solidFill>
                <a:latin typeface="Inter"/>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(1/5)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Give us this day our daily bread;</a:t>
            </a:r>
          </a:p>
          <a:p>
            <a:pPr algn="ctr">
              <a:spcAft>
                <a:spcPts val="800"/>
              </a:spcAft>
              <a:defRPr sz="5500" b="0" i="0">
                <a:solidFill>
                  <a:srgbClr val="F0FDF4"/>
                </a:solidFill>
                <a:latin typeface="Inter"/>
              </a:defRPr>
            </a:pPr>
            <a:r>
              <a:t>and forgive us our trespasses,</a:t>
            </a:r>
          </a:p>
          <a:p>
            <a:pPr algn="ctr">
              <a:spcAft>
                <a:spcPts val="800"/>
              </a:spcAft>
              <a:defRPr sz="5500" b="0" i="0">
                <a:solidFill>
                  <a:srgbClr val="F0FDF4"/>
                </a:solidFill>
                <a:latin typeface="Inter"/>
              </a:defRPr>
            </a:pPr>
            <a:r>
              <a:t>as we forgive those who trespass against us;</a:t>
            </a:r>
          </a:p>
          <a:p>
            <a:pPr algn="ctr">
              <a:spcAft>
                <a:spcPts val="800"/>
              </a:spcAft>
              <a:defRPr sz="5500" b="0" i="0">
                <a:solidFill>
                  <a:srgbClr val="F0FDF4"/>
                </a:solidFill>
                <a:latin typeface="Inter"/>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(2/5)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(3/5)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(4/5)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(5/5)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peace of the Lord be with you always.</a:t>
            </a:r>
          </a:p>
          <a:p>
            <a:pPr algn="ctr">
              <a:spcBef>
                <a:spcPts val="400"/>
              </a:spcBef>
              <a:spcAft>
                <a:spcPts val="500"/>
              </a:spcAft>
              <a:defRPr sz="55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Sign of Peace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Lamb of God,</a:t>
            </a:r>
          </a:p>
          <a:p>
            <a:pPr algn="ctr">
              <a:spcAft>
                <a:spcPts val="800"/>
              </a:spcAft>
              <a:defRPr sz="5500" b="0" i="0">
                <a:solidFill>
                  <a:srgbClr val="F0FDF4"/>
                </a:solidFill>
                <a:latin typeface="Inter"/>
              </a:defRPr>
            </a:pPr>
            <a:r>
              <a:t>you take away the sins of the world,</a:t>
            </a:r>
          </a:p>
          <a:p>
            <a:pPr algn="ctr">
              <a:spcAft>
                <a:spcPts val="800"/>
              </a:spcAft>
              <a:defRPr sz="5500" b="0" i="0">
                <a:solidFill>
                  <a:srgbClr val="F0FDF4"/>
                </a:solidFill>
                <a:latin typeface="Inter"/>
              </a:defRPr>
            </a:pPr>
            <a:r>
              <a:t>have mercy on us.</a:t>
            </a:r>
          </a:p>
          <a:p>
            <a:pPr algn="ctr">
              <a:spcAft>
                <a:spcPts val="800"/>
              </a:spcAft>
              <a:defRPr sz="5500" b="0" i="0">
                <a:solidFill>
                  <a:srgbClr val="F0FDF4"/>
                </a:solidFill>
                <a:latin typeface="Inter"/>
              </a:defRPr>
            </a:pPr>
            <a:r>
              <a:t>Lamb of God,</a:t>
            </a:r>
          </a:p>
          <a:p>
            <a:pPr algn="ctr">
              <a:spcAft>
                <a:spcPts val="800"/>
              </a:spcAft>
              <a:defRPr sz="5500" b="0" i="0">
                <a:solidFill>
                  <a:srgbClr val="F0FDF4"/>
                </a:solidFill>
                <a:latin typeface="Inter"/>
              </a:defRPr>
            </a:pPr>
            <a:r>
              <a:t>you take away the sins of the world,</a:t>
            </a:r>
          </a:p>
          <a:p>
            <a:pPr algn="ctr">
              <a:spcAft>
                <a:spcPts val="800"/>
              </a:spcAft>
              <a:defRPr sz="5500" b="0" i="0">
                <a:solidFill>
                  <a:srgbClr val="F0FDF4"/>
                </a:solidFill>
                <a:latin typeface="Inter"/>
              </a:defRPr>
            </a:pPr>
            <a:r>
              <a:t>have mercy on 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Lamb of God (1/2)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Lamb of God,</a:t>
            </a:r>
          </a:p>
          <a:p>
            <a:pPr algn="ctr">
              <a:spcAft>
                <a:spcPts val="800"/>
              </a:spcAft>
              <a:defRPr sz="5500" b="0" i="0">
                <a:solidFill>
                  <a:srgbClr val="F0FDF4"/>
                </a:solidFill>
                <a:latin typeface="Inter"/>
              </a:defRPr>
            </a:pPr>
            <a:r>
              <a:t>you take away the sins of the world,</a:t>
            </a:r>
          </a:p>
          <a:p>
            <a:pPr algn="ctr">
              <a:spcAft>
                <a:spcPts val="800"/>
              </a:spcAft>
              <a:defRPr sz="5500" b="0" i="0">
                <a:solidFill>
                  <a:srgbClr val="F0FDF4"/>
                </a:solidFill>
                <a:latin typeface="Inter"/>
              </a:defRPr>
            </a:pPr>
            <a:r>
              <a:t>grant us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Lamb of God (2/2)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Behold the Lamb of God, behold him who takes away the sins of the world. Blessed are those called to the supper of the Lamb.</a:t>
            </a:r>
          </a:p>
          <a:p>
            <a:pPr algn="ctr">
              <a:spcBef>
                <a:spcPts val="400"/>
              </a:spcBef>
              <a:spcAft>
                <a:spcPts val="500"/>
              </a:spcAft>
              <a:defRPr sz="5500" b="1" i="0">
                <a:solidFill>
                  <a:srgbClr val="F0FDF4"/>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The Communion Rite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ILUOM LAHAT NG TAKOT SA IYONG DAMDAMIN</a:t>
            </a:r>
          </a:p>
          <a:p>
            <a:pPr algn="ctr">
              <a:lnSpc>
                <a:spcPct val="100000"/>
              </a:lnSpc>
              <a:spcAft>
                <a:spcPts val="600"/>
              </a:spcAft>
              <a:defRPr sz="5500" b="1" i="0">
                <a:solidFill>
                  <a:srgbClr val="FFFFFF"/>
                </a:solidFill>
                <a:latin typeface="Arial Black"/>
              </a:defRPr>
            </a:pPr>
            <a:r>
              <a:t>ANG PANGALAN N'YA LAGI ANG TAWAGIN</a:t>
            </a:r>
          </a:p>
          <a:p>
            <a:pPr algn="ctr">
              <a:lnSpc>
                <a:spcPct val="100000"/>
              </a:lnSpc>
              <a:spcAft>
                <a:spcPts val="600"/>
              </a:spcAft>
              <a:defRPr sz="5500" b="1" i="0">
                <a:solidFill>
                  <a:srgbClr val="FFFFFF"/>
                </a:solidFill>
                <a:latin typeface="Arial Black"/>
              </a:defRPr>
            </a:pPr>
            <a:r>
              <a:t>AT SIYA'Y NAKIKINIG</a:t>
            </a:r>
          </a:p>
          <a:p>
            <a:pPr algn="ctr">
              <a:lnSpc>
                <a:spcPct val="100000"/>
              </a:lnSpc>
              <a:spcAft>
                <a:spcPts val="600"/>
              </a:spcAft>
              <a:defRPr sz="5500" b="1" i="0">
                <a:solidFill>
                  <a:srgbClr val="FFFFFF"/>
                </a:solidFill>
                <a:latin typeface="Arial Black"/>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MAGMASID</a:t>
            </a:r>
          </a:p>
          <a:p>
            <a:pPr algn="ctr">
              <a:lnSpc>
                <a:spcPct val="100000"/>
              </a:lnSpc>
              <a:spcAft>
                <a:spcPts val="600"/>
              </a:spcAft>
              <a:defRPr sz="5500" b="1" i="0">
                <a:solidFill>
                  <a:srgbClr val="FFFFFF"/>
                </a:solidFill>
                <a:latin typeface="Arial Black"/>
              </a:defRPr>
            </a:pPr>
            <a:r>
              <a:t>AT MAMULAT SA KANYANG KAPANGYARIHAN</a:t>
            </a:r>
          </a:p>
          <a:p>
            <a:pPr algn="ctr">
              <a:lnSpc>
                <a:spcPct val="100000"/>
              </a:lnSpc>
              <a:spcAft>
                <a:spcPts val="600"/>
              </a:spcAft>
              <a:defRPr sz="5500" b="1" i="0">
                <a:solidFill>
                  <a:srgbClr val="FFFFFF"/>
                </a:solidFill>
                <a:latin typeface="Arial Black"/>
              </a:defRPr>
            </a:pPr>
            <a:r>
              <a:t>NABATID MO BA NA SIYA'Y NAGLALAAN</a:t>
            </a:r>
          </a:p>
          <a:p>
            <a:pPr algn="ctr">
              <a:lnSpc>
                <a:spcPct val="100000"/>
              </a:lnSpc>
              <a:spcAft>
                <a:spcPts val="600"/>
              </a:spcAft>
              <a:defRPr sz="5500" b="1" i="0">
                <a:solidFill>
                  <a:srgbClr val="FFFFFF"/>
                </a:solidFill>
                <a:latin typeface="Arial Black"/>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1">
                <a:solidFill>
                  <a:srgbClr val="FFB800"/>
                </a:solidFill>
                <a:latin typeface="Arial Black"/>
              </a:defRPr>
            </a:pPr>
            <a:r>
              <a:t>MANALIG KA</a:t>
            </a:r>
          </a:p>
          <a:p>
            <a:pPr algn="ctr">
              <a:lnSpc>
                <a:spcPct val="100000"/>
              </a:lnSpc>
              <a:spcAft>
                <a:spcPts val="600"/>
              </a:spcAft>
              <a:defRPr sz="5500" b="1" i="1">
                <a:solidFill>
                  <a:srgbClr val="FFB800"/>
                </a:solidFill>
                <a:latin typeface="Arial Black"/>
              </a:defRPr>
            </a:pPr>
            <a:r>
              <a:t>TUYUIN ANG LUHA SA MGA MATA</a:t>
            </a:r>
          </a:p>
          <a:p>
            <a:pPr algn="ctr">
              <a:lnSpc>
                <a:spcPct val="100000"/>
              </a:lnSpc>
              <a:spcAft>
                <a:spcPts val="600"/>
              </a:spcAft>
              <a:defRPr sz="5500" b="1" i="1">
                <a:solidFill>
                  <a:srgbClr val="FFB800"/>
                </a:solidFill>
                <a:latin typeface="Arial Black"/>
              </a:defRPr>
            </a:pPr>
            <a:r>
              <a:t>HINDI SIYA PANAGINIP</a:t>
            </a:r>
          </a:p>
          <a:p>
            <a:pPr algn="ctr">
              <a:lnSpc>
                <a:spcPct val="100000"/>
              </a:lnSpc>
              <a:spcAft>
                <a:spcPts val="600"/>
              </a:spcAft>
              <a:defRPr sz="5500" b="1" i="1">
                <a:solidFill>
                  <a:srgbClr val="FFB800"/>
                </a:solidFill>
                <a:latin typeface="Arial Black"/>
              </a:defRPr>
            </a:pPr>
            <a:r>
              <a:t>HINDI SIYA ISANG PANGARAP</a:t>
            </a:r>
          </a:p>
          <a:p>
            <a:pPr algn="ctr">
              <a:lnSpc>
                <a:spcPct val="100000"/>
              </a:lnSpc>
              <a:spcAft>
                <a:spcPts val="600"/>
              </a:spcAft>
              <a:defRPr sz="5500" b="1" i="1">
                <a:solidFill>
                  <a:srgbClr val="FFB800"/>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ANG NGAYON TILA WALANG MARARATING NA BUKAS</a:t>
            </a:r>
          </a:p>
          <a:p>
            <a:pPr algn="ctr">
              <a:lnSpc>
                <a:spcPct val="100000"/>
              </a:lnSpc>
              <a:spcAft>
                <a:spcPts val="600"/>
              </a:spcAft>
              <a:defRPr sz="5500" b="1" i="0">
                <a:solidFill>
                  <a:srgbClr val="FFFFFF"/>
                </a:solidFill>
                <a:latin typeface="Arial Black"/>
              </a:defRPr>
            </a:pPr>
            <a:r>
              <a:t>NGUNIT KUNG SIYA ANG ATING HAYAANG MAGLANDAS</a:t>
            </a:r>
          </a:p>
          <a:p>
            <a:pPr algn="ctr">
              <a:lnSpc>
                <a:spcPct val="100000"/>
              </a:lnSpc>
              <a:spcAft>
                <a:spcPts val="600"/>
              </a:spcAft>
              <a:defRPr sz="5500" b="1" i="0">
                <a:solidFill>
                  <a:srgbClr val="FFFFFF"/>
                </a:solidFill>
                <a:latin typeface="Arial Black"/>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1">
                <a:solidFill>
                  <a:srgbClr val="FFB800"/>
                </a:solidFill>
                <a:latin typeface="Arial Black"/>
              </a:defRPr>
            </a:pPr>
            <a:r>
              <a:t>MANALIG KA</a:t>
            </a:r>
          </a:p>
          <a:p>
            <a:pPr algn="ctr">
              <a:lnSpc>
                <a:spcPct val="100000"/>
              </a:lnSpc>
              <a:spcAft>
                <a:spcPts val="600"/>
              </a:spcAft>
              <a:defRPr sz="5500" b="1" i="1">
                <a:solidFill>
                  <a:srgbClr val="FFB800"/>
                </a:solidFill>
                <a:latin typeface="Arial Black"/>
              </a:defRPr>
            </a:pPr>
            <a:r>
              <a:t>TUYUIN ANG LUHA SA MGA MATA</a:t>
            </a:r>
          </a:p>
          <a:p>
            <a:pPr algn="ctr">
              <a:lnSpc>
                <a:spcPct val="100000"/>
              </a:lnSpc>
              <a:spcAft>
                <a:spcPts val="600"/>
              </a:spcAft>
              <a:defRPr sz="5500" b="1" i="1">
                <a:solidFill>
                  <a:srgbClr val="FFB800"/>
                </a:solidFill>
                <a:latin typeface="Arial Black"/>
              </a:defRPr>
            </a:pPr>
            <a:r>
              <a:t>HINDI SIYA PANAGINIP</a:t>
            </a:r>
          </a:p>
          <a:p>
            <a:pPr algn="ctr">
              <a:lnSpc>
                <a:spcPct val="100000"/>
              </a:lnSpc>
              <a:spcAft>
                <a:spcPts val="600"/>
              </a:spcAft>
              <a:defRPr sz="5500" b="1" i="1">
                <a:solidFill>
                  <a:srgbClr val="FFB800"/>
                </a:solidFill>
                <a:latin typeface="Arial Black"/>
              </a:defRPr>
            </a:pPr>
            <a:r>
              <a:t>HINDI SIYA ISANG PANGARAP</a:t>
            </a:r>
          </a:p>
          <a:p>
            <a:pPr algn="ctr">
              <a:lnSpc>
                <a:spcPct val="100000"/>
              </a:lnSpc>
              <a:spcAft>
                <a:spcPts val="600"/>
              </a:spcAft>
              <a:defRPr sz="5500" b="1" i="1">
                <a:solidFill>
                  <a:srgbClr val="FFB800"/>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NATUTULOG</a:t>
            </a:r>
          </a:p>
          <a:p>
            <a:pPr algn="ctr">
              <a:lnSpc>
                <a:spcPct val="100000"/>
              </a:lnSpc>
              <a:spcAft>
                <a:spcPts val="600"/>
              </a:spcAft>
              <a:defRPr sz="5500" b="1" i="0">
                <a:solidFill>
                  <a:srgbClr val="FFFFFF"/>
                </a:solidFill>
                <a:latin typeface="Arial Black"/>
              </a:defRPr>
            </a:pPr>
            <a:r>
              <a:t>HINDI NAKAKALIMOT</a:t>
            </a:r>
          </a:p>
          <a:p>
            <a:pPr algn="ctr">
              <a:lnSpc>
                <a:spcPct val="100000"/>
              </a:lnSpc>
              <a:spcAft>
                <a:spcPts val="600"/>
              </a:spcAft>
              <a:defRPr sz="5500" b="1" i="0">
                <a:solidFill>
                  <a:srgbClr val="FFFFFF"/>
                </a:solidFill>
                <a:latin typeface="Arial Black"/>
              </a:defRPr>
            </a:pPr>
            <a:r>
              <a:t>KAY HESUS MANALIG KA</a:t>
            </a:r>
          </a:p>
          <a:p>
            <a:pPr algn="ctr">
              <a:lnSpc>
                <a:spcPct val="100000"/>
              </a:lnSpc>
              <a:spcAft>
                <a:spcPts val="600"/>
              </a:spcAft>
              <a:defRPr sz="5500" b="1" i="0">
                <a:solidFill>
                  <a:srgbClr val="FFFFFF"/>
                </a:solidFill>
                <a:latin typeface="Arial Black"/>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You are Mine</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I WILL COME TO YOU IN THE SILENCE</a:t>
            </a:r>
          </a:p>
          <a:p>
            <a:pPr algn="ctr">
              <a:lnSpc>
                <a:spcPct val="100000"/>
              </a:lnSpc>
              <a:spcAft>
                <a:spcPts val="600"/>
              </a:spcAft>
              <a:defRPr sz="5500" b="1" i="0">
                <a:solidFill>
                  <a:srgbClr val="FFFFFF"/>
                </a:solidFill>
                <a:latin typeface="Arial Black"/>
              </a:defRPr>
            </a:pPr>
            <a:r>
              <a:t>I WILL LIFT YOU FROM ALL YOUR FEAR</a:t>
            </a:r>
          </a:p>
          <a:p>
            <a:pPr algn="ctr">
              <a:lnSpc>
                <a:spcPct val="100000"/>
              </a:lnSpc>
              <a:spcAft>
                <a:spcPts val="600"/>
              </a:spcAft>
              <a:defRPr sz="5500" b="1" i="0">
                <a:solidFill>
                  <a:srgbClr val="FFFFFF"/>
                </a:solidFill>
                <a:latin typeface="Arial Black"/>
              </a:defRPr>
            </a:pPr>
            <a:r>
              <a:t>YOU WILL HEAR MY VOICE</a:t>
            </a:r>
          </a:p>
          <a:p>
            <a:pPr algn="ctr">
              <a:lnSpc>
                <a:spcPct val="100000"/>
              </a:lnSpc>
              <a:spcAft>
                <a:spcPts val="600"/>
              </a:spcAft>
              <a:defRPr sz="5500" b="1" i="0">
                <a:solidFill>
                  <a:srgbClr val="FFFFFF"/>
                </a:solidFill>
                <a:latin typeface="Arial Black"/>
              </a:defRPr>
            </a:pPr>
            <a:r>
              <a:t>I CLAIM YOU AS MY CHOICE</a:t>
            </a:r>
          </a:p>
          <a:p>
            <a:pPr algn="ctr">
              <a:lnSpc>
                <a:spcPct val="100000"/>
              </a:lnSpc>
              <a:spcAft>
                <a:spcPts val="600"/>
              </a:spcAft>
              <a:defRPr sz="5500" b="1" i="0">
                <a:solidFill>
                  <a:srgbClr val="FFFFFF"/>
                </a:solidFill>
                <a:latin typeface="Arial Black"/>
              </a:defRPr>
            </a:pPr>
            <a:r>
              <a:t>BE STILL, AND KNOW I AM NEAR</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I AM HOPE FOR ALL WHO ARE HOPELESS</a:t>
            </a:r>
          </a:p>
          <a:p>
            <a:pPr algn="ctr">
              <a:lnSpc>
                <a:spcPct val="100000"/>
              </a:lnSpc>
              <a:spcAft>
                <a:spcPts val="600"/>
              </a:spcAft>
              <a:defRPr sz="5500" b="1" i="0">
                <a:solidFill>
                  <a:srgbClr val="FFFFFF"/>
                </a:solidFill>
                <a:latin typeface="Arial Black"/>
              </a:defRPr>
            </a:pPr>
            <a:r>
              <a:t>I AM EYES FOR ALL WHO LONG TO SEE</a:t>
            </a:r>
          </a:p>
          <a:p>
            <a:pPr algn="ctr">
              <a:lnSpc>
                <a:spcPct val="100000"/>
              </a:lnSpc>
              <a:spcAft>
                <a:spcPts val="600"/>
              </a:spcAft>
              <a:defRPr sz="5500" b="1" i="0">
                <a:solidFill>
                  <a:srgbClr val="FFFFFF"/>
                </a:solidFill>
                <a:latin typeface="Arial Black"/>
              </a:defRPr>
            </a:pPr>
            <a:r>
              <a:t>IN THE SHADOWS OF THE NIGHT</a:t>
            </a:r>
          </a:p>
          <a:p>
            <a:pPr algn="ctr">
              <a:lnSpc>
                <a:spcPct val="100000"/>
              </a:lnSpc>
              <a:spcAft>
                <a:spcPts val="600"/>
              </a:spcAft>
              <a:defRPr sz="5500" b="1" i="0">
                <a:solidFill>
                  <a:srgbClr val="FFFFFF"/>
                </a:solidFill>
                <a:latin typeface="Arial Black"/>
              </a:defRPr>
            </a:pPr>
            <a:r>
              <a:t>I WILL BE YOUR LIGHT</a:t>
            </a:r>
          </a:p>
          <a:p>
            <a:pPr algn="ctr">
              <a:lnSpc>
                <a:spcPct val="100000"/>
              </a:lnSpc>
              <a:spcAft>
                <a:spcPts val="600"/>
              </a:spcAft>
              <a:defRPr sz="5500" b="1" i="0">
                <a:solidFill>
                  <a:srgbClr val="FFFFFF"/>
                </a:solidFill>
                <a:latin typeface="Arial Black"/>
              </a:defRPr>
            </a:pPr>
            <a:r>
              <a:t>COME AND REST IN ME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1">
                <a:solidFill>
                  <a:srgbClr val="FFB800"/>
                </a:solidFill>
                <a:latin typeface="Arial Black"/>
              </a:defRPr>
            </a:pPr>
            <a:r>
              <a:t>DO NOT BE AFRAID, I AM WITH YOU</a:t>
            </a:r>
          </a:p>
          <a:p>
            <a:pPr algn="ctr">
              <a:lnSpc>
                <a:spcPct val="100000"/>
              </a:lnSpc>
              <a:spcAft>
                <a:spcPts val="600"/>
              </a:spcAft>
              <a:defRPr sz="5500" b="1" i="1">
                <a:solidFill>
                  <a:srgbClr val="FFB800"/>
                </a:solidFill>
                <a:latin typeface="Arial Black"/>
              </a:defRPr>
            </a:pPr>
            <a:r>
              <a:t>I HAVE CALLED YOU EACH BY NAME</a:t>
            </a:r>
          </a:p>
          <a:p>
            <a:pPr algn="ctr">
              <a:lnSpc>
                <a:spcPct val="100000"/>
              </a:lnSpc>
              <a:spcAft>
                <a:spcPts val="600"/>
              </a:spcAft>
              <a:defRPr sz="5500" b="1" i="1">
                <a:solidFill>
                  <a:srgbClr val="FFB800"/>
                </a:solidFill>
                <a:latin typeface="Arial Black"/>
              </a:defRPr>
            </a:pPr>
            <a:r>
              <a:t>COME AND FOLLOW ME</a:t>
            </a:r>
          </a:p>
          <a:p>
            <a:pPr algn="ctr">
              <a:lnSpc>
                <a:spcPct val="100000"/>
              </a:lnSpc>
              <a:spcAft>
                <a:spcPts val="600"/>
              </a:spcAft>
              <a:defRPr sz="5500" b="1" i="1">
                <a:solidFill>
                  <a:srgbClr val="FFB800"/>
                </a:solidFill>
                <a:latin typeface="Arial Black"/>
              </a:defRPr>
            </a:pPr>
            <a:r>
              <a:t>I WILL BRING YOU HOME</a:t>
            </a:r>
          </a:p>
          <a:p>
            <a:pPr algn="ctr">
              <a:lnSpc>
                <a:spcPct val="100000"/>
              </a:lnSpc>
              <a:spcAft>
                <a:spcPts val="600"/>
              </a:spcAft>
              <a:defRPr sz="5500" b="1" i="1">
                <a:solidFill>
                  <a:srgbClr val="FFB800"/>
                </a:solidFill>
                <a:latin typeface="Arial Black"/>
              </a:defRPr>
            </a:pPr>
            <a:r>
              <a:t>I LOVE YOU AND YOU ARE MINE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I AM STRENGTH FOR ALL THE DESPAIRING</a:t>
            </a:r>
          </a:p>
          <a:p>
            <a:pPr algn="ctr">
              <a:lnSpc>
                <a:spcPct val="100000"/>
              </a:lnSpc>
              <a:spcAft>
                <a:spcPts val="600"/>
              </a:spcAft>
              <a:defRPr sz="5500" b="1" i="0">
                <a:solidFill>
                  <a:srgbClr val="FFFFFF"/>
                </a:solidFill>
                <a:latin typeface="Arial Black"/>
              </a:defRPr>
            </a:pPr>
            <a:r>
              <a:t>HEALING FOR THE ONES WHO DWELL IN SHAME</a:t>
            </a:r>
          </a:p>
          <a:p>
            <a:pPr algn="ctr">
              <a:lnSpc>
                <a:spcPct val="100000"/>
              </a:lnSpc>
              <a:spcAft>
                <a:spcPts val="600"/>
              </a:spcAft>
              <a:defRPr sz="5500" b="1" i="0">
                <a:solidFill>
                  <a:srgbClr val="FFFFFF"/>
                </a:solidFill>
                <a:latin typeface="Arial Black"/>
              </a:defRPr>
            </a:pPr>
            <a:r>
              <a:t>ALL THE BLIND WILL SEE,</a:t>
            </a:r>
          </a:p>
          <a:p>
            <a:pPr algn="ctr">
              <a:lnSpc>
                <a:spcPct val="100000"/>
              </a:lnSpc>
              <a:spcAft>
                <a:spcPts val="600"/>
              </a:spcAft>
              <a:defRPr sz="5500" b="1" i="0">
                <a:solidFill>
                  <a:srgbClr val="FFFFFF"/>
                </a:solidFill>
                <a:latin typeface="Arial Black"/>
              </a:defRPr>
            </a:pPr>
            <a:r>
              <a:t>THE LAME WILL ALL RUN FREE</a:t>
            </a:r>
          </a:p>
          <a:p>
            <a:pPr algn="ctr">
              <a:lnSpc>
                <a:spcPct val="100000"/>
              </a:lnSpc>
              <a:spcAft>
                <a:spcPts val="600"/>
              </a:spcAft>
              <a:defRPr sz="5500" b="1" i="0">
                <a:solidFill>
                  <a:srgbClr val="FFFFFF"/>
                </a:solidFill>
                <a:latin typeface="Arial Black"/>
              </a:defRPr>
            </a:pPr>
            <a:r>
              <a:t>AND ALL WILL KNOW MY NAME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1">
                <a:solidFill>
                  <a:srgbClr val="FFB800"/>
                </a:solidFill>
                <a:latin typeface="Arial Black"/>
              </a:defRPr>
            </a:pPr>
            <a:r>
              <a:t>DO NOT BE AFRAID, I AM WITH YOU</a:t>
            </a:r>
          </a:p>
          <a:p>
            <a:pPr algn="ctr">
              <a:lnSpc>
                <a:spcPct val="100000"/>
              </a:lnSpc>
              <a:spcAft>
                <a:spcPts val="600"/>
              </a:spcAft>
              <a:defRPr sz="5500" b="1" i="1">
                <a:solidFill>
                  <a:srgbClr val="FFB800"/>
                </a:solidFill>
                <a:latin typeface="Arial Black"/>
              </a:defRPr>
            </a:pPr>
            <a:r>
              <a:t>I HAVE CALLED YOU EACH BY NAME</a:t>
            </a:r>
          </a:p>
          <a:p>
            <a:pPr algn="ctr">
              <a:lnSpc>
                <a:spcPct val="100000"/>
              </a:lnSpc>
              <a:spcAft>
                <a:spcPts val="600"/>
              </a:spcAft>
              <a:defRPr sz="5500" b="1" i="1">
                <a:solidFill>
                  <a:srgbClr val="FFB800"/>
                </a:solidFill>
                <a:latin typeface="Arial Black"/>
              </a:defRPr>
            </a:pPr>
            <a:r>
              <a:t>COME AND FOLLOW ME</a:t>
            </a:r>
          </a:p>
          <a:p>
            <a:pPr algn="ctr">
              <a:lnSpc>
                <a:spcPct val="100000"/>
              </a:lnSpc>
              <a:spcAft>
                <a:spcPts val="600"/>
              </a:spcAft>
              <a:defRPr sz="5500" b="1" i="1">
                <a:solidFill>
                  <a:srgbClr val="FFB800"/>
                </a:solidFill>
                <a:latin typeface="Arial Black"/>
              </a:defRPr>
            </a:pPr>
            <a:r>
              <a:t>I WILL BRING YOU HOME</a:t>
            </a:r>
          </a:p>
          <a:p>
            <a:pPr algn="ctr">
              <a:lnSpc>
                <a:spcPct val="100000"/>
              </a:lnSpc>
              <a:spcAft>
                <a:spcPts val="600"/>
              </a:spcAft>
              <a:defRPr sz="5500" b="1" i="1">
                <a:solidFill>
                  <a:srgbClr val="FFB800"/>
                </a:solidFill>
                <a:latin typeface="Arial Black"/>
              </a:defRPr>
            </a:pPr>
            <a:r>
              <a:t>I LOVE YOU AND YOU ARE MINE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I AM THE WORD THAT LEADS ALL TO FREEDOM</a:t>
            </a:r>
          </a:p>
          <a:p>
            <a:pPr algn="ctr">
              <a:lnSpc>
                <a:spcPct val="100000"/>
              </a:lnSpc>
              <a:spcAft>
                <a:spcPts val="600"/>
              </a:spcAft>
              <a:defRPr sz="5500" b="1" i="0">
                <a:solidFill>
                  <a:srgbClr val="FFFFFF"/>
                </a:solidFill>
                <a:latin typeface="Arial Black"/>
              </a:defRPr>
            </a:pPr>
            <a:r>
              <a:t>I AM THE PEACE THE WORLD CANNOT GIVE</a:t>
            </a:r>
          </a:p>
          <a:p>
            <a:pPr algn="ctr">
              <a:lnSpc>
                <a:spcPct val="100000"/>
              </a:lnSpc>
              <a:spcAft>
                <a:spcPts val="600"/>
              </a:spcAft>
              <a:defRPr sz="5500" b="1" i="0">
                <a:solidFill>
                  <a:srgbClr val="FFFFFF"/>
                </a:solidFill>
                <a:latin typeface="Arial Black"/>
              </a:defRPr>
            </a:pPr>
            <a:r>
              <a:t>I WILL CALL YOUR NAME, EMBRACING ALL YOUR PAIN</a:t>
            </a:r>
          </a:p>
          <a:p>
            <a:pPr algn="ctr">
              <a:lnSpc>
                <a:spcPct val="100000"/>
              </a:lnSpc>
              <a:spcAft>
                <a:spcPts val="600"/>
              </a:spcAft>
              <a:defRPr sz="5500" b="1" i="0">
                <a:solidFill>
                  <a:srgbClr val="FFFFFF"/>
                </a:solidFill>
                <a:latin typeface="Arial Black"/>
              </a:defRPr>
            </a:pPr>
            <a:r>
              <a:t>STAND UP, NOW, WALK, AND LIVE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1">
                <a:solidFill>
                  <a:srgbClr val="FFB800"/>
                </a:solidFill>
                <a:latin typeface="Arial Black"/>
              </a:defRPr>
            </a:pPr>
            <a:r>
              <a:t>DO NOT BE AFRAID, I AM WITH YOU</a:t>
            </a:r>
          </a:p>
          <a:p>
            <a:pPr algn="ctr">
              <a:lnSpc>
                <a:spcPct val="100000"/>
              </a:lnSpc>
              <a:spcAft>
                <a:spcPts val="600"/>
              </a:spcAft>
              <a:defRPr sz="5500" b="1" i="1">
                <a:solidFill>
                  <a:srgbClr val="FFB800"/>
                </a:solidFill>
                <a:latin typeface="Arial Black"/>
              </a:defRPr>
            </a:pPr>
            <a:r>
              <a:t>I HAVE CALLED YOU EACH BY NAME</a:t>
            </a:r>
          </a:p>
          <a:p>
            <a:pPr algn="ctr">
              <a:lnSpc>
                <a:spcPct val="100000"/>
              </a:lnSpc>
              <a:spcAft>
                <a:spcPts val="600"/>
              </a:spcAft>
              <a:defRPr sz="5500" b="1" i="1">
                <a:solidFill>
                  <a:srgbClr val="FFB800"/>
                </a:solidFill>
                <a:latin typeface="Arial Black"/>
              </a:defRPr>
            </a:pPr>
            <a:r>
              <a:t>COME AND FOLLOW ME</a:t>
            </a:r>
          </a:p>
          <a:p>
            <a:pPr algn="ctr">
              <a:lnSpc>
                <a:spcPct val="100000"/>
              </a:lnSpc>
              <a:spcAft>
                <a:spcPts val="600"/>
              </a:spcAft>
              <a:defRPr sz="5500" b="1" i="1">
                <a:solidFill>
                  <a:srgbClr val="FFB800"/>
                </a:solidFill>
                <a:latin typeface="Arial Black"/>
              </a:defRPr>
            </a:pPr>
            <a:r>
              <a:t>I WILL BRING YOU HOME</a:t>
            </a:r>
          </a:p>
          <a:p>
            <a:pPr algn="ctr">
              <a:lnSpc>
                <a:spcPct val="100000"/>
              </a:lnSpc>
              <a:spcAft>
                <a:spcPts val="600"/>
              </a:spcAft>
              <a:defRPr sz="5500" b="1" i="1">
                <a:solidFill>
                  <a:srgbClr val="FFB800"/>
                </a:solidFill>
                <a:latin typeface="Arial Black"/>
              </a:defRPr>
            </a:pPr>
            <a:r>
              <a:t>I LOVE YOU AND YOU ARE MINE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Let us pray.</a:t>
            </a:r>
          </a:p>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The Communion Rite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MASS COLLECTION</a:t>
            </a:r>
          </a:p>
          <a:p>
            <a:pPr algn="ctr">
              <a:spcAft>
                <a:spcPts val="500"/>
              </a:spcAft>
              <a:defRPr sz="5500" b="0" i="0">
                <a:solidFill>
                  <a:srgbClr val="F0FDF4"/>
                </a:solidFill>
                <a:latin typeface="Inter"/>
              </a:defRPr>
            </a:pPr>
            <a:r>
              <a:t>Thank you for your generosity.</a:t>
            </a:r>
          </a:p>
          <a:p>
            <a:pPr algn="ctr">
              <a:spcAft>
                <a:spcPts val="500"/>
              </a:spcAft>
              <a:defRPr sz="5500" b="0" i="0">
                <a:solidFill>
                  <a:srgbClr val="F0FDF4"/>
                </a:solidFill>
                <a:latin typeface="Inter"/>
              </a:defRPr>
            </a:pPr>
            <a:r>
              <a:t>Date: Sunday, May 31,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Collection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FOOD SPONSORS</a:t>
            </a:r>
          </a:p>
          <a:p>
            <a:pPr algn="ctr">
              <a:spcAft>
                <a:spcPts val="500"/>
              </a:spcAft>
              <a:defRPr sz="5500" b="0" i="0">
                <a:solidFill>
                  <a:srgbClr val="F0FDF4"/>
                </a:solidFill>
                <a:latin typeface="Inter"/>
              </a:defRPr>
            </a:pPr>
            <a:r>
              <a:t>The community thanks our food sponsors.</a:t>
            </a:r>
          </a:p>
          <a:p>
            <a:pPr algn="ctr">
              <a:spcAft>
                <a:spcPts val="500"/>
              </a:spcAft>
              <a:defRPr sz="5500" b="0" i="0">
                <a:solidFill>
                  <a:srgbClr val="F0FDF4"/>
                </a:solidFill>
                <a:latin typeface="Inter"/>
              </a:defRPr>
            </a:pPr>
            <a:r>
              <a:t>• Keshi Gonzales</a:t>
            </a:r>
          </a:p>
          <a:p>
            <a:pPr algn="ctr">
              <a:spcAft>
                <a:spcPts val="500"/>
              </a:spcAft>
              <a:defRPr sz="5500" b="0" i="0">
                <a:solidFill>
                  <a:srgbClr val="F0FDF4"/>
                </a:solidFill>
                <a:latin typeface="Inter"/>
              </a:defRPr>
            </a:pPr>
            <a:r>
              <a:t>• Divino Gabriel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Food Sponsors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a:p>
            <a:pPr algn="ctr">
              <a:spcBef>
                <a:spcPts val="400"/>
              </a:spcBef>
              <a:spcAft>
                <a:spcPts val="500"/>
              </a:spcAft>
              <a:defRPr sz="5500" b="1" i="0">
                <a:solidFill>
                  <a:srgbClr val="86EFAC"/>
                </a:solidFill>
                <a:latin typeface="Inter"/>
              </a:defRPr>
            </a:pPr>
            <a:r>
              <a:t>Priest: May almighty God bless you, the Father, and the Son, and the Holy Spirit.</a:t>
            </a:r>
          </a:p>
          <a:p>
            <a:pPr algn="ctr">
              <a:spcBef>
                <a:spcPts val="400"/>
              </a:spcBef>
              <a:spcAft>
                <a:spcPts val="500"/>
              </a:spcAft>
              <a:defRPr sz="5500" b="1" i="0">
                <a:solidFill>
                  <a:srgbClr val="F0FDF4"/>
                </a:solidFill>
                <a:latin typeface="Inter"/>
              </a:defRPr>
            </a:pPr>
            <a:r>
              <a:t>All: Amen.</a:t>
            </a:r>
          </a:p>
          <a:p>
            <a:pPr algn="ctr">
              <a:spcBef>
                <a:spcPts val="400"/>
              </a:spcBef>
              <a:spcAft>
                <a:spcPts val="500"/>
              </a:spcAft>
              <a:defRPr sz="5500" b="1" i="0">
                <a:solidFill>
                  <a:srgbClr val="86EFAC"/>
                </a:solidFill>
                <a:latin typeface="Inter"/>
              </a:defRPr>
            </a:pPr>
            <a:r>
              <a:t>Priest: Go in peace, glorifying the Lord by your life.</a:t>
            </a:r>
          </a:p>
          <a:p>
            <a:pPr algn="ctr">
              <a:spcBef>
                <a:spcPts val="400"/>
              </a:spcBef>
              <a:spcAft>
                <a:spcPts val="500"/>
              </a:spcAft>
              <a:defRPr sz="5500" b="1" i="0">
                <a:solidFill>
                  <a:srgbClr val="F0FDF4"/>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Final Blessing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WE ARE CALLED TO ACT WITH JUSTICE,</a:t>
            </a:r>
          </a:p>
          <a:p>
            <a:pPr algn="ctr">
              <a:lnSpc>
                <a:spcPct val="100000"/>
              </a:lnSpc>
              <a:spcAft>
                <a:spcPts val="600"/>
              </a:spcAft>
              <a:defRPr sz="5500" b="1" i="0">
                <a:solidFill>
                  <a:srgbClr val="FFFFFF"/>
                </a:solidFill>
                <a:latin typeface="Arial Black"/>
              </a:defRPr>
            </a:pPr>
            <a:r>
              <a:t>WE ARE CALLED TO LOVE TENDERLY;</a:t>
            </a:r>
          </a:p>
          <a:p>
            <a:pPr algn="ctr">
              <a:lnSpc>
                <a:spcPct val="100000"/>
              </a:lnSpc>
              <a:spcAft>
                <a:spcPts val="600"/>
              </a:spcAft>
              <a:defRPr sz="5500" b="1" i="0">
                <a:solidFill>
                  <a:srgbClr val="FFFFFF"/>
                </a:solidFill>
                <a:latin typeface="Arial Black"/>
              </a:defRPr>
            </a:pPr>
            <a:r>
              <a:t>WE ARE CALLED TO SERVE ONE ANOTHER,</a:t>
            </a:r>
          </a:p>
          <a:p>
            <a:pPr algn="ctr">
              <a:lnSpc>
                <a:spcPct val="100000"/>
              </a:lnSpc>
              <a:spcAft>
                <a:spcPts val="600"/>
              </a:spcAft>
              <a:defRPr sz="5500" b="1" i="0">
                <a:solidFill>
                  <a:srgbClr val="FFFFFF"/>
                </a:solidFill>
                <a:latin typeface="Arial Black"/>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a:p>
            <a:pPr algn="ctr">
              <a:lnSpc>
                <a:spcPct val="100000"/>
              </a:lnSpc>
              <a:spcAft>
                <a:spcPts val="600"/>
              </a:spcAft>
              <a:defRPr sz="5500" b="1" i="0">
                <a:solidFill>
                  <a:srgbClr val="FFFFFF"/>
                </a:solidFill>
                <a:latin typeface="Arial Black"/>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DAYBREAK, GOD OF SHADOW,</a:t>
            </a:r>
          </a:p>
          <a:p>
            <a:pPr algn="ctr">
              <a:lnSpc>
                <a:spcPct val="100000"/>
              </a:lnSpc>
              <a:spcAft>
                <a:spcPts val="600"/>
              </a:spcAft>
              <a:defRPr sz="5500" b="1" i="0">
                <a:solidFill>
                  <a:srgbClr val="FFFFFF"/>
                </a:solidFill>
                <a:latin typeface="Arial Black"/>
              </a:defRPr>
            </a:pPr>
            <a:r>
              <a:t>COME INTO OUR RESTLESS LIVES;</a:t>
            </a:r>
          </a:p>
          <a:p>
            <a:pPr algn="ctr">
              <a:lnSpc>
                <a:spcPct val="100000"/>
              </a:lnSpc>
              <a:spcAft>
                <a:spcPts val="600"/>
              </a:spcAft>
              <a:defRPr sz="5500" b="1" i="0">
                <a:solidFill>
                  <a:srgbClr val="FFFFFF"/>
                </a:solidFill>
                <a:latin typeface="Arial Black"/>
              </a:defRPr>
            </a:pPr>
            <a:r>
              <a:t>LIFT FROM US THE FEAR OF SHADOWS,</a:t>
            </a:r>
          </a:p>
          <a:p>
            <a:pPr algn="ctr">
              <a:lnSpc>
                <a:spcPct val="100000"/>
              </a:lnSpc>
              <a:spcAft>
                <a:spcPts val="600"/>
              </a:spcAft>
              <a:defRPr sz="5500" b="1" i="0">
                <a:solidFill>
                  <a:srgbClr val="FFFFFF"/>
                </a:solidFill>
                <a:latin typeface="Arial Black"/>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NEWNESS, GOD OF FRESHNESS,</a:t>
            </a:r>
          </a:p>
          <a:p>
            <a:pPr algn="ctr">
              <a:lnSpc>
                <a:spcPct val="100000"/>
              </a:lnSpc>
              <a:spcAft>
                <a:spcPts val="600"/>
              </a:spcAft>
              <a:defRPr sz="5500" b="1" i="0">
                <a:solidFill>
                  <a:srgbClr val="FFFFFF"/>
                </a:solidFill>
                <a:latin typeface="Arial Black"/>
              </a:defRPr>
            </a:pPr>
            <a:r>
              <a:t>COME INTO OUR MORNING SONG:</a:t>
            </a:r>
          </a:p>
          <a:p>
            <a:pPr algn="ctr">
              <a:lnSpc>
                <a:spcPct val="100000"/>
              </a:lnSpc>
              <a:spcAft>
                <a:spcPts val="600"/>
              </a:spcAft>
              <a:defRPr sz="5500" b="1" i="0">
                <a:solidFill>
                  <a:srgbClr val="FFFFFF"/>
                </a:solidFill>
                <a:latin typeface="Arial Black"/>
              </a:defRPr>
            </a:pPr>
            <a:r>
              <a:t>GIVE TO US A NEW BEGINNING,</a:t>
            </a:r>
          </a:p>
          <a:p>
            <a:pPr algn="ctr">
              <a:lnSpc>
                <a:spcPct val="100000"/>
              </a:lnSpc>
              <a:spcAft>
                <a:spcPts val="600"/>
              </a:spcAft>
              <a:defRPr sz="5500" b="1" i="0">
                <a:solidFill>
                  <a:srgbClr val="FFFFFF"/>
                </a:solidFill>
                <a:latin typeface="Arial Black"/>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Rev. Fr. Jonrey Lauron, RCJ</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