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Glory to God in the highest,</a:t>
            </a:r>
          </a:p>
          <a:p>
            <a:pPr algn="ctr">
              <a:spcAft>
                <a:spcPts val="800"/>
              </a:spcAft>
              <a:defRPr sz="5500" b="0" i="0">
                <a:solidFill>
                  <a:srgbClr val="F0FDF4"/>
                </a:solidFill>
                <a:latin typeface="Inter"/>
              </a:defRPr>
            </a:pPr>
            <a:r>
              <a:t>and on earth peace to people of good will.</a:t>
            </a:r>
          </a:p>
          <a:p>
            <a:pPr algn="ctr">
              <a:spcAft>
                <a:spcPts val="800"/>
              </a:spcAft>
              <a:defRPr sz="5500" b="0" i="0">
                <a:solidFill>
                  <a:srgbClr val="F0FDF4"/>
                </a:solidFill>
                <a:latin typeface="Inter"/>
              </a:defRPr>
            </a:pPr>
            <a:r>
              <a:t>We praise you, we bless you, we adore you,</a:t>
            </a:r>
          </a:p>
          <a:p>
            <a:pPr algn="ctr">
              <a:spcAft>
                <a:spcPts val="800"/>
              </a:spcAft>
              <a:defRPr sz="5500" b="0" i="0">
                <a:solidFill>
                  <a:srgbClr val="F0FDF4"/>
                </a:solidFill>
                <a:latin typeface="Inter"/>
              </a:defRPr>
            </a:pPr>
            <a:r>
              <a:t>we glorify you, we give you thanks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your great glory,</a:t>
            </a:r>
          </a:p>
          <a:p>
            <a:pPr algn="ctr">
              <a:spcAft>
                <a:spcPts val="800"/>
              </a:spcAft>
              <a:defRPr sz="5500" b="0" i="0">
                <a:solidFill>
                  <a:srgbClr val="F0FDF4"/>
                </a:solidFill>
                <a:latin typeface="Inter"/>
              </a:defRPr>
            </a:pPr>
            <a:r>
              <a:t>Lord God, heavenly King, O God, almighty Father.</a:t>
            </a:r>
          </a:p>
          <a:p>
            <a:pPr algn="ctr">
              <a:spcAft>
                <a:spcPts val="800"/>
              </a:spcAft>
              <a:defRPr sz="5500" b="0" i="0">
                <a:solidFill>
                  <a:srgbClr val="F0FDF4"/>
                </a:solidFill>
                <a:latin typeface="Inter"/>
              </a:defRPr>
            </a:pPr>
            <a:r>
              <a:t>Lord Jesus Christ, Only Begotten Son,</a:t>
            </a:r>
          </a:p>
          <a:p>
            <a:pPr algn="ctr">
              <a:spcAft>
                <a:spcPts val="800"/>
              </a:spcAft>
              <a:defRPr sz="5500" b="0" i="0">
                <a:solidFill>
                  <a:srgbClr val="F0FDF4"/>
                </a:solidFill>
                <a:latin typeface="Inter"/>
              </a:defRPr>
            </a:pPr>
            <a:r>
              <a:t>Lord God, Lamb of God, Son of the Father,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take away the sins of the world, have mercy on us;</a:t>
            </a:r>
          </a:p>
          <a:p>
            <a:pPr algn="ctr">
              <a:spcAft>
                <a:spcPts val="800"/>
              </a:spcAft>
              <a:defRPr sz="5500" b="0" i="0">
                <a:solidFill>
                  <a:srgbClr val="F0FDF4"/>
                </a:solidFill>
                <a:latin typeface="Inter"/>
              </a:defRPr>
            </a:pPr>
            <a:r>
              <a:t>you take away the sins of the world, receive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are seated at the right hand of the Father, have mercy on us.</a:t>
            </a:r>
          </a:p>
          <a:p>
            <a:pPr algn="ctr">
              <a:spcAft>
                <a:spcPts val="800"/>
              </a:spcAft>
              <a:defRPr sz="5500" b="0" i="0">
                <a:solidFill>
                  <a:srgbClr val="F0FDF4"/>
                </a:solidFill>
                <a:latin typeface="Inter"/>
              </a:defRPr>
            </a:pPr>
            <a:r>
              <a:t>For you alone are the Holy One,</a:t>
            </a:r>
          </a:p>
          <a:p>
            <a:pPr algn="ctr">
              <a:spcAft>
                <a:spcPts val="800"/>
              </a:spcAft>
              <a:defRPr sz="5500" b="0" i="0">
                <a:solidFill>
                  <a:srgbClr val="F0FDF4"/>
                </a:solidFill>
                <a:latin typeface="Inter"/>
              </a:defRPr>
            </a:pPr>
            <a:r>
              <a:t>you alone are the Lord,</a:t>
            </a:r>
          </a:p>
          <a:p>
            <a:pPr algn="ctr">
              <a:spcAft>
                <a:spcPts val="800"/>
              </a:spcAft>
              <a:defRPr sz="5500" b="0" i="0">
                <a:solidFill>
                  <a:srgbClr val="F0FDF4"/>
                </a:solidFill>
                <a:latin typeface="Inter"/>
              </a:defRPr>
            </a:pPr>
            <a:r>
              <a:t>you alone are the Most High,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Jesus Christ,</a:t>
            </a:r>
          </a:p>
          <a:p>
            <a:pPr algn="ctr">
              <a:spcAft>
                <a:spcPts val="800"/>
              </a:spcAft>
              <a:defRPr sz="5500" b="0" i="0">
                <a:solidFill>
                  <a:srgbClr val="F0FDF4"/>
                </a:solidFill>
                <a:latin typeface="Inter"/>
              </a:defRPr>
            </a:pPr>
            <a:r>
              <a:t>with the Holy Spirit,</a:t>
            </a:r>
          </a:p>
          <a:p>
            <a:pPr algn="ctr">
              <a:spcAft>
                <a:spcPts val="800"/>
              </a:spcAft>
              <a:defRPr sz="5500" b="0" i="0">
                <a:solidFill>
                  <a:srgbClr val="F0FDF4"/>
                </a:solidFill>
                <a:latin typeface="Inter"/>
              </a:defRPr>
            </a:pPr>
            <a:r>
              <a:t>in the glory of God the Father.</a:t>
            </a:r>
          </a:p>
          <a:p>
            <a:pPr algn="ctr">
              <a:spcAft>
                <a:spcPts val="800"/>
              </a:spcAft>
              <a:defRPr sz="55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peace of the Lord be with you always.</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true">
                <a:solidFill>
                  <a:srgbClr val="FFFFFF"/>
                </a:solidFill>
                <a:latin typeface="Poppins Bold"/>
                <a:ea typeface="Poppins Bold"/>
                <a:cs typeface="Poppins Bold"/>
                <a:sym typeface="Poppins Bold"/>
              </a:rPr>
              <a:t>LAMB OF GOD</a:t>
            </a:r>
          </a:p>
          <a:p>
            <a:pPr algn="l">
              <a:lnSpc>
                <a:spcPts val="6608"/>
              </a:lnSpc>
              <a:defRPr/>
            </a:pPr>
            <a:r>
              <a:rPr lang="en-US" sz="5600" b="true">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true" sz="5600">
                <a:solidFill>
                  <a:srgbClr val="F8B300"/>
                </a:solidFill>
                <a:latin typeface="Poppins Bold"/>
                <a:ea typeface="Poppins Bold"/>
                <a:cs typeface="Poppins Bold"/>
                <a:sym typeface="Poppins Bold"/>
              </a:rPr>
              <a:t>HAVE MERCY</a:t>
            </a:r>
            <a:r>
              <a:rPr lang="en-US" b="true" sz="5600">
                <a:solidFill>
                  <a:srgbClr val="FFFFFF"/>
                </a:solidFill>
                <a:latin typeface="Poppins Bold"/>
                <a:ea typeface="Poppins Bold"/>
                <a:cs typeface="Poppins Bold"/>
                <a:sym typeface="Poppins Bold"/>
              </a:rPr>
              <a:t>, </a:t>
            </a:r>
            <a:r>
              <a:rPr lang="en-US" b="true" sz="5600">
                <a:solidFill>
                  <a:srgbClr val="F8B300"/>
                </a:solidFill>
                <a:latin typeface="Poppins Bold"/>
                <a:ea typeface="Poppins Bold"/>
                <a:cs typeface="Poppins Bold"/>
                <a:sym typeface="Poppins Bold"/>
              </a:rPr>
              <a:t>H</a:t>
            </a:r>
            <a:r>
              <a:rPr lang="en-US" b="true" sz="5600">
                <a:solidFill>
                  <a:srgbClr val="F8B300"/>
                </a:solidFill>
                <a:latin typeface="Poppins Bold"/>
                <a:ea typeface="Poppins Bold"/>
                <a:cs typeface="Poppins Bold"/>
                <a:sym typeface="Poppins Bold"/>
              </a:rPr>
              <a:t>AVE MERCY ON US</a:t>
            </a:r>
            <a:r>
              <a:rPr lang="en-US" b="true"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true">
                <a:solidFill>
                  <a:srgbClr val="FFFFFF"/>
                </a:solidFill>
                <a:latin typeface="Poppins Bold"/>
                <a:ea typeface="Poppins Bold"/>
                <a:cs typeface="Poppins Bold"/>
                <a:sym typeface="Poppins Bold"/>
              </a:rPr>
              <a:t>LAMB OF GOD</a:t>
            </a:r>
          </a:p>
          <a:p>
            <a:pPr algn="l">
              <a:lnSpc>
                <a:spcPts val="6608"/>
              </a:lnSpc>
              <a:defRPr/>
            </a:pPr>
            <a:r>
              <a:rPr lang="en-US" sz="5600" b="true">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true" sz="5600">
                <a:solidFill>
                  <a:srgbClr val="F8B300"/>
                </a:solidFill>
                <a:latin typeface="Poppins Bold"/>
                <a:ea typeface="Poppins Bold"/>
                <a:cs typeface="Poppins Bold"/>
                <a:sym typeface="Poppins Bold"/>
              </a:rPr>
              <a:t>GRANT US PEACE</a:t>
            </a:r>
            <a:r>
              <a:rPr lang="en-US" b="true" sz="5600">
                <a:solidFill>
                  <a:srgbClr val="FFFFFF"/>
                </a:solidFill>
                <a:latin typeface="Poppins Bold"/>
                <a:ea typeface="Poppins Bold"/>
                <a:cs typeface="Poppins Bold"/>
                <a:sym typeface="Poppins Bold"/>
              </a:rPr>
              <a:t>, </a:t>
            </a:r>
            <a:r>
              <a:rPr lang="en-US" b="true" sz="5600">
                <a:solidFill>
                  <a:srgbClr val="F8B300"/>
                </a:solidFill>
                <a:latin typeface="Poppins Bold"/>
                <a:ea typeface="Poppins Bold"/>
                <a:cs typeface="Poppins Bold"/>
                <a:sym typeface="Poppins Bold"/>
              </a:rPr>
              <a:t>GR</a:t>
            </a:r>
            <a:r>
              <a:rPr lang="en-US" b="true" sz="5600">
                <a:solidFill>
                  <a:srgbClr val="F8B300"/>
                </a:solidFill>
                <a:latin typeface="Poppins Bold"/>
                <a:ea typeface="Poppins Bold"/>
                <a:cs typeface="Poppins Bold"/>
                <a:sym typeface="Poppins Bold"/>
              </a:rPr>
              <a:t>ANT US PEACE</a:t>
            </a:r>
            <a:r>
              <a:rPr lang="en-US" b="true"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true">
                <a:solidFill>
                  <a:srgbClr val="FFFFFF"/>
                </a:solidFill>
                <a:latin typeface="Poppins Bold"/>
                <a:ea typeface="Poppins Bold"/>
                <a:cs typeface="Poppins Bold"/>
                <a:sym typeface="Poppins Bold"/>
              </a:rPr>
              <a:t>LAMB OF GOD</a:t>
            </a:r>
          </a:p>
          <a:p>
            <a:pPr algn="l">
              <a:lnSpc>
                <a:spcPts val="6608"/>
              </a:lnSpc>
              <a:defRPr/>
            </a:pPr>
            <a:r>
              <a:rPr lang="en-US" sz="5600" b="true">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true" sz="5600">
                <a:solidFill>
                  <a:srgbClr val="F8B300"/>
                </a:solidFill>
                <a:latin typeface="Poppins Bold"/>
                <a:ea typeface="Poppins Bold"/>
                <a:cs typeface="Poppins Bold"/>
                <a:sym typeface="Poppins Bold"/>
              </a:rPr>
              <a:t>HAVE MERCY</a:t>
            </a:r>
            <a:r>
              <a:rPr lang="en-US" b="true" sz="5600">
                <a:solidFill>
                  <a:srgbClr val="FFFFFF"/>
                </a:solidFill>
                <a:latin typeface="Poppins Bold"/>
                <a:ea typeface="Poppins Bold"/>
                <a:cs typeface="Poppins Bold"/>
                <a:sym typeface="Poppins Bold"/>
              </a:rPr>
              <a:t>, </a:t>
            </a:r>
            <a:r>
              <a:rPr lang="en-US" b="true" sz="5600">
                <a:solidFill>
                  <a:srgbClr val="F8B300"/>
                </a:solidFill>
                <a:latin typeface="Poppins Bold"/>
                <a:ea typeface="Poppins Bold"/>
                <a:cs typeface="Poppins Bold"/>
                <a:sym typeface="Poppins Bold"/>
              </a:rPr>
              <a:t>H</a:t>
            </a:r>
            <a:r>
              <a:rPr lang="en-US" b="true" sz="5600">
                <a:solidFill>
                  <a:srgbClr val="F8B300"/>
                </a:solidFill>
                <a:latin typeface="Poppins Bold"/>
                <a:ea typeface="Poppins Bold"/>
                <a:cs typeface="Poppins Bold"/>
                <a:sym typeface="Poppins Bold"/>
              </a:rPr>
              <a:t>AVE MERCY ON US</a:t>
            </a:r>
            <a:r>
              <a:rPr lang="en-US" b="true"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7299">
                <a:solidFill>
                  <a:srgbClr val="FFB800"/>
                </a:solidFill>
                <a:latin typeface="Recolet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