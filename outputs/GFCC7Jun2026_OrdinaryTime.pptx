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3800" b="1" i="0">
                <a:solidFill>
                  <a:srgbClr val="86EFAC"/>
                </a:solidFill>
                <a:latin typeface="Inter"/>
              </a:defRPr>
            </a:pPr>
            <a:r>
              <a:t>Ordinary Time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spcAft>
                <a:spcPts val="500"/>
              </a:spcAft>
              <a:defRPr sz="2100" b="0" i="0">
                <a:solidFill>
                  <a:srgbClr val="F0FDF4"/>
                </a:solidFill>
                <a:latin typeface="Inter"/>
              </a:defRPr>
            </a:pPr>
            <a:r>
              <a:t>2026-06-07</a:t>
            </a:r>
          </a:p>
          <a:p>
            <a:pPr>
              <a:spcAft>
                <a:spcPts val="500"/>
              </a:spcAft>
              <a:defRPr sz="2100" b="0" i="0">
                <a:solidFill>
                  <a:srgbClr val="F0FDF4"/>
                </a:solidFill>
                <a:latin typeface="Inter"/>
              </a:defRPr>
            </a:pPr>
            <a:r>
              <a:t>Celebrant: Rev. Fr. Jonrey Lauron, RCJ</a:t>
            </a:r>
          </a:p>
          <a:p>
            <a:pPr>
              <a:spcAft>
                <a:spcPts val="500"/>
              </a:spcAft>
              <a:defRPr sz="2100" b="0" i="0">
                <a:solidFill>
                  <a:srgbClr val="F0FDF4"/>
                </a:solidFill>
                <a:latin typeface="Inter"/>
              </a:defRPr>
            </a:pPr>
            <a:r>
              <a:t>Gospel: John 6:51-58</a:t>
            </a:r>
            <a:br/>
            <a:r>
              <a:t>Season: Ordinary Time · Sunday Lectionary Year A</a:t>
            </a:r>
          </a:p>
          <a:p>
            <a:pPr>
              <a:spcAft>
                <a:spcPts val="500"/>
              </a:spcAft>
              <a:defRPr sz="2100" b="0" i="0">
                <a:solidFill>
                  <a:srgbClr val="F0FDF4"/>
                </a:solidFill>
                <a:latin typeface="Inter"/>
              </a:defRPr>
            </a:pPr>
            <a:r>
              <a:t>Excerpt:</a:t>
            </a:r>
            <a:br/>
            <a:r>
              <a:t>“I am the living bread that came down from heaven; whoever eats this bread will live forever; and the bread that I will give is my flesh for the life of the world.”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In the Name of the Father, and of the Son, and of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Glory to God in the highest,</a:t>
            </a:r>
          </a:p>
          <a:p>
            <a:pPr algn="ctr">
              <a:spcAft>
                <a:spcPts val="800"/>
              </a:spcAft>
              <a:defRPr sz="5000" b="0" i="0">
                <a:solidFill>
                  <a:srgbClr val="F0FDF4"/>
                </a:solidFill>
                <a:latin typeface="Inter"/>
              </a:defRPr>
            </a:pPr>
            <a:r>
              <a:t>and on earth peace to people of good will.</a:t>
            </a:r>
          </a:p>
          <a:p>
            <a:pPr algn="ctr">
              <a:spcAft>
                <a:spcPts val="800"/>
              </a:spcAft>
              <a:defRPr sz="5000" b="0" i="0">
                <a:solidFill>
                  <a:srgbClr val="F0FDF4"/>
                </a:solidFill>
                <a:latin typeface="Inter"/>
              </a:defRPr>
            </a:pPr>
            <a:r>
              <a:t>We praise you, we bless you, we adore you,</a:t>
            </a:r>
          </a:p>
          <a:p>
            <a:pPr algn="ctr">
              <a:spcAft>
                <a:spcPts val="800"/>
              </a:spcAft>
              <a:defRPr sz="5000" b="0" i="0">
                <a:solidFill>
                  <a:srgbClr val="F0FDF4"/>
                </a:solidFill>
                <a:latin typeface="Inter"/>
              </a:defRPr>
            </a:pPr>
            <a:r>
              <a:t>we glorify you, we give you thanks</a:t>
            </a:r>
          </a:p>
          <a:p>
            <a:pPr algn="ctr">
              <a:spcAft>
                <a:spcPts val="800"/>
              </a:spcAft>
              <a:defRPr sz="5000" b="0" i="0">
                <a:solidFill>
                  <a:srgbClr val="F0FDF4"/>
                </a:solidFill>
                <a:latin typeface="Inter"/>
              </a:defRPr>
            </a:pPr>
            <a:r>
              <a:t>for your great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Lord God, heavenly King, O God, almighty Father.</a:t>
            </a:r>
          </a:p>
          <a:p>
            <a:pPr algn="ctr">
              <a:spcAft>
                <a:spcPts val="800"/>
              </a:spcAft>
              <a:defRPr sz="5000" b="0" i="0">
                <a:solidFill>
                  <a:srgbClr val="F0FDF4"/>
                </a:solidFill>
                <a:latin typeface="Inter"/>
              </a:defRPr>
            </a:pPr>
            <a:r>
              <a:t>Lord Jesus Christ, Only Begotten Son,</a:t>
            </a:r>
          </a:p>
          <a:p>
            <a:pPr algn="ctr">
              <a:spcAft>
                <a:spcPts val="800"/>
              </a:spcAft>
              <a:defRPr sz="5000" b="0" i="0">
                <a:solidFill>
                  <a:srgbClr val="F0FDF4"/>
                </a:solidFill>
                <a:latin typeface="Inter"/>
              </a:defRPr>
            </a:pPr>
            <a:r>
              <a:t>Lord God, Lamb of God, Son of the Father,</a:t>
            </a:r>
          </a:p>
          <a:p>
            <a:pPr algn="ctr">
              <a:spcAft>
                <a:spcPts val="800"/>
              </a:spcAft>
              <a:defRPr sz="5000" b="0" i="0">
                <a:solidFill>
                  <a:srgbClr val="F0FDF4"/>
                </a:solidFill>
                <a:latin typeface="Inter"/>
              </a:defRPr>
            </a:pPr>
            <a:r>
              <a:t>you take away the sins of the world, 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 receive our prayer;</a:t>
            </a:r>
          </a:p>
          <a:p>
            <a:pPr algn="ctr">
              <a:spcAft>
                <a:spcPts val="800"/>
              </a:spcAft>
              <a:defRPr sz="5000" b="0" i="0">
                <a:solidFill>
                  <a:srgbClr val="F0FDF4"/>
                </a:solidFill>
                <a:latin typeface="Inter"/>
              </a:defRPr>
            </a:pPr>
            <a:r>
              <a:t>you are seated at the right hand of the Father, have mercy on us.</a:t>
            </a:r>
          </a:p>
          <a:p>
            <a:pPr algn="ctr">
              <a:spcAft>
                <a:spcPts val="800"/>
              </a:spcAft>
              <a:defRPr sz="5000" b="0" i="0">
                <a:solidFill>
                  <a:srgbClr val="F0FDF4"/>
                </a:solidFill>
                <a:latin typeface="Inter"/>
              </a:defRPr>
            </a:pPr>
            <a:r>
              <a:t>For you alone are the Holy One,</a:t>
            </a:r>
          </a:p>
          <a:p>
            <a:pPr algn="ctr">
              <a:spcAft>
                <a:spcPts val="800"/>
              </a:spcAft>
              <a:defRPr sz="5000" b="0" i="0">
                <a:solidFill>
                  <a:srgbClr val="F0FDF4"/>
                </a:solidFill>
                <a:latin typeface="Inter"/>
              </a:defRPr>
            </a:pPr>
            <a:r>
              <a:t>you alone are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alone are the Most High,</a:t>
            </a:r>
          </a:p>
          <a:p>
            <a:pPr algn="ctr">
              <a:spcAft>
                <a:spcPts val="800"/>
              </a:spcAft>
              <a:defRPr sz="5000" b="0" i="0">
                <a:solidFill>
                  <a:srgbClr val="F0FDF4"/>
                </a:solidFill>
                <a:latin typeface="Inter"/>
              </a:defRPr>
            </a:pPr>
            <a:r>
              <a:t>Jesus Christ,</a:t>
            </a:r>
          </a:p>
          <a:p>
            <a:pPr algn="ctr">
              <a:spcAft>
                <a:spcPts val="800"/>
              </a:spcAft>
              <a:defRPr sz="5000" b="0" i="0">
                <a:solidFill>
                  <a:srgbClr val="F0FDF4"/>
                </a:solidFill>
                <a:latin typeface="Inter"/>
              </a:defRPr>
            </a:pPr>
            <a:r>
              <a:t>with the Holy Spirit,</a:t>
            </a:r>
          </a:p>
          <a:p>
            <a:pPr algn="ctr">
              <a:spcAft>
                <a:spcPts val="800"/>
              </a:spcAft>
              <a:defRPr sz="5000" b="0" i="0">
                <a:solidFill>
                  <a:srgbClr val="F0FDF4"/>
                </a:solidFill>
                <a:latin typeface="Inter"/>
              </a:defRPr>
            </a:pPr>
            <a:r>
              <a:t>in the glory of God the Father.</a:t>
            </a:r>
          </a:p>
          <a:p>
            <a:pPr algn="ctr">
              <a:spcAft>
                <a:spcPts val="800"/>
              </a:spcAft>
              <a:defRPr sz="50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600"/>
              </a:spcAft>
              <a:defRPr sz="5000" b="1" i="0">
                <a:solidFill>
                  <a:srgbClr val="86EFAC"/>
                </a:solidFill>
                <a:latin typeface="Inter"/>
              </a:defRPr>
            </a:pPr>
            <a:r>
              <a:t>First Reading</a:t>
            </a:r>
          </a:p>
          <a:p>
            <a:pPr algn="ctr">
              <a:defRPr sz="6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a:t>
            </a:r>
            <a:br/>
            <a:r>
              <a:t>(Psalm 147:12-13, 14-15, 19-20)</a:t>
            </a:r>
          </a:p>
          <a:p>
            <a:pPr algn="ctr">
              <a:spcAft>
                <a:spcPts val="1000"/>
              </a:spcAft>
              <a:defRPr sz="1600" b="0" i="0">
                <a:solidFill>
                  <a:srgbClr val="22C55E"/>
                </a:solidFill>
                <a:latin typeface="Inter"/>
              </a:defRPr>
            </a:pPr>
            <a:r>
              <a:t>Slide 1 of 9</a:t>
            </a:r>
          </a:p>
          <a:p>
            <a:pPr algn="ctr">
              <a:spcAft>
                <a:spcPts val="800"/>
              </a:spcAft>
              <a:defRPr sz="6500" b="0" i="0">
                <a:solidFill>
                  <a:srgbClr val="F0FDF4"/>
                </a:solidFill>
                <a:latin typeface="Inter"/>
              </a:defRPr>
            </a:pPr>
            <a:r>
              <a:t>R. (12) Praise the Lord, Jerusalem. Praise Yah, for it is good to sing praises to our God; for it is pleasant and fitting to praise him. Yahweh builds up Jerusalem. He gathers together the outcasts of Israel.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2 of 9</a:t>
            </a:r>
          </a:p>
          <a:p>
            <a:pPr algn="ctr">
              <a:spcAft>
                <a:spcPts val="800"/>
              </a:spcAft>
              <a:defRPr sz="6500" b="0" i="0">
                <a:solidFill>
                  <a:srgbClr val="F0FDF4"/>
                </a:solidFill>
                <a:latin typeface="Inter"/>
              </a:defRPr>
            </a:pPr>
            <a:r>
              <a:t>He heals the broken in heart, and binds up their wounds. He counts the number of the stars. He calls them all by their names. Great is our Lord, and mighty in power. His understanding is infinite.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3 of 9</a:t>
            </a:r>
          </a:p>
          <a:p>
            <a:pPr algn="ctr">
              <a:spcAft>
                <a:spcPts val="800"/>
              </a:spcAft>
              <a:defRPr sz="6500" b="0" i="0">
                <a:solidFill>
                  <a:srgbClr val="F0FDF4"/>
                </a:solidFill>
                <a:latin typeface="Inter"/>
              </a:defRPr>
            </a:pPr>
            <a:r>
              <a:t>Yahweh upholds the humble. He brings the wicked down to the ground. Sing to Yahweh with thanksgiving.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4 of 9</a:t>
            </a:r>
          </a:p>
          <a:p>
            <a:pPr algn="ctr">
              <a:spcAft>
                <a:spcPts val="800"/>
              </a:spcAft>
              <a:defRPr sz="6500" b="0" i="0">
                <a:solidFill>
                  <a:srgbClr val="F0FDF4"/>
                </a:solidFill>
                <a:latin typeface="Inter"/>
              </a:defRPr>
            </a:pPr>
            <a:r>
              <a:t>Sing praises on the harp to our God, who covers the sky with clouds, who prepares rain for the earth, who makes grass grow on the mountains. He provides food for the livestock, and for the young ravens when they call.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5 of 9</a:t>
            </a:r>
          </a:p>
          <a:p>
            <a:pPr algn="ctr">
              <a:spcAft>
                <a:spcPts val="800"/>
              </a:spcAft>
              <a:defRPr sz="6500" b="0" i="0">
                <a:solidFill>
                  <a:srgbClr val="F0FDF4"/>
                </a:solidFill>
                <a:latin typeface="Inter"/>
              </a:defRPr>
            </a:pPr>
            <a:r>
              <a:t>He doesn’t delight in the strength of the horse. He takes no pleasure in the legs of a man. Yahweh takes pleasure in those who fear him, in those who hope in his loving kindness. Praise Yahweh,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6 of 9</a:t>
            </a:r>
          </a:p>
          <a:p>
            <a:pPr algn="ctr">
              <a:spcAft>
                <a:spcPts val="800"/>
              </a:spcAft>
              <a:defRPr sz="6500" b="0" i="0">
                <a:solidFill>
                  <a:srgbClr val="F0FDF4"/>
                </a:solidFill>
                <a:latin typeface="Inter"/>
              </a:defRPr>
            </a:pPr>
            <a:r>
              <a:t>Praise your God, Zion! For he has strengthened the bars of your gates. He has blessed your children within you. He makes peace in your borders. He fills you with the finest of the wheat.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(6/9)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7 of 9</a:t>
            </a:r>
          </a:p>
          <a:p>
            <a:pPr algn="ctr">
              <a:spcAft>
                <a:spcPts val="800"/>
              </a:spcAft>
              <a:defRPr sz="6500" b="0" i="0">
                <a:solidFill>
                  <a:srgbClr val="F0FDF4"/>
                </a:solidFill>
                <a:latin typeface="Inter"/>
              </a:defRPr>
            </a:pPr>
            <a:r>
              <a:t>He sends out his commandment to the earth. His word runs very swiftly. He gives snow like wool, and scatters frost like ashes. He hurls down his hail like pebbles. Who can stand before his cold?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(7/9)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8 of 9</a:t>
            </a:r>
          </a:p>
          <a:p>
            <a:pPr algn="ctr">
              <a:spcAft>
                <a:spcPts val="800"/>
              </a:spcAft>
              <a:defRPr sz="6500" b="0" i="0">
                <a:solidFill>
                  <a:srgbClr val="F0FDF4"/>
                </a:solidFill>
                <a:latin typeface="Inter"/>
              </a:defRPr>
            </a:pPr>
            <a:r>
              <a:t>He sends out his word, and melts them. He causes his wind to blow, and the waters flow. He shows his word to Jacob; his statutes and his ordinances to Israel. He has not done this for just any nation.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(8/9)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Psalm (continued)</a:t>
            </a:r>
            <a:br/>
            <a:r>
              <a:t>(Psalm 147:12-13, 14-15, 19-20)</a:t>
            </a:r>
          </a:p>
          <a:p>
            <a:pPr algn="ctr">
              <a:spcAft>
                <a:spcPts val="1000"/>
              </a:spcAft>
              <a:defRPr sz="1600" b="0" i="0">
                <a:solidFill>
                  <a:srgbClr val="22C55E"/>
                </a:solidFill>
                <a:latin typeface="Inter"/>
              </a:defRPr>
            </a:pPr>
            <a:r>
              <a:t>Slide 9 of 9</a:t>
            </a:r>
          </a:p>
          <a:p>
            <a:pPr algn="ctr">
              <a:spcAft>
                <a:spcPts val="800"/>
              </a:spcAft>
              <a:defRPr sz="6500" b="0" i="0">
                <a:solidFill>
                  <a:srgbClr val="F0FDF4"/>
                </a:solidFill>
                <a:latin typeface="Inter"/>
              </a:defRPr>
            </a:pPr>
            <a:r>
              <a:t>They don’t know his ordinances. Praise Yah!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 (9/9)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600"/>
              </a:spcAft>
              <a:defRPr sz="5000" b="1" i="0">
                <a:solidFill>
                  <a:srgbClr val="86EFAC"/>
                </a:solidFill>
                <a:latin typeface="Inter"/>
              </a:defRPr>
            </a:pPr>
            <a:r>
              <a:t>Second Reading</a:t>
            </a:r>
          </a:p>
          <a:p>
            <a:pPr algn="ctr">
              <a:defRPr sz="6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Gospel of the Lord.</a:t>
            </a:r>
          </a:p>
          <a:p>
            <a:pPr algn="ctr">
              <a:spcBef>
                <a:spcPts val="400"/>
              </a:spcBef>
              <a:spcAft>
                <a:spcPts val="500"/>
              </a:spcAft>
              <a:defRPr sz="20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All: I believe in one God,</a:t>
            </a:r>
          </a:p>
          <a:p>
            <a:pPr algn="ctr">
              <a:spcAft>
                <a:spcPts val="800"/>
              </a:spcAft>
              <a:defRPr sz="5000" b="0" i="0">
                <a:solidFill>
                  <a:srgbClr val="F0FDF4"/>
                </a:solidFill>
                <a:latin typeface="Inter"/>
              </a:defRPr>
            </a:pPr>
            <a:r>
              <a:t>the Father almighty,</a:t>
            </a:r>
          </a:p>
          <a:p>
            <a:pPr algn="ctr">
              <a:spcAft>
                <a:spcPts val="800"/>
              </a:spcAft>
              <a:defRPr sz="5000" b="0" i="0">
                <a:solidFill>
                  <a:srgbClr val="F0FDF4"/>
                </a:solidFill>
                <a:latin typeface="Inter"/>
              </a:defRPr>
            </a:pPr>
            <a:r>
              <a:t>maker of heaven and earth,</a:t>
            </a:r>
          </a:p>
          <a:p>
            <a:pPr algn="ctr">
              <a:spcAft>
                <a:spcPts val="800"/>
              </a:spcAft>
              <a:defRPr sz="5000" b="0" i="0">
                <a:solidFill>
                  <a:srgbClr val="F0FDF4"/>
                </a:solidFill>
                <a:latin typeface="Inter"/>
              </a:defRPr>
            </a:pPr>
            <a:r>
              <a:t>of all things visible and invisible.</a:t>
            </a:r>
          </a:p>
          <a:p>
            <a:pPr algn="ctr">
              <a:spcAft>
                <a:spcPts val="800"/>
              </a:spcAft>
              <a:defRPr sz="5000" b="0" i="0">
                <a:solidFill>
                  <a:srgbClr val="F0FDF4"/>
                </a:solidFill>
                <a:latin typeface="Inter"/>
              </a:defRPr>
            </a:pPr>
            <a:r>
              <a:t>I believe in one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(1/8)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the Only Begotten Son of God,</a:t>
            </a:r>
          </a:p>
          <a:p>
            <a:pPr algn="ctr">
              <a:spcAft>
                <a:spcPts val="800"/>
              </a:spcAft>
              <a:defRPr sz="5000" b="0" i="0">
                <a:solidFill>
                  <a:srgbClr val="F0FDF4"/>
                </a:solidFill>
                <a:latin typeface="Inter"/>
              </a:defRPr>
            </a:pPr>
            <a:r>
              <a:t>born of the Father before all ages.</a:t>
            </a:r>
          </a:p>
          <a:p>
            <a:pPr algn="ctr">
              <a:spcAft>
                <a:spcPts val="800"/>
              </a:spcAft>
              <a:defRPr sz="5000" b="0" i="0">
                <a:solidFill>
                  <a:srgbClr val="F0FDF4"/>
                </a:solidFill>
                <a:latin typeface="Inter"/>
              </a:defRPr>
            </a:pPr>
            <a:r>
              <a:t>God from God, Light from Light,</a:t>
            </a:r>
          </a:p>
          <a:p>
            <a:pPr algn="ctr">
              <a:spcAft>
                <a:spcPts val="800"/>
              </a:spcAft>
              <a:defRPr sz="5000" b="0" i="0">
                <a:solidFill>
                  <a:srgbClr val="F0FDF4"/>
                </a:solidFill>
                <a:latin typeface="Inter"/>
              </a:defRPr>
            </a:pPr>
            <a:r>
              <a:t>true God from true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begotten, not made, consubstantial with the Father;</a:t>
            </a:r>
          </a:p>
          <a:p>
            <a:pPr algn="ctr">
              <a:spcAft>
                <a:spcPts val="800"/>
              </a:spcAft>
              <a:defRPr sz="5000" b="0" i="0">
                <a:solidFill>
                  <a:srgbClr val="F0FDF4"/>
                </a:solidFill>
                <a:latin typeface="Inter"/>
              </a:defRPr>
            </a:pPr>
            <a:r>
              <a:t>through him all things were made.</a:t>
            </a:r>
          </a:p>
          <a:p>
            <a:pPr algn="ctr">
              <a:spcAft>
                <a:spcPts val="800"/>
              </a:spcAft>
              <a:defRPr sz="5000" b="0" i="0">
                <a:solidFill>
                  <a:srgbClr val="F0FDF4"/>
                </a:solidFill>
                <a:latin typeface="Inter"/>
              </a:defRPr>
            </a:pPr>
            <a:r>
              <a:t>For us men and for our salvation</a:t>
            </a:r>
          </a:p>
          <a:p>
            <a:pPr algn="ctr">
              <a:spcAft>
                <a:spcPts val="800"/>
              </a:spcAft>
              <a:defRPr sz="5000" b="0" i="0">
                <a:solidFill>
                  <a:srgbClr val="F0FDF4"/>
                </a:solidFill>
                <a:latin typeface="Inter"/>
              </a:defRPr>
            </a:pPr>
            <a:r>
              <a:t>he came down from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by the Holy Spirit was incarnate of the Virgin Mary,</a:t>
            </a:r>
          </a:p>
          <a:p>
            <a:pPr algn="ctr">
              <a:spcAft>
                <a:spcPts val="800"/>
              </a:spcAft>
              <a:defRPr sz="5000" b="0" i="0">
                <a:solidFill>
                  <a:srgbClr val="F0FDF4"/>
                </a:solidFill>
                <a:latin typeface="Inter"/>
              </a:defRPr>
            </a:pPr>
            <a:r>
              <a:t>and became man.</a:t>
            </a:r>
          </a:p>
          <a:p>
            <a:pPr algn="ctr">
              <a:spcAft>
                <a:spcPts val="800"/>
              </a:spcAft>
              <a:defRPr sz="5000" b="0" i="0">
                <a:solidFill>
                  <a:srgbClr val="F0FDF4"/>
                </a:solidFill>
                <a:latin typeface="Inter"/>
              </a:defRPr>
            </a:pPr>
            <a:r>
              <a:t>For our sake he was crucified under Pontius Pilate,</a:t>
            </a:r>
          </a:p>
          <a:p>
            <a:pPr algn="ctr">
              <a:spcAft>
                <a:spcPts val="800"/>
              </a:spcAft>
              <a:defRPr sz="5000" b="0" i="0">
                <a:solidFill>
                  <a:srgbClr val="F0FDF4"/>
                </a:solidFill>
                <a:latin typeface="Inter"/>
              </a:defRPr>
            </a:pPr>
            <a:r>
              <a:t>he suffered death and was buried,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rose again on the third day</a:t>
            </a:r>
          </a:p>
          <a:p>
            <a:pPr algn="ctr">
              <a:spcAft>
                <a:spcPts val="800"/>
              </a:spcAft>
              <a:defRPr sz="5000" b="0" i="0">
                <a:solidFill>
                  <a:srgbClr val="F0FDF4"/>
                </a:solidFill>
                <a:latin typeface="Inter"/>
              </a:defRPr>
            </a:pPr>
            <a:r>
              <a:t>in accordance with the Scriptures.</a:t>
            </a:r>
          </a:p>
          <a:p>
            <a:pPr algn="ctr">
              <a:spcAft>
                <a:spcPts val="800"/>
              </a:spcAft>
              <a:defRPr sz="5000" b="0" i="0">
                <a:solidFill>
                  <a:srgbClr val="F0FDF4"/>
                </a:solidFill>
                <a:latin typeface="Inter"/>
              </a:defRPr>
            </a:pPr>
            <a:r>
              <a:t>He ascended into heaven</a:t>
            </a:r>
          </a:p>
          <a:p>
            <a:pPr algn="ctr">
              <a:spcAft>
                <a:spcPts val="800"/>
              </a:spcAft>
              <a:defRPr sz="5000" b="0" i="0">
                <a:solidFill>
                  <a:srgbClr val="F0FDF4"/>
                </a:solidFill>
                <a:latin typeface="Inter"/>
              </a:defRPr>
            </a:pPr>
            <a:r>
              <a:t>and is seated at the right hand of the Father.</a:t>
            </a:r>
          </a:p>
          <a:p>
            <a:pPr algn="ctr">
              <a:spcAft>
                <a:spcPts val="800"/>
              </a:spcAft>
              <a:defRPr sz="50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(5/8)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to judge the living and the dead</a:t>
            </a:r>
          </a:p>
          <a:p>
            <a:pPr algn="ctr">
              <a:spcAft>
                <a:spcPts val="800"/>
              </a:spcAft>
              <a:defRPr sz="5000" b="0" i="0">
                <a:solidFill>
                  <a:srgbClr val="F0FDF4"/>
                </a:solidFill>
                <a:latin typeface="Inter"/>
              </a:defRPr>
            </a:pPr>
            <a:r>
              <a:t>and his kingdom will have no end.</a:t>
            </a:r>
          </a:p>
          <a:p>
            <a:pPr algn="ctr">
              <a:spcAft>
                <a:spcPts val="800"/>
              </a:spcAft>
              <a:defRPr sz="5000" b="0" i="0">
                <a:solidFill>
                  <a:srgbClr val="F0FDF4"/>
                </a:solidFill>
                <a:latin typeface="Inter"/>
              </a:defRPr>
            </a:pPr>
            <a:r>
              <a:t>I believe in the Holy Spirit, the Lord, the giver of life,</a:t>
            </a:r>
          </a:p>
          <a:p>
            <a:pPr algn="ctr">
              <a:spcAft>
                <a:spcPts val="800"/>
              </a:spcAft>
              <a:defRPr sz="5000" b="0" i="0">
                <a:solidFill>
                  <a:srgbClr val="F0FDF4"/>
                </a:solidFill>
                <a:latin typeface="Inter"/>
              </a:defRPr>
            </a:pPr>
            <a:r>
              <a:t>who proceeds from the Father and the Son,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(6/8)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who with the Father and the Son is adored and glorified,</a:t>
            </a:r>
          </a:p>
          <a:p>
            <a:pPr algn="ctr">
              <a:spcAft>
                <a:spcPts val="800"/>
              </a:spcAft>
              <a:defRPr sz="5000" b="0" i="0">
                <a:solidFill>
                  <a:srgbClr val="F0FDF4"/>
                </a:solidFill>
                <a:latin typeface="Inter"/>
              </a:defRPr>
            </a:pPr>
            <a:r>
              <a:t>who has spoken through the prophets.</a:t>
            </a:r>
          </a:p>
          <a:p>
            <a:pPr algn="ctr">
              <a:spcAft>
                <a:spcPts val="800"/>
              </a:spcAft>
              <a:defRPr sz="5000" b="0" i="0">
                <a:solidFill>
                  <a:srgbClr val="F0FDF4"/>
                </a:solidFill>
                <a:latin typeface="Inter"/>
              </a:defRPr>
            </a:pPr>
            <a:r>
              <a:t>I believe in one, holy, catholic and apostolic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(7/8)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I confess one Baptism for the forgiveness of sins</a:t>
            </a:r>
          </a:p>
          <a:p>
            <a:pPr algn="ctr">
              <a:spcAft>
                <a:spcPts val="800"/>
              </a:spcAft>
              <a:defRPr sz="5000" b="0" i="0">
                <a:solidFill>
                  <a:srgbClr val="F0FDF4"/>
                </a:solidFill>
                <a:latin typeface="Inter"/>
              </a:defRPr>
            </a:pPr>
            <a:r>
              <a:t>and I look forward to the resurrection of the dead</a:t>
            </a:r>
          </a:p>
          <a:p>
            <a:pPr algn="ctr">
              <a:spcAft>
                <a:spcPts val="800"/>
              </a:spcAft>
              <a:defRPr sz="50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(8/8)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Priest concludes the Prayer of the Faithful with a prayer in full, for example:</a:t>
            </a:r>
          </a:p>
          <a:p>
            <a:pPr algn="ctr">
              <a:spcBef>
                <a:spcPts val="400"/>
              </a:spcBef>
              <a:spcAft>
                <a:spcPts val="500"/>
              </a:spcAft>
              <a:defRPr sz="2000" b="1" i="0">
                <a:solidFill>
                  <a:srgbClr val="86EFAC"/>
                </a:solidFill>
                <a:latin typeface="Inter"/>
              </a:defRPr>
            </a:pPr>
            <a:r>
              <a:t>Priest: Heavenly Father, hear the prayers of the Church, which we make through Christ our Lord.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Pray, brethren, that my sacrifice and yours may be acceptable to God, the almighty Father.</a:t>
            </a:r>
          </a:p>
          <a:p>
            <a:pPr algn="ctr">
              <a:spcBef>
                <a:spcPts val="400"/>
              </a:spcBef>
              <a:spcAft>
                <a:spcPts val="500"/>
              </a:spcAft>
              <a:defRPr sz="20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Lift up your hearts.</a:t>
            </a:r>
          </a:p>
          <a:p>
            <a:pPr algn="ctr">
              <a:spcBef>
                <a:spcPts val="400"/>
              </a:spcBef>
              <a:spcAft>
                <a:spcPts val="500"/>
              </a:spcAft>
              <a:defRPr sz="2000" b="1" i="0">
                <a:solidFill>
                  <a:srgbClr val="F0FDF4"/>
                </a:solidFill>
                <a:latin typeface="Inter"/>
              </a:defRPr>
            </a:pPr>
            <a:r>
              <a:t>All: We lift them up to the Lord.</a:t>
            </a:r>
          </a:p>
          <a:p>
            <a:pPr algn="ctr">
              <a:spcBef>
                <a:spcPts val="400"/>
              </a:spcBef>
              <a:spcAft>
                <a:spcPts val="500"/>
              </a:spcAft>
              <a:defRPr sz="2000" b="1" i="0">
                <a:solidFill>
                  <a:srgbClr val="86EFAC"/>
                </a:solidFill>
                <a:latin typeface="Inter"/>
              </a:defRPr>
            </a:pPr>
            <a:r>
              <a:t>Priest: Let us give thanks to the Lord our God.</a:t>
            </a:r>
          </a:p>
          <a:p>
            <a:pPr algn="ctr">
              <a:spcBef>
                <a:spcPts val="400"/>
              </a:spcBef>
              <a:spcAft>
                <a:spcPts val="500"/>
              </a:spcAft>
              <a:defRPr sz="20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Holy, Holy, Holy Lord God of hosts.</a:t>
            </a:r>
          </a:p>
          <a:p>
            <a:pPr algn="ctr">
              <a:spcAft>
                <a:spcPts val="800"/>
              </a:spcAft>
              <a:defRPr sz="5000" b="0" i="0">
                <a:solidFill>
                  <a:srgbClr val="F0FDF4"/>
                </a:solidFill>
                <a:latin typeface="Inter"/>
              </a:defRPr>
            </a:pPr>
            <a:r>
              <a:t>Heaven and earth are full of your glory.</a:t>
            </a:r>
          </a:p>
          <a:p>
            <a:pPr algn="ctr">
              <a:spcAft>
                <a:spcPts val="800"/>
              </a:spcAft>
              <a:defRPr sz="5000" b="0" i="0">
                <a:solidFill>
                  <a:srgbClr val="F0FDF4"/>
                </a:solidFill>
                <a:latin typeface="Inter"/>
              </a:defRPr>
            </a:pPr>
            <a:r>
              <a:t>Hosanna in the highest.</a:t>
            </a:r>
          </a:p>
          <a:p>
            <a:pPr algn="ctr">
              <a:spcAft>
                <a:spcPts val="800"/>
              </a:spcAft>
              <a:defRPr sz="5000" b="0" i="0">
                <a:solidFill>
                  <a:srgbClr val="F0FDF4"/>
                </a:solidFill>
                <a:latin typeface="Inter"/>
              </a:defRPr>
            </a:pPr>
            <a:r>
              <a:t>Blessed is he who comes in the name of the Lord.</a:t>
            </a:r>
          </a:p>
          <a:p>
            <a:pPr algn="ctr">
              <a:spcAft>
                <a:spcPts val="800"/>
              </a:spcAft>
              <a:defRPr sz="50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Sanctus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We proclaim your Death, O Lord,</a:t>
            </a:r>
          </a:p>
          <a:p>
            <a:pPr algn="ctr">
              <a:spcAft>
                <a:spcPts val="500"/>
              </a:spcAft>
              <a:defRPr sz="1900" b="0" i="0">
                <a:solidFill>
                  <a:srgbClr val="F0FDF4"/>
                </a:solidFill>
                <a:latin typeface="Inter"/>
              </a:defRPr>
            </a:pPr>
            <a:r>
              <a:t>and profess your Resurrection</a:t>
            </a:r>
          </a:p>
          <a:p>
            <a:pPr algn="ctr">
              <a:spcAft>
                <a:spcPts val="500"/>
              </a:spcAft>
              <a:defRPr sz="19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Eucharistic Prayer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Great Amen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Our Father, who art in heaven,</a:t>
            </a:r>
          </a:p>
          <a:p>
            <a:pPr algn="ctr">
              <a:spcAft>
                <a:spcPts val="800"/>
              </a:spcAft>
              <a:defRPr sz="5000" b="0" i="0">
                <a:solidFill>
                  <a:srgbClr val="F0FDF4"/>
                </a:solidFill>
                <a:latin typeface="Inter"/>
              </a:defRPr>
            </a:pPr>
            <a:r>
              <a:t>hallowed be thy name;</a:t>
            </a:r>
          </a:p>
          <a:p>
            <a:pPr algn="ctr">
              <a:spcAft>
                <a:spcPts val="800"/>
              </a:spcAft>
              <a:defRPr sz="5000" b="0" i="0">
                <a:solidFill>
                  <a:srgbClr val="F0FDF4"/>
                </a:solidFill>
                <a:latin typeface="Inter"/>
              </a:defRPr>
            </a:pPr>
            <a:r>
              <a:t>thy kingdom come,</a:t>
            </a:r>
          </a:p>
          <a:p>
            <a:pPr algn="ctr">
              <a:spcAft>
                <a:spcPts val="800"/>
              </a:spcAft>
              <a:defRPr sz="5000" b="0" i="0">
                <a:solidFill>
                  <a:srgbClr val="F0FDF4"/>
                </a:solidFill>
                <a:latin typeface="Inter"/>
              </a:defRPr>
            </a:pPr>
            <a:r>
              <a:t>thy will be done,</a:t>
            </a:r>
          </a:p>
          <a:p>
            <a:pPr algn="ctr">
              <a:spcAft>
                <a:spcPts val="800"/>
              </a:spcAft>
              <a:defRPr sz="5000" b="0" i="0">
                <a:solidFill>
                  <a:srgbClr val="F0FDF4"/>
                </a:solidFill>
                <a:latin typeface="Inter"/>
              </a:defRPr>
            </a:pPr>
            <a:r>
              <a:t>on earth as it is in heaven.</a:t>
            </a:r>
          </a:p>
          <a:p>
            <a:pPr algn="ctr">
              <a:spcAft>
                <a:spcPts val="800"/>
              </a:spcAft>
              <a:defRPr sz="5000" b="0" i="0">
                <a:solidFill>
                  <a:srgbClr val="F0FDF4"/>
                </a:solidFill>
                <a:latin typeface="Inter"/>
              </a:defRPr>
            </a:pPr>
            <a:r>
              <a:t>Give us this day our daily bread;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forgive us our trespasses,</a:t>
            </a:r>
          </a:p>
          <a:p>
            <a:pPr algn="ctr">
              <a:spcAft>
                <a:spcPts val="800"/>
              </a:spcAft>
              <a:defRPr sz="5000" b="0" i="0">
                <a:solidFill>
                  <a:srgbClr val="F0FDF4"/>
                </a:solidFill>
                <a:latin typeface="Inter"/>
              </a:defRPr>
            </a:pPr>
            <a:r>
              <a:t>as we forgive those who trespass against us;</a:t>
            </a:r>
          </a:p>
          <a:p>
            <a:pPr algn="ctr">
              <a:spcAft>
                <a:spcPts val="800"/>
              </a:spcAft>
              <a:defRPr sz="5000" b="0" i="0">
                <a:solidFill>
                  <a:srgbClr val="F0FDF4"/>
                </a:solidFill>
                <a:latin typeface="Inter"/>
              </a:defRPr>
            </a:pPr>
            <a:r>
              <a:t>and lead us not into temptation,</a:t>
            </a:r>
          </a:p>
          <a:p>
            <a:pPr algn="ctr">
              <a:spcAft>
                <a:spcPts val="800"/>
              </a:spcAft>
              <a:defRPr sz="50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(3/4)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(4/4)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peace of the Lord be with you always.</a:t>
            </a:r>
          </a:p>
          <a:p>
            <a:pPr algn="ctr">
              <a:spcBef>
                <a:spcPts val="400"/>
              </a:spcBef>
              <a:spcAft>
                <a:spcPts val="500"/>
              </a:spcAft>
              <a:defRPr sz="20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Sign of Peace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(1/2)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(2/2)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20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MASS COLLECTION</a:t>
            </a:r>
          </a:p>
          <a:p>
            <a:pPr algn="ctr">
              <a:spcAft>
                <a:spcPts val="500"/>
              </a:spcAft>
              <a:defRPr sz="1900" b="0" i="0">
                <a:solidFill>
                  <a:srgbClr val="F0FDF4"/>
                </a:solidFill>
                <a:latin typeface="Inter"/>
              </a:defRPr>
            </a:pPr>
            <a:r>
              <a:t>Thank you for your generosity.</a:t>
            </a:r>
          </a:p>
          <a:p>
            <a:pPr algn="ctr">
              <a:spcAft>
                <a:spcPts val="500"/>
              </a:spcAft>
              <a:defRPr sz="19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Collection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May almighty God bless you, the Father, and the Son, and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Go in peace, glorifying the Lord by your life.</a:t>
            </a:r>
          </a:p>
          <a:p>
            <a:pPr algn="ctr">
              <a:spcBef>
                <a:spcPts val="400"/>
              </a:spcBef>
              <a:spcAft>
                <a:spcPts val="500"/>
              </a:spcAft>
              <a:defRPr sz="20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Final Blessing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6:51-58)</a:t>
            </a:r>
          </a:p>
          <a:p>
            <a:pPr>
              <a:spcAft>
                <a:spcPts val="300"/>
              </a:spcAft>
              <a:defRPr sz="2100" b="0" i="0">
                <a:solidFill>
                  <a:srgbClr val="F0FDF4"/>
                </a:solidFill>
                <a:latin typeface="Inter"/>
              </a:defRPr>
            </a:pPr>
            <a:r>
              <a:t>“I am the living bread that came down from heaven; whoever eats this bread will live forever; and the bread that I will give is my flesh for the life of the world.”</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