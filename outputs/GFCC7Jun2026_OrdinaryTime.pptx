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67512"/>
            <a:ext cx="16459200" cy="960120"/>
          </a:xfrm>
          <a:prstGeom prst="rect">
            <a:avLst/>
          </a:prstGeom>
          <a:noFill/>
        </p:spPr>
        <p:txBody>
          <a:bodyPr wrap="square" lIns="109728" rIns="109728" tIns="73152" bIns="73152">
            <a:noAutofit/>
          </a:bodyPr>
          <a:lstStyle/>
          <a:p>
            <a:pPr algn="ctr">
              <a:defRPr sz="5500" b="1" i="0">
                <a:solidFill>
                  <a:srgbClr val="86EFAC"/>
                </a:solidFill>
                <a:latin typeface="Inter"/>
              </a:defRPr>
            </a:pPr>
            <a:r>
              <a:t>Ordinary Time Celebration</a:t>
            </a:r>
          </a:p>
        </p:txBody>
      </p:sp>
      <p:sp>
        <p:nvSpPr>
          <p:cNvPr id="3" name="TextBox 2"/>
          <p:cNvSpPr txBox="1"/>
          <p:nvPr/>
        </p:nvSpPr>
        <p:spPr>
          <a:xfrm>
            <a:off x="914400" y="1719072"/>
            <a:ext cx="16459200" cy="3108960"/>
          </a:xfrm>
          <a:prstGeom prst="rect">
            <a:avLst/>
          </a:prstGeom>
          <a:noFill/>
        </p:spPr>
        <p:txBody>
          <a:bodyPr wrap="square" lIns="109728" rIns="109728" tIns="73152" bIns="73152">
            <a:noAutofit/>
          </a:bodyPr>
          <a:lstStyle/>
          <a:p>
            <a:pPr algn="ctr">
              <a:spcAft>
                <a:spcPts val="500"/>
              </a:spcAft>
              <a:defRPr sz="5500" b="0" i="0">
                <a:solidFill>
                  <a:srgbClr val="F0FDF4"/>
                </a:solidFill>
                <a:latin typeface="Inter"/>
              </a:defRPr>
            </a:pPr>
            <a:r>
              <a:t>2026-06-07</a:t>
            </a:r>
          </a:p>
          <a:p>
            <a:pPr algn="ctr">
              <a:spcAft>
                <a:spcPts val="500"/>
              </a:spcAft>
              <a:defRPr sz="5500" b="0" i="0">
                <a:solidFill>
                  <a:srgbClr val="F0FDF4"/>
                </a:solidFill>
                <a:latin typeface="Inter"/>
              </a:defRPr>
            </a:pPr>
            <a:r>
              <a:t>Celebrant: Rev. Fr. Jonrey Lauron, RCJ</a:t>
            </a:r>
          </a:p>
          <a:p>
            <a:pPr algn="ctr">
              <a:spcAft>
                <a:spcPts val="500"/>
              </a:spcAft>
              <a:defRPr sz="5500" b="0" i="0">
                <a:solidFill>
                  <a:srgbClr val="F0FDF4"/>
                </a:solidFill>
                <a:latin typeface="Inter"/>
              </a:defRPr>
            </a:pPr>
            <a:r>
              <a:t>Gospel: John 6:51-58</a:t>
            </a:r>
            <a:br/>
            <a:r>
              <a:t>Season: Ordinary Time · Sunday Lectionary Year A</a:t>
            </a:r>
          </a:p>
          <a:p>
            <a:pPr algn="ctr">
              <a:spcAft>
                <a:spcPts val="500"/>
              </a:spcAft>
              <a:defRPr sz="5500" b="0" i="0">
                <a:solidFill>
                  <a:srgbClr val="F0FDF4"/>
                </a:solidFill>
                <a:latin typeface="Inter"/>
              </a:defRPr>
            </a:pPr>
            <a:r>
              <a:t>Excerpt:</a:t>
            </a:r>
            <a:br/>
            <a:r>
              <a:t>“I am the living bread that came down from heaven; whoever eats this bread will live forever; and the bread that I will give is my flesh for the life of the world.”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YAHWEH'S PEOPLE DANCE FOR JOY</a:t>
            </a:r>
          </a:p>
          <a:p>
            <a:pPr algn="ctr">
              <a:lnSpc>
                <a:spcPct val="100000"/>
              </a:lnSpc>
              <a:spcAft>
                <a:spcPts val="600"/>
              </a:spcAft>
              <a:defRPr sz="5200" b="1" i="0">
                <a:solidFill>
                  <a:srgbClr val="FFFFFF"/>
                </a:solidFill>
                <a:latin typeface="Arial Black"/>
              </a:defRPr>
            </a:pPr>
            <a:r>
              <a:t>O COME BEFORE THE LORD</a:t>
            </a:r>
          </a:p>
          <a:p>
            <a:pPr algn="ctr">
              <a:lnSpc>
                <a:spcPct val="100000"/>
              </a:lnSpc>
              <a:spcAft>
                <a:spcPts val="600"/>
              </a:spcAft>
              <a:defRPr sz="5200" b="1" i="0">
                <a:solidFill>
                  <a:srgbClr val="FFFFFF"/>
                </a:solidFill>
                <a:latin typeface="Arial Black"/>
              </a:defRPr>
            </a:pPr>
            <a:r>
              <a:t>AND PLAY FOR HIM ON GLAD TAMBOURINES</a:t>
            </a:r>
          </a:p>
          <a:p>
            <a:pPr algn="ctr">
              <a:lnSpc>
                <a:spcPct val="100000"/>
              </a:lnSpc>
              <a:spcAft>
                <a:spcPts val="600"/>
              </a:spcAft>
              <a:defRPr sz="5200" b="1" i="0">
                <a:solidFill>
                  <a:srgbClr val="FFFFFF"/>
                </a:solidFill>
                <a:latin typeface="Arial Black"/>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RISE, O CHILDREN, FROM YOUR SLEEP;</a:t>
            </a:r>
          </a:p>
          <a:p>
            <a:pPr algn="ctr">
              <a:lnSpc>
                <a:spcPct val="100000"/>
              </a:lnSpc>
              <a:spcAft>
                <a:spcPts val="600"/>
              </a:spcAft>
              <a:defRPr sz="5200" b="1" i="0">
                <a:solidFill>
                  <a:srgbClr val="FFFFFF"/>
                </a:solidFill>
                <a:latin typeface="Arial Black"/>
              </a:defRPr>
            </a:pPr>
            <a:r>
              <a:t>YOUR SAVIOR NOW HAS COME</a:t>
            </a:r>
          </a:p>
          <a:p>
            <a:pPr algn="ctr">
              <a:lnSpc>
                <a:spcPct val="100000"/>
              </a:lnSpc>
              <a:spcAft>
                <a:spcPts val="600"/>
              </a:spcAft>
              <a:defRPr sz="5200" b="1" i="0">
                <a:solidFill>
                  <a:srgbClr val="FFFFFF"/>
                </a:solidFill>
                <a:latin typeface="Arial Black"/>
              </a:defRPr>
            </a:pPr>
            <a:r>
              <a:t>HE HAS TURNED YOUR SORROW TO JOY</a:t>
            </a:r>
          </a:p>
          <a:p>
            <a:pPr algn="ctr">
              <a:lnSpc>
                <a:spcPct val="100000"/>
              </a:lnSpc>
              <a:spcAft>
                <a:spcPts val="600"/>
              </a:spcAft>
              <a:defRPr sz="5200" b="1" i="0">
                <a:solidFill>
                  <a:srgbClr val="FFFFFF"/>
                </a:solidFill>
                <a:latin typeface="Arial Black"/>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Glory to God in the highest,</a:t>
            </a:r>
          </a:p>
          <a:p>
            <a:pPr algn="ctr">
              <a:spcAft>
                <a:spcPts val="800"/>
              </a:spcAft>
              <a:defRPr sz="5500" b="0" i="0">
                <a:solidFill>
                  <a:srgbClr val="F0FDF4"/>
                </a:solidFill>
                <a:latin typeface="Inter"/>
              </a:defRPr>
            </a:pPr>
            <a:r>
              <a:t>and on earth peace to people of good will.</a:t>
            </a:r>
          </a:p>
          <a:p>
            <a:pPr algn="ctr">
              <a:spcAft>
                <a:spcPts val="800"/>
              </a:spcAft>
              <a:defRPr sz="5500" b="0" i="0">
                <a:solidFill>
                  <a:srgbClr val="F0FDF4"/>
                </a:solidFill>
                <a:latin typeface="Inter"/>
              </a:defRPr>
            </a:pPr>
            <a:r>
              <a:t>We praise you, we bless you, we adore you,</a:t>
            </a:r>
          </a:p>
          <a:p>
            <a:pPr algn="ctr">
              <a:spcAft>
                <a:spcPts val="800"/>
              </a:spcAft>
              <a:defRPr sz="5500" b="0" i="0">
                <a:solidFill>
                  <a:srgbClr val="F0FDF4"/>
                </a:solidFill>
                <a:latin typeface="Inter"/>
              </a:defRPr>
            </a:pPr>
            <a:r>
              <a:t>we glorify you, we give you thanks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your great glory,</a:t>
            </a:r>
          </a:p>
          <a:p>
            <a:pPr algn="ctr">
              <a:spcAft>
                <a:spcPts val="800"/>
              </a:spcAft>
              <a:defRPr sz="5500" b="0" i="0">
                <a:solidFill>
                  <a:srgbClr val="F0FDF4"/>
                </a:solidFill>
                <a:latin typeface="Inter"/>
              </a:defRPr>
            </a:pPr>
            <a:r>
              <a:t>Lord God, heavenly King, O God, almighty Father.</a:t>
            </a:r>
          </a:p>
          <a:p>
            <a:pPr algn="ctr">
              <a:spcAft>
                <a:spcPts val="800"/>
              </a:spcAft>
              <a:defRPr sz="5500" b="0" i="0">
                <a:solidFill>
                  <a:srgbClr val="F0FDF4"/>
                </a:solidFill>
                <a:latin typeface="Inter"/>
              </a:defRPr>
            </a:pPr>
            <a:r>
              <a:t>Lord Jesus Christ, Only Begotten Son,</a:t>
            </a:r>
          </a:p>
          <a:p>
            <a:pPr algn="ctr">
              <a:spcAft>
                <a:spcPts val="800"/>
              </a:spcAft>
              <a:defRPr sz="5500" b="0" i="0">
                <a:solidFill>
                  <a:srgbClr val="F0FDF4"/>
                </a:solidFill>
                <a:latin typeface="Inter"/>
              </a:defRPr>
            </a:pPr>
            <a:r>
              <a:t>Lord God, Lamb of God, Son of the Father,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take away the sins of the world, have mercy on us;</a:t>
            </a:r>
          </a:p>
          <a:p>
            <a:pPr algn="ctr">
              <a:spcAft>
                <a:spcPts val="800"/>
              </a:spcAft>
              <a:defRPr sz="5500" b="0" i="0">
                <a:solidFill>
                  <a:srgbClr val="F0FDF4"/>
                </a:solidFill>
                <a:latin typeface="Inter"/>
              </a:defRPr>
            </a:pPr>
            <a:r>
              <a:t>you take away the sins of the world, receive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are seated at the right hand of the Father, have mercy on us.</a:t>
            </a:r>
          </a:p>
          <a:p>
            <a:pPr algn="ctr">
              <a:spcAft>
                <a:spcPts val="800"/>
              </a:spcAft>
              <a:defRPr sz="5500" b="0" i="0">
                <a:solidFill>
                  <a:srgbClr val="F0FDF4"/>
                </a:solidFill>
                <a:latin typeface="Inter"/>
              </a:defRPr>
            </a:pPr>
            <a:r>
              <a:t>For you alone are the Holy One,</a:t>
            </a:r>
          </a:p>
          <a:p>
            <a:pPr algn="ctr">
              <a:spcAft>
                <a:spcPts val="800"/>
              </a:spcAft>
              <a:defRPr sz="5500" b="0" i="0">
                <a:solidFill>
                  <a:srgbClr val="F0FDF4"/>
                </a:solidFill>
                <a:latin typeface="Inter"/>
              </a:defRPr>
            </a:pPr>
            <a:r>
              <a:t>you alone are the Lord,</a:t>
            </a:r>
          </a:p>
          <a:p>
            <a:pPr algn="ctr">
              <a:spcAft>
                <a:spcPts val="800"/>
              </a:spcAft>
              <a:defRPr sz="5500" b="0" i="0">
                <a:solidFill>
                  <a:srgbClr val="F0FDF4"/>
                </a:solidFill>
                <a:latin typeface="Inter"/>
              </a:defRPr>
            </a:pPr>
            <a:r>
              <a:t>you alone are the Most High,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Jesus Christ,</a:t>
            </a:r>
          </a:p>
          <a:p>
            <a:pPr algn="ctr">
              <a:spcAft>
                <a:spcPts val="800"/>
              </a:spcAft>
              <a:defRPr sz="5500" b="0" i="0">
                <a:solidFill>
                  <a:srgbClr val="F0FDF4"/>
                </a:solidFill>
                <a:latin typeface="Inter"/>
              </a:defRPr>
            </a:pPr>
            <a:r>
              <a:t>with the Holy Spirit,</a:t>
            </a:r>
          </a:p>
          <a:p>
            <a:pPr algn="ctr">
              <a:spcAft>
                <a:spcPts val="800"/>
              </a:spcAft>
              <a:defRPr sz="5500" b="0" i="0">
                <a:solidFill>
                  <a:srgbClr val="F0FDF4"/>
                </a:solidFill>
                <a:latin typeface="Inter"/>
              </a:defRPr>
            </a:pPr>
            <a:r>
              <a:t>in the glory of God the Father.</a:t>
            </a:r>
          </a:p>
          <a:p>
            <a:pPr algn="ctr">
              <a:spcAft>
                <a:spcPts val="800"/>
              </a:spcAft>
              <a:defRPr sz="55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YOU SATISFY THE HUNGRY HEART</a:t>
            </a:r>
          </a:p>
          <a:p>
            <a:pPr algn="ctr">
              <a:lnSpc>
                <a:spcPct val="100000"/>
              </a:lnSpc>
              <a:spcAft>
                <a:spcPts val="600"/>
              </a:spcAft>
              <a:defRPr sz="5500" b="1" i="0">
                <a:solidFill>
                  <a:srgbClr val="FFFFFF"/>
                </a:solidFill>
                <a:latin typeface="Arial Black"/>
              </a:defRPr>
            </a:pPr>
            <a:r>
              <a:t>WITH GIFT OF FINEST WHEAT,</a:t>
            </a:r>
          </a:p>
          <a:p>
            <a:pPr algn="ctr">
              <a:lnSpc>
                <a:spcPct val="100000"/>
              </a:lnSpc>
              <a:spcAft>
                <a:spcPts val="600"/>
              </a:spcAft>
              <a:defRPr sz="5500" b="1" i="0">
                <a:solidFill>
                  <a:srgbClr val="FFFFFF"/>
                </a:solidFill>
                <a:latin typeface="Arial Black"/>
              </a:defRPr>
            </a:pPr>
            <a:r>
              <a:t>COME GIVE TO US, O SAVING LORD,</a:t>
            </a:r>
          </a:p>
          <a:p>
            <a:pPr algn="ctr">
              <a:lnSpc>
                <a:spcPct val="100000"/>
              </a:lnSpc>
              <a:spcAft>
                <a:spcPts val="6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AS WHEN THE GRAIN BY SAINTS BELIEVED</a:t>
            </a:r>
          </a:p>
          <a:p>
            <a:pPr algn="ctr">
              <a:lnSpc>
                <a:spcPct val="100000"/>
              </a:lnSpc>
              <a:spcAft>
                <a:spcPts val="600"/>
              </a:spcAft>
              <a:defRPr sz="5500" b="1" i="0">
                <a:solidFill>
                  <a:srgbClr val="FFFFFF"/>
                </a:solidFill>
                <a:latin typeface="Arial Black"/>
              </a:defRPr>
            </a:pPr>
            <a:r>
              <a:t>WAS BLESSED AND BROKEN, LORD,</a:t>
            </a:r>
          </a:p>
          <a:p>
            <a:pPr algn="ctr">
              <a:lnSpc>
                <a:spcPct val="100000"/>
              </a:lnSpc>
              <a:spcAft>
                <a:spcPts val="600"/>
              </a:spcAft>
              <a:defRPr sz="5500" b="1" i="0">
                <a:solidFill>
                  <a:srgbClr val="FFFFFF"/>
                </a:solidFill>
                <a:latin typeface="Arial Black"/>
              </a:defRPr>
            </a:pPr>
            <a:r>
              <a:t>SO MAY YOUR CHURCH IN LANDS TODAY</a:t>
            </a:r>
          </a:p>
          <a:p>
            <a:pPr algn="ctr">
              <a:lnSpc>
                <a:spcPct val="100000"/>
              </a:lnSpc>
              <a:spcAft>
                <a:spcPts val="600"/>
              </a:spcAft>
              <a:defRPr sz="5500" b="1" i="0">
                <a:solidFill>
                  <a:srgbClr val="FFFFFF"/>
                </a:solidFill>
                <a:latin typeface="Arial Black"/>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 LORD OF HARVEST, GRANT THAT WE</a:t>
            </a:r>
          </a:p>
          <a:p>
            <a:pPr algn="ctr">
              <a:lnSpc>
                <a:spcPct val="100000"/>
              </a:lnSpc>
              <a:spcAft>
                <a:spcPts val="600"/>
              </a:spcAft>
              <a:defRPr sz="5500" b="1" i="0">
                <a:solidFill>
                  <a:srgbClr val="FFFFFF"/>
                </a:solidFill>
                <a:latin typeface="Arial Black"/>
              </a:defRPr>
            </a:pPr>
            <a:r>
              <a:t>WHO SHARE THIS MYSTERY HERE</a:t>
            </a:r>
          </a:p>
          <a:p>
            <a:pPr algn="ctr">
              <a:lnSpc>
                <a:spcPct val="100000"/>
              </a:lnSpc>
              <a:spcAft>
                <a:spcPts val="600"/>
              </a:spcAft>
              <a:defRPr sz="5500" b="1" i="0">
                <a:solidFill>
                  <a:srgbClr val="FFFFFF"/>
                </a:solidFill>
                <a:latin typeface="Arial Black"/>
              </a:defRPr>
            </a:pPr>
            <a:r>
              <a:t>MAY FOLLOW YOU UNCEASINGLY</a:t>
            </a:r>
          </a:p>
          <a:p>
            <a:pPr algn="ctr">
              <a:lnSpc>
                <a:spcPct val="100000"/>
              </a:lnSpc>
              <a:spcAft>
                <a:spcPts val="600"/>
              </a:spcAft>
              <a:defRPr sz="5500" b="1" i="0">
                <a:solidFill>
                  <a:srgbClr val="FFFFFF"/>
                </a:solidFill>
                <a:latin typeface="Arial Black"/>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ONE BREAD, ONE CUP, ONE LIFE, ONE LORD—</a:t>
            </a:r>
          </a:p>
          <a:p>
            <a:pPr algn="ctr">
              <a:lnSpc>
                <a:spcPct val="100000"/>
              </a:lnSpc>
              <a:spcAft>
                <a:spcPts val="600"/>
              </a:spcAft>
              <a:defRPr sz="5500" b="1" i="0">
                <a:solidFill>
                  <a:srgbClr val="FFFFFF"/>
                </a:solidFill>
                <a:latin typeface="Arial Black"/>
              </a:defRPr>
            </a:pPr>
            <a:r>
              <a:t>WE OFFER, CHRIST, TO YOU;</a:t>
            </a:r>
          </a:p>
          <a:p>
            <a:pPr algn="ctr">
              <a:lnSpc>
                <a:spcPct val="100000"/>
              </a:lnSpc>
              <a:spcAft>
                <a:spcPts val="600"/>
              </a:spcAft>
              <a:defRPr sz="5500" b="1" i="0">
                <a:solidFill>
                  <a:srgbClr val="FFFFFF"/>
                </a:solidFill>
                <a:latin typeface="Arial Black"/>
              </a:defRPr>
            </a:pPr>
            <a:r>
              <a:t>UNTIL WE SHARE YOUR BANQUET BOARD</a:t>
            </a:r>
          </a:p>
          <a:p>
            <a:pPr algn="ctr">
              <a:lnSpc>
                <a:spcPct val="100000"/>
              </a:lnSpc>
              <a:spcAft>
                <a:spcPts val="6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peace of the Lord be with you always.</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have mercy on us.</a:t>
            </a:r>
          </a:p>
          <a:p>
            <a:pPr algn="ctr">
              <a:spcAft>
                <a:spcPts val="800"/>
              </a:spcAft>
              <a:defRPr sz="5500" b="0"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have mercy on 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 (2/2)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ILUOM LAHAT NG TAKOT SA IYONG DAMDAMIN</a:t>
            </a:r>
          </a:p>
          <a:p>
            <a:pPr algn="ctr">
              <a:lnSpc>
                <a:spcPct val="100000"/>
              </a:lnSpc>
              <a:spcAft>
                <a:spcPts val="600"/>
              </a:spcAft>
              <a:defRPr sz="5500" b="1" i="0">
                <a:solidFill>
                  <a:srgbClr val="FFFFFF"/>
                </a:solidFill>
                <a:latin typeface="Arial Black"/>
              </a:defRPr>
            </a:pPr>
            <a:r>
              <a:t>ANG PANGALAN N'YA LAGI ANG TAWAGIN</a:t>
            </a:r>
          </a:p>
          <a:p>
            <a:pPr algn="ctr">
              <a:lnSpc>
                <a:spcPct val="100000"/>
              </a:lnSpc>
              <a:spcAft>
                <a:spcPts val="600"/>
              </a:spcAft>
              <a:defRPr sz="5500" b="1" i="0">
                <a:solidFill>
                  <a:srgbClr val="FFFFFF"/>
                </a:solidFill>
                <a:latin typeface="Arial Black"/>
              </a:defRPr>
            </a:pPr>
            <a:r>
              <a:t>AT SIYA'Y NAKIKINIG</a:t>
            </a:r>
          </a:p>
          <a:p>
            <a:pPr algn="ctr">
              <a:lnSpc>
                <a:spcPct val="100000"/>
              </a:lnSpc>
              <a:spcAft>
                <a:spcPts val="6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MAGMASID</a:t>
            </a:r>
          </a:p>
          <a:p>
            <a:pPr algn="ctr">
              <a:lnSpc>
                <a:spcPct val="100000"/>
              </a:lnSpc>
              <a:spcAft>
                <a:spcPts val="600"/>
              </a:spcAft>
              <a:defRPr sz="5500" b="1" i="0">
                <a:solidFill>
                  <a:srgbClr val="FFFFFF"/>
                </a:solidFill>
                <a:latin typeface="Arial Black"/>
              </a:defRPr>
            </a:pPr>
            <a:r>
              <a:t>AT MAMULAT SA KANYANG KAPANGYARIHAN</a:t>
            </a:r>
          </a:p>
          <a:p>
            <a:pPr algn="ctr">
              <a:lnSpc>
                <a:spcPct val="100000"/>
              </a:lnSpc>
              <a:spcAft>
                <a:spcPts val="600"/>
              </a:spcAft>
              <a:defRPr sz="5500" b="1" i="0">
                <a:solidFill>
                  <a:srgbClr val="FFFFFF"/>
                </a:solidFill>
                <a:latin typeface="Arial Black"/>
              </a:defRPr>
            </a:pPr>
            <a:r>
              <a:t>NABATID MO BA NA SIYA'Y NAGLALAAN</a:t>
            </a:r>
          </a:p>
          <a:p>
            <a:pPr algn="ctr">
              <a:lnSpc>
                <a:spcPct val="100000"/>
              </a:lnSpc>
              <a:spcAft>
                <a:spcPts val="600"/>
              </a:spcAft>
              <a:defRPr sz="5500" b="1" i="0">
                <a:solidFill>
                  <a:srgbClr val="FFFFFF"/>
                </a:solidFill>
                <a:latin typeface="Arial Black"/>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ANG NGAYON TILA WALANG MARARATING NA BUKAS</a:t>
            </a:r>
          </a:p>
          <a:p>
            <a:pPr algn="ctr">
              <a:lnSpc>
                <a:spcPct val="100000"/>
              </a:lnSpc>
              <a:spcAft>
                <a:spcPts val="600"/>
              </a:spcAft>
              <a:defRPr sz="5500" b="1" i="0">
                <a:solidFill>
                  <a:srgbClr val="FFFFFF"/>
                </a:solidFill>
                <a:latin typeface="Arial Black"/>
              </a:defRPr>
            </a:pPr>
            <a:r>
              <a:t>NGUNIT KUNG SIYA ANG ATING HAYAANG MAGLANDAS</a:t>
            </a:r>
          </a:p>
          <a:p>
            <a:pPr algn="ctr">
              <a:lnSpc>
                <a:spcPct val="100000"/>
              </a:lnSpc>
              <a:spcAft>
                <a:spcPts val="600"/>
              </a:spcAft>
              <a:defRPr sz="55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NATUTULOG</a:t>
            </a:r>
          </a:p>
          <a:p>
            <a:pPr algn="ctr">
              <a:lnSpc>
                <a:spcPct val="100000"/>
              </a:lnSpc>
              <a:spcAft>
                <a:spcPts val="600"/>
              </a:spcAft>
              <a:defRPr sz="5500" b="1" i="0">
                <a:solidFill>
                  <a:srgbClr val="FFFFFF"/>
                </a:solidFill>
                <a:latin typeface="Arial Black"/>
              </a:defRPr>
            </a:pPr>
            <a:r>
              <a:t>HINDI NAKAKALIMOT</a:t>
            </a:r>
          </a:p>
          <a:p>
            <a:pPr algn="ctr">
              <a:lnSpc>
                <a:spcPct val="100000"/>
              </a:lnSpc>
              <a:spcAft>
                <a:spcPts val="600"/>
              </a:spcAft>
              <a:defRPr sz="5500" b="1" i="0">
                <a:solidFill>
                  <a:srgbClr val="FFFFFF"/>
                </a:solidFill>
                <a:latin typeface="Arial Black"/>
              </a:defRPr>
            </a:pPr>
            <a:r>
              <a:t>KAY HESUS MANALIG KA</a:t>
            </a:r>
          </a:p>
          <a:p>
            <a:pPr algn="ctr">
              <a:lnSpc>
                <a:spcPct val="100000"/>
              </a:lnSpc>
              <a:spcAft>
                <a:spcPts val="6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You are Mine</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 WILL COME TO YOU IN THE SILENCE</a:t>
            </a:r>
          </a:p>
          <a:p>
            <a:pPr algn="ctr">
              <a:lnSpc>
                <a:spcPct val="100000"/>
              </a:lnSpc>
              <a:spcAft>
                <a:spcPts val="600"/>
              </a:spcAft>
              <a:defRPr sz="5500" b="1" i="0">
                <a:solidFill>
                  <a:srgbClr val="FFFFFF"/>
                </a:solidFill>
                <a:latin typeface="Arial Black"/>
              </a:defRPr>
            </a:pPr>
            <a:r>
              <a:t>I WILL LIFT YOU FROM ALL YOUR FEAR</a:t>
            </a:r>
          </a:p>
          <a:p>
            <a:pPr algn="ctr">
              <a:lnSpc>
                <a:spcPct val="100000"/>
              </a:lnSpc>
              <a:spcAft>
                <a:spcPts val="600"/>
              </a:spcAft>
              <a:defRPr sz="5500" b="1" i="0">
                <a:solidFill>
                  <a:srgbClr val="FFFFFF"/>
                </a:solidFill>
                <a:latin typeface="Arial Black"/>
              </a:defRPr>
            </a:pPr>
            <a:r>
              <a:t>YOU WILL HEAR MY VOICE</a:t>
            </a:r>
          </a:p>
          <a:p>
            <a:pPr algn="ctr">
              <a:lnSpc>
                <a:spcPct val="100000"/>
              </a:lnSpc>
              <a:spcAft>
                <a:spcPts val="600"/>
              </a:spcAft>
              <a:defRPr sz="5500" b="1" i="0">
                <a:solidFill>
                  <a:srgbClr val="FFFFFF"/>
                </a:solidFill>
                <a:latin typeface="Arial Black"/>
              </a:defRPr>
            </a:pPr>
            <a:r>
              <a:t>I CLAIM YOU AS MY CHOICE</a:t>
            </a:r>
          </a:p>
          <a:p>
            <a:pPr algn="ctr">
              <a:lnSpc>
                <a:spcPct val="100000"/>
              </a:lnSpc>
              <a:spcAft>
                <a:spcPts val="600"/>
              </a:spcAft>
              <a:defRPr sz="5500" b="1" i="0">
                <a:solidFill>
                  <a:srgbClr val="FFFFFF"/>
                </a:solidFill>
                <a:latin typeface="Arial Black"/>
              </a:defRPr>
            </a:pPr>
            <a:r>
              <a:t>BE STILL, AND KNOW I AM NEAR</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I AM HOPE FOR ALL WHO ARE HOPELESS</a:t>
            </a:r>
          </a:p>
          <a:p>
            <a:pPr algn="ctr">
              <a:lnSpc>
                <a:spcPct val="100000"/>
              </a:lnSpc>
              <a:spcAft>
                <a:spcPts val="600"/>
              </a:spcAft>
              <a:defRPr sz="5500" b="1" i="0">
                <a:solidFill>
                  <a:srgbClr val="FFFFFF"/>
                </a:solidFill>
                <a:latin typeface="Arial Black"/>
              </a:defRPr>
            </a:pPr>
            <a:r>
              <a:t>I AM EYES FOR ALL WHO LONG TO SEE</a:t>
            </a:r>
          </a:p>
          <a:p>
            <a:pPr algn="ctr">
              <a:lnSpc>
                <a:spcPct val="100000"/>
              </a:lnSpc>
              <a:spcAft>
                <a:spcPts val="600"/>
              </a:spcAft>
              <a:defRPr sz="5500" b="1" i="0">
                <a:solidFill>
                  <a:srgbClr val="FFFFFF"/>
                </a:solidFill>
                <a:latin typeface="Arial Black"/>
              </a:defRPr>
            </a:pPr>
            <a:r>
              <a:t>IN THE SHADOWS OF THE NIGHT</a:t>
            </a:r>
          </a:p>
          <a:p>
            <a:pPr algn="ctr">
              <a:lnSpc>
                <a:spcPct val="100000"/>
              </a:lnSpc>
              <a:spcAft>
                <a:spcPts val="600"/>
              </a:spcAft>
              <a:defRPr sz="5500" b="1" i="0">
                <a:solidFill>
                  <a:srgbClr val="FFFFFF"/>
                </a:solidFill>
                <a:latin typeface="Arial Black"/>
              </a:defRPr>
            </a:pPr>
            <a:r>
              <a:t>I WILL BE YOUR LIGHT</a:t>
            </a:r>
          </a:p>
          <a:p>
            <a:pPr algn="ctr">
              <a:lnSpc>
                <a:spcPct val="100000"/>
              </a:lnSpc>
              <a:spcAft>
                <a:spcPts val="600"/>
              </a:spcAft>
              <a:defRPr sz="5500" b="1" i="0">
                <a:solidFill>
                  <a:srgbClr val="FFFFFF"/>
                </a:solidFill>
                <a:latin typeface="Arial Black"/>
              </a:defRPr>
            </a:pPr>
            <a:r>
              <a:t>COME AND REST IN 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DO NOT BE AFRAID, I AM WITH YOU</a:t>
            </a:r>
          </a:p>
          <a:p>
            <a:pPr algn="ctr">
              <a:lnSpc>
                <a:spcPct val="100000"/>
              </a:lnSpc>
              <a:spcAft>
                <a:spcPts val="600"/>
              </a:spcAft>
              <a:defRPr sz="5500" b="1" i="1">
                <a:solidFill>
                  <a:srgbClr val="FFB800"/>
                </a:solidFill>
                <a:latin typeface="Arial Black"/>
              </a:defRPr>
            </a:pPr>
            <a:r>
              <a:t>I HAVE CALLED YOU EACH BY NAME</a:t>
            </a:r>
          </a:p>
          <a:p>
            <a:pPr algn="ctr">
              <a:lnSpc>
                <a:spcPct val="100000"/>
              </a:lnSpc>
              <a:spcAft>
                <a:spcPts val="600"/>
              </a:spcAft>
              <a:defRPr sz="5500" b="1" i="1">
                <a:solidFill>
                  <a:srgbClr val="FFB800"/>
                </a:solidFill>
                <a:latin typeface="Arial Black"/>
              </a:defRPr>
            </a:pPr>
            <a:r>
              <a:t>COME AND FOLLOW ME</a:t>
            </a:r>
          </a:p>
          <a:p>
            <a:pPr algn="ctr">
              <a:lnSpc>
                <a:spcPct val="100000"/>
              </a:lnSpc>
              <a:spcAft>
                <a:spcPts val="600"/>
              </a:spcAft>
              <a:defRPr sz="5500" b="1" i="1">
                <a:solidFill>
                  <a:srgbClr val="FFB800"/>
                </a:solidFill>
                <a:latin typeface="Arial Black"/>
              </a:defRPr>
            </a:pPr>
            <a:r>
              <a:t>I WILL BRING YOU HOME</a:t>
            </a:r>
          </a:p>
          <a:p>
            <a:pPr algn="ctr">
              <a:lnSpc>
                <a:spcPct val="100000"/>
              </a:lnSpc>
              <a:spcAft>
                <a:spcPts val="600"/>
              </a:spcAft>
              <a:defRPr sz="5500" b="1" i="1">
                <a:solidFill>
                  <a:srgbClr val="FFB800"/>
                </a:solidFill>
                <a:latin typeface="Arial Black"/>
              </a:defRPr>
            </a:pPr>
            <a:r>
              <a:t>I LOVE YOU AND YOU ARE MINE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I AM STRENGTH FOR ALL THE DESPAIRING</a:t>
            </a:r>
          </a:p>
          <a:p>
            <a:pPr algn="ctr">
              <a:lnSpc>
                <a:spcPct val="100000"/>
              </a:lnSpc>
              <a:spcAft>
                <a:spcPts val="600"/>
              </a:spcAft>
              <a:defRPr sz="5500" b="1" i="0">
                <a:solidFill>
                  <a:srgbClr val="FFFFFF"/>
                </a:solidFill>
                <a:latin typeface="Arial Black"/>
              </a:defRPr>
            </a:pPr>
            <a:r>
              <a:t>HEALING FOR THE ONES WHO DWELL IN SHAME</a:t>
            </a:r>
          </a:p>
          <a:p>
            <a:pPr algn="ctr">
              <a:lnSpc>
                <a:spcPct val="100000"/>
              </a:lnSpc>
              <a:spcAft>
                <a:spcPts val="600"/>
              </a:spcAft>
              <a:defRPr sz="5500" b="1" i="0">
                <a:solidFill>
                  <a:srgbClr val="FFFFFF"/>
                </a:solidFill>
                <a:latin typeface="Arial Black"/>
              </a:defRPr>
            </a:pPr>
            <a:r>
              <a:t>ALL THE BLIND WILL SEE,</a:t>
            </a:r>
          </a:p>
          <a:p>
            <a:pPr algn="ctr">
              <a:lnSpc>
                <a:spcPct val="100000"/>
              </a:lnSpc>
              <a:spcAft>
                <a:spcPts val="600"/>
              </a:spcAft>
              <a:defRPr sz="5500" b="1" i="0">
                <a:solidFill>
                  <a:srgbClr val="FFFFFF"/>
                </a:solidFill>
                <a:latin typeface="Arial Black"/>
              </a:defRPr>
            </a:pPr>
            <a:r>
              <a:t>THE LAME WILL ALL RUN FREE</a:t>
            </a:r>
          </a:p>
          <a:p>
            <a:pPr algn="ctr">
              <a:lnSpc>
                <a:spcPct val="100000"/>
              </a:lnSpc>
              <a:spcAft>
                <a:spcPts val="600"/>
              </a:spcAft>
              <a:defRPr sz="5500" b="1" i="0">
                <a:solidFill>
                  <a:srgbClr val="FFFFFF"/>
                </a:solidFill>
                <a:latin typeface="Arial Black"/>
              </a:defRPr>
            </a:pPr>
            <a:r>
              <a:t>AND ALL WILL KNOW MY NAME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DO NOT BE AFRAID, I AM WITH YOU</a:t>
            </a:r>
          </a:p>
          <a:p>
            <a:pPr algn="ctr">
              <a:lnSpc>
                <a:spcPct val="100000"/>
              </a:lnSpc>
              <a:spcAft>
                <a:spcPts val="600"/>
              </a:spcAft>
              <a:defRPr sz="5500" b="1" i="1">
                <a:solidFill>
                  <a:srgbClr val="FFB800"/>
                </a:solidFill>
                <a:latin typeface="Arial Black"/>
              </a:defRPr>
            </a:pPr>
            <a:r>
              <a:t>I HAVE CALLED YOU EACH BY NAME</a:t>
            </a:r>
          </a:p>
          <a:p>
            <a:pPr algn="ctr">
              <a:lnSpc>
                <a:spcPct val="100000"/>
              </a:lnSpc>
              <a:spcAft>
                <a:spcPts val="600"/>
              </a:spcAft>
              <a:defRPr sz="5500" b="1" i="1">
                <a:solidFill>
                  <a:srgbClr val="FFB800"/>
                </a:solidFill>
                <a:latin typeface="Arial Black"/>
              </a:defRPr>
            </a:pPr>
            <a:r>
              <a:t>COME AND FOLLOW ME</a:t>
            </a:r>
          </a:p>
          <a:p>
            <a:pPr algn="ctr">
              <a:lnSpc>
                <a:spcPct val="100000"/>
              </a:lnSpc>
              <a:spcAft>
                <a:spcPts val="600"/>
              </a:spcAft>
              <a:defRPr sz="5500" b="1" i="1">
                <a:solidFill>
                  <a:srgbClr val="FFB800"/>
                </a:solidFill>
                <a:latin typeface="Arial Black"/>
              </a:defRPr>
            </a:pPr>
            <a:r>
              <a:t>I WILL BRING YOU HOME</a:t>
            </a:r>
          </a:p>
          <a:p>
            <a:pPr algn="ctr">
              <a:lnSpc>
                <a:spcPct val="100000"/>
              </a:lnSpc>
              <a:spcAft>
                <a:spcPts val="600"/>
              </a:spcAft>
              <a:defRPr sz="5500" b="1" i="1">
                <a:solidFill>
                  <a:srgbClr val="FFB800"/>
                </a:solidFill>
                <a:latin typeface="Arial Black"/>
              </a:defRPr>
            </a:pPr>
            <a:r>
              <a:t>I LOVE YOU AND YOU ARE MINE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I AM THE WORD THAT LEADS ALL TO FREEDOM</a:t>
            </a:r>
          </a:p>
          <a:p>
            <a:pPr algn="ctr">
              <a:lnSpc>
                <a:spcPct val="100000"/>
              </a:lnSpc>
              <a:spcAft>
                <a:spcPts val="600"/>
              </a:spcAft>
              <a:defRPr sz="5500" b="1" i="0">
                <a:solidFill>
                  <a:srgbClr val="FFFFFF"/>
                </a:solidFill>
                <a:latin typeface="Arial Black"/>
              </a:defRPr>
            </a:pPr>
            <a:r>
              <a:t>I AM THE PEACE THE WORLD CANNOT GIVE</a:t>
            </a:r>
          </a:p>
          <a:p>
            <a:pPr algn="ctr">
              <a:lnSpc>
                <a:spcPct val="100000"/>
              </a:lnSpc>
              <a:spcAft>
                <a:spcPts val="600"/>
              </a:spcAft>
              <a:defRPr sz="5500" b="1" i="0">
                <a:solidFill>
                  <a:srgbClr val="FFFFFF"/>
                </a:solidFill>
                <a:latin typeface="Arial Black"/>
              </a:defRPr>
            </a:pPr>
            <a:r>
              <a:t>I WILL CALL YOUR NAME, EMBRACING ALL YOUR PAIN</a:t>
            </a:r>
          </a:p>
          <a:p>
            <a:pPr algn="ctr">
              <a:lnSpc>
                <a:spcPct val="100000"/>
              </a:lnSpc>
              <a:spcAft>
                <a:spcPts val="600"/>
              </a:spcAft>
              <a:defRPr sz="5500" b="1" i="0">
                <a:solidFill>
                  <a:srgbClr val="FFFFFF"/>
                </a:solidFill>
                <a:latin typeface="Arial Black"/>
              </a:defRPr>
            </a:pPr>
            <a:r>
              <a:t>STAND UP, NOW, WALK, AND LIVE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DO NOT BE AFRAID, I AM WITH YOU</a:t>
            </a:r>
          </a:p>
          <a:p>
            <a:pPr algn="ctr">
              <a:lnSpc>
                <a:spcPct val="100000"/>
              </a:lnSpc>
              <a:spcAft>
                <a:spcPts val="600"/>
              </a:spcAft>
              <a:defRPr sz="5500" b="1" i="1">
                <a:solidFill>
                  <a:srgbClr val="FFB800"/>
                </a:solidFill>
                <a:latin typeface="Arial Black"/>
              </a:defRPr>
            </a:pPr>
            <a:r>
              <a:t>I HAVE CALLED YOU EACH BY NAME</a:t>
            </a:r>
          </a:p>
          <a:p>
            <a:pPr algn="ctr">
              <a:lnSpc>
                <a:spcPct val="100000"/>
              </a:lnSpc>
              <a:spcAft>
                <a:spcPts val="600"/>
              </a:spcAft>
              <a:defRPr sz="5500" b="1" i="1">
                <a:solidFill>
                  <a:srgbClr val="FFB800"/>
                </a:solidFill>
                <a:latin typeface="Arial Black"/>
              </a:defRPr>
            </a:pPr>
            <a:r>
              <a:t>COME AND FOLLOW ME</a:t>
            </a:r>
          </a:p>
          <a:p>
            <a:pPr algn="ctr">
              <a:lnSpc>
                <a:spcPct val="100000"/>
              </a:lnSpc>
              <a:spcAft>
                <a:spcPts val="600"/>
              </a:spcAft>
              <a:defRPr sz="5500" b="1" i="1">
                <a:solidFill>
                  <a:srgbClr val="FFB800"/>
                </a:solidFill>
                <a:latin typeface="Arial Black"/>
              </a:defRPr>
            </a:pPr>
            <a:r>
              <a:t>I WILL BRING YOU HOME</a:t>
            </a:r>
          </a:p>
          <a:p>
            <a:pPr algn="ctr">
              <a:lnSpc>
                <a:spcPct val="100000"/>
              </a:lnSpc>
              <a:spcAft>
                <a:spcPts val="600"/>
              </a:spcAft>
              <a:defRPr sz="5500" b="1" i="1">
                <a:solidFill>
                  <a:srgbClr val="FFB800"/>
                </a:solidFill>
                <a:latin typeface="Arial Black"/>
              </a:defRPr>
            </a:pPr>
            <a:r>
              <a:t>I LOVE YOU AND YOU ARE MINE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FOOD SPONSORS</a:t>
            </a:r>
          </a:p>
          <a:p>
            <a:pPr algn="ctr">
              <a:spcAft>
                <a:spcPts val="500"/>
              </a:spcAft>
              <a:defRPr sz="5500" b="0" i="0">
                <a:solidFill>
                  <a:srgbClr val="F0FDF4"/>
                </a:solidFill>
                <a:latin typeface="Inter"/>
              </a:defRPr>
            </a:pPr>
            <a:r>
              <a:t>The community thanks our food sponsors.</a:t>
            </a:r>
          </a:p>
          <a:p>
            <a:pPr algn="ctr">
              <a:spcAft>
                <a:spcPts val="500"/>
              </a:spcAft>
              <a:defRPr sz="5500" b="0" i="0">
                <a:solidFill>
                  <a:srgbClr val="F0FDF4"/>
                </a:solidFill>
                <a:latin typeface="Inter"/>
              </a:defRPr>
            </a:pPr>
            <a:r>
              <a:t>• Keshi Gonzales</a:t>
            </a:r>
          </a:p>
          <a:p>
            <a:pPr algn="ctr">
              <a:spcAft>
                <a:spcPts val="500"/>
              </a:spcAft>
              <a:defRPr sz="5500" b="0" i="0">
                <a:solidFill>
                  <a:srgbClr val="F0FDF4"/>
                </a:solidFill>
                <a:latin typeface="Inter"/>
              </a:defRPr>
            </a:pPr>
            <a:r>
              <a:t>• Divino Gabriel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Food Sponsors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WE ARE CALLED TO ACT WITH JUSTICE,</a:t>
            </a:r>
          </a:p>
          <a:p>
            <a:pPr algn="ctr">
              <a:lnSpc>
                <a:spcPct val="100000"/>
              </a:lnSpc>
              <a:spcAft>
                <a:spcPts val="600"/>
              </a:spcAft>
              <a:defRPr sz="5500" b="1" i="0">
                <a:solidFill>
                  <a:srgbClr val="FFFFFF"/>
                </a:solidFill>
                <a:latin typeface="Arial Black"/>
              </a:defRPr>
            </a:pPr>
            <a:r>
              <a:t>WE ARE CALLED TO LOVE TENDERLY;</a:t>
            </a:r>
          </a:p>
          <a:p>
            <a:pPr algn="ctr">
              <a:lnSpc>
                <a:spcPct val="100000"/>
              </a:lnSpc>
              <a:spcAft>
                <a:spcPts val="600"/>
              </a:spcAft>
              <a:defRPr sz="5500" b="1" i="0">
                <a:solidFill>
                  <a:srgbClr val="FFFFFF"/>
                </a:solidFill>
                <a:latin typeface="Arial Black"/>
              </a:defRPr>
            </a:pPr>
            <a:r>
              <a:t>WE ARE CALLED TO SERVE ONE ANOTHER,</a:t>
            </a:r>
          </a:p>
          <a:p>
            <a:pPr algn="ctr">
              <a:lnSpc>
                <a:spcPct val="100000"/>
              </a:lnSpc>
              <a:spcAft>
                <a:spcPts val="6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a:p>
            <a:pPr algn="ctr">
              <a:lnSpc>
                <a:spcPct val="100000"/>
              </a:lnSpc>
              <a:spcAft>
                <a:spcPts val="600"/>
              </a:spcAft>
              <a:defRPr sz="55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DAYBREAK, GOD OF SHADOW,</a:t>
            </a:r>
          </a:p>
          <a:p>
            <a:pPr algn="ctr">
              <a:lnSpc>
                <a:spcPct val="100000"/>
              </a:lnSpc>
              <a:spcAft>
                <a:spcPts val="600"/>
              </a:spcAft>
              <a:defRPr sz="5500" b="1" i="0">
                <a:solidFill>
                  <a:srgbClr val="FFFFFF"/>
                </a:solidFill>
                <a:latin typeface="Arial Black"/>
              </a:defRPr>
            </a:pPr>
            <a:r>
              <a:t>COME INTO OUR RESTLESS LIVES;</a:t>
            </a:r>
          </a:p>
          <a:p>
            <a:pPr algn="ctr">
              <a:lnSpc>
                <a:spcPct val="100000"/>
              </a:lnSpc>
              <a:spcAft>
                <a:spcPts val="600"/>
              </a:spcAft>
              <a:defRPr sz="5500" b="1" i="0">
                <a:solidFill>
                  <a:srgbClr val="FFFFFF"/>
                </a:solidFill>
                <a:latin typeface="Arial Black"/>
              </a:defRPr>
            </a:pPr>
            <a:r>
              <a:t>LIFT FROM US THE FEAR OF SHADOWS,</a:t>
            </a:r>
          </a:p>
          <a:p>
            <a:pPr algn="ctr">
              <a:lnSpc>
                <a:spcPct val="100000"/>
              </a:lnSpc>
              <a:spcAft>
                <a:spcPts val="6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NEWNESS, GOD OF FRESHNESS,</a:t>
            </a:r>
          </a:p>
          <a:p>
            <a:pPr algn="ctr">
              <a:lnSpc>
                <a:spcPct val="100000"/>
              </a:lnSpc>
              <a:spcAft>
                <a:spcPts val="600"/>
              </a:spcAft>
              <a:defRPr sz="5500" b="1" i="0">
                <a:solidFill>
                  <a:srgbClr val="FFFFFF"/>
                </a:solidFill>
                <a:latin typeface="Arial Black"/>
              </a:defRPr>
            </a:pPr>
            <a:r>
              <a:t>COME INTO OUR MORNING SONG:</a:t>
            </a:r>
          </a:p>
          <a:p>
            <a:pPr algn="ctr">
              <a:lnSpc>
                <a:spcPct val="100000"/>
              </a:lnSpc>
              <a:spcAft>
                <a:spcPts val="600"/>
              </a:spcAft>
              <a:defRPr sz="5500" b="1" i="0">
                <a:solidFill>
                  <a:srgbClr val="FFFFFF"/>
                </a:solidFill>
                <a:latin typeface="Arial Black"/>
              </a:defRPr>
            </a:pPr>
            <a:r>
              <a:t>GIVE TO US A NEW BEGINNING,</a:t>
            </a:r>
          </a:p>
          <a:p>
            <a:pPr algn="ctr">
              <a:lnSpc>
                <a:spcPct val="100000"/>
              </a:lnSpc>
              <a:spcAft>
                <a:spcPts val="600"/>
              </a:spcAft>
              <a:defRPr sz="5500" b="1" i="0">
                <a:solidFill>
                  <a:srgbClr val="FFFFFF"/>
                </a:solidFill>
                <a:latin typeface="Arial Black"/>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