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87" name="Google Shape;87;p13"/>
          <p:cNvSpPr txBox="1"/>
          <p:nvPr/>
        </p:nvSpPr>
        <p:spPr>
          <a:xfrm>
            <a:off x="685800" y="3428995"/>
            <a:ext cx="16916400" cy="1720500"/>
          </a:xfrm>
          <a:prstGeom prst="rect">
            <a:avLst/>
          </a:prstGeom>
          <a:noFill/>
          <a:ln>
            <a:noFill/>
          </a:ln>
          <a:effectLst>
            <a:outerShdw blurRad="57150" rotWithShape="0" algn="bl" dir="5400000" dist="19050">
              <a:srgbClr val="000000">
                <a:alpha val="50000"/>
              </a:srgbClr>
            </a:outerShdw>
          </a:effectLst>
        </p:spPr>
        <p:txBody>
          <a:bodyPr anchorCtr="0" anchor="t" bIns="73150" lIns="109725" spcFirstLastPara="1" rIns="109725" wrap="square" tIns="73150">
            <a:spAutoFit/>
          </a:bodyPr>
          <a:lstStyle/>
          <a:p>
            <a:pPr indent="0" lvl="0" marL="0" marR="0" rtl="0" algn="ctr">
              <a:spcBef>
                <a:spcPts val="0"/>
              </a:spcBef>
              <a:spcAft>
                <a:spcPts val="0"/>
              </a:spcAft>
              <a:buNone/>
              <a:defRPr/>
            </a:pPr>
            <a:r>
              <a:rPr b="1" i="0" lang="en-US" sz="5100" u="none" cap="none" strike="noStrike">
                <a:solidFill>
                  <a:srgbClr val="FAF8F4"/>
                </a:solidFill>
                <a:latin typeface="Calibri"/>
                <a:ea typeface="Calibri"/>
                <a:cs typeface="Calibri"/>
                <a:sym typeface="Calibri"/>
              </a:rPr>
              <a:t>PUT YOUR CELLPHONE ON SILENT MODE DURING THE MASS.</a:t>
            </a:r>
            <a:endParaRPr sz="4600"/>
          </a:p>
          <a:p>
            <a:pPr indent="0" lvl="0" marL="0" marR="0" rtl="0" algn="ctr">
              <a:spcBef>
                <a:spcPts val="500"/>
              </a:spcBef>
              <a:spcAft>
                <a:spcPts val="0"/>
              </a:spcAft>
              <a:buNone/>
              <a:defRPr/>
            </a:pPr>
            <a:r>
              <a:rPr b="0" i="1" lang="en-US" sz="4700" u="none" cap="none" strike="noStrike">
                <a:solidFill>
                  <a:srgbClr val="FFDA91"/>
                </a:solidFill>
                <a:latin typeface="Calibri"/>
                <a:ea typeface="Calibri"/>
                <a:cs typeface="Calibri"/>
                <a:sym typeface="Calibri"/>
              </a:rPr>
              <a:t>Thank you.</a:t>
            </a:r>
            <a:endParaRPr sz="4600"/>
          </a:p>
        </p:txBody>
      </p:sp>
      <p:sp>
        <p:nvSpPr>
          <p:cNvPr id="88" name="TextBox 87"/>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Pre-Mass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603504"/>
            <a:ext cx="16459200" cy="658368"/>
          </a:xfrm>
          <a:prstGeom prst="rect">
            <a:avLst/>
          </a:prstGeom>
          <a:noFill/>
        </p:spPr>
        <p:txBody>
          <a:bodyPr wrap="square" lIns="109728" rIns="109728" tIns="73152" bIns="73152">
            <a:noAutofit/>
          </a:bodyPr>
          <a:lstStyle/>
          <a:p>
            <a:pPr algn="ctr">
              <a:lnSpc>
                <a:spcPct val="108000"/>
              </a:lnSpc>
              <a:defRPr sz="2800" b="1" i="0">
                <a:solidFill>
                  <a:srgbClr val="86EFAC"/>
                </a:solidFill>
                <a:latin typeface="Aptos"/>
              </a:defRPr>
            </a:pPr>
            <a:r>
              <a:t>Ordinary Time</a:t>
            </a:r>
          </a:p>
        </p:txBody>
      </p:sp>
      <p:sp>
        <p:nvSpPr>
          <p:cNvPr id="3" name="TextBox 2"/>
          <p:cNvSpPr txBox="1"/>
          <p:nvPr/>
        </p:nvSpPr>
        <p:spPr>
          <a:xfrm>
            <a:off x="914400" y="1316736"/>
            <a:ext cx="16459200" cy="502920"/>
          </a:xfrm>
          <a:prstGeom prst="rect">
            <a:avLst/>
          </a:prstGeom>
          <a:noFill/>
        </p:spPr>
        <p:txBody>
          <a:bodyPr wrap="square" lIns="109728" rIns="109728" tIns="73152" bIns="73152">
            <a:noAutofit/>
          </a:bodyPr>
          <a:lstStyle/>
          <a:p>
            <a:pPr algn="ctr">
              <a:lnSpc>
                <a:spcPct val="108000"/>
              </a:lnSpc>
              <a:defRPr sz="2600" b="0" i="0">
                <a:solidFill>
                  <a:srgbClr val="22C55E"/>
                </a:solidFill>
                <a:latin typeface="Aptos"/>
              </a:defRPr>
            </a:pPr>
            <a:r>
              <a:t>2026-06-07</a:t>
            </a:r>
          </a:p>
        </p:txBody>
      </p:sp>
      <p:sp>
        <p:nvSpPr>
          <p:cNvPr id="4" name="TextBox 3"/>
          <p:cNvSpPr txBox="1"/>
          <p:nvPr/>
        </p:nvSpPr>
        <p:spPr>
          <a:xfrm>
            <a:off x="914400" y="2203704"/>
            <a:ext cx="16459200" cy="6071616"/>
          </a:xfrm>
          <a:prstGeom prst="rect">
            <a:avLst/>
          </a:prstGeom>
          <a:noFill/>
        </p:spPr>
        <p:txBody>
          <a:bodyPr wrap="square" lIns="109728" rIns="109728" tIns="73152" bIns="73152" anchor="ctr">
            <a:noAutofit/>
          </a:bodyPr>
          <a:lstStyle/>
          <a:p>
            <a:pPr algn="ctr">
              <a:lnSpc>
                <a:spcPct val="108000"/>
              </a:lnSpc>
              <a:defRPr sz="7200" b="1" i="0">
                <a:solidFill>
                  <a:srgbClr val="F0FDF4"/>
                </a:solidFill>
                <a:latin typeface="Aptos Display"/>
              </a:defRPr>
            </a:pPr>
            <a:r>
              <a:t>“I am the living bread that came down from heaven; whoever eats this bread will live forever; and the bread that I will give is my flesh for the life of the world.”</a:t>
            </a:r>
          </a:p>
        </p:txBody>
      </p:sp>
      <p:sp>
        <p:nvSpPr>
          <p:cNvPr id="5" name="TextBox 4"/>
          <p:cNvSpPr txBox="1"/>
          <p:nvPr/>
        </p:nvSpPr>
        <p:spPr>
          <a:xfrm>
            <a:off x="914400" y="8458200"/>
            <a:ext cx="16459200" cy="960120"/>
          </a:xfrm>
          <a:prstGeom prst="rect">
            <a:avLst/>
          </a:prstGeom>
          <a:noFill/>
        </p:spPr>
        <p:txBody>
          <a:bodyPr wrap="square" lIns="109728" rIns="109728" tIns="73152" bIns="73152">
            <a:noAutofit/>
          </a:bodyPr>
          <a:lstStyle/>
          <a:p>
            <a:pPr algn="ctr">
              <a:lnSpc>
                <a:spcPct val="108000"/>
              </a:lnSpc>
              <a:defRPr sz="4000" b="0" i="0">
                <a:solidFill>
                  <a:srgbClr val="22C55E"/>
                </a:solidFill>
                <a:latin typeface="Aptos"/>
              </a:defRPr>
            </a:pPr>
            <a:r>
              <a:t>“How can this man give us his flesh to eat?”</a:t>
            </a:r>
          </a:p>
        </p:txBody>
      </p:sp>
      <p:sp>
        <p:nvSpPr>
          <p:cNvPr id="6" name="TextBox 5"/>
          <p:cNvSpPr txBox="1"/>
          <p:nvPr/>
        </p:nvSpPr>
        <p:spPr>
          <a:xfrm>
            <a:off x="914400" y="9482328"/>
            <a:ext cx="16459200" cy="457200"/>
          </a:xfrm>
          <a:prstGeom prst="rect">
            <a:avLst/>
          </a:prstGeom>
          <a:noFill/>
        </p:spPr>
        <p:txBody>
          <a:bodyPr wrap="square" lIns="109728" rIns="109728" tIns="73152" bIns="73152">
            <a:noAutofit/>
          </a:bodyPr>
          <a:lstStyle/>
          <a:p>
            <a:pPr algn="ctr">
              <a:lnSpc>
                <a:spcPct val="108000"/>
              </a:lnSpc>
              <a:defRPr sz="3000" b="0" i="0">
                <a:solidFill>
                  <a:srgbClr val="22C55E"/>
                </a:solidFill>
                <a:latin typeface="Aptos"/>
              </a:defRPr>
            </a:pPr>
            <a:r>
              <a:t>John 6:51-58</a:t>
            </a:r>
          </a:p>
        </p:txBody>
      </p:sp>
      <p:sp>
        <p:nvSpPr>
          <p:cNvPr id="7" name="TextBox 6"/>
          <p:cNvSpPr txBox="1"/>
          <p:nvPr/>
        </p:nvSpPr>
        <p:spPr>
          <a:xfrm>
            <a:off x="914400" y="9628632"/>
            <a:ext cx="16459200" cy="502920"/>
          </a:xfrm>
          <a:prstGeom prst="rect">
            <a:avLst/>
          </a:prstGeom>
          <a:noFill/>
        </p:spPr>
        <p:txBody>
          <a:bodyPr wrap="square" lIns="109728" rIns="109728" tIns="73152" bIns="73152">
            <a:noAutofit/>
          </a:bodyPr>
          <a:lstStyle/>
          <a:p>
            <a:pPr algn="ctr">
              <a:defRPr sz="1800" b="0" i="0">
                <a:solidFill>
                  <a:srgbClr val="22C55E"/>
                </a:solidFill>
                <a:latin typeface="Aptos"/>
              </a:defRPr>
            </a:pPr>
            <a:r>
              <a:t>Rev. Fr. Jonrey Lauron, RCJ</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600" b="1" i="0">
                <a:solidFill>
                  <a:srgbClr val="FFCC4D"/>
                </a:solidFill>
                <a:latin typeface="Georgia"/>
              </a:defRPr>
            </a:pPr>
            <a:r>
              <a:t>Sing a New Song</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200" b="1" i="0">
                <a:solidFill>
                  <a:srgbClr val="FFFFFF"/>
                </a:solidFill>
                <a:latin typeface="Arial Black"/>
              </a:defRPr>
            </a:pPr>
            <a:r>
              <a:t>SING A NEW SONG UNTO THE LORD;</a:t>
            </a:r>
          </a:p>
          <a:p>
            <a:pPr algn="ctr">
              <a:lnSpc>
                <a:spcPct val="100000"/>
              </a:lnSpc>
              <a:spcAft>
                <a:spcPts val="600"/>
              </a:spcAft>
              <a:defRPr sz="5200" b="1" i="0">
                <a:solidFill>
                  <a:srgbClr val="FFFFFF"/>
                </a:solidFill>
                <a:latin typeface="Arial Black"/>
              </a:defRPr>
            </a:pPr>
            <a:r>
              <a:t>LET YOUR SONG BE SUNG FROM MOUNTAINS HIGH</a:t>
            </a:r>
          </a:p>
          <a:p>
            <a:pPr algn="ctr">
              <a:lnSpc>
                <a:spcPct val="100000"/>
              </a:lnSpc>
              <a:spcAft>
                <a:spcPts val="600"/>
              </a:spcAft>
              <a:defRPr sz="5200" b="1" i="0">
                <a:solidFill>
                  <a:srgbClr val="FFFFFF"/>
                </a:solidFill>
                <a:latin typeface="Arial Black"/>
              </a:defRPr>
            </a:pPr>
            <a:r>
              <a:t>SING A NEW SONG UNTO THE LORD</a:t>
            </a:r>
          </a:p>
          <a:p>
            <a:pPr algn="ctr">
              <a:lnSpc>
                <a:spcPct val="100000"/>
              </a:lnSpc>
              <a:spcAft>
                <a:spcPts val="600"/>
              </a:spcAft>
              <a:defRPr sz="5200" b="1" i="0">
                <a:solidFill>
                  <a:srgbClr val="FFFFFF"/>
                </a:solidFill>
                <a:latin typeface="Arial Black"/>
              </a:defRPr>
            </a:pPr>
            <a:r>
              <a:t>SINGING ALLELUIA</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200" b="1" i="0">
                <a:solidFill>
                  <a:srgbClr val="FFFFFF"/>
                </a:solidFill>
                <a:latin typeface="Arial Black"/>
              </a:defRPr>
            </a:pPr>
            <a:r>
              <a:t>YAHWEH'S PEOPLE DANCE FOR JOY</a:t>
            </a:r>
          </a:p>
          <a:p>
            <a:pPr algn="ctr">
              <a:lnSpc>
                <a:spcPct val="100000"/>
              </a:lnSpc>
              <a:spcAft>
                <a:spcPts val="600"/>
              </a:spcAft>
              <a:defRPr sz="5200" b="1" i="0">
                <a:solidFill>
                  <a:srgbClr val="FFFFFF"/>
                </a:solidFill>
                <a:latin typeface="Arial Black"/>
              </a:defRPr>
            </a:pPr>
            <a:r>
              <a:t>O COME BEFORE THE LORD</a:t>
            </a:r>
          </a:p>
          <a:p>
            <a:pPr algn="ctr">
              <a:lnSpc>
                <a:spcPct val="100000"/>
              </a:lnSpc>
              <a:spcAft>
                <a:spcPts val="600"/>
              </a:spcAft>
              <a:defRPr sz="5200" b="1" i="0">
                <a:solidFill>
                  <a:srgbClr val="FFFFFF"/>
                </a:solidFill>
                <a:latin typeface="Arial Black"/>
              </a:defRPr>
            </a:pPr>
            <a:r>
              <a:t>AND PLAY FOR HIM ON GLAD TAMBOURINES</a:t>
            </a:r>
          </a:p>
          <a:p>
            <a:pPr algn="ctr">
              <a:lnSpc>
                <a:spcPct val="100000"/>
              </a:lnSpc>
              <a:spcAft>
                <a:spcPts val="600"/>
              </a:spcAft>
              <a:defRPr sz="5200" b="1" i="0">
                <a:solidFill>
                  <a:srgbClr val="FFFFFF"/>
                </a:solidFill>
                <a:latin typeface="Arial Black"/>
              </a:defRPr>
            </a:pPr>
            <a:r>
              <a:t>AND LET YOUR TRUMPET SOUND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200" b="1" i="0">
                <a:solidFill>
                  <a:srgbClr val="FFFFFF"/>
                </a:solidFill>
                <a:latin typeface="Arial Black"/>
              </a:defRPr>
            </a:pPr>
            <a:r>
              <a:t>SING A NEW SONG UNTO THE LORD;</a:t>
            </a:r>
          </a:p>
          <a:p>
            <a:pPr algn="ctr">
              <a:lnSpc>
                <a:spcPct val="100000"/>
              </a:lnSpc>
              <a:spcAft>
                <a:spcPts val="600"/>
              </a:spcAft>
              <a:defRPr sz="5200" b="1" i="0">
                <a:solidFill>
                  <a:srgbClr val="FFFFFF"/>
                </a:solidFill>
                <a:latin typeface="Arial Black"/>
              </a:defRPr>
            </a:pPr>
            <a:r>
              <a:t>LET YOUR SONG BE SUNG FROM MOUNTAINS HIGH</a:t>
            </a:r>
          </a:p>
          <a:p>
            <a:pPr algn="ctr">
              <a:lnSpc>
                <a:spcPct val="100000"/>
              </a:lnSpc>
              <a:spcAft>
                <a:spcPts val="600"/>
              </a:spcAft>
              <a:defRPr sz="5200" b="1" i="0">
                <a:solidFill>
                  <a:srgbClr val="FFFFFF"/>
                </a:solidFill>
                <a:latin typeface="Arial Black"/>
              </a:defRPr>
            </a:pPr>
            <a:r>
              <a:t>SING A NEW SONG UNTO THE LORD</a:t>
            </a:r>
          </a:p>
          <a:p>
            <a:pPr algn="ctr">
              <a:lnSpc>
                <a:spcPct val="100000"/>
              </a:lnSpc>
              <a:spcAft>
                <a:spcPts val="600"/>
              </a:spcAft>
              <a:defRPr sz="5200" b="1" i="0">
                <a:solidFill>
                  <a:srgbClr val="FFFFFF"/>
                </a:solidFill>
                <a:latin typeface="Arial Black"/>
              </a:defRPr>
            </a:pPr>
            <a:r>
              <a:t>SINGING ALLELUIA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200" b="1" i="0">
                <a:solidFill>
                  <a:srgbClr val="FFFFFF"/>
                </a:solidFill>
                <a:latin typeface="Arial Black"/>
              </a:defRPr>
            </a:pPr>
            <a:r>
              <a:t>RISE, O CHILDREN, FROM YOUR SLEEP;</a:t>
            </a:r>
          </a:p>
          <a:p>
            <a:pPr algn="ctr">
              <a:lnSpc>
                <a:spcPct val="100000"/>
              </a:lnSpc>
              <a:spcAft>
                <a:spcPts val="600"/>
              </a:spcAft>
              <a:defRPr sz="5200" b="1" i="0">
                <a:solidFill>
                  <a:srgbClr val="FFFFFF"/>
                </a:solidFill>
                <a:latin typeface="Arial Black"/>
              </a:defRPr>
            </a:pPr>
            <a:r>
              <a:t>YOUR SAVIOR NOW HAS COME</a:t>
            </a:r>
          </a:p>
          <a:p>
            <a:pPr algn="ctr">
              <a:lnSpc>
                <a:spcPct val="100000"/>
              </a:lnSpc>
              <a:spcAft>
                <a:spcPts val="600"/>
              </a:spcAft>
              <a:defRPr sz="5200" b="1" i="0">
                <a:solidFill>
                  <a:srgbClr val="FFFFFF"/>
                </a:solidFill>
                <a:latin typeface="Arial Black"/>
              </a:defRPr>
            </a:pPr>
            <a:r>
              <a:t>HE HAS TURNED YOUR SORROW TO JOY</a:t>
            </a:r>
          </a:p>
          <a:p>
            <a:pPr algn="ctr">
              <a:lnSpc>
                <a:spcPct val="100000"/>
              </a:lnSpc>
              <a:spcAft>
                <a:spcPts val="600"/>
              </a:spcAft>
              <a:defRPr sz="5200" b="1" i="0">
                <a:solidFill>
                  <a:srgbClr val="FFFFFF"/>
                </a:solidFill>
                <a:latin typeface="Arial Black"/>
              </a:defRPr>
            </a:pPr>
            <a:r>
              <a:t>AND FILLED YOUR SOUL WITH SONG</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200" b="1" i="0">
                <a:solidFill>
                  <a:srgbClr val="FFFFFF"/>
                </a:solidFill>
                <a:latin typeface="Arial Black"/>
              </a:defRPr>
            </a:pPr>
            <a:r>
              <a:t>SING A NEW SONG UNTO THE LORD;</a:t>
            </a:r>
          </a:p>
          <a:p>
            <a:pPr algn="ctr">
              <a:lnSpc>
                <a:spcPct val="100000"/>
              </a:lnSpc>
              <a:spcAft>
                <a:spcPts val="600"/>
              </a:spcAft>
              <a:defRPr sz="5200" b="1" i="0">
                <a:solidFill>
                  <a:srgbClr val="FFFFFF"/>
                </a:solidFill>
                <a:latin typeface="Arial Black"/>
              </a:defRPr>
            </a:pPr>
            <a:r>
              <a:t>LET YOUR SONG BE SUNG FROM MOUNTAINS HIGH</a:t>
            </a:r>
          </a:p>
          <a:p>
            <a:pPr algn="ctr">
              <a:lnSpc>
                <a:spcPct val="100000"/>
              </a:lnSpc>
              <a:spcAft>
                <a:spcPts val="600"/>
              </a:spcAft>
              <a:defRPr sz="5200" b="1" i="0">
                <a:solidFill>
                  <a:srgbClr val="FFFFFF"/>
                </a:solidFill>
                <a:latin typeface="Arial Black"/>
              </a:defRPr>
            </a:pPr>
            <a:r>
              <a:t>SING A NEW SONG UNTO THE LORD</a:t>
            </a:r>
          </a:p>
          <a:p>
            <a:pPr algn="ctr">
              <a:lnSpc>
                <a:spcPct val="100000"/>
              </a:lnSpc>
              <a:spcAft>
                <a:spcPts val="600"/>
              </a:spcAft>
              <a:defRPr sz="5200" b="1" i="0">
                <a:solidFill>
                  <a:srgbClr val="FFFFFF"/>
                </a:solidFill>
                <a:latin typeface="Arial Black"/>
              </a:defRPr>
            </a:pPr>
            <a:r>
              <a:t>SINGING ALLELUIA</a:t>
            </a:r>
          </a:p>
          <a:p>
            <a:pPr algn="ctr">
              <a:lnSpc>
                <a:spcPct val="100000"/>
              </a:lnSpc>
              <a:spcAft>
                <a:spcPts val="600"/>
              </a:spcAft>
              <a:defRPr sz="5200" b="1" i="0">
                <a:solidFill>
                  <a:srgbClr val="FFFFFF"/>
                </a:solidFill>
                <a:latin typeface="Arial Black"/>
              </a:defRPr>
            </a:pPr>
            <a:r>
              <a:t>SINGING ALLELUIA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Rev. Fr. Jonrey Lauron, RCJ</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In the Name of the Father, and of the Son, and of the Holy Spirit.</a:t>
            </a:r>
          </a:p>
          <a:p>
            <a:pPr algn="ctr">
              <a:spcBef>
                <a:spcPts val="400"/>
              </a:spcBef>
              <a:spcAft>
                <a:spcPts val="500"/>
              </a:spcAft>
              <a:defRPr sz="5500" b="1" i="0">
                <a:solidFill>
                  <a:srgbClr val="F0FDF4"/>
                </a:solidFill>
                <a:latin typeface="Inter"/>
              </a:defRPr>
            </a:pPr>
            <a:r>
              <a:t>All: Amen.</a:t>
            </a:r>
          </a:p>
          <a:p>
            <a:pPr algn="ctr">
              <a:spcBef>
                <a:spcPts val="400"/>
              </a:spcBef>
              <a:spcAft>
                <a:spcPts val="500"/>
              </a:spcAft>
              <a:defRPr sz="5500" b="1" i="0">
                <a:solidFill>
                  <a:srgbClr val="86EFAC"/>
                </a:solidFill>
                <a:latin typeface="Inter"/>
              </a:defRPr>
            </a:pPr>
            <a:r>
              <a:t>Priest: The Lord be with you.</a:t>
            </a:r>
          </a:p>
          <a:p>
            <a:pPr algn="ctr">
              <a:spcBef>
                <a:spcPts val="400"/>
              </a:spcBef>
              <a:spcAft>
                <a:spcPts val="500"/>
              </a:spcAft>
              <a:defRPr sz="5500" b="1" i="0">
                <a:solidFill>
                  <a:srgbClr val="F0FDF4"/>
                </a:solidFill>
                <a:latin typeface="Inter"/>
              </a:defRPr>
            </a:pPr>
            <a:r>
              <a:t>All: And with your spirit.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Introductory Rites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150" name="Google Shape;150;p20"/>
          <p:cNvSpPr txBox="1"/>
          <p:nvPr/>
        </p:nvSpPr>
        <p:spPr>
          <a:xfrm>
            <a:off x="0" y="790775"/>
            <a:ext cx="18288000" cy="5326800"/>
          </a:xfrm>
          <a:prstGeom prst="rect">
            <a:avLst/>
          </a:prstGeom>
          <a:noFill/>
          <a:ln>
            <a:noFill/>
          </a:ln>
        </p:spPr>
        <p:txBody>
          <a:bodyPr anchorCtr="0" anchor="t" bIns="73150" lIns="109725" spcFirstLastPara="1" rIns="109725" wrap="square" tIns="73150">
            <a:noAutofit/>
          </a:bodyPr>
          <a:lstStyle/>
          <a:p>
            <a:pPr indent="0" lvl="0" marL="0" marR="0" rtl="0" algn="ctr">
              <a:spcBef>
                <a:spcPts val="0"/>
              </a:spcBef>
              <a:spcAft>
                <a:spcPts val="0"/>
              </a:spcAft>
              <a:buNone/>
              <a:defRPr/>
            </a:pPr>
            <a:r>
              <a:rPr b="1" lang="en-US" sz="5100">
                <a:solidFill>
                  <a:srgbClr val="FFDA91"/>
                </a:solidFill>
                <a:latin typeface="Calibri"/>
                <a:ea typeface="Calibri"/>
                <a:cs typeface="Calibri"/>
                <a:sym typeface="Calibri"/>
              </a:rPr>
              <a:t>Priest: </a:t>
            </a:r>
            <a:r>
              <a:rPr b="1" i="0" lang="en-US" sz="5100" u="none" cap="none" strike="noStrike">
                <a:solidFill>
                  <a:srgbClr val="FFDA91"/>
                </a:solidFill>
                <a:latin typeface="Calibri"/>
                <a:ea typeface="Calibri"/>
                <a:cs typeface="Calibri"/>
                <a:sym typeface="Calibri"/>
              </a:rPr>
              <a:t>Brethren (brothers and sisters),</a:t>
            </a:r>
            <a:endParaRPr b="1" sz="5100">
              <a:solidFill>
                <a:srgbClr val="FFDA91"/>
              </a:solidFill>
              <a:latin typeface="Calibri"/>
              <a:ea typeface="Calibri"/>
              <a:cs typeface="Calibri"/>
              <a:sym typeface="Calibri"/>
            </a:endParaRPr>
          </a:p>
          <a:p>
            <a:pPr indent="0" lvl="0" marL="0" marR="0" rtl="0" algn="ctr">
              <a:spcBef>
                <a:spcPts val="0"/>
              </a:spcBef>
              <a:spcAft>
                <a:spcPts val="0"/>
              </a:spcAft>
              <a:buNone/>
              <a:defRPr/>
            </a:pPr>
            <a:r>
              <a:rPr b="1" i="0" lang="en-US" sz="5100" u="none" cap="none" strike="noStrike">
                <a:solidFill>
                  <a:srgbClr val="FFDA91"/>
                </a:solidFill>
                <a:latin typeface="Calibri"/>
                <a:ea typeface="Calibri"/>
                <a:cs typeface="Calibri"/>
                <a:sym typeface="Calibri"/>
              </a:rPr>
              <a:t>let us acknowledge our sins, </a:t>
            </a:r>
            <a:endParaRPr b="1" sz="5100">
              <a:solidFill>
                <a:srgbClr val="FFDA91"/>
              </a:solidFill>
              <a:latin typeface="Calibri"/>
              <a:ea typeface="Calibri"/>
              <a:cs typeface="Calibri"/>
              <a:sym typeface="Calibri"/>
            </a:endParaRPr>
          </a:p>
          <a:p>
            <a:pPr indent="0" lvl="0" marL="0" marR="0" rtl="0" algn="ctr">
              <a:spcBef>
                <a:spcPts val="0"/>
              </a:spcBef>
              <a:spcAft>
                <a:spcPts val="0"/>
              </a:spcAft>
              <a:buNone/>
              <a:defRPr/>
            </a:pPr>
            <a:r>
              <a:rPr b="1" lang="en-US" sz="5100">
                <a:solidFill>
                  <a:srgbClr val="FAF8F4"/>
                </a:solidFill>
                <a:latin typeface="Calibri"/>
                <a:ea typeface="Calibri"/>
                <a:cs typeface="Calibri"/>
                <a:sym typeface="Calibri"/>
              </a:rPr>
              <a:t>ALL: </a:t>
            </a:r>
            <a:r>
              <a:rPr b="1" i="0" lang="en-US" sz="5100" u="none" cap="none" strike="noStrike">
                <a:solidFill>
                  <a:srgbClr val="FAF8F4"/>
                </a:solidFill>
                <a:latin typeface="Calibri"/>
                <a:ea typeface="Calibri"/>
                <a:cs typeface="Calibri"/>
                <a:sym typeface="Calibri"/>
              </a:rPr>
              <a:t>I confess to almighty God</a:t>
            </a:r>
            <a:r>
              <a:rPr lang="en-US" sz="4500"/>
              <a:t> </a:t>
            </a:r>
            <a:r>
              <a:rPr b="0" i="0" lang="en-US" sz="5000" u="none" cap="none" strike="noStrike">
                <a:solidFill>
                  <a:srgbClr val="FAF8F4"/>
                </a:solidFill>
                <a:latin typeface="Calibri"/>
                <a:ea typeface="Calibri"/>
                <a:cs typeface="Calibri"/>
                <a:sym typeface="Calibri"/>
              </a:rPr>
              <a:t>and to you, my brothers and sisters,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that I have greatly sinned,</a:t>
            </a:r>
            <a:r>
              <a:rPr lang="en-US" sz="4500"/>
              <a:t> </a:t>
            </a:r>
            <a:r>
              <a:rPr b="0" i="0" lang="en-US" sz="5000" u="none" cap="none" strike="noStrike">
                <a:solidFill>
                  <a:srgbClr val="FAF8F4"/>
                </a:solidFill>
                <a:latin typeface="Calibri"/>
                <a:ea typeface="Calibri"/>
                <a:cs typeface="Calibri"/>
                <a:sym typeface="Calibri"/>
              </a:rPr>
              <a:t>in my thoughts and in my words,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in what I have done and in what I have failed to do,</a:t>
            </a:r>
            <a:endParaRPr b="0" i="0" sz="5000" u="none" cap="none" strike="noStrike">
              <a:solidFill>
                <a:srgbClr val="FAF8F4"/>
              </a:solidFill>
              <a:latin typeface="Calibri"/>
              <a:ea typeface="Calibri"/>
              <a:cs typeface="Calibri"/>
              <a:sym typeface="Calibri"/>
            </a:endParaRPr>
          </a:p>
          <a:p>
            <a:pPr indent="0" lvl="0" marL="0" marR="0" rtl="0" algn="ctr">
              <a:spcBef>
                <a:spcPts val="500"/>
              </a:spcBef>
              <a:spcAft>
                <a:spcPts val="0"/>
              </a:spcAft>
              <a:buNone/>
              <a:defRPr/>
            </a:pPr>
            <a:r>
              <a:rPr lang="en-US" sz="5000">
                <a:solidFill>
                  <a:srgbClr val="FFDA91"/>
                </a:solidFill>
                <a:latin typeface="Calibri"/>
                <a:ea typeface="Calibri"/>
                <a:cs typeface="Calibri"/>
                <a:sym typeface="Calibri"/>
              </a:rPr>
              <a:t>(strike chest)</a:t>
            </a:r>
            <a:endParaRPr sz="5000">
              <a:solidFill>
                <a:srgbClr val="FFDA91"/>
              </a:solidFill>
              <a:latin typeface="Calibri"/>
              <a:ea typeface="Calibri"/>
              <a:cs typeface="Calibri"/>
              <a:sym typeface="Calibri"/>
            </a:endParaRPr>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through my fault, through my fault,</a:t>
            </a:r>
            <a:r>
              <a:rPr lang="en-US" sz="4500"/>
              <a:t> </a:t>
            </a:r>
            <a:r>
              <a:rPr b="0" i="0" lang="en-US" sz="5000" u="none" cap="none" strike="noStrike">
                <a:solidFill>
                  <a:srgbClr val="FAF8F4"/>
                </a:solidFill>
                <a:latin typeface="Calibri"/>
                <a:ea typeface="Calibri"/>
                <a:cs typeface="Calibri"/>
                <a:sym typeface="Calibri"/>
              </a:rPr>
              <a:t>through my most grievous fault;</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therefore I ask blessed Mary ever-Virgin,</a:t>
            </a:r>
            <a:r>
              <a:rPr lang="en-US" sz="4500"/>
              <a:t> </a:t>
            </a:r>
            <a:r>
              <a:rPr b="0" i="0" lang="en-US" sz="5000" u="none" cap="none" strike="noStrike">
                <a:solidFill>
                  <a:srgbClr val="FAF8F4"/>
                </a:solidFill>
                <a:latin typeface="Calibri"/>
                <a:ea typeface="Calibri"/>
                <a:cs typeface="Calibri"/>
                <a:sym typeface="Calibri"/>
              </a:rPr>
              <a:t>all the Angels and Saints,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and you, my brothers and sisters,</a:t>
            </a:r>
            <a:r>
              <a:rPr lang="en-US" sz="4500"/>
              <a:t> </a:t>
            </a:r>
            <a:r>
              <a:rPr b="0" i="0" lang="en-US" sz="5000" u="none" cap="none" strike="noStrike">
                <a:solidFill>
                  <a:srgbClr val="FAF8F4"/>
                </a:solidFill>
                <a:latin typeface="Calibri"/>
                <a:ea typeface="Calibri"/>
                <a:cs typeface="Calibri"/>
                <a:sym typeface="Calibri"/>
              </a:rPr>
              <a:t>to pray for me to the Lord our God.</a:t>
            </a:r>
            <a:endParaRPr sz="4500"/>
          </a:p>
          <a:p>
            <a:pPr indent="0" lvl="0" marL="0" marR="0" rtl="0" algn="l">
              <a:spcBef>
                <a:spcPts val="500"/>
              </a:spcBef>
              <a:spcAft>
                <a:spcPts val="0"/>
              </a:spcAft>
              <a:buNone/>
            </a:pPr>
            <a:r>
              <a:t/>
            </a:r>
            <a:endParaRPr sz="4500"/>
          </a:p>
        </p:txBody>
      </p:sp>
      <p:sp>
        <p:nvSpPr>
          <p:cNvPr id="151" name="TextBox 150"/>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Penitential Act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159" name="Google Shape;159;p21"/>
          <p:cNvSpPr txBox="1"/>
          <p:nvPr/>
        </p:nvSpPr>
        <p:spPr>
          <a:xfrm>
            <a:off x="0" y="1603800"/>
            <a:ext cx="18288000" cy="3323700"/>
          </a:xfrm>
          <a:prstGeom prst="rect">
            <a:avLst/>
          </a:prstGeom>
          <a:noFill/>
          <a:ln>
            <a:noFill/>
          </a:ln>
        </p:spPr>
        <p:txBody>
          <a:bodyPr anchorCtr="0" anchor="t" bIns="73150" lIns="109725" spcFirstLastPara="1" rIns="109725" wrap="square" tIns="73150">
            <a:spAutoFit/>
          </a:bodyPr>
          <a:lstStyle/>
          <a:p>
            <a:pPr indent="0" lvl="0" marL="0" rtl="0" algn="ctr">
              <a:spcBef>
                <a:spcPts val="500"/>
              </a:spcBef>
              <a:spcAft>
                <a:spcPts val="0"/>
              </a:spcAft>
              <a:buNone/>
              <a:defRPr/>
            </a:pPr>
            <a:r>
              <a:rPr b="1" lang="en-US" sz="6600">
                <a:solidFill>
                  <a:srgbClr val="FFDA91"/>
                </a:solidFill>
                <a:latin typeface="Calibri"/>
                <a:ea typeface="Calibri"/>
                <a:cs typeface="Calibri"/>
                <a:sym typeface="Calibri"/>
              </a:rPr>
              <a:t>Priest:</a:t>
            </a:r>
            <a:endParaRPr b="1" sz="6600">
              <a:solidFill>
                <a:srgbClr val="FFDA91"/>
              </a:solidFill>
              <a:latin typeface="Calibri"/>
              <a:ea typeface="Calibri"/>
              <a:cs typeface="Calibri"/>
              <a:sym typeface="Calibri"/>
            </a:endParaRPr>
          </a:p>
          <a:p>
            <a:pPr indent="0" lvl="0" marL="0" rtl="0" algn="ctr">
              <a:spcBef>
                <a:spcPts val="500"/>
              </a:spcBef>
              <a:spcAft>
                <a:spcPts val="0"/>
              </a:spcAft>
              <a:buNone/>
              <a:defRPr/>
            </a:pPr>
            <a:r>
              <a:rPr b="1" lang="en-US" sz="6600">
                <a:solidFill>
                  <a:schemeClr val="lt1"/>
                </a:solidFill>
                <a:latin typeface="Calibri"/>
                <a:ea typeface="Calibri"/>
                <a:cs typeface="Calibri"/>
                <a:sym typeface="Calibri"/>
              </a:rPr>
              <a:t>May almighty God have mercy on us,</a:t>
            </a:r>
            <a:endParaRPr b="1" sz="6600">
              <a:solidFill>
                <a:schemeClr val="lt1"/>
              </a:solidFill>
              <a:latin typeface="Calibri"/>
              <a:ea typeface="Calibri"/>
              <a:cs typeface="Calibri"/>
              <a:sym typeface="Calibri"/>
            </a:endParaRPr>
          </a:p>
          <a:p>
            <a:pPr indent="0" lvl="0" marL="0" rtl="0" algn="ctr">
              <a:spcBef>
                <a:spcPts val="500"/>
              </a:spcBef>
              <a:spcAft>
                <a:spcPts val="0"/>
              </a:spcAft>
              <a:buClr>
                <a:schemeClr val="dk1"/>
              </a:buClr>
              <a:buFont typeface="Arial"/>
              <a:buNone/>
              <a:defRPr/>
            </a:pPr>
            <a:r>
              <a:rPr b="1" lang="en-US" sz="6600">
                <a:solidFill>
                  <a:schemeClr val="lt1"/>
                </a:solidFill>
                <a:latin typeface="Calibri"/>
                <a:ea typeface="Calibri"/>
                <a:cs typeface="Calibri"/>
                <a:sym typeface="Calibri"/>
              </a:rPr>
              <a:t>forgive us our sins, and bring us to everlasting life</a:t>
            </a:r>
            <a:r>
              <a:rPr b="1" lang="en-US" sz="6600">
                <a:solidFill>
                  <a:srgbClr val="FFDA91"/>
                </a:solidFill>
                <a:latin typeface="Calibri"/>
                <a:ea typeface="Calibri"/>
                <a:cs typeface="Calibri"/>
                <a:sym typeface="Calibri"/>
              </a:rPr>
              <a:t>.</a:t>
            </a:r>
            <a:endParaRPr b="1" sz="7900">
              <a:solidFill>
                <a:srgbClr val="FFDA91"/>
              </a:solidFill>
              <a:latin typeface="Calibri"/>
              <a:ea typeface="Calibri"/>
              <a:cs typeface="Calibri"/>
              <a:sym typeface="Calibri"/>
            </a:endParaRPr>
          </a:p>
        </p:txBody>
      </p:sp>
      <p:sp>
        <p:nvSpPr>
          <p:cNvPr id="164" name="Google Shape;164;p21"/>
          <p:cNvSpPr txBox="1"/>
          <p:nvPr/>
        </p:nvSpPr>
        <p:spPr>
          <a:xfrm>
            <a:off x="0" y="6256725"/>
            <a:ext cx="18288000" cy="1225200"/>
          </a:xfrm>
          <a:prstGeom prst="rect">
            <a:avLst/>
          </a:prstGeom>
          <a:noFill/>
          <a:ln>
            <a:noFill/>
          </a:ln>
        </p:spPr>
        <p:txBody>
          <a:bodyPr anchorCtr="0" anchor="t" bIns="73150" lIns="109725" spcFirstLastPara="1" rIns="109725" wrap="square" tIns="73150">
            <a:spAutoFit/>
          </a:bodyPr>
          <a:lstStyle/>
          <a:p>
            <a:pPr indent="0" lvl="0" marL="0" rtl="0" algn="ctr">
              <a:spcBef>
                <a:spcPts val="500"/>
              </a:spcBef>
              <a:spcAft>
                <a:spcPts val="0"/>
              </a:spcAft>
              <a:buNone/>
              <a:defRPr/>
            </a:pPr>
            <a:r>
              <a:rPr b="1" lang="en-US" sz="7000">
                <a:solidFill>
                  <a:srgbClr val="FFDA91"/>
                </a:solidFill>
                <a:latin typeface="Calibri"/>
                <a:ea typeface="Calibri"/>
                <a:cs typeface="Calibri"/>
                <a:sym typeface="Calibri"/>
              </a:rPr>
              <a:t>ALL: </a:t>
            </a:r>
            <a:r>
              <a:rPr b="1" lang="en-US" sz="7000">
                <a:solidFill>
                  <a:schemeClr val="lt1"/>
                </a:solidFill>
                <a:latin typeface="Calibri"/>
                <a:ea typeface="Calibri"/>
                <a:cs typeface="Calibri"/>
                <a:sym typeface="Calibri"/>
              </a:rPr>
              <a:t>AMEN</a:t>
            </a:r>
            <a:r>
              <a:rPr b="1" lang="en-US" sz="7000">
                <a:solidFill>
                  <a:srgbClr val="FFDA91"/>
                </a:solidFill>
                <a:latin typeface="Calibri"/>
                <a:ea typeface="Calibri"/>
                <a:cs typeface="Calibri"/>
                <a:sym typeface="Calibri"/>
              </a:rPr>
              <a:t>!</a:t>
            </a:r>
            <a:endParaRPr b="1" sz="7000">
              <a:solidFill>
                <a:srgbClr val="FFDA91"/>
              </a:solidFill>
              <a:latin typeface="Calibri"/>
              <a:ea typeface="Calibri"/>
              <a:cs typeface="Calibri"/>
              <a:sym typeface="Calibri"/>
            </a:endParaRPr>
          </a:p>
        </p:txBody>
      </p:sp>
      <p:sp>
        <p:nvSpPr>
          <p:cNvPr id="165" name="TextBox 16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Penitential Act (2/2)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169" name="Google Shape;169;p22"/>
          <p:cNvSpPr txBox="1"/>
          <p:nvPr/>
        </p:nvSpPr>
        <p:spPr>
          <a:xfrm>
            <a:off x="3772800" y="1201100"/>
            <a:ext cx="10742400" cy="8097900"/>
          </a:xfrm>
          <a:prstGeom prst="rect">
            <a:avLst/>
          </a:prstGeom>
          <a:noFill/>
          <a:ln>
            <a:noFill/>
          </a:ln>
        </p:spPr>
        <p:txBody>
          <a:bodyPr anchorCtr="0" anchor="t" bIns="73150" lIns="109725" spcFirstLastPara="1" rIns="109725" wrap="square" tIns="73150">
            <a:spAutoFit/>
          </a:bodyPr>
          <a:lstStyle/>
          <a:p>
            <a:pPr indent="0" lvl="0" marL="0" marR="0" rtl="0" algn="l">
              <a:spcBef>
                <a:spcPts val="0"/>
              </a:spcBef>
              <a:spcAft>
                <a:spcPts val="0"/>
              </a:spcAft>
              <a:buNone/>
              <a:defRPr/>
            </a:pPr>
            <a:r>
              <a:rPr b="1" i="0" lang="en-US" sz="8400" u="none" cap="none" strike="noStrike">
                <a:solidFill>
                  <a:srgbClr val="FAF8F4"/>
                </a:solidFill>
                <a:latin typeface="Calibri"/>
                <a:ea typeface="Calibri"/>
                <a:cs typeface="Calibri"/>
                <a:sym typeface="Calibri"/>
              </a:rPr>
              <a:t>Lord, have mercy.</a:t>
            </a:r>
            <a:endParaRPr sz="8400"/>
          </a:p>
          <a:p>
            <a:pPr indent="457200" lvl="0" marL="914400" marR="0" rtl="0" algn="l">
              <a:spcBef>
                <a:spcPts val="0"/>
              </a:spcBef>
              <a:spcAft>
                <a:spcPts val="0"/>
              </a:spcAft>
              <a:buNone/>
              <a:defRPr/>
            </a:pPr>
            <a:r>
              <a:rPr b="1" i="0" lang="en-US" sz="8400" u="none" cap="none" strike="noStrike">
                <a:solidFill>
                  <a:srgbClr val="FAF8F4"/>
                </a:solidFill>
                <a:latin typeface="Calibri"/>
                <a:ea typeface="Calibri"/>
                <a:cs typeface="Calibri"/>
                <a:sym typeface="Calibri"/>
              </a:rPr>
              <a:t>Lord, have mercy.</a:t>
            </a:r>
            <a:endParaRPr sz="8400"/>
          </a:p>
          <a:p>
            <a:pPr indent="0" lvl="0" marL="0" marR="0" rtl="0" algn="l">
              <a:spcBef>
                <a:spcPts val="0"/>
              </a:spcBef>
              <a:spcAft>
                <a:spcPts val="0"/>
              </a:spcAft>
              <a:buNone/>
              <a:defRPr/>
            </a:pPr>
            <a:r>
              <a:rPr b="1" i="0" lang="en-US" sz="8400" u="none" cap="none" strike="noStrike">
                <a:solidFill>
                  <a:srgbClr val="FAF8F4"/>
                </a:solidFill>
                <a:latin typeface="Calibri"/>
                <a:ea typeface="Calibri"/>
                <a:cs typeface="Calibri"/>
                <a:sym typeface="Calibri"/>
              </a:rPr>
              <a:t>Christ, have mercy.</a:t>
            </a:r>
            <a:endParaRPr sz="8400"/>
          </a:p>
          <a:p>
            <a:pPr indent="457200" lvl="0" marL="914400" marR="0" rtl="0" algn="l">
              <a:spcBef>
                <a:spcPts val="500"/>
              </a:spcBef>
              <a:spcAft>
                <a:spcPts val="0"/>
              </a:spcAft>
              <a:buNone/>
              <a:defRPr/>
            </a:pPr>
            <a:r>
              <a:rPr b="1" i="0" lang="en-US" sz="8400" u="none" cap="none" strike="noStrike">
                <a:solidFill>
                  <a:srgbClr val="FAF8F4"/>
                </a:solidFill>
                <a:latin typeface="Calibri"/>
                <a:ea typeface="Calibri"/>
                <a:cs typeface="Calibri"/>
                <a:sym typeface="Calibri"/>
              </a:rPr>
              <a:t>Christ, have mercy.</a:t>
            </a:r>
            <a:endParaRPr sz="8400"/>
          </a:p>
          <a:p>
            <a:pPr indent="0" lvl="0" marL="0" marR="0" rtl="0" algn="l">
              <a:spcBef>
                <a:spcPts val="500"/>
              </a:spcBef>
              <a:spcAft>
                <a:spcPts val="0"/>
              </a:spcAft>
              <a:buNone/>
              <a:defRPr/>
            </a:pPr>
            <a:r>
              <a:rPr b="1" i="0" lang="en-US" sz="8400" u="none" cap="none" strike="noStrike">
                <a:solidFill>
                  <a:srgbClr val="FAF8F4"/>
                </a:solidFill>
                <a:latin typeface="Calibri"/>
                <a:ea typeface="Calibri"/>
                <a:cs typeface="Calibri"/>
                <a:sym typeface="Calibri"/>
              </a:rPr>
              <a:t>Lord, have mercy.</a:t>
            </a:r>
            <a:endParaRPr sz="8400"/>
          </a:p>
          <a:p>
            <a:pPr indent="457200" lvl="0" marL="914400" marR="0" rtl="0" algn="l">
              <a:spcBef>
                <a:spcPts val="500"/>
              </a:spcBef>
              <a:spcAft>
                <a:spcPts val="0"/>
              </a:spcAft>
              <a:buNone/>
              <a:defRPr/>
            </a:pPr>
            <a:r>
              <a:rPr b="1" i="0" lang="en-US" sz="8400" u="none" cap="none" strike="noStrike">
                <a:solidFill>
                  <a:srgbClr val="FAF8F4"/>
                </a:solidFill>
                <a:latin typeface="Calibri"/>
                <a:ea typeface="Calibri"/>
                <a:cs typeface="Calibri"/>
                <a:sym typeface="Calibri"/>
              </a:rPr>
              <a:t>Lord, have mercy.</a:t>
            </a:r>
            <a:endParaRPr sz="8400"/>
          </a:p>
        </p:txBody>
      </p:sp>
      <p:sp>
        <p:nvSpPr>
          <p:cNvPr id="170" name="TextBox 169"/>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Kyrie Eleison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F0FDF4"/>
                </a:solidFill>
                <a:latin typeface="Inter"/>
              </a:defRPr>
            </a:pPr>
            <a:r>
              <a:t>Glory to God in the highest,</a:t>
            </a:r>
          </a:p>
          <a:p>
            <a:pPr algn="ctr">
              <a:spcAft>
                <a:spcPts val="800"/>
              </a:spcAft>
              <a:defRPr sz="5500" b="0" i="0">
                <a:solidFill>
                  <a:srgbClr val="F0FDF4"/>
                </a:solidFill>
                <a:latin typeface="Inter"/>
              </a:defRPr>
            </a:pPr>
            <a:r>
              <a:t>and on earth peace to people of good will.</a:t>
            </a:r>
          </a:p>
          <a:p>
            <a:pPr algn="ctr">
              <a:spcAft>
                <a:spcPts val="800"/>
              </a:spcAft>
              <a:defRPr sz="5500" b="0" i="0">
                <a:solidFill>
                  <a:srgbClr val="F0FDF4"/>
                </a:solidFill>
                <a:latin typeface="Inter"/>
              </a:defRPr>
            </a:pPr>
            <a:r>
              <a:t>We praise you, we bless you, we adore you,</a:t>
            </a:r>
          </a:p>
          <a:p>
            <a:pPr algn="ctr">
              <a:spcAft>
                <a:spcPts val="800"/>
              </a:spcAft>
              <a:defRPr sz="5500" b="0" i="0">
                <a:solidFill>
                  <a:srgbClr val="F0FDF4"/>
                </a:solidFill>
                <a:latin typeface="Inter"/>
              </a:defRPr>
            </a:pPr>
            <a:r>
              <a:t>we glorify you, we give you thanks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Gloria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for your great glory,</a:t>
            </a:r>
          </a:p>
          <a:p>
            <a:pPr algn="ctr">
              <a:spcAft>
                <a:spcPts val="800"/>
              </a:spcAft>
              <a:defRPr sz="5500" b="0" i="0">
                <a:solidFill>
                  <a:srgbClr val="F0FDF4"/>
                </a:solidFill>
                <a:latin typeface="Inter"/>
              </a:defRPr>
            </a:pPr>
            <a:r>
              <a:t>Lord God, heavenly King, O God, almighty Father.</a:t>
            </a:r>
          </a:p>
          <a:p>
            <a:pPr algn="ctr">
              <a:spcAft>
                <a:spcPts val="800"/>
              </a:spcAft>
              <a:defRPr sz="5500" b="0" i="0">
                <a:solidFill>
                  <a:srgbClr val="F0FDF4"/>
                </a:solidFill>
                <a:latin typeface="Inter"/>
              </a:defRPr>
            </a:pPr>
            <a:r>
              <a:t>Lord Jesus Christ, Only Begotten Son,</a:t>
            </a:r>
          </a:p>
          <a:p>
            <a:pPr algn="ctr">
              <a:spcAft>
                <a:spcPts val="800"/>
              </a:spcAft>
              <a:defRPr sz="5500" b="0" i="0">
                <a:solidFill>
                  <a:srgbClr val="F0FDF4"/>
                </a:solidFill>
                <a:latin typeface="Inter"/>
              </a:defRPr>
            </a:pPr>
            <a:r>
              <a:t>Lord God, Lamb of God, Son of the Father,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Gloria (2/5)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you take away the sins of the world, have mercy on us;</a:t>
            </a:r>
          </a:p>
          <a:p>
            <a:pPr algn="ctr">
              <a:spcAft>
                <a:spcPts val="800"/>
              </a:spcAft>
              <a:defRPr sz="5500" b="0" i="0">
                <a:solidFill>
                  <a:srgbClr val="F0FDF4"/>
                </a:solidFill>
                <a:latin typeface="Inter"/>
              </a:defRPr>
            </a:pPr>
            <a:r>
              <a:t>you take away the sins of the world, receive our prayer;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Gloria (3/5)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you are seated at the right hand of the Father, have mercy on us.</a:t>
            </a:r>
          </a:p>
          <a:p>
            <a:pPr algn="ctr">
              <a:spcAft>
                <a:spcPts val="800"/>
              </a:spcAft>
              <a:defRPr sz="5500" b="0" i="0">
                <a:solidFill>
                  <a:srgbClr val="F0FDF4"/>
                </a:solidFill>
                <a:latin typeface="Inter"/>
              </a:defRPr>
            </a:pPr>
            <a:r>
              <a:t>For you alone are the Holy One,</a:t>
            </a:r>
          </a:p>
          <a:p>
            <a:pPr algn="ctr">
              <a:spcAft>
                <a:spcPts val="800"/>
              </a:spcAft>
              <a:defRPr sz="5500" b="0" i="0">
                <a:solidFill>
                  <a:srgbClr val="F0FDF4"/>
                </a:solidFill>
                <a:latin typeface="Inter"/>
              </a:defRPr>
            </a:pPr>
            <a:r>
              <a:t>you alone are the Lord,</a:t>
            </a:r>
          </a:p>
          <a:p>
            <a:pPr algn="ctr">
              <a:spcAft>
                <a:spcPts val="800"/>
              </a:spcAft>
              <a:defRPr sz="5500" b="0" i="0">
                <a:solidFill>
                  <a:srgbClr val="F0FDF4"/>
                </a:solidFill>
                <a:latin typeface="Inter"/>
              </a:defRPr>
            </a:pPr>
            <a:r>
              <a:t>you alone are the Most High,</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Gloria (4/5)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Jesus Christ,</a:t>
            </a:r>
          </a:p>
          <a:p>
            <a:pPr algn="ctr">
              <a:spcAft>
                <a:spcPts val="800"/>
              </a:spcAft>
              <a:defRPr sz="5500" b="0" i="0">
                <a:solidFill>
                  <a:srgbClr val="F0FDF4"/>
                </a:solidFill>
                <a:latin typeface="Inter"/>
              </a:defRPr>
            </a:pPr>
            <a:r>
              <a:t>with the Holy Spirit,</a:t>
            </a:r>
          </a:p>
          <a:p>
            <a:pPr algn="ctr">
              <a:spcAft>
                <a:spcPts val="800"/>
              </a:spcAft>
              <a:defRPr sz="5500" b="0" i="0">
                <a:solidFill>
                  <a:srgbClr val="F0FDF4"/>
                </a:solidFill>
                <a:latin typeface="Inter"/>
              </a:defRPr>
            </a:pPr>
            <a:r>
              <a:t>in the glory of God the Father.</a:t>
            </a:r>
          </a:p>
          <a:p>
            <a:pPr algn="ctr">
              <a:spcAft>
                <a:spcPts val="800"/>
              </a:spcAft>
              <a:defRPr sz="5500" b="0" i="0">
                <a:solidFill>
                  <a:srgbClr val="F0FDF4"/>
                </a:solidFill>
                <a:latin typeface="Inter"/>
              </a:defRPr>
            </a:pPr>
            <a:r>
              <a:t>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Gloria (5/5)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Let us pray.</a:t>
            </a:r>
          </a:p>
          <a:p>
            <a:pPr algn="ctr">
              <a:spcBef>
                <a:spcPts val="400"/>
              </a:spcBef>
              <a:spcAft>
                <a:spcPts val="500"/>
              </a:spcAft>
              <a:defRPr sz="5500" b="1" i="0">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Word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a:solidFill>
                  <a:srgbClr val="86EFAC"/>
                </a:solidFill>
                <a:latin typeface="Inter"/>
              </a:defRPr>
            </a:pPr>
            <a:r>
              <a:t>LITURGY OF</a:t>
            </a:r>
            <a:br/>
            <a:r>
              <a:t>THE WORD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Word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a:solidFill>
                  <a:srgbClr val="86EFAC"/>
                </a:solidFill>
                <a:latin typeface="Inter"/>
              </a:defRPr>
            </a:pPr>
            <a:r>
              <a:t>Liturgy of the Word</a:t>
            </a:r>
          </a:p>
          <a:p>
            <a:pPr algn="ctr">
              <a:spcAft>
                <a:spcPts val="1600"/>
              </a:spcAft>
              <a:defRPr sz="5500" b="1" i="0">
                <a:solidFill>
                  <a:srgbClr val="86EFAC"/>
                </a:solidFill>
                <a:latin typeface="Inter"/>
              </a:defRPr>
            </a:pPr>
            <a:r>
              <a:t>First Reading</a:t>
            </a:r>
          </a:p>
          <a:p>
            <a:pPr algn="ctr">
              <a:defRPr sz="5500" b="0" i="0">
                <a:solidFill>
                  <a:srgbClr val="F0FDF4"/>
                </a:solidFill>
                <a:latin typeface="Inter"/>
              </a:defRPr>
            </a:pPr>
            <a:r>
              <a:t>Deuteronomy 8:2-3, 14b-16a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Word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a:solidFill>
                  <a:srgbClr val="86EFAC"/>
                </a:solidFill>
                <a:latin typeface="Inter"/>
              </a:defRPr>
            </a:pPr>
            <a:r>
              <a:t>Liturgy of the Word</a:t>
            </a:r>
          </a:p>
          <a:p>
            <a:pPr algn="ctr">
              <a:spcAft>
                <a:spcPts val="1200"/>
              </a:spcAft>
              <a:defRPr sz="5500" b="1" i="0">
                <a:solidFill>
                  <a:srgbClr val="86EFAC"/>
                </a:solidFill>
                <a:latin typeface="Inter"/>
              </a:defRPr>
            </a:pPr>
            <a:r>
              <a:t>Responsorial Psalm</a:t>
            </a:r>
            <a:br/>
            <a:r>
              <a:t>(Psalm 147:12-13, 14-15, 19-20)</a:t>
            </a:r>
          </a:p>
          <a:p>
            <a:pPr algn="ctr">
              <a:spcAft>
                <a:spcPts val="800"/>
              </a:spcAft>
              <a:defRPr sz="5500" b="0" i="0">
                <a:solidFill>
                  <a:srgbClr val="F0FDF4"/>
                </a:solidFill>
                <a:latin typeface="Inter"/>
              </a:defRPr>
            </a:pPr>
            <a:r>
              <a:t>R. Praise the Lord, Jerusalem.</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Word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a:solidFill>
                  <a:srgbClr val="86EFAC"/>
                </a:solidFill>
                <a:latin typeface="Inter"/>
              </a:defRPr>
            </a:pPr>
            <a:r>
              <a:t>Liturgy of the Word</a:t>
            </a:r>
          </a:p>
          <a:p>
            <a:pPr algn="ctr">
              <a:spcAft>
                <a:spcPts val="1600"/>
              </a:spcAft>
              <a:defRPr sz="5500" b="1" i="0">
                <a:solidFill>
                  <a:srgbClr val="86EFAC"/>
                </a:solidFill>
                <a:latin typeface="Inter"/>
              </a:defRPr>
            </a:pPr>
            <a:r>
              <a:t>Second Reading</a:t>
            </a:r>
          </a:p>
          <a:p>
            <a:pPr algn="ctr">
              <a:defRPr sz="5500" b="0" i="0">
                <a:solidFill>
                  <a:srgbClr val="F0FDF4"/>
                </a:solidFill>
                <a:latin typeface="Inter"/>
              </a:defRPr>
            </a:pPr>
            <a:r>
              <a:t>1 Corinthians 10:16-17</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Word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ALLELUIA! ALLELUIA! ALLELUIA! ALLELUIA!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Gospel Acclamation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The Lord be with you.</a:t>
            </a:r>
          </a:p>
          <a:p>
            <a:pPr algn="ctr">
              <a:spcBef>
                <a:spcPts val="400"/>
              </a:spcBef>
              <a:spcAft>
                <a:spcPts val="500"/>
              </a:spcAft>
              <a:defRPr sz="5500" b="1" i="0">
                <a:solidFill>
                  <a:srgbClr val="F0FDF4"/>
                </a:solidFill>
                <a:latin typeface="Inter"/>
              </a:defRPr>
            </a:pPr>
            <a:r>
              <a:t>All: And with your spirit.</a:t>
            </a:r>
          </a:p>
          <a:p>
            <a:pPr algn="ctr">
              <a:spcBef>
                <a:spcPts val="400"/>
              </a:spcBef>
              <a:spcAft>
                <a:spcPts val="500"/>
              </a:spcAft>
              <a:defRPr sz="5500" b="1" i="0">
                <a:solidFill>
                  <a:srgbClr val="F0FDF4"/>
                </a:solidFill>
                <a:latin typeface="Inter"/>
              </a:defRPr>
            </a:pPr>
            <a:r>
              <a:t>All: Glory to you, O Lord.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Gospel Acclamation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The Gospel of the Lord.</a:t>
            </a:r>
          </a:p>
          <a:p>
            <a:pPr algn="ctr">
              <a:spcBef>
                <a:spcPts val="400"/>
              </a:spcBef>
              <a:spcAft>
                <a:spcPts val="500"/>
              </a:spcAft>
              <a:defRPr sz="5500" b="1" i="0">
                <a:solidFill>
                  <a:srgbClr val="F0FDF4"/>
                </a:solidFill>
                <a:latin typeface="Inter"/>
              </a:defRPr>
            </a:pPr>
            <a:r>
              <a:t>All: Praise to you, Lord Jesus Christ.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Gospel Acclamation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Rev. Fr. Jonrey Lauron, RCJ</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F0FDF4"/>
                </a:solidFill>
                <a:latin typeface="Inter"/>
              </a:defRPr>
            </a:pPr>
            <a:r>
              <a:t>All: I believe in one God,</a:t>
            </a:r>
          </a:p>
          <a:p>
            <a:pPr algn="ctr">
              <a:spcAft>
                <a:spcPts val="800"/>
              </a:spcAft>
              <a:defRPr sz="5500" b="0" i="0">
                <a:solidFill>
                  <a:srgbClr val="F0FDF4"/>
                </a:solidFill>
                <a:latin typeface="Inter"/>
              </a:defRPr>
            </a:pPr>
            <a:r>
              <a:t>the Father almighty,</a:t>
            </a:r>
          </a:p>
          <a:p>
            <a:pPr algn="ctr">
              <a:spcAft>
                <a:spcPts val="800"/>
              </a:spcAft>
              <a:defRPr sz="5500" b="0" i="0">
                <a:solidFill>
                  <a:srgbClr val="F0FDF4"/>
                </a:solidFill>
                <a:latin typeface="Inter"/>
              </a:defRPr>
            </a:pPr>
            <a:r>
              <a:t>maker of heaven and earth,</a:t>
            </a:r>
          </a:p>
          <a:p>
            <a:pPr algn="ctr">
              <a:spcAft>
                <a:spcPts val="800"/>
              </a:spcAft>
              <a:defRPr sz="5500" b="0" i="0">
                <a:solidFill>
                  <a:srgbClr val="F0FDF4"/>
                </a:solidFill>
                <a:latin typeface="Inter"/>
              </a:defRPr>
            </a:pPr>
            <a:r>
              <a:t>of all things visible and invisible.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(1/10)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I believe in one Lord Jesus Christ,</a:t>
            </a:r>
          </a:p>
          <a:p>
            <a:pPr algn="ctr">
              <a:spcAft>
                <a:spcPts val="800"/>
              </a:spcAft>
              <a:defRPr sz="5500" b="0" i="0">
                <a:solidFill>
                  <a:srgbClr val="F0FDF4"/>
                </a:solidFill>
                <a:latin typeface="Inter"/>
              </a:defRPr>
            </a:pPr>
            <a:r>
              <a:t>the Only Begotten Son of God,</a:t>
            </a:r>
          </a:p>
          <a:p>
            <a:pPr algn="ctr">
              <a:spcAft>
                <a:spcPts val="800"/>
              </a:spcAft>
              <a:defRPr sz="5500" b="0" i="0">
                <a:solidFill>
                  <a:srgbClr val="F0FDF4"/>
                </a:solidFill>
                <a:latin typeface="Inter"/>
              </a:defRPr>
            </a:pPr>
            <a:r>
              <a:t>born of the Father before all ages.</a:t>
            </a:r>
          </a:p>
          <a:p>
            <a:pPr algn="ctr">
              <a:spcAft>
                <a:spcPts val="800"/>
              </a:spcAft>
              <a:defRPr sz="5500" b="0" i="0">
                <a:solidFill>
                  <a:srgbClr val="F0FDF4"/>
                </a:solidFill>
                <a:latin typeface="Inter"/>
              </a:defRPr>
            </a:pPr>
            <a:r>
              <a:t>God from God, Light from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(2/10)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true God from true God,</a:t>
            </a:r>
          </a:p>
          <a:p>
            <a:pPr algn="ctr">
              <a:spcAft>
                <a:spcPts val="800"/>
              </a:spcAft>
              <a:defRPr sz="5500" b="0" i="0">
                <a:solidFill>
                  <a:srgbClr val="F0FDF4"/>
                </a:solidFill>
                <a:latin typeface="Inter"/>
              </a:defRPr>
            </a:pPr>
            <a:r>
              <a:t>begotten, not made, consubstantial with the Father;</a:t>
            </a:r>
          </a:p>
          <a:p>
            <a:pPr algn="ctr">
              <a:spcAft>
                <a:spcPts val="800"/>
              </a:spcAft>
              <a:defRPr sz="5500" b="0" i="0">
                <a:solidFill>
                  <a:srgbClr val="F0FDF4"/>
                </a:solidFill>
                <a:latin typeface="Inter"/>
              </a:defRPr>
            </a:pPr>
            <a:r>
              <a:t>through him all things were made.</a:t>
            </a:r>
          </a:p>
          <a:p>
            <a:pPr algn="ctr">
              <a:spcAft>
                <a:spcPts val="800"/>
              </a:spcAft>
              <a:defRPr sz="5500" b="0" i="0">
                <a:solidFill>
                  <a:srgbClr val="F0FDF4"/>
                </a:solidFill>
                <a:latin typeface="Inter"/>
              </a:defRPr>
            </a:pPr>
            <a:r>
              <a:t>For us men and for our salvation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(3/10)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he came down from heaven,</a:t>
            </a:r>
          </a:p>
          <a:p>
            <a:pPr algn="ctr">
              <a:spcAft>
                <a:spcPts val="800"/>
              </a:spcAft>
              <a:defRPr sz="5500" b="0" i="0">
                <a:solidFill>
                  <a:srgbClr val="F0FDF4"/>
                </a:solidFill>
                <a:latin typeface="Inter"/>
              </a:defRPr>
            </a:pPr>
            <a:r>
              <a:t>and by the Holy Spirit was incarnate of the Virgin Mary,</a:t>
            </a:r>
          </a:p>
          <a:p>
            <a:pPr algn="ctr">
              <a:spcAft>
                <a:spcPts val="800"/>
              </a:spcAft>
              <a:defRPr sz="5500" b="0" i="0">
                <a:solidFill>
                  <a:srgbClr val="F0FDF4"/>
                </a:solidFill>
                <a:latin typeface="Inter"/>
              </a:defRPr>
            </a:pPr>
            <a:r>
              <a:t>and became man.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(4/10)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For our sake he was crucified under Pontius Pilate,</a:t>
            </a:r>
          </a:p>
          <a:p>
            <a:pPr algn="ctr">
              <a:spcAft>
                <a:spcPts val="800"/>
              </a:spcAft>
              <a:defRPr sz="5500" b="0" i="0">
                <a:solidFill>
                  <a:srgbClr val="F0FDF4"/>
                </a:solidFill>
                <a:latin typeface="Inter"/>
              </a:defRPr>
            </a:pPr>
            <a:r>
              <a:t>he suffered death and was buried,</a:t>
            </a:r>
          </a:p>
          <a:p>
            <a:pPr algn="ctr">
              <a:spcAft>
                <a:spcPts val="800"/>
              </a:spcAft>
              <a:defRPr sz="5500" b="0" i="0">
                <a:solidFill>
                  <a:srgbClr val="F0FDF4"/>
                </a:solidFill>
                <a:latin typeface="Inter"/>
              </a:defRPr>
            </a:pPr>
            <a:r>
              <a:t>and rose again on the third day</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(5/10)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in accordance with the Scriptures.</a:t>
            </a:r>
          </a:p>
          <a:p>
            <a:pPr algn="ctr">
              <a:spcAft>
                <a:spcPts val="800"/>
              </a:spcAft>
              <a:defRPr sz="5500" b="0" i="0">
                <a:solidFill>
                  <a:srgbClr val="F0FDF4"/>
                </a:solidFill>
                <a:latin typeface="Inter"/>
              </a:defRPr>
            </a:pPr>
            <a:r>
              <a:t>He ascended into heaven</a:t>
            </a:r>
          </a:p>
          <a:p>
            <a:pPr algn="ctr">
              <a:spcAft>
                <a:spcPts val="800"/>
              </a:spcAft>
              <a:defRPr sz="5500" b="0" i="0">
                <a:solidFill>
                  <a:srgbClr val="F0FDF4"/>
                </a:solidFill>
                <a:latin typeface="Inter"/>
              </a:defRPr>
            </a:pPr>
            <a:r>
              <a:t>and is seated at the right hand of the Father.</a:t>
            </a:r>
          </a:p>
          <a:p>
            <a:pPr algn="ctr">
              <a:spcAft>
                <a:spcPts val="800"/>
              </a:spcAft>
              <a:defRPr sz="5500" b="0" i="0">
                <a:solidFill>
                  <a:srgbClr val="F0FDF4"/>
                </a:solidFill>
                <a:latin typeface="Inter"/>
              </a:defRPr>
            </a:pPr>
            <a:r>
              <a:t>He will come again in glory</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(6/10)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to judge the living and the dead</a:t>
            </a:r>
          </a:p>
          <a:p>
            <a:pPr algn="ctr">
              <a:spcAft>
                <a:spcPts val="800"/>
              </a:spcAft>
              <a:defRPr sz="5500" b="0" i="0">
                <a:solidFill>
                  <a:srgbClr val="F0FDF4"/>
                </a:solidFill>
                <a:latin typeface="Inter"/>
              </a:defRPr>
            </a:pPr>
            <a:r>
              <a:t>and his kingdom will have no end.</a:t>
            </a:r>
          </a:p>
          <a:p>
            <a:pPr algn="ctr">
              <a:spcAft>
                <a:spcPts val="800"/>
              </a:spcAft>
              <a:defRPr sz="5500" b="0" i="0">
                <a:solidFill>
                  <a:srgbClr val="F0FDF4"/>
                </a:solidFill>
                <a:latin typeface="Inter"/>
              </a:defRPr>
            </a:pPr>
            <a:r>
              <a:t>I believe in the Holy Spirit, the Lord, the giver of life,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(7/10)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who proceeds from the Father and the Son,</a:t>
            </a:r>
          </a:p>
          <a:p>
            <a:pPr algn="ctr">
              <a:spcAft>
                <a:spcPts val="800"/>
              </a:spcAft>
              <a:defRPr sz="5500" b="0" i="0">
                <a:solidFill>
                  <a:srgbClr val="F0FDF4"/>
                </a:solidFill>
                <a:latin typeface="Inter"/>
              </a:defRPr>
            </a:pPr>
            <a:r>
              <a:t>who with the Father and the Son is adored and glorified,</a:t>
            </a:r>
          </a:p>
          <a:p>
            <a:pPr algn="ctr">
              <a:spcAft>
                <a:spcPts val="800"/>
              </a:spcAft>
              <a:defRPr sz="5500" b="0" i="0">
                <a:solidFill>
                  <a:srgbClr val="F0FDF4"/>
                </a:solidFill>
                <a:latin typeface="Inter"/>
              </a:defRPr>
            </a:pPr>
            <a:r>
              <a:t>who has spoken through the prophets.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(8/10)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I believe in one, holy, catholic and apostolic Church.</a:t>
            </a:r>
          </a:p>
          <a:p>
            <a:pPr algn="ctr">
              <a:spcAft>
                <a:spcPts val="800"/>
              </a:spcAft>
              <a:defRPr sz="5500" b="0" i="0">
                <a:solidFill>
                  <a:srgbClr val="F0FDF4"/>
                </a:solidFill>
                <a:latin typeface="Inter"/>
              </a:defRPr>
            </a:pPr>
            <a:r>
              <a:t>I confess one Baptism for the forgiveness of sins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(9/10)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and I look forward to the resurrection of the dead</a:t>
            </a:r>
          </a:p>
          <a:p>
            <a:pPr algn="ctr">
              <a:spcAft>
                <a:spcPts val="800"/>
              </a:spcAft>
              <a:defRPr sz="5500" b="0" i="0">
                <a:solidFill>
                  <a:srgbClr val="F0FDF4"/>
                </a:solidFill>
                <a:latin typeface="Inter"/>
              </a:defRPr>
            </a:pPr>
            <a:r>
              <a:t>and the life of the world to come.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(10/10)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Rev. Fr. Jonrey Lauron, RCJ</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For the holy Church of God throughout the world, that the Lord may guard her and grant her peace and unity according to his will: let us pray to the Lord.</a:t>
            </a:r>
          </a:p>
          <a:p>
            <a:pPr algn="ctr">
              <a:spcBef>
                <a:spcPts val="400"/>
              </a:spcBef>
              <a:spcAft>
                <a:spcPts val="500"/>
              </a:spcAft>
              <a:defRPr sz="5500" b="1" i="0">
                <a:solidFill>
                  <a:srgbClr val="F0FDF4"/>
                </a:solidFill>
                <a:latin typeface="Inter"/>
              </a:defRPr>
            </a:pPr>
            <a:r>
              <a:t>All: Lord, hear our prayer.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Prayer of the Faithful</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The Priest concludes the Prayer of the Faithful with a prayer in full, for example:</a:t>
            </a:r>
          </a:p>
          <a:p>
            <a:pPr algn="ctr">
              <a:spcBef>
                <a:spcPts val="400"/>
              </a:spcBef>
              <a:spcAft>
                <a:spcPts val="500"/>
              </a:spcAft>
              <a:defRPr sz="5500" b="1" i="0">
                <a:solidFill>
                  <a:srgbClr val="86EFAC"/>
                </a:solidFill>
                <a:latin typeface="Inter"/>
              </a:defRPr>
            </a:pPr>
            <a:r>
              <a:t>Priest: Heavenly Father, hear the prayers of the Church, which we make through Christ our Lord.</a:t>
            </a:r>
          </a:p>
          <a:p>
            <a:pPr algn="ctr">
              <a:spcBef>
                <a:spcPts val="400"/>
              </a:spcBef>
              <a:spcAft>
                <a:spcPts val="500"/>
              </a:spcAft>
              <a:defRPr sz="5500" b="1" i="0">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Prayer of the Faithful</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Rev. Fr. Jonrey Lauron, RCJ</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Gift of Finest Wheat</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500" b="1" i="0">
                <a:solidFill>
                  <a:srgbClr val="FFFFFF"/>
                </a:solidFill>
                <a:latin typeface="Arial Black"/>
              </a:defRPr>
            </a:pPr>
            <a:r>
              <a:t>YOU SATISFY THE HUNGRY HEART</a:t>
            </a:r>
          </a:p>
          <a:p>
            <a:pPr algn="ctr">
              <a:lnSpc>
                <a:spcPct val="100000"/>
              </a:lnSpc>
              <a:spcAft>
                <a:spcPts val="600"/>
              </a:spcAft>
              <a:defRPr sz="5500" b="1" i="0">
                <a:solidFill>
                  <a:srgbClr val="FFFFFF"/>
                </a:solidFill>
                <a:latin typeface="Arial Black"/>
              </a:defRPr>
            </a:pPr>
            <a:r>
              <a:t>WITH GIFT OF FINEST WHEAT,</a:t>
            </a:r>
          </a:p>
          <a:p>
            <a:pPr algn="ctr">
              <a:lnSpc>
                <a:spcPct val="100000"/>
              </a:lnSpc>
              <a:spcAft>
                <a:spcPts val="600"/>
              </a:spcAft>
              <a:defRPr sz="5500" b="1" i="0">
                <a:solidFill>
                  <a:srgbClr val="FFFFFF"/>
                </a:solidFill>
                <a:latin typeface="Arial Black"/>
              </a:defRPr>
            </a:pPr>
            <a:r>
              <a:t>COME GIVE TO US, O SAVING LORD,</a:t>
            </a:r>
          </a:p>
          <a:p>
            <a:pPr algn="ctr">
              <a:lnSpc>
                <a:spcPct val="100000"/>
              </a:lnSpc>
              <a:spcAft>
                <a:spcPts val="600"/>
              </a:spcAft>
              <a:defRPr sz="5500" b="1" i="0">
                <a:solidFill>
                  <a:srgbClr val="FFFFFF"/>
                </a:solidFill>
                <a:latin typeface="Arial Black"/>
              </a:defRPr>
            </a:pPr>
            <a:r>
              <a:t>THE BREAD OF LIFE TO EAT.</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Offertory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AS WHEN THE GRAIN BY SAINTS BELIEVED</a:t>
            </a:r>
          </a:p>
          <a:p>
            <a:pPr algn="ctr">
              <a:lnSpc>
                <a:spcPct val="100000"/>
              </a:lnSpc>
              <a:spcAft>
                <a:spcPts val="600"/>
              </a:spcAft>
              <a:defRPr sz="5500" b="1" i="0">
                <a:solidFill>
                  <a:srgbClr val="FFFFFF"/>
                </a:solidFill>
                <a:latin typeface="Arial Black"/>
              </a:defRPr>
            </a:pPr>
            <a:r>
              <a:t>WAS BLESSED AND BROKEN, LORD,</a:t>
            </a:r>
          </a:p>
          <a:p>
            <a:pPr algn="ctr">
              <a:lnSpc>
                <a:spcPct val="100000"/>
              </a:lnSpc>
              <a:spcAft>
                <a:spcPts val="600"/>
              </a:spcAft>
              <a:defRPr sz="5500" b="1" i="0">
                <a:solidFill>
                  <a:srgbClr val="FFFFFF"/>
                </a:solidFill>
                <a:latin typeface="Arial Black"/>
              </a:defRPr>
            </a:pPr>
            <a:r>
              <a:t>SO MAY YOUR CHURCH IN LANDS TODAY</a:t>
            </a:r>
          </a:p>
          <a:p>
            <a:pPr algn="ctr">
              <a:lnSpc>
                <a:spcPct val="100000"/>
              </a:lnSpc>
              <a:spcAft>
                <a:spcPts val="600"/>
              </a:spcAft>
              <a:defRPr sz="5500" b="1" i="0">
                <a:solidFill>
                  <a:srgbClr val="FFFFFF"/>
                </a:solidFill>
                <a:latin typeface="Arial Black"/>
              </a:defRPr>
            </a:pPr>
            <a:r>
              <a:t>BE FED, YOUR PRAISE RESTORED.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Offertory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O LORD OF HARVEST, GRANT THAT WE</a:t>
            </a:r>
          </a:p>
          <a:p>
            <a:pPr algn="ctr">
              <a:lnSpc>
                <a:spcPct val="100000"/>
              </a:lnSpc>
              <a:spcAft>
                <a:spcPts val="600"/>
              </a:spcAft>
              <a:defRPr sz="5500" b="1" i="0">
                <a:solidFill>
                  <a:srgbClr val="FFFFFF"/>
                </a:solidFill>
                <a:latin typeface="Arial Black"/>
              </a:defRPr>
            </a:pPr>
            <a:r>
              <a:t>WHO SHARE THIS MYSTERY HERE</a:t>
            </a:r>
          </a:p>
          <a:p>
            <a:pPr algn="ctr">
              <a:lnSpc>
                <a:spcPct val="100000"/>
              </a:lnSpc>
              <a:spcAft>
                <a:spcPts val="600"/>
              </a:spcAft>
              <a:defRPr sz="5500" b="1" i="0">
                <a:solidFill>
                  <a:srgbClr val="FFFFFF"/>
                </a:solidFill>
                <a:latin typeface="Arial Black"/>
              </a:defRPr>
            </a:pPr>
            <a:r>
              <a:t>MAY FOLLOW YOU UNCEASINGLY</a:t>
            </a:r>
          </a:p>
          <a:p>
            <a:pPr algn="ctr">
              <a:lnSpc>
                <a:spcPct val="100000"/>
              </a:lnSpc>
              <a:spcAft>
                <a:spcPts val="600"/>
              </a:spcAft>
              <a:defRPr sz="5500" b="1" i="0">
                <a:solidFill>
                  <a:srgbClr val="FFFFFF"/>
                </a:solidFill>
                <a:latin typeface="Arial Black"/>
              </a:defRPr>
            </a:pPr>
            <a:r>
              <a:t>IN PRAISE, IN LOVE, IN FEAR.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Offertory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ONE BREAD, ONE CUP, ONE LIFE, ONE LORD—</a:t>
            </a:r>
          </a:p>
          <a:p>
            <a:pPr algn="ctr">
              <a:lnSpc>
                <a:spcPct val="100000"/>
              </a:lnSpc>
              <a:spcAft>
                <a:spcPts val="600"/>
              </a:spcAft>
              <a:defRPr sz="5500" b="1" i="0">
                <a:solidFill>
                  <a:srgbClr val="FFFFFF"/>
                </a:solidFill>
                <a:latin typeface="Arial Black"/>
              </a:defRPr>
            </a:pPr>
            <a:r>
              <a:t>WE OFFER, CHRIST, TO YOU;</a:t>
            </a:r>
          </a:p>
          <a:p>
            <a:pPr algn="ctr">
              <a:lnSpc>
                <a:spcPct val="100000"/>
              </a:lnSpc>
              <a:spcAft>
                <a:spcPts val="600"/>
              </a:spcAft>
              <a:defRPr sz="5500" b="1" i="0">
                <a:solidFill>
                  <a:srgbClr val="FFFFFF"/>
                </a:solidFill>
                <a:latin typeface="Arial Black"/>
              </a:defRPr>
            </a:pPr>
            <a:r>
              <a:t>UNTIL WE SHARE YOUR BANQUET BOARD</a:t>
            </a:r>
          </a:p>
          <a:p>
            <a:pPr algn="ctr">
              <a:lnSpc>
                <a:spcPct val="100000"/>
              </a:lnSpc>
              <a:spcAft>
                <a:spcPts val="600"/>
              </a:spcAft>
              <a:defRPr sz="5500" b="1" i="0">
                <a:solidFill>
                  <a:srgbClr val="FFFFFF"/>
                </a:solidFill>
                <a:latin typeface="Arial Black"/>
              </a:defRPr>
            </a:pPr>
            <a:r>
              <a:t>WHERE ALL THE WORLD IS NEW.</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Offertory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Pray, brethren, that my sacrifice and yours may be acceptable to God, the almighty Father.</a:t>
            </a:r>
          </a:p>
          <a:p>
            <a:pPr algn="ctr">
              <a:spcBef>
                <a:spcPts val="400"/>
              </a:spcBef>
              <a:spcAft>
                <a:spcPts val="500"/>
              </a:spcAft>
              <a:defRPr sz="5500" b="1" i="0">
                <a:solidFill>
                  <a:srgbClr val="F0FDF4"/>
                </a:solidFill>
                <a:latin typeface="Inter"/>
              </a:defRPr>
            </a:pPr>
            <a:r>
              <a:t>All: May the Lord accept the sacrifice at your hands, for the praise and glory of his name, for our good and the good of all his holy Church.</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The Lord be with you.</a:t>
            </a:r>
          </a:p>
          <a:p>
            <a:pPr algn="ctr">
              <a:spcBef>
                <a:spcPts val="400"/>
              </a:spcBef>
              <a:spcAft>
                <a:spcPts val="500"/>
              </a:spcAft>
              <a:defRPr sz="5500" b="1" i="0">
                <a:solidFill>
                  <a:srgbClr val="F0FDF4"/>
                </a:solidFill>
                <a:latin typeface="Inter"/>
              </a:defRPr>
            </a:pPr>
            <a:r>
              <a:t>All: And with your spirit.</a:t>
            </a:r>
          </a:p>
          <a:p>
            <a:pPr algn="ctr">
              <a:spcBef>
                <a:spcPts val="400"/>
              </a:spcBef>
              <a:spcAft>
                <a:spcPts val="500"/>
              </a:spcAft>
              <a:defRPr sz="5500" b="1" i="0">
                <a:solidFill>
                  <a:srgbClr val="86EFAC"/>
                </a:solidFill>
                <a:latin typeface="Inter"/>
              </a:defRPr>
            </a:pPr>
            <a:r>
              <a:t>Priest: Lift up your hearts.</a:t>
            </a:r>
          </a:p>
          <a:p>
            <a:pPr algn="ctr">
              <a:spcBef>
                <a:spcPts val="400"/>
              </a:spcBef>
              <a:spcAft>
                <a:spcPts val="500"/>
              </a:spcAft>
              <a:defRPr sz="5500" b="1" i="0">
                <a:solidFill>
                  <a:srgbClr val="F0FDF4"/>
                </a:solidFill>
                <a:latin typeface="Inter"/>
              </a:defRPr>
            </a:pPr>
            <a:r>
              <a:t>All: We lift them up to the Lord.</a:t>
            </a:r>
          </a:p>
          <a:p>
            <a:pPr algn="ctr">
              <a:spcBef>
                <a:spcPts val="400"/>
              </a:spcBef>
              <a:spcAft>
                <a:spcPts val="500"/>
              </a:spcAft>
              <a:defRPr sz="5500" b="1" i="0">
                <a:solidFill>
                  <a:srgbClr val="86EFAC"/>
                </a:solidFill>
                <a:latin typeface="Inter"/>
              </a:defRPr>
            </a:pPr>
            <a:r>
              <a:t>Priest: Let us give thanks to the Lord our God.</a:t>
            </a:r>
          </a:p>
          <a:p>
            <a:pPr algn="ctr">
              <a:spcBef>
                <a:spcPts val="400"/>
              </a:spcBef>
              <a:spcAft>
                <a:spcPts val="500"/>
              </a:spcAft>
              <a:defRPr sz="5500" b="1" i="0">
                <a:solidFill>
                  <a:srgbClr val="F0FDF4"/>
                </a:solidFill>
                <a:latin typeface="Inter"/>
              </a:defRPr>
            </a:pPr>
            <a:r>
              <a:t>All: It is right and just.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F0FDF4"/>
                </a:solidFill>
                <a:latin typeface="Inter"/>
              </a:defRPr>
            </a:pPr>
            <a:r>
              <a:t>Holy, Holy, Holy Lord God of hosts.</a:t>
            </a:r>
          </a:p>
          <a:p>
            <a:pPr algn="ctr">
              <a:spcAft>
                <a:spcPts val="800"/>
              </a:spcAft>
              <a:defRPr sz="5500" b="0" i="0">
                <a:solidFill>
                  <a:srgbClr val="F0FDF4"/>
                </a:solidFill>
                <a:latin typeface="Inter"/>
              </a:defRPr>
            </a:pPr>
            <a:r>
              <a:t>Heaven and earth are full of your glory.</a:t>
            </a:r>
          </a:p>
          <a:p>
            <a:pPr algn="ctr">
              <a:spcAft>
                <a:spcPts val="800"/>
              </a:spcAft>
              <a:defRPr sz="5500" b="0" i="0">
                <a:solidFill>
                  <a:srgbClr val="F0FDF4"/>
                </a:solidFill>
                <a:latin typeface="Inter"/>
              </a:defRPr>
            </a:pPr>
            <a:r>
              <a:t>Hosanna in the highest.</a:t>
            </a:r>
          </a:p>
          <a:p>
            <a:pPr algn="ctr">
              <a:spcAft>
                <a:spcPts val="800"/>
              </a:spcAft>
              <a:defRPr sz="5500" b="0" i="0">
                <a:solidFill>
                  <a:srgbClr val="F0FDF4"/>
                </a:solidFill>
                <a:latin typeface="Inter"/>
              </a:defRPr>
            </a:pPr>
            <a:r>
              <a:t>Blessed is he who comes in the name of the Lord.</a:t>
            </a:r>
          </a:p>
          <a:p>
            <a:pPr algn="ctr">
              <a:spcAft>
                <a:spcPts val="800"/>
              </a:spcAft>
              <a:defRPr sz="5500" b="0" i="0">
                <a:solidFill>
                  <a:srgbClr val="F0FDF4"/>
                </a:solidFill>
                <a:latin typeface="Inter"/>
              </a:defRPr>
            </a:pPr>
            <a:r>
              <a:t>Hosanna in the highest.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Sanctus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F0FDF4"/>
                </a:solidFill>
                <a:latin typeface="Inter"/>
              </a:defRPr>
            </a:pPr>
            <a:r>
              <a:t>All: We proclaim your Death, O Lord,</a:t>
            </a:r>
          </a:p>
          <a:p>
            <a:pPr algn="ctr">
              <a:spcAft>
                <a:spcPts val="500"/>
              </a:spcAft>
              <a:defRPr sz="5500" b="0" i="0">
                <a:solidFill>
                  <a:srgbClr val="F0FDF4"/>
                </a:solidFill>
                <a:latin typeface="Inter"/>
              </a:defRPr>
            </a:pPr>
            <a:r>
              <a:t>and profess your Resurrection</a:t>
            </a:r>
          </a:p>
          <a:p>
            <a:pPr algn="ctr">
              <a:spcAft>
                <a:spcPts val="500"/>
              </a:spcAft>
              <a:defRPr sz="5500" b="0" i="0">
                <a:solidFill>
                  <a:srgbClr val="F0FDF4"/>
                </a:solidFill>
                <a:latin typeface="Inter"/>
              </a:defRPr>
            </a:pPr>
            <a:r>
              <a:t>until you come again.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The Eucharistic Prayer</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Great Amen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F0FDF4"/>
                </a:solidFill>
                <a:latin typeface="Inter"/>
              </a:defRPr>
            </a:pPr>
            <a:r>
              <a:t>Our Father, who art in heaven,</a:t>
            </a:r>
          </a:p>
          <a:p>
            <a:pPr algn="ctr">
              <a:spcAft>
                <a:spcPts val="800"/>
              </a:spcAft>
              <a:defRPr sz="5500" b="0" i="0">
                <a:solidFill>
                  <a:srgbClr val="F0FDF4"/>
                </a:solidFill>
                <a:latin typeface="Inter"/>
              </a:defRPr>
            </a:pPr>
            <a:r>
              <a:t>hallowed be thy name;</a:t>
            </a:r>
          </a:p>
          <a:p>
            <a:pPr algn="ctr">
              <a:spcAft>
                <a:spcPts val="800"/>
              </a:spcAft>
              <a:defRPr sz="5500" b="0" i="0">
                <a:solidFill>
                  <a:srgbClr val="F0FDF4"/>
                </a:solidFill>
                <a:latin typeface="Inter"/>
              </a:defRPr>
            </a:pPr>
            <a:r>
              <a:t>thy kingdom come,</a:t>
            </a:r>
          </a:p>
          <a:p>
            <a:pPr algn="ctr">
              <a:spcAft>
                <a:spcPts val="800"/>
              </a:spcAft>
              <a:defRPr sz="5500" b="0" i="0">
                <a:solidFill>
                  <a:srgbClr val="F0FDF4"/>
                </a:solidFill>
                <a:latin typeface="Inter"/>
              </a:defRPr>
            </a:pPr>
            <a:r>
              <a:t>thy will be done,</a:t>
            </a:r>
          </a:p>
          <a:p>
            <a:pPr algn="ctr">
              <a:spcAft>
                <a:spcPts val="800"/>
              </a:spcAft>
              <a:defRPr sz="5500" b="0" i="0">
                <a:solidFill>
                  <a:srgbClr val="F0FDF4"/>
                </a:solidFill>
                <a:latin typeface="Inter"/>
              </a:defRPr>
            </a:pPr>
            <a:r>
              <a:t>on earth as it is in heaven.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Our Father (1/5)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Give us this day our daily bread;</a:t>
            </a:r>
          </a:p>
          <a:p>
            <a:pPr algn="ctr">
              <a:spcAft>
                <a:spcPts val="800"/>
              </a:spcAft>
              <a:defRPr sz="5500" b="0" i="0">
                <a:solidFill>
                  <a:srgbClr val="F0FDF4"/>
                </a:solidFill>
                <a:latin typeface="Inter"/>
              </a:defRPr>
            </a:pPr>
            <a:r>
              <a:t>and forgive us our trespasses,</a:t>
            </a:r>
          </a:p>
          <a:p>
            <a:pPr algn="ctr">
              <a:spcAft>
                <a:spcPts val="800"/>
              </a:spcAft>
              <a:defRPr sz="5500" b="0" i="0">
                <a:solidFill>
                  <a:srgbClr val="F0FDF4"/>
                </a:solidFill>
                <a:latin typeface="Inter"/>
              </a:defRPr>
            </a:pPr>
            <a:r>
              <a:t>as we forgive those who trespass against us;</a:t>
            </a:r>
          </a:p>
          <a:p>
            <a:pPr algn="ctr">
              <a:spcAft>
                <a:spcPts val="800"/>
              </a:spcAft>
              <a:defRPr sz="5500" b="0" i="0">
                <a:solidFill>
                  <a:srgbClr val="F0FDF4"/>
                </a:solidFill>
                <a:latin typeface="Inter"/>
              </a:defRPr>
            </a:pPr>
            <a:r>
              <a:t>and lead us not into temptation,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Our Father (2/5)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but deliver us from evil.</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Our Father (3/5)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86EFAC"/>
                </a:solidFill>
                <a:latin typeface="Inter"/>
              </a:defRPr>
            </a:pPr>
            <a:r>
              <a:t>Priest: Deliver us, Lord, we pray, from every evil, graciously grant peace in our days, that, by the help of your mercy, we may be always free from sin and safe from all distress, as we await the blessed hope and the coming of our Savior, Jesus Christ.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Our Father (4/5)</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F0FDF4"/>
                </a:solidFill>
                <a:latin typeface="Inter"/>
              </a:defRPr>
            </a:pPr>
            <a:r>
              <a:t>For the kingdom, the power, and the glory are yours now and for ever.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Our Father (5/5)</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Rev. Fr. Jonrey Lauron, RCJ</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The peace of the Lord be with you always.</a:t>
            </a:r>
          </a:p>
          <a:p>
            <a:pPr algn="ctr">
              <a:spcBef>
                <a:spcPts val="400"/>
              </a:spcBef>
              <a:spcAft>
                <a:spcPts val="500"/>
              </a:spcAft>
              <a:defRPr sz="5500" b="1" i="0">
                <a:solidFill>
                  <a:srgbClr val="F0FDF4"/>
                </a:solidFill>
                <a:latin typeface="Inter"/>
              </a:defRPr>
            </a:pPr>
            <a:r>
              <a:t>All: And with your spirit.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Sign of Peace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F0FDF4"/>
                </a:solidFill>
                <a:latin typeface="Inter"/>
              </a:defRPr>
            </a:pPr>
            <a:r>
              <a:t>Lamb of God,</a:t>
            </a:r>
          </a:p>
          <a:p>
            <a:pPr algn="ctr">
              <a:spcAft>
                <a:spcPts val="800"/>
              </a:spcAft>
              <a:defRPr sz="5500" b="0" i="0">
                <a:solidFill>
                  <a:srgbClr val="F0FDF4"/>
                </a:solidFill>
                <a:latin typeface="Inter"/>
              </a:defRPr>
            </a:pPr>
            <a:r>
              <a:t>you take away the sins of the world,</a:t>
            </a:r>
          </a:p>
          <a:p>
            <a:pPr algn="ctr">
              <a:spcAft>
                <a:spcPts val="800"/>
              </a:spcAft>
              <a:defRPr sz="5500" b="0" i="0">
                <a:solidFill>
                  <a:srgbClr val="F0FDF4"/>
                </a:solidFill>
                <a:latin typeface="Inter"/>
              </a:defRPr>
            </a:pPr>
            <a:r>
              <a:t>have mercy on us.</a:t>
            </a:r>
          </a:p>
          <a:p>
            <a:pPr algn="ctr">
              <a:spcAft>
                <a:spcPts val="800"/>
              </a:spcAft>
              <a:defRPr sz="5500" b="0" i="0">
                <a:solidFill>
                  <a:srgbClr val="F0FDF4"/>
                </a:solidFill>
                <a:latin typeface="Inter"/>
              </a:defRPr>
            </a:pPr>
            <a:r>
              <a:t>Lamb of God,</a:t>
            </a:r>
          </a:p>
          <a:p>
            <a:pPr algn="ctr">
              <a:spcAft>
                <a:spcPts val="800"/>
              </a:spcAft>
              <a:defRPr sz="5500" b="0" i="0">
                <a:solidFill>
                  <a:srgbClr val="F0FDF4"/>
                </a:solidFill>
                <a:latin typeface="Inter"/>
              </a:defRPr>
            </a:pPr>
            <a:r>
              <a:t>you take away the sins of the world,</a:t>
            </a:r>
          </a:p>
          <a:p>
            <a:pPr algn="ctr">
              <a:spcAft>
                <a:spcPts val="800"/>
              </a:spcAft>
              <a:defRPr sz="5500" b="0" i="0">
                <a:solidFill>
                  <a:srgbClr val="F0FDF4"/>
                </a:solidFill>
                <a:latin typeface="Inter"/>
              </a:defRPr>
            </a:pPr>
            <a:r>
              <a:t>have mercy on us.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Lamb of God (1/2)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Lamb of God,</a:t>
            </a:r>
          </a:p>
          <a:p>
            <a:pPr algn="ctr">
              <a:spcAft>
                <a:spcPts val="800"/>
              </a:spcAft>
              <a:defRPr sz="5500" b="0" i="0">
                <a:solidFill>
                  <a:srgbClr val="F0FDF4"/>
                </a:solidFill>
                <a:latin typeface="Inter"/>
              </a:defRPr>
            </a:pPr>
            <a:r>
              <a:t>you take away the sins of the world,</a:t>
            </a:r>
          </a:p>
          <a:p>
            <a:pPr algn="ctr">
              <a:spcAft>
                <a:spcPts val="800"/>
              </a:spcAft>
              <a:defRPr sz="5500" b="0" i="0">
                <a:solidFill>
                  <a:srgbClr val="F0FDF4"/>
                </a:solidFill>
                <a:latin typeface="Inter"/>
              </a:defRPr>
            </a:pPr>
            <a:r>
              <a:t>grant us peace.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Lamb of God (2/2)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Behold the Lamb of God, behold him who takes away the sins of the world. Blessed are those called to the supper of the Lamb.</a:t>
            </a:r>
          </a:p>
          <a:p>
            <a:pPr algn="ctr">
              <a:spcBef>
                <a:spcPts val="400"/>
              </a:spcBef>
              <a:spcAft>
                <a:spcPts val="500"/>
              </a:spcAft>
              <a:defRPr sz="5500" b="1" i="0">
                <a:solidFill>
                  <a:srgbClr val="F0FDF4"/>
                </a:solidFill>
                <a:latin typeface="Inter"/>
              </a:defRPr>
            </a:pPr>
            <a:r>
              <a:t>All: Lord, I am not worthy that you should enter under my roof, but only say the word and my soul shall be healed.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The Communion Rite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Rev. Fr. Jonrey Lauron, RCJ</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Manalig Ka</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500" b="1" i="0">
                <a:solidFill>
                  <a:srgbClr val="FFFFFF"/>
                </a:solidFill>
                <a:latin typeface="Arial Black"/>
              </a:defRPr>
            </a:pPr>
            <a:r>
              <a:t>ILUOM LAHAT NG TAKOT SA IYONG DAMDAMIN</a:t>
            </a:r>
          </a:p>
          <a:p>
            <a:pPr algn="ctr">
              <a:lnSpc>
                <a:spcPct val="100000"/>
              </a:lnSpc>
              <a:spcAft>
                <a:spcPts val="600"/>
              </a:spcAft>
              <a:defRPr sz="5500" b="1" i="0">
                <a:solidFill>
                  <a:srgbClr val="FFFFFF"/>
                </a:solidFill>
                <a:latin typeface="Arial Black"/>
              </a:defRPr>
            </a:pPr>
            <a:r>
              <a:t>ANG PANGALAN N'YA LAGI ANG TAWAGIN</a:t>
            </a:r>
          </a:p>
          <a:p>
            <a:pPr algn="ctr">
              <a:lnSpc>
                <a:spcPct val="100000"/>
              </a:lnSpc>
              <a:spcAft>
                <a:spcPts val="600"/>
              </a:spcAft>
              <a:defRPr sz="5500" b="1" i="0">
                <a:solidFill>
                  <a:srgbClr val="FFFFFF"/>
                </a:solidFill>
                <a:latin typeface="Arial Black"/>
              </a:defRPr>
            </a:pPr>
            <a:r>
              <a:t>AT SIYA'Y NAKIKINIG</a:t>
            </a:r>
          </a:p>
          <a:p>
            <a:pPr algn="ctr">
              <a:lnSpc>
                <a:spcPct val="100000"/>
              </a:lnSpc>
              <a:spcAft>
                <a:spcPts val="600"/>
              </a:spcAft>
              <a:defRPr sz="5500" b="1" i="0">
                <a:solidFill>
                  <a:srgbClr val="FFFFFF"/>
                </a:solidFill>
                <a:latin typeface="Arial Black"/>
              </a:defRPr>
            </a:pPr>
            <a:r>
              <a:t>SA BAWAT HINAING</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MAGMASID</a:t>
            </a:r>
          </a:p>
          <a:p>
            <a:pPr algn="ctr">
              <a:lnSpc>
                <a:spcPct val="100000"/>
              </a:lnSpc>
              <a:spcAft>
                <a:spcPts val="600"/>
              </a:spcAft>
              <a:defRPr sz="5500" b="1" i="0">
                <a:solidFill>
                  <a:srgbClr val="FFFFFF"/>
                </a:solidFill>
                <a:latin typeface="Arial Black"/>
              </a:defRPr>
            </a:pPr>
            <a:r>
              <a:t>AT MAMULAT SA KANYANG KAPANGYARIHAN</a:t>
            </a:r>
          </a:p>
          <a:p>
            <a:pPr algn="ctr">
              <a:lnSpc>
                <a:spcPct val="100000"/>
              </a:lnSpc>
              <a:spcAft>
                <a:spcPts val="600"/>
              </a:spcAft>
              <a:defRPr sz="5500" b="1" i="0">
                <a:solidFill>
                  <a:srgbClr val="FFFFFF"/>
                </a:solidFill>
                <a:latin typeface="Arial Black"/>
              </a:defRPr>
            </a:pPr>
            <a:r>
              <a:t>NABATID MO BA NA SIYA'Y NAGLALAAN</a:t>
            </a:r>
          </a:p>
          <a:p>
            <a:pPr algn="ctr">
              <a:lnSpc>
                <a:spcPct val="100000"/>
              </a:lnSpc>
              <a:spcAft>
                <a:spcPts val="600"/>
              </a:spcAft>
              <a:defRPr sz="5500" b="1" i="0">
                <a:solidFill>
                  <a:srgbClr val="FFFFFF"/>
                </a:solidFill>
                <a:latin typeface="Arial Black"/>
              </a:defRPr>
            </a:pPr>
            <a:r>
              <a:t>PATULOY NA NAGHAHATID NG TUNAY NA KALAYAAN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1">
                <a:solidFill>
                  <a:srgbClr val="FFB800"/>
                </a:solidFill>
                <a:latin typeface="Arial Black"/>
              </a:defRPr>
            </a:pPr>
            <a:r>
              <a:t>MANALIG KA</a:t>
            </a:r>
          </a:p>
          <a:p>
            <a:pPr algn="ctr">
              <a:lnSpc>
                <a:spcPct val="100000"/>
              </a:lnSpc>
              <a:spcAft>
                <a:spcPts val="600"/>
              </a:spcAft>
              <a:defRPr sz="5500" b="1" i="1">
                <a:solidFill>
                  <a:srgbClr val="FFB800"/>
                </a:solidFill>
                <a:latin typeface="Arial Black"/>
              </a:defRPr>
            </a:pPr>
            <a:r>
              <a:t>TUYUIN ANG LUHA SA MGA MATA</a:t>
            </a:r>
          </a:p>
          <a:p>
            <a:pPr algn="ctr">
              <a:lnSpc>
                <a:spcPct val="100000"/>
              </a:lnSpc>
              <a:spcAft>
                <a:spcPts val="600"/>
              </a:spcAft>
              <a:defRPr sz="5500" b="1" i="1">
                <a:solidFill>
                  <a:srgbClr val="FFB800"/>
                </a:solidFill>
                <a:latin typeface="Arial Black"/>
              </a:defRPr>
            </a:pPr>
            <a:r>
              <a:t>HINDI SIYA PANAGINIP</a:t>
            </a:r>
          </a:p>
          <a:p>
            <a:pPr algn="ctr">
              <a:lnSpc>
                <a:spcPct val="100000"/>
              </a:lnSpc>
              <a:spcAft>
                <a:spcPts val="600"/>
              </a:spcAft>
              <a:defRPr sz="5500" b="1" i="1">
                <a:solidFill>
                  <a:srgbClr val="FFB800"/>
                </a:solidFill>
                <a:latin typeface="Arial Black"/>
              </a:defRPr>
            </a:pPr>
            <a:r>
              <a:t>HINDI SIYA ISANG PANGARAP</a:t>
            </a:r>
          </a:p>
          <a:p>
            <a:pPr algn="ctr">
              <a:lnSpc>
                <a:spcPct val="100000"/>
              </a:lnSpc>
              <a:spcAft>
                <a:spcPts val="600"/>
              </a:spcAft>
              <a:defRPr sz="5500" b="1" i="1">
                <a:solidFill>
                  <a:srgbClr val="FFB800"/>
                </a:solidFill>
                <a:latin typeface="Arial Black"/>
              </a:defRPr>
            </a:pPr>
            <a:r>
              <a:t>SIYA AY BUHAY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ANG NGAYON TILA WALANG MARARATING NA BUKAS</a:t>
            </a:r>
          </a:p>
          <a:p>
            <a:pPr algn="ctr">
              <a:lnSpc>
                <a:spcPct val="100000"/>
              </a:lnSpc>
              <a:spcAft>
                <a:spcPts val="600"/>
              </a:spcAft>
              <a:defRPr sz="5500" b="1" i="0">
                <a:solidFill>
                  <a:srgbClr val="FFFFFF"/>
                </a:solidFill>
                <a:latin typeface="Arial Black"/>
              </a:defRPr>
            </a:pPr>
            <a:r>
              <a:t>NGUNIT KUNG SIYA ANG ATING HAYAANG MAGLANDAS</a:t>
            </a:r>
          </a:p>
          <a:p>
            <a:pPr algn="ctr">
              <a:lnSpc>
                <a:spcPct val="100000"/>
              </a:lnSpc>
              <a:spcAft>
                <a:spcPts val="600"/>
              </a:spcAft>
              <a:defRPr sz="5500" b="1" i="0">
                <a:solidFill>
                  <a:srgbClr val="FFFFFF"/>
                </a:solidFill>
                <a:latin typeface="Arial Black"/>
              </a:defRPr>
            </a:pPr>
            <a:r>
              <a:t>PAG-ASA AY MULING MABIBIGKAS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1">
                <a:solidFill>
                  <a:srgbClr val="FFB800"/>
                </a:solidFill>
                <a:latin typeface="Arial Black"/>
              </a:defRPr>
            </a:pPr>
            <a:r>
              <a:t>MANALIG KA</a:t>
            </a:r>
          </a:p>
          <a:p>
            <a:pPr algn="ctr">
              <a:lnSpc>
                <a:spcPct val="100000"/>
              </a:lnSpc>
              <a:spcAft>
                <a:spcPts val="600"/>
              </a:spcAft>
              <a:defRPr sz="5500" b="1" i="1">
                <a:solidFill>
                  <a:srgbClr val="FFB800"/>
                </a:solidFill>
                <a:latin typeface="Arial Black"/>
              </a:defRPr>
            </a:pPr>
            <a:r>
              <a:t>TUYUIN ANG LUHA SA MGA MATA</a:t>
            </a:r>
          </a:p>
          <a:p>
            <a:pPr algn="ctr">
              <a:lnSpc>
                <a:spcPct val="100000"/>
              </a:lnSpc>
              <a:spcAft>
                <a:spcPts val="600"/>
              </a:spcAft>
              <a:defRPr sz="5500" b="1" i="1">
                <a:solidFill>
                  <a:srgbClr val="FFB800"/>
                </a:solidFill>
                <a:latin typeface="Arial Black"/>
              </a:defRPr>
            </a:pPr>
            <a:r>
              <a:t>HINDI SIYA PANAGINIP</a:t>
            </a:r>
          </a:p>
          <a:p>
            <a:pPr algn="ctr">
              <a:lnSpc>
                <a:spcPct val="100000"/>
              </a:lnSpc>
              <a:spcAft>
                <a:spcPts val="600"/>
              </a:spcAft>
              <a:defRPr sz="5500" b="1" i="1">
                <a:solidFill>
                  <a:srgbClr val="FFB800"/>
                </a:solidFill>
                <a:latin typeface="Arial Black"/>
              </a:defRPr>
            </a:pPr>
            <a:r>
              <a:t>HINDI SIYA ISANG PANGARAP</a:t>
            </a:r>
          </a:p>
          <a:p>
            <a:pPr algn="ctr">
              <a:lnSpc>
                <a:spcPct val="100000"/>
              </a:lnSpc>
              <a:spcAft>
                <a:spcPts val="600"/>
              </a:spcAft>
              <a:defRPr sz="5500" b="1" i="1">
                <a:solidFill>
                  <a:srgbClr val="FFB800"/>
                </a:solidFill>
                <a:latin typeface="Arial Black"/>
              </a:defRPr>
            </a:pPr>
            <a:r>
              <a:t>SIYA AY BUHAY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MANALIG KA</a:t>
            </a:r>
          </a:p>
          <a:p>
            <a:pPr algn="ctr">
              <a:lnSpc>
                <a:spcPct val="100000"/>
              </a:lnSpc>
              <a:spcAft>
                <a:spcPts val="600"/>
              </a:spcAft>
              <a:defRPr sz="5500" b="1" i="0">
                <a:solidFill>
                  <a:srgbClr val="FFFFFF"/>
                </a:solidFill>
                <a:latin typeface="Arial Black"/>
              </a:defRPr>
            </a:pPr>
            <a:r>
              <a:t>TUYUIN ANG LUHA SA MGA MATA</a:t>
            </a:r>
          </a:p>
          <a:p>
            <a:pPr algn="ctr">
              <a:lnSpc>
                <a:spcPct val="100000"/>
              </a:lnSpc>
              <a:spcAft>
                <a:spcPts val="600"/>
              </a:spcAft>
              <a:defRPr sz="5500" b="1" i="0">
                <a:solidFill>
                  <a:srgbClr val="FFFFFF"/>
                </a:solidFill>
                <a:latin typeface="Arial Black"/>
              </a:defRPr>
            </a:pPr>
            <a:r>
              <a:t>HINDI SIYA NATUTULOG</a:t>
            </a:r>
          </a:p>
          <a:p>
            <a:pPr algn="ctr">
              <a:lnSpc>
                <a:spcPct val="100000"/>
              </a:lnSpc>
              <a:spcAft>
                <a:spcPts val="600"/>
              </a:spcAft>
              <a:defRPr sz="5500" b="1" i="0">
                <a:solidFill>
                  <a:srgbClr val="FFFFFF"/>
                </a:solidFill>
                <a:latin typeface="Arial Black"/>
              </a:defRPr>
            </a:pPr>
            <a:r>
              <a:t>HINDI NAKAKALIMOT</a:t>
            </a:r>
          </a:p>
          <a:p>
            <a:pPr algn="ctr">
              <a:lnSpc>
                <a:spcPct val="100000"/>
              </a:lnSpc>
              <a:spcAft>
                <a:spcPts val="600"/>
              </a:spcAft>
              <a:defRPr sz="5500" b="1" i="0">
                <a:solidFill>
                  <a:srgbClr val="FFFFFF"/>
                </a:solidFill>
                <a:latin typeface="Arial Black"/>
              </a:defRPr>
            </a:pPr>
            <a:r>
              <a:t>KAY HESUS MANALIG KA</a:t>
            </a:r>
          </a:p>
          <a:p>
            <a:pPr algn="ctr">
              <a:lnSpc>
                <a:spcPct val="100000"/>
              </a:lnSpc>
              <a:spcAft>
                <a:spcPts val="600"/>
              </a:spcAft>
              <a:defRPr sz="5500" b="1" i="0">
                <a:solidFill>
                  <a:srgbClr val="FFFFFF"/>
                </a:solidFill>
                <a:latin typeface="Arial Black"/>
              </a:defRPr>
            </a:pPr>
            <a:r>
              <a:t>KAY HESUS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Here I Am, Lord</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500" b="1" i="0">
                <a:solidFill>
                  <a:srgbClr val="FFFFFF"/>
                </a:solidFill>
                <a:latin typeface="Arial Black"/>
              </a:defRPr>
            </a:pPr>
            <a:r>
              <a:t>I, THE LORD OF SEA AND SKY,</a:t>
            </a:r>
          </a:p>
          <a:p>
            <a:pPr algn="ctr">
              <a:lnSpc>
                <a:spcPct val="100000"/>
              </a:lnSpc>
              <a:spcAft>
                <a:spcPts val="600"/>
              </a:spcAft>
              <a:defRPr sz="5500" b="1" i="0">
                <a:solidFill>
                  <a:srgbClr val="FFFFFF"/>
                </a:solidFill>
                <a:latin typeface="Arial Black"/>
              </a:defRPr>
            </a:pPr>
            <a:r>
              <a:t>I HAVE HEARD MY PEOPLE CRY.</a:t>
            </a:r>
          </a:p>
          <a:p>
            <a:pPr algn="ctr">
              <a:lnSpc>
                <a:spcPct val="100000"/>
              </a:lnSpc>
              <a:spcAft>
                <a:spcPts val="600"/>
              </a:spcAft>
              <a:defRPr sz="5500" b="1" i="0">
                <a:solidFill>
                  <a:srgbClr val="FFFFFF"/>
                </a:solidFill>
                <a:latin typeface="Arial Black"/>
              </a:defRPr>
            </a:pPr>
            <a:r>
              <a:t>ALL WHO DWELL IN DARK AND SIN,</a:t>
            </a:r>
          </a:p>
          <a:p>
            <a:pPr algn="ctr">
              <a:lnSpc>
                <a:spcPct val="100000"/>
              </a:lnSpc>
              <a:spcAft>
                <a:spcPts val="600"/>
              </a:spcAft>
              <a:defRPr sz="5500" b="1" i="0">
                <a:solidFill>
                  <a:srgbClr val="FFFFFF"/>
                </a:solidFill>
                <a:latin typeface="Arial Black"/>
              </a:defRPr>
            </a:pPr>
            <a:r>
              <a:t>MY HAND WILL SAVE.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I WHO MADE THE STARS OF NIGHT,</a:t>
            </a:r>
          </a:p>
          <a:p>
            <a:pPr algn="ctr">
              <a:lnSpc>
                <a:spcPct val="100000"/>
              </a:lnSpc>
              <a:spcAft>
                <a:spcPts val="600"/>
              </a:spcAft>
              <a:defRPr sz="5500" b="1" i="0">
                <a:solidFill>
                  <a:srgbClr val="FFFFFF"/>
                </a:solidFill>
                <a:latin typeface="Arial Black"/>
              </a:defRPr>
            </a:pPr>
            <a:r>
              <a:t>I WILL MAKE THEIR DARKNESS BRIGHT.</a:t>
            </a:r>
          </a:p>
          <a:p>
            <a:pPr algn="ctr">
              <a:lnSpc>
                <a:spcPct val="100000"/>
              </a:lnSpc>
              <a:spcAft>
                <a:spcPts val="600"/>
              </a:spcAft>
              <a:defRPr sz="5500" b="1" i="0">
                <a:solidFill>
                  <a:srgbClr val="FFFFFF"/>
                </a:solidFill>
                <a:latin typeface="Arial Black"/>
              </a:defRPr>
            </a:pPr>
            <a:r>
              <a:t>WHO WILL BEAR MY LIGHT TO THEM?</a:t>
            </a:r>
          </a:p>
          <a:p>
            <a:pPr algn="ctr">
              <a:lnSpc>
                <a:spcPct val="100000"/>
              </a:lnSpc>
              <a:spcAft>
                <a:spcPts val="600"/>
              </a:spcAft>
              <a:defRPr sz="5500" b="1" i="0">
                <a:solidFill>
                  <a:srgbClr val="FFFFFF"/>
                </a:solidFill>
                <a:latin typeface="Arial Black"/>
              </a:defRPr>
            </a:pPr>
            <a:r>
              <a:t>WHOM SHALL I SEND?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HERE I AM, LORD.</a:t>
            </a:r>
          </a:p>
          <a:p>
            <a:pPr algn="ctr">
              <a:lnSpc>
                <a:spcPct val="100000"/>
              </a:lnSpc>
              <a:spcAft>
                <a:spcPts val="600"/>
              </a:spcAft>
              <a:defRPr sz="5500" b="1" i="0">
                <a:solidFill>
                  <a:srgbClr val="FFFFFF"/>
                </a:solidFill>
                <a:latin typeface="Arial Black"/>
              </a:defRPr>
            </a:pPr>
            <a:r>
              <a:t>IS IT I, LORD?</a:t>
            </a:r>
          </a:p>
          <a:p>
            <a:pPr algn="ctr">
              <a:lnSpc>
                <a:spcPct val="100000"/>
              </a:lnSpc>
              <a:spcAft>
                <a:spcPts val="600"/>
              </a:spcAft>
              <a:defRPr sz="5500" b="1" i="0">
                <a:solidFill>
                  <a:srgbClr val="FFFFFF"/>
                </a:solidFill>
                <a:latin typeface="Arial Black"/>
              </a:defRPr>
            </a:pPr>
            <a:r>
              <a:t>I HAVE HEARD YOU CALLING IN THE NIGHT.</a:t>
            </a:r>
          </a:p>
          <a:p>
            <a:pPr algn="ctr">
              <a:lnSpc>
                <a:spcPct val="100000"/>
              </a:lnSpc>
              <a:spcAft>
                <a:spcPts val="600"/>
              </a:spcAft>
              <a:defRPr sz="5500" b="1" i="0">
                <a:solidFill>
                  <a:srgbClr val="FFFFFF"/>
                </a:solidFill>
                <a:latin typeface="Arial Black"/>
              </a:defRPr>
            </a:pPr>
            <a:r>
              <a:t>I WILL GO, LORD,</a:t>
            </a:r>
          </a:p>
          <a:p>
            <a:pPr algn="ctr">
              <a:lnSpc>
                <a:spcPct val="100000"/>
              </a:lnSpc>
              <a:spcAft>
                <a:spcPts val="600"/>
              </a:spcAft>
              <a:defRPr sz="5500" b="1" i="0">
                <a:solidFill>
                  <a:srgbClr val="FFFFFF"/>
                </a:solidFill>
                <a:latin typeface="Arial Black"/>
              </a:defRPr>
            </a:pPr>
            <a:r>
              <a:t>IF YOU LEAD ME.</a:t>
            </a:r>
          </a:p>
          <a:p>
            <a:pPr algn="ctr">
              <a:lnSpc>
                <a:spcPct val="100000"/>
              </a:lnSpc>
              <a:spcAft>
                <a:spcPts val="600"/>
              </a:spcAft>
              <a:defRPr sz="5500" b="1" i="0">
                <a:solidFill>
                  <a:srgbClr val="FFFFFF"/>
                </a:solidFill>
                <a:latin typeface="Arial Black"/>
              </a:defRPr>
            </a:pPr>
            <a:r>
              <a:t>I WILL HOLD YOUR PEOPLE IN MY HEART.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I, THE LORD OF SNOW AND RAIN,</a:t>
            </a:r>
          </a:p>
          <a:p>
            <a:pPr algn="ctr">
              <a:lnSpc>
                <a:spcPct val="100000"/>
              </a:lnSpc>
              <a:spcAft>
                <a:spcPts val="600"/>
              </a:spcAft>
              <a:defRPr sz="5500" b="1" i="0">
                <a:solidFill>
                  <a:srgbClr val="FFFFFF"/>
                </a:solidFill>
                <a:latin typeface="Arial Black"/>
              </a:defRPr>
            </a:pPr>
            <a:r>
              <a:t>I HAVE BORNE MY PEOPLE'S PAIN.</a:t>
            </a:r>
          </a:p>
          <a:p>
            <a:pPr algn="ctr">
              <a:lnSpc>
                <a:spcPct val="100000"/>
              </a:lnSpc>
              <a:spcAft>
                <a:spcPts val="600"/>
              </a:spcAft>
              <a:defRPr sz="5500" b="1" i="0">
                <a:solidFill>
                  <a:srgbClr val="FFFFFF"/>
                </a:solidFill>
                <a:latin typeface="Arial Black"/>
              </a:defRPr>
            </a:pPr>
            <a:r>
              <a:t>I HAVE WEPT FOR LOVE OF THEM,</a:t>
            </a:r>
          </a:p>
          <a:p>
            <a:pPr algn="ctr">
              <a:lnSpc>
                <a:spcPct val="100000"/>
              </a:lnSpc>
              <a:spcAft>
                <a:spcPts val="600"/>
              </a:spcAft>
              <a:defRPr sz="5500" b="1" i="0">
                <a:solidFill>
                  <a:srgbClr val="FFFFFF"/>
                </a:solidFill>
                <a:latin typeface="Arial Black"/>
              </a:defRPr>
            </a:pPr>
            <a:r>
              <a:t>THEY TURN AWAY.</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(2)</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I WILL BREAK THEIR HEARTS OF STONE,</a:t>
            </a:r>
          </a:p>
          <a:p>
            <a:pPr algn="ctr">
              <a:lnSpc>
                <a:spcPct val="100000"/>
              </a:lnSpc>
              <a:spcAft>
                <a:spcPts val="600"/>
              </a:spcAft>
              <a:defRPr sz="5500" b="1" i="0">
                <a:solidFill>
                  <a:srgbClr val="FFFFFF"/>
                </a:solidFill>
                <a:latin typeface="Arial Black"/>
              </a:defRPr>
            </a:pPr>
            <a:r>
              <a:t>GIVE THEM HEARTS FOR LOVE ALONE.</a:t>
            </a:r>
          </a:p>
          <a:p>
            <a:pPr algn="ctr">
              <a:lnSpc>
                <a:spcPct val="100000"/>
              </a:lnSpc>
              <a:spcAft>
                <a:spcPts val="600"/>
              </a:spcAft>
              <a:defRPr sz="5500" b="1" i="0">
                <a:solidFill>
                  <a:srgbClr val="FFFFFF"/>
                </a:solidFill>
                <a:latin typeface="Arial Black"/>
              </a:defRPr>
            </a:pPr>
            <a:r>
              <a:t>I WILL SPEAK MY WORD TO THEM.</a:t>
            </a:r>
          </a:p>
          <a:p>
            <a:pPr algn="ctr">
              <a:lnSpc>
                <a:spcPct val="100000"/>
              </a:lnSpc>
              <a:spcAft>
                <a:spcPts val="600"/>
              </a:spcAft>
              <a:defRPr sz="5500" b="1" i="0">
                <a:solidFill>
                  <a:srgbClr val="FFFFFF"/>
                </a:solidFill>
                <a:latin typeface="Arial Black"/>
              </a:defRPr>
            </a:pPr>
            <a:r>
              <a:t>WHOM SHALL I SEND?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(2)</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HERE I AM, LORD.</a:t>
            </a:r>
          </a:p>
          <a:p>
            <a:pPr algn="ctr">
              <a:lnSpc>
                <a:spcPct val="100000"/>
              </a:lnSpc>
              <a:spcAft>
                <a:spcPts val="600"/>
              </a:spcAft>
              <a:defRPr sz="5500" b="1" i="0">
                <a:solidFill>
                  <a:srgbClr val="FFFFFF"/>
                </a:solidFill>
                <a:latin typeface="Arial Black"/>
              </a:defRPr>
            </a:pPr>
            <a:r>
              <a:t>IS IT I, LORD?</a:t>
            </a:r>
          </a:p>
          <a:p>
            <a:pPr algn="ctr">
              <a:lnSpc>
                <a:spcPct val="100000"/>
              </a:lnSpc>
              <a:spcAft>
                <a:spcPts val="600"/>
              </a:spcAft>
              <a:defRPr sz="5500" b="1" i="0">
                <a:solidFill>
                  <a:srgbClr val="FFFFFF"/>
                </a:solidFill>
                <a:latin typeface="Arial Black"/>
              </a:defRPr>
            </a:pPr>
            <a:r>
              <a:t>I HAVE HEARD YOU CALLING IN THE NIGHT.</a:t>
            </a:r>
          </a:p>
          <a:p>
            <a:pPr algn="ctr">
              <a:lnSpc>
                <a:spcPct val="100000"/>
              </a:lnSpc>
              <a:spcAft>
                <a:spcPts val="600"/>
              </a:spcAft>
              <a:defRPr sz="5500" b="1" i="0">
                <a:solidFill>
                  <a:srgbClr val="FFFFFF"/>
                </a:solidFill>
                <a:latin typeface="Arial Black"/>
              </a:defRPr>
            </a:pPr>
            <a:r>
              <a:t>I WILL GO, LORD,</a:t>
            </a:r>
          </a:p>
          <a:p>
            <a:pPr algn="ctr">
              <a:lnSpc>
                <a:spcPct val="100000"/>
              </a:lnSpc>
              <a:spcAft>
                <a:spcPts val="600"/>
              </a:spcAft>
              <a:defRPr sz="5500" b="1" i="0">
                <a:solidFill>
                  <a:srgbClr val="FFFFFF"/>
                </a:solidFill>
                <a:latin typeface="Arial Black"/>
              </a:defRPr>
            </a:pPr>
            <a:r>
              <a:t>IF YOU LEAD ME.</a:t>
            </a:r>
          </a:p>
          <a:p>
            <a:pPr algn="ctr">
              <a:lnSpc>
                <a:spcPct val="100000"/>
              </a:lnSpc>
              <a:spcAft>
                <a:spcPts val="600"/>
              </a:spcAft>
              <a:defRPr sz="5500" b="1" i="0">
                <a:solidFill>
                  <a:srgbClr val="FFFFFF"/>
                </a:solidFill>
                <a:latin typeface="Arial Black"/>
              </a:defRPr>
            </a:pPr>
            <a:r>
              <a:t>I WILL HOLD YOUR PEOPLE IN MY HEART.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(2)</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I, THE LORD OF WIND AND FLAME,</a:t>
            </a:r>
          </a:p>
          <a:p>
            <a:pPr algn="ctr">
              <a:lnSpc>
                <a:spcPct val="100000"/>
              </a:lnSpc>
              <a:spcAft>
                <a:spcPts val="600"/>
              </a:spcAft>
              <a:defRPr sz="5500" b="1" i="0">
                <a:solidFill>
                  <a:srgbClr val="FFFFFF"/>
                </a:solidFill>
                <a:latin typeface="Arial Black"/>
              </a:defRPr>
            </a:pPr>
            <a:r>
              <a:t>I WILL TEND THE POOR AND LAME.</a:t>
            </a:r>
          </a:p>
          <a:p>
            <a:pPr algn="ctr">
              <a:lnSpc>
                <a:spcPct val="100000"/>
              </a:lnSpc>
              <a:spcAft>
                <a:spcPts val="600"/>
              </a:spcAft>
              <a:defRPr sz="5500" b="1" i="0">
                <a:solidFill>
                  <a:srgbClr val="FFFFFF"/>
                </a:solidFill>
                <a:latin typeface="Arial Black"/>
              </a:defRPr>
            </a:pPr>
            <a:r>
              <a:t>I WILL SET A FEAST FOR THEM.</a:t>
            </a:r>
          </a:p>
          <a:p>
            <a:pPr algn="ctr">
              <a:lnSpc>
                <a:spcPct val="100000"/>
              </a:lnSpc>
              <a:spcAft>
                <a:spcPts val="600"/>
              </a:spcAft>
              <a:defRPr sz="5500" b="1" i="0">
                <a:solidFill>
                  <a:srgbClr val="FFFFFF"/>
                </a:solidFill>
                <a:latin typeface="Arial Black"/>
              </a:defRPr>
            </a:pPr>
            <a:r>
              <a:t>MY HAND WILL SAVE.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(2)</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FINEST BREAD I WILL PROVIDE</a:t>
            </a:r>
          </a:p>
          <a:p>
            <a:pPr algn="ctr">
              <a:lnSpc>
                <a:spcPct val="100000"/>
              </a:lnSpc>
              <a:spcAft>
                <a:spcPts val="600"/>
              </a:spcAft>
              <a:defRPr sz="5500" b="1" i="0">
                <a:solidFill>
                  <a:srgbClr val="FFFFFF"/>
                </a:solidFill>
                <a:latin typeface="Arial Black"/>
              </a:defRPr>
            </a:pPr>
            <a:r>
              <a:t>TILL THEIR HEARTS BE SATISFIED.</a:t>
            </a:r>
          </a:p>
          <a:p>
            <a:pPr algn="ctr">
              <a:lnSpc>
                <a:spcPct val="100000"/>
              </a:lnSpc>
              <a:spcAft>
                <a:spcPts val="600"/>
              </a:spcAft>
              <a:defRPr sz="5500" b="1" i="0">
                <a:solidFill>
                  <a:srgbClr val="FFFFFF"/>
                </a:solidFill>
                <a:latin typeface="Arial Black"/>
              </a:defRPr>
            </a:pPr>
            <a:r>
              <a:t>I WILL GIVE MY LIFE TO THEM.</a:t>
            </a:r>
          </a:p>
          <a:p>
            <a:pPr algn="ctr">
              <a:lnSpc>
                <a:spcPct val="100000"/>
              </a:lnSpc>
              <a:spcAft>
                <a:spcPts val="600"/>
              </a:spcAft>
              <a:defRPr sz="5500" b="1" i="0">
                <a:solidFill>
                  <a:srgbClr val="FFFFFF"/>
                </a:solidFill>
                <a:latin typeface="Arial Black"/>
              </a:defRPr>
            </a:pPr>
            <a:r>
              <a:t>WHOM SHALL I SEND?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(2)</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HERE I AM, LORD.</a:t>
            </a:r>
          </a:p>
          <a:p>
            <a:pPr algn="ctr">
              <a:lnSpc>
                <a:spcPct val="100000"/>
              </a:lnSpc>
              <a:spcAft>
                <a:spcPts val="600"/>
              </a:spcAft>
              <a:defRPr sz="5500" b="1" i="0">
                <a:solidFill>
                  <a:srgbClr val="FFFFFF"/>
                </a:solidFill>
                <a:latin typeface="Arial Black"/>
              </a:defRPr>
            </a:pPr>
            <a:r>
              <a:t>IS IT I, LORD?</a:t>
            </a:r>
          </a:p>
          <a:p>
            <a:pPr algn="ctr">
              <a:lnSpc>
                <a:spcPct val="100000"/>
              </a:lnSpc>
              <a:spcAft>
                <a:spcPts val="600"/>
              </a:spcAft>
              <a:defRPr sz="5500" b="1" i="0">
                <a:solidFill>
                  <a:srgbClr val="FFFFFF"/>
                </a:solidFill>
                <a:latin typeface="Arial Black"/>
              </a:defRPr>
            </a:pPr>
            <a:r>
              <a:t>I HAVE HEARD YOU CALLING IN THE NIGHT.</a:t>
            </a:r>
          </a:p>
          <a:p>
            <a:pPr algn="ctr">
              <a:lnSpc>
                <a:spcPct val="100000"/>
              </a:lnSpc>
              <a:spcAft>
                <a:spcPts val="600"/>
              </a:spcAft>
              <a:defRPr sz="5500" b="1" i="0">
                <a:solidFill>
                  <a:srgbClr val="FFFFFF"/>
                </a:solidFill>
                <a:latin typeface="Arial Black"/>
              </a:defRPr>
            </a:pPr>
            <a:r>
              <a:t>I WILL GO, LORD,</a:t>
            </a:r>
          </a:p>
          <a:p>
            <a:pPr algn="ctr">
              <a:lnSpc>
                <a:spcPct val="100000"/>
              </a:lnSpc>
              <a:spcAft>
                <a:spcPts val="600"/>
              </a:spcAft>
              <a:defRPr sz="5500" b="1" i="0">
                <a:solidFill>
                  <a:srgbClr val="FFFFFF"/>
                </a:solidFill>
                <a:latin typeface="Arial Black"/>
              </a:defRPr>
            </a:pPr>
            <a:r>
              <a:t>IF YOU LEAD ME.</a:t>
            </a:r>
          </a:p>
          <a:p>
            <a:pPr algn="ctr">
              <a:lnSpc>
                <a:spcPct val="100000"/>
              </a:lnSpc>
              <a:spcAft>
                <a:spcPts val="600"/>
              </a:spcAft>
              <a:defRPr sz="5500" b="1" i="0">
                <a:solidFill>
                  <a:srgbClr val="FFFFFF"/>
                </a:solidFill>
                <a:latin typeface="Arial Black"/>
              </a:defRPr>
            </a:pPr>
            <a:r>
              <a:t>I WILL HOLD YOUR PEOPLE IN MY HEART.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(2)</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Let us pray.</a:t>
            </a:r>
          </a:p>
          <a:p>
            <a:pPr algn="ctr">
              <a:spcBef>
                <a:spcPts val="400"/>
              </a:spcBef>
              <a:spcAft>
                <a:spcPts val="500"/>
              </a:spcAft>
              <a:defRPr sz="5500" b="1" i="0">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The Communion Rite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Rev. Fr. Jonrey Lauron, RCJ</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MASS COLLECTION</a:t>
            </a:r>
          </a:p>
          <a:p>
            <a:pPr algn="ctr">
              <a:spcAft>
                <a:spcPts val="500"/>
              </a:spcAft>
              <a:defRPr sz="5500" b="0" i="0">
                <a:solidFill>
                  <a:srgbClr val="F0FDF4"/>
                </a:solidFill>
                <a:latin typeface="Inter"/>
              </a:defRPr>
            </a:pPr>
            <a:r>
              <a:t>Thank you for your generosity.</a:t>
            </a:r>
          </a:p>
          <a:p>
            <a:pPr algn="ctr">
              <a:spcAft>
                <a:spcPts val="500"/>
              </a:spcAft>
              <a:defRPr sz="5500" b="0" i="0">
                <a:solidFill>
                  <a:srgbClr val="F0FDF4"/>
                </a:solidFill>
                <a:latin typeface="Inter"/>
              </a:defRPr>
            </a:pPr>
            <a:r>
              <a:t>Date: Sunday, May 31, 2026</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Collection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FOOD SPONSORS</a:t>
            </a:r>
          </a:p>
          <a:p>
            <a:pPr algn="ctr">
              <a:spcAft>
                <a:spcPts val="500"/>
              </a:spcAft>
              <a:defRPr sz="5500" b="0" i="0">
                <a:solidFill>
                  <a:srgbClr val="F0FDF4"/>
                </a:solidFill>
                <a:latin typeface="Inter"/>
              </a:defRPr>
            </a:pPr>
            <a:r>
              <a:t>The community thanks our food sponsors.</a:t>
            </a:r>
          </a:p>
          <a:p>
            <a:pPr algn="ctr">
              <a:spcAft>
                <a:spcPts val="500"/>
              </a:spcAft>
              <a:defRPr sz="5500" b="0" i="0">
                <a:solidFill>
                  <a:srgbClr val="F0FDF4"/>
                </a:solidFill>
                <a:latin typeface="Inter"/>
              </a:defRPr>
            </a:pPr>
            <a:r>
              <a:t>• Diino</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Food Sponsors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CHURCH ANNOUNCEMENTS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Announcements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Welcome newcomers!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Announcements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Sacrament of Confession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Announcements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Updates and Announcements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Announcements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The Lord be with you.</a:t>
            </a:r>
          </a:p>
          <a:p>
            <a:pPr algn="ctr">
              <a:spcBef>
                <a:spcPts val="400"/>
              </a:spcBef>
              <a:spcAft>
                <a:spcPts val="500"/>
              </a:spcAft>
              <a:defRPr sz="5500" b="1" i="0">
                <a:solidFill>
                  <a:srgbClr val="F0FDF4"/>
                </a:solidFill>
                <a:latin typeface="Inter"/>
              </a:defRPr>
            </a:pPr>
            <a:r>
              <a:t>All: And with your spirit.</a:t>
            </a:r>
          </a:p>
          <a:p>
            <a:pPr algn="ctr">
              <a:spcBef>
                <a:spcPts val="400"/>
              </a:spcBef>
              <a:spcAft>
                <a:spcPts val="500"/>
              </a:spcAft>
              <a:defRPr sz="5500" b="1" i="0">
                <a:solidFill>
                  <a:srgbClr val="86EFAC"/>
                </a:solidFill>
                <a:latin typeface="Inter"/>
              </a:defRPr>
            </a:pPr>
            <a:r>
              <a:t>Priest: May almighty God bless you, the Father, and the Son, and the Holy Spirit.</a:t>
            </a:r>
          </a:p>
          <a:p>
            <a:pPr algn="ctr">
              <a:spcBef>
                <a:spcPts val="400"/>
              </a:spcBef>
              <a:spcAft>
                <a:spcPts val="500"/>
              </a:spcAft>
              <a:defRPr sz="5500" b="1" i="0">
                <a:solidFill>
                  <a:srgbClr val="F0FDF4"/>
                </a:solidFill>
                <a:latin typeface="Inter"/>
              </a:defRPr>
            </a:pPr>
            <a:r>
              <a:t>All: Amen.</a:t>
            </a:r>
          </a:p>
          <a:p>
            <a:pPr algn="ctr">
              <a:spcBef>
                <a:spcPts val="400"/>
              </a:spcBef>
              <a:spcAft>
                <a:spcPts val="500"/>
              </a:spcAft>
              <a:defRPr sz="5500" b="1" i="0">
                <a:solidFill>
                  <a:srgbClr val="86EFAC"/>
                </a:solidFill>
                <a:latin typeface="Inter"/>
              </a:defRPr>
            </a:pPr>
            <a:r>
              <a:t>Priest: Go in peace, glorifying the Lord by your life.</a:t>
            </a:r>
          </a:p>
          <a:p>
            <a:pPr algn="ctr">
              <a:spcBef>
                <a:spcPts val="400"/>
              </a:spcBef>
              <a:spcAft>
                <a:spcPts val="500"/>
              </a:spcAft>
              <a:defRPr sz="5500" b="1" i="0">
                <a:solidFill>
                  <a:srgbClr val="F0FDF4"/>
                </a:solidFill>
                <a:latin typeface="Inter"/>
              </a:defRPr>
            </a:pPr>
            <a:r>
              <a:t>All: Thanks be to God.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Final Blessing</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We Are Called</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500" b="1" i="0">
                <a:solidFill>
                  <a:srgbClr val="FFFFFF"/>
                </a:solidFill>
                <a:latin typeface="Arial Black"/>
              </a:defRPr>
            </a:pPr>
            <a:r>
              <a:t>WE ARE CALLED TO ACT WITH JUSTICE,</a:t>
            </a:r>
          </a:p>
          <a:p>
            <a:pPr algn="ctr">
              <a:lnSpc>
                <a:spcPct val="100000"/>
              </a:lnSpc>
              <a:spcAft>
                <a:spcPts val="600"/>
              </a:spcAft>
              <a:defRPr sz="5500" b="1" i="0">
                <a:solidFill>
                  <a:srgbClr val="FFFFFF"/>
                </a:solidFill>
                <a:latin typeface="Arial Black"/>
              </a:defRPr>
            </a:pPr>
            <a:r>
              <a:t>WE ARE CALLED TO LOVE TENDERLY;</a:t>
            </a:r>
          </a:p>
          <a:p>
            <a:pPr algn="ctr">
              <a:lnSpc>
                <a:spcPct val="100000"/>
              </a:lnSpc>
              <a:spcAft>
                <a:spcPts val="600"/>
              </a:spcAft>
              <a:defRPr sz="5500" b="1" i="0">
                <a:solidFill>
                  <a:srgbClr val="FFFFFF"/>
                </a:solidFill>
                <a:latin typeface="Arial Black"/>
              </a:defRPr>
            </a:pPr>
            <a:r>
              <a:t>WE ARE CALLED TO SERVE ONE ANOTHER,</a:t>
            </a:r>
          </a:p>
          <a:p>
            <a:pPr algn="ctr">
              <a:lnSpc>
                <a:spcPct val="100000"/>
              </a:lnSpc>
              <a:spcAft>
                <a:spcPts val="600"/>
              </a:spcAft>
              <a:defRPr sz="5500" b="1" i="0">
                <a:solidFill>
                  <a:srgbClr val="FFFFFF"/>
                </a:solidFill>
                <a:latin typeface="Arial Black"/>
              </a:defRPr>
            </a:pPr>
            <a:r>
              <a:t>TO WALK HUMBLY WITH GOD.</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COME! LIVE IN THE LIGHT!</a:t>
            </a:r>
          </a:p>
          <a:p>
            <a:pPr algn="ctr">
              <a:lnSpc>
                <a:spcPct val="100000"/>
              </a:lnSpc>
              <a:spcAft>
                <a:spcPts val="600"/>
              </a:spcAft>
              <a:defRPr sz="5500" b="1" i="0">
                <a:solidFill>
                  <a:srgbClr val="FFFFFF"/>
                </a:solidFill>
                <a:latin typeface="Arial Black"/>
              </a:defRPr>
            </a:pPr>
            <a:r>
              <a:t>SHINE WITH THE JOY AND THE LOVE OF THE LORD!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GOD OF DAYBREAK, GOD OF SHADOW,</a:t>
            </a:r>
          </a:p>
          <a:p>
            <a:pPr algn="ctr">
              <a:lnSpc>
                <a:spcPct val="100000"/>
              </a:lnSpc>
              <a:spcAft>
                <a:spcPts val="600"/>
              </a:spcAft>
              <a:defRPr sz="5500" b="1" i="0">
                <a:solidFill>
                  <a:srgbClr val="FFFFFF"/>
                </a:solidFill>
                <a:latin typeface="Arial Black"/>
              </a:defRPr>
            </a:pPr>
            <a:r>
              <a:t>COME INTO OUR RESTLESS LIVES;</a:t>
            </a:r>
          </a:p>
          <a:p>
            <a:pPr algn="ctr">
              <a:lnSpc>
                <a:spcPct val="100000"/>
              </a:lnSpc>
              <a:spcAft>
                <a:spcPts val="600"/>
              </a:spcAft>
              <a:defRPr sz="5500" b="1" i="0">
                <a:solidFill>
                  <a:srgbClr val="FFFFFF"/>
                </a:solidFill>
                <a:latin typeface="Arial Black"/>
              </a:defRPr>
            </a:pPr>
            <a:r>
              <a:t>LIFT FROM US THE FEAR OF SHADOWS,</a:t>
            </a:r>
          </a:p>
          <a:p>
            <a:pPr algn="ctr">
              <a:lnSpc>
                <a:spcPct val="100000"/>
              </a:lnSpc>
              <a:spcAft>
                <a:spcPts val="600"/>
              </a:spcAft>
              <a:defRPr sz="5500" b="1" i="0">
                <a:solidFill>
                  <a:srgbClr val="FFFFFF"/>
                </a:solidFill>
                <a:latin typeface="Arial Black"/>
              </a:defRPr>
            </a:pPr>
            <a:r>
              <a:t>THAT WE MAY ARISE WITH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WE ARE CALLED TO ACT WITH JUSTICE...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COME! LIVE IN THE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GOD OF NEWNESS, GOD OF FRESHNESS,</a:t>
            </a:r>
          </a:p>
          <a:p>
            <a:pPr algn="ctr">
              <a:lnSpc>
                <a:spcPct val="100000"/>
              </a:lnSpc>
              <a:spcAft>
                <a:spcPts val="600"/>
              </a:spcAft>
              <a:defRPr sz="5500" b="1" i="0">
                <a:solidFill>
                  <a:srgbClr val="FFFFFF"/>
                </a:solidFill>
                <a:latin typeface="Arial Black"/>
              </a:defRPr>
            </a:pPr>
            <a:r>
              <a:t>COME INTO OUR MORNING SONG:</a:t>
            </a:r>
          </a:p>
          <a:p>
            <a:pPr algn="ctr">
              <a:lnSpc>
                <a:spcPct val="100000"/>
              </a:lnSpc>
              <a:spcAft>
                <a:spcPts val="600"/>
              </a:spcAft>
              <a:defRPr sz="5500" b="1" i="0">
                <a:solidFill>
                  <a:srgbClr val="FFFFFF"/>
                </a:solidFill>
                <a:latin typeface="Arial Black"/>
              </a:defRPr>
            </a:pPr>
            <a:r>
              <a:t>GIVE TO US A NEW BEGINNING,</a:t>
            </a:r>
          </a:p>
          <a:p>
            <a:pPr algn="ctr">
              <a:lnSpc>
                <a:spcPct val="100000"/>
              </a:lnSpc>
              <a:spcAft>
                <a:spcPts val="600"/>
              </a:spcAft>
              <a:defRPr sz="5500" b="1" i="0">
                <a:solidFill>
                  <a:srgbClr val="FFFFFF"/>
                </a:solidFill>
                <a:latin typeface="Arial Black"/>
              </a:defRPr>
            </a:pPr>
            <a:r>
              <a:t>SEND US FORTH WITH HEARTS MADE STRONG.</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WE ARE CALLED TO ACT WITH JUSTICE...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COME! LIVE IN THE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Rev. Fr. Jonrey Lauron, RCJ</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