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Rev. Fr. Jonrey Lauron, RCJ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Glory to God in the highest,</a:t>
            </a:r>
          </a:p>
          <a:p>
            <a:pPr algn="ctr">
              <a:spcAft>
                <a:spcPts val="800"/>
              </a:spcAft>
              <a:defRPr sz="5500" b="0" i="0">
                <a:solidFill>
                  <a:srgbClr val="F0FDF4"/>
                </a:solidFill>
                <a:latin typeface="Inter"/>
              </a:defRPr>
            </a:pPr>
            <a:r>
              <a:t>and on earth peace to people of good will.</a:t>
            </a:r>
          </a:p>
          <a:p>
            <a:pPr algn="ctr">
              <a:spcAft>
                <a:spcPts val="800"/>
              </a:spcAft>
              <a:defRPr sz="5500" b="0" i="0">
                <a:solidFill>
                  <a:srgbClr val="F0FDF4"/>
                </a:solidFill>
                <a:latin typeface="Inter"/>
              </a:defRPr>
            </a:pPr>
            <a:r>
              <a:t>We praise you, we bless you, we adore you,</a:t>
            </a:r>
          </a:p>
          <a:p>
            <a:pPr algn="ctr">
              <a:spcAft>
                <a:spcPts val="800"/>
              </a:spcAft>
              <a:defRPr sz="5500" b="0" i="0">
                <a:solidFill>
                  <a:srgbClr val="F0FDF4"/>
                </a:solidFill>
                <a:latin typeface="Inter"/>
              </a:defRPr>
            </a:pPr>
            <a:r>
              <a:t>we glorify you, we give you thanks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your great glory,</a:t>
            </a:r>
          </a:p>
          <a:p>
            <a:pPr algn="ctr">
              <a:spcAft>
                <a:spcPts val="800"/>
              </a:spcAft>
              <a:defRPr sz="5500" b="0" i="0">
                <a:solidFill>
                  <a:srgbClr val="F0FDF4"/>
                </a:solidFill>
                <a:latin typeface="Inter"/>
              </a:defRPr>
            </a:pPr>
            <a:r>
              <a:t>Lord God, heavenly King, O God, almighty Father.</a:t>
            </a:r>
          </a:p>
          <a:p>
            <a:pPr algn="ctr">
              <a:spcAft>
                <a:spcPts val="800"/>
              </a:spcAft>
              <a:defRPr sz="5500" b="0" i="0">
                <a:solidFill>
                  <a:srgbClr val="F0FDF4"/>
                </a:solidFill>
                <a:latin typeface="Inter"/>
              </a:defRPr>
            </a:pPr>
            <a:r>
              <a:t>Lord Jesus Christ, Only Begotten Son,</a:t>
            </a:r>
          </a:p>
          <a:p>
            <a:pPr algn="ctr">
              <a:spcAft>
                <a:spcPts val="800"/>
              </a:spcAft>
              <a:defRPr sz="5500" b="0" i="0">
                <a:solidFill>
                  <a:srgbClr val="F0FDF4"/>
                </a:solidFill>
                <a:latin typeface="Inter"/>
              </a:defRPr>
            </a:pPr>
            <a:r>
              <a:t>Lord God, Lamb of God, Son of the Father,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take away the sins of the world, have mercy on us;</a:t>
            </a:r>
          </a:p>
          <a:p>
            <a:pPr algn="ctr">
              <a:spcAft>
                <a:spcPts val="800"/>
              </a:spcAft>
              <a:defRPr sz="5500" b="0" i="0">
                <a:solidFill>
                  <a:srgbClr val="F0FDF4"/>
                </a:solidFill>
                <a:latin typeface="Inter"/>
              </a:defRPr>
            </a:pPr>
            <a:r>
              <a:t>you take away the sins of the world, receive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are seated at the right hand of the Father, have mercy on us.</a:t>
            </a:r>
          </a:p>
          <a:p>
            <a:pPr algn="ctr">
              <a:spcAft>
                <a:spcPts val="800"/>
              </a:spcAft>
              <a:defRPr sz="5500" b="0" i="0">
                <a:solidFill>
                  <a:srgbClr val="F0FDF4"/>
                </a:solidFill>
                <a:latin typeface="Inter"/>
              </a:defRPr>
            </a:pPr>
            <a:r>
              <a:t>For you alone are the Holy One,</a:t>
            </a:r>
          </a:p>
          <a:p>
            <a:pPr algn="ctr">
              <a:spcAft>
                <a:spcPts val="800"/>
              </a:spcAft>
              <a:defRPr sz="5500" b="0" i="0">
                <a:solidFill>
                  <a:srgbClr val="F0FDF4"/>
                </a:solidFill>
                <a:latin typeface="Inter"/>
              </a:defRPr>
            </a:pPr>
            <a:r>
              <a:t>you alone are the Lord,</a:t>
            </a:r>
          </a:p>
          <a:p>
            <a:pPr algn="ctr">
              <a:spcAft>
                <a:spcPts val="800"/>
              </a:spcAft>
              <a:defRPr sz="5500" b="0" i="0">
                <a:solidFill>
                  <a:srgbClr val="F0FDF4"/>
                </a:solidFill>
                <a:latin typeface="Inter"/>
              </a:defRPr>
            </a:pPr>
            <a:r>
              <a:t>you alone are the Most High,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Jesus Christ,</a:t>
            </a:r>
          </a:p>
          <a:p>
            <a:pPr algn="ctr">
              <a:spcAft>
                <a:spcPts val="800"/>
              </a:spcAft>
              <a:defRPr sz="5500" b="0" i="0">
                <a:solidFill>
                  <a:srgbClr val="F0FDF4"/>
                </a:solidFill>
                <a:latin typeface="Inter"/>
              </a:defRPr>
            </a:pPr>
            <a:r>
              <a:t>with the Holy Spirit,</a:t>
            </a:r>
          </a:p>
          <a:p>
            <a:pPr algn="ctr">
              <a:spcAft>
                <a:spcPts val="800"/>
              </a:spcAft>
              <a:defRPr sz="5500" b="0" i="0">
                <a:solidFill>
                  <a:srgbClr val="F0FDF4"/>
                </a:solidFill>
                <a:latin typeface="Inter"/>
              </a:defRPr>
            </a:pPr>
            <a:r>
              <a:t>in the glory of God the Father.</a:t>
            </a:r>
          </a:p>
          <a:p>
            <a:pPr algn="ctr">
              <a:spcAft>
                <a:spcPts val="800"/>
              </a:spcAft>
              <a:defRPr sz="55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peace of the Lord be with you always.</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FOOD SPONSORS</a:t>
            </a:r>
          </a:p>
          <a:p>
            <a:pPr algn="ctr">
              <a:spcAft>
                <a:spcPts val="500"/>
              </a:spcAft>
              <a:defRPr sz="5500" b="0" i="0">
                <a:solidFill>
                  <a:srgbClr val="F0FDF4"/>
                </a:solidFill>
                <a:latin typeface="Inter"/>
              </a:defRPr>
            </a:pPr>
            <a:r>
              <a:t>The community thanks our food sponsors.</a:t>
            </a:r>
          </a:p>
          <a:p>
            <a:pPr algn="ctr">
              <a:spcAft>
                <a:spcPts val="500"/>
              </a:spcAft>
              <a:defRPr sz="5500" b="0" i="0">
                <a:solidFill>
                  <a:srgbClr val="F0FDF4"/>
                </a:solidFill>
                <a:latin typeface="Inter"/>
              </a:defRPr>
            </a:pPr>
            <a:r>
              <a:t>• Keshi</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Food Sponsors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