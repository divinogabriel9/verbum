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667512"/>
            <a:ext cx="164592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Ordinary Time Celebration</a:t>
            </a:r>
          </a:p>
        </p:txBody>
      </p:sp>
      <p:sp>
        <p:nvSpPr>
          <p:cNvPr id="3" name="TextBox 2"/>
          <p:cNvSpPr txBox="1"/>
          <p:nvPr/>
        </p:nvSpPr>
        <p:spPr>
          <a:xfrm>
            <a:off x="914400" y="1719072"/>
            <a:ext cx="164592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2026-05-30</a:t>
            </a:r>
          </a:p>
          <a:p>
            <a:pPr>
              <a:spcAft>
                <a:spcPts val="500"/>
              </a:spcAft>
              <a:defRPr sz="2100" b="0" i="0">
                <a:solidFill>
                  <a:srgbClr val="F0FDF4"/>
                </a:solidFill>
                <a:latin typeface="Inter"/>
              </a:defRPr>
            </a:pPr>
            <a:r>
              <a:t>Celebrant: Rev. Fr. Jonrey Lauron, RCJ</a:t>
            </a:r>
          </a:p>
          <a:p>
            <a:pPr>
              <a:spcAft>
                <a:spcPts val="500"/>
              </a:spcAft>
              <a:defRPr sz="2100" b="0" i="0">
                <a:solidFill>
                  <a:srgbClr val="F0FDF4"/>
                </a:solidFill>
                <a:latin typeface="Inter"/>
              </a:defRPr>
            </a:pPr>
            <a:r>
              <a:t>Gospel: Mark 11:27-33</a:t>
            </a:r>
            <a:br/>
            <a:r>
              <a:t>Season: Ordinary Time · Sunday Lectionary Year A</a:t>
            </a:r>
          </a:p>
          <a:p>
            <a:pPr>
              <a:spcAft>
                <a:spcPts val="500"/>
              </a:spcAft>
              <a:defRPr sz="2100" b="0" i="0">
                <a:solidFill>
                  <a:srgbClr val="F0FDF4"/>
                </a:solidFill>
                <a:latin typeface="Inter"/>
              </a:defRPr>
            </a:pPr>
            <a:r>
              <a:t>Excerpt:</a:t>
            </a:r>
            <a:br/>
            <a:r>
              <a:t>“I will ask you one question.”</a:t>
            </a:r>
          </a:p>
        </p:txBody>
      </p:sp>
      <p:sp>
        <p:nvSpPr>
          <p:cNvPr id="4" name="TextBox 3"/>
          <p:cNvSpPr txBox="1"/>
          <p:nvPr/>
        </p:nvSpPr>
        <p:spPr>
          <a:xfrm>
            <a:off x="914400" y="9189720"/>
            <a:ext cx="16459200" cy="685800"/>
          </a:xfrm>
          <a:prstGeom prst="rect">
            <a:avLst/>
          </a:prstGeom>
          <a:noFill/>
        </p:spPr>
        <p:txBody>
          <a:bodyPr wrap="square" lIns="109728" rIns="109728" tIns="73152" bIns="73152">
            <a:noAutofit/>
          </a:bodyPr>
          <a:lstStyle/>
          <a:p>
            <a:pPr>
              <a:spcAft>
                <a:spcPts val="500"/>
              </a:spcAft>
              <a:defRPr sz="1400" b="0" i="0">
                <a:solidFill>
                  <a:srgbClr val="22C55E"/>
                </a:solidFill>
                <a:latin typeface="Inter"/>
              </a:defRPr>
            </a:pPr>
            <a:r>
              <a:t>Below: World English Bible (WEB) fallback — verify NABRE on bible.usccb.org.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YAHWEH'S PEOPLE DANCE FOR JOY</a:t>
            </a:r>
          </a:p>
          <a:p>
            <a:pPr algn="ctr">
              <a:lnSpc>
                <a:spcPct val="100000"/>
              </a:lnSpc>
              <a:spcAft>
                <a:spcPts val="600"/>
              </a:spcAft>
              <a:defRPr sz="5200" b="1" i="0">
                <a:solidFill>
                  <a:srgbClr val="FFFFFF"/>
                </a:solidFill>
                <a:latin typeface="Arial Black"/>
              </a:defRPr>
            </a:pPr>
            <a:r>
              <a:t>O COME BEFORE THE LORD</a:t>
            </a:r>
          </a:p>
          <a:p>
            <a:pPr algn="ctr">
              <a:lnSpc>
                <a:spcPct val="100000"/>
              </a:lnSpc>
              <a:spcAft>
                <a:spcPts val="600"/>
              </a:spcAft>
              <a:defRPr sz="5200" b="1" i="0">
                <a:solidFill>
                  <a:srgbClr val="FFFFFF"/>
                </a:solidFill>
                <a:latin typeface="Arial Black"/>
              </a:defRPr>
            </a:pPr>
            <a:r>
              <a:t>AND PLAY FOR HIM ON GLAD TAMBOURINES</a:t>
            </a:r>
          </a:p>
          <a:p>
            <a:pPr algn="ctr">
              <a:lnSpc>
                <a:spcPct val="100000"/>
              </a:lnSpc>
              <a:spcAft>
                <a:spcPts val="600"/>
              </a:spcAft>
              <a:defRPr sz="5200" b="1" i="0">
                <a:solidFill>
                  <a:srgbClr val="FFFFFF"/>
                </a:solidFill>
                <a:latin typeface="Arial Black"/>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RISE, O CHILDREN, FROM YOUR SLEEP;</a:t>
            </a:r>
          </a:p>
          <a:p>
            <a:pPr algn="ctr">
              <a:lnSpc>
                <a:spcPct val="100000"/>
              </a:lnSpc>
              <a:spcAft>
                <a:spcPts val="600"/>
              </a:spcAft>
              <a:defRPr sz="5200" b="1" i="0">
                <a:solidFill>
                  <a:srgbClr val="FFFFFF"/>
                </a:solidFill>
                <a:latin typeface="Arial Black"/>
              </a:defRPr>
            </a:pPr>
            <a:r>
              <a:t>YOUR SAVIOR NOW HAS COME</a:t>
            </a:r>
          </a:p>
          <a:p>
            <a:pPr algn="ctr">
              <a:lnSpc>
                <a:spcPct val="100000"/>
              </a:lnSpc>
              <a:spcAft>
                <a:spcPts val="600"/>
              </a:spcAft>
              <a:defRPr sz="5200" b="1" i="0">
                <a:solidFill>
                  <a:srgbClr val="FFFFFF"/>
                </a:solidFill>
                <a:latin typeface="Arial Black"/>
              </a:defRPr>
            </a:pPr>
            <a:r>
              <a:t>HE HAS TURNED YOUR SORROW TO JOY</a:t>
            </a:r>
          </a:p>
          <a:p>
            <a:pPr algn="ctr">
              <a:lnSpc>
                <a:spcPct val="100000"/>
              </a:lnSpc>
              <a:spcAft>
                <a:spcPts val="600"/>
              </a:spcAft>
              <a:defRPr sz="5200" b="1" i="0">
                <a:solidFill>
                  <a:srgbClr val="FFFFFF"/>
                </a:solidFill>
                <a:latin typeface="Arial Black"/>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In the Name of the Father, and of the Son, and of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Glory to God in the highest,</a:t>
            </a:r>
          </a:p>
          <a:p>
            <a:pPr algn="ctr">
              <a:spcAft>
                <a:spcPts val="800"/>
              </a:spcAft>
              <a:defRPr sz="5000" b="0" i="0">
                <a:solidFill>
                  <a:srgbClr val="F0FDF4"/>
                </a:solidFill>
                <a:latin typeface="Inter"/>
              </a:defRPr>
            </a:pPr>
            <a:r>
              <a:t>and on earth peace to people of good will.</a:t>
            </a:r>
          </a:p>
          <a:p>
            <a:pPr algn="ctr">
              <a:spcAft>
                <a:spcPts val="800"/>
              </a:spcAft>
              <a:defRPr sz="5000" b="0" i="0">
                <a:solidFill>
                  <a:srgbClr val="F0FDF4"/>
                </a:solidFill>
                <a:latin typeface="Inter"/>
              </a:defRPr>
            </a:pPr>
            <a:r>
              <a:t>We praise you, we bless you, we adore you,</a:t>
            </a:r>
          </a:p>
          <a:p>
            <a:pPr algn="ctr">
              <a:spcAft>
                <a:spcPts val="800"/>
              </a:spcAft>
              <a:defRPr sz="5000" b="0" i="0">
                <a:solidFill>
                  <a:srgbClr val="F0FDF4"/>
                </a:solidFill>
                <a:latin typeface="Inter"/>
              </a:defRPr>
            </a:pPr>
            <a:r>
              <a:t>we glorify you, we give you thanks</a:t>
            </a:r>
          </a:p>
          <a:p>
            <a:pPr algn="ctr">
              <a:spcAft>
                <a:spcPts val="800"/>
              </a:spcAft>
              <a:defRPr sz="5000" b="0" i="0">
                <a:solidFill>
                  <a:srgbClr val="F0FDF4"/>
                </a:solidFill>
                <a:latin typeface="Inter"/>
              </a:defRPr>
            </a:pPr>
            <a:r>
              <a:t>for your great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Lord God, heavenly King, O God, almighty Father.</a:t>
            </a:r>
          </a:p>
          <a:p>
            <a:pPr algn="ctr">
              <a:spcAft>
                <a:spcPts val="800"/>
              </a:spcAft>
              <a:defRPr sz="5000" b="0" i="0">
                <a:solidFill>
                  <a:srgbClr val="F0FDF4"/>
                </a:solidFill>
                <a:latin typeface="Inter"/>
              </a:defRPr>
            </a:pPr>
            <a:r>
              <a:t>Lord Jesus Christ, Only Begotten Son,</a:t>
            </a:r>
          </a:p>
          <a:p>
            <a:pPr algn="ctr">
              <a:spcAft>
                <a:spcPts val="800"/>
              </a:spcAft>
              <a:defRPr sz="5000" b="0" i="0">
                <a:solidFill>
                  <a:srgbClr val="F0FDF4"/>
                </a:solidFill>
                <a:latin typeface="Inter"/>
              </a:defRPr>
            </a:pPr>
            <a:r>
              <a:t>Lord God, Lamb of God, Son of the Father,</a:t>
            </a:r>
          </a:p>
          <a:p>
            <a:pPr algn="ctr">
              <a:spcAft>
                <a:spcPts val="800"/>
              </a:spcAft>
              <a:defRPr sz="5000" b="0" i="0">
                <a:solidFill>
                  <a:srgbClr val="F0FDF4"/>
                </a:solidFill>
                <a:latin typeface="Inter"/>
              </a:defRPr>
            </a:pPr>
            <a:r>
              <a:t>you take away the sins of the world, have mercy on 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 receive our prayer;</a:t>
            </a:r>
          </a:p>
          <a:p>
            <a:pPr algn="ctr">
              <a:spcAft>
                <a:spcPts val="800"/>
              </a:spcAft>
              <a:defRPr sz="5000" b="0" i="0">
                <a:solidFill>
                  <a:srgbClr val="F0FDF4"/>
                </a:solidFill>
                <a:latin typeface="Inter"/>
              </a:defRPr>
            </a:pPr>
            <a:r>
              <a:t>you are seated at the right hand of the Father, have mercy on us.</a:t>
            </a:r>
          </a:p>
          <a:p>
            <a:pPr algn="ctr">
              <a:spcAft>
                <a:spcPts val="800"/>
              </a:spcAft>
              <a:defRPr sz="5000" b="0" i="0">
                <a:solidFill>
                  <a:srgbClr val="F0FDF4"/>
                </a:solidFill>
                <a:latin typeface="Inter"/>
              </a:defRPr>
            </a:pPr>
            <a:r>
              <a:t>For you alone are the Holy One,</a:t>
            </a:r>
          </a:p>
          <a:p>
            <a:pPr algn="ctr">
              <a:spcAft>
                <a:spcPts val="800"/>
              </a:spcAft>
              <a:defRPr sz="5000" b="0" i="0">
                <a:solidFill>
                  <a:srgbClr val="F0FDF4"/>
                </a:solidFill>
                <a:latin typeface="Inter"/>
              </a:defRPr>
            </a:pPr>
            <a:r>
              <a:t>you alone are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alone are the Most High,</a:t>
            </a:r>
          </a:p>
          <a:p>
            <a:pPr algn="ctr">
              <a:spcAft>
                <a:spcPts val="800"/>
              </a:spcAft>
              <a:defRPr sz="5000" b="0" i="0">
                <a:solidFill>
                  <a:srgbClr val="F0FDF4"/>
                </a:solidFill>
                <a:latin typeface="Inter"/>
              </a:defRPr>
            </a:pPr>
            <a:r>
              <a:t>Jesus Christ,</a:t>
            </a:r>
          </a:p>
          <a:p>
            <a:pPr algn="ctr">
              <a:spcAft>
                <a:spcPts val="800"/>
              </a:spcAft>
              <a:defRPr sz="5000" b="0" i="0">
                <a:solidFill>
                  <a:srgbClr val="F0FDF4"/>
                </a:solidFill>
                <a:latin typeface="Inter"/>
              </a:defRPr>
            </a:pPr>
            <a:r>
              <a:t>with the Holy Spirit,</a:t>
            </a:r>
          </a:p>
          <a:p>
            <a:pPr algn="ctr">
              <a:spcAft>
                <a:spcPts val="800"/>
              </a:spcAft>
              <a:defRPr sz="5000" b="0" i="0">
                <a:solidFill>
                  <a:srgbClr val="F0FDF4"/>
                </a:solidFill>
                <a:latin typeface="Inter"/>
              </a:defRPr>
            </a:pPr>
            <a:r>
              <a:t>in the glory of God the Father.</a:t>
            </a:r>
          </a:p>
          <a:p>
            <a:pPr algn="ctr">
              <a:spcAft>
                <a:spcPts val="800"/>
              </a:spcAft>
              <a:defRPr sz="5000" b="0" i="0">
                <a:solidFill>
                  <a:srgbClr val="F0FDF4"/>
                </a:solidFill>
                <a:latin typeface="Inter"/>
              </a:defRPr>
            </a:pPr>
            <a: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Aft>
                <a:spcPts val="500"/>
              </a:spcAft>
              <a:defRPr sz="1500" b="0" i="1">
                <a:solidFill>
                  <a:srgbClr val="86EFAC"/>
                </a:solidFill>
                <a:latin typeface="Inter"/>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First Reading</a:t>
            </a:r>
            <a:br/>
            <a:r>
              <a:t>(Jude 17, 20b-25)</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a:t>
            </a:r>
            <a:br/>
            <a:r>
              <a:t>(Psalm 63:2, 3-4, 5-6)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ALLELUIA! ALLELUIA! ALLELUIA! ALLELUIA!</a:t>
            </a:r>
          </a:p>
          <a:p>
            <a:pPr algn="ctr">
              <a:spcAft>
                <a:spcPts val="500"/>
              </a:spcAft>
              <a:defRPr sz="1500" b="0" i="1">
                <a:solidFill>
                  <a:srgbClr val="86EFAC"/>
                </a:solidFill>
                <a:latin typeface="Inter"/>
              </a:defRPr>
            </a:pPr>
            <a:r>
              <a:t>Sing the verse of the Gospel Acclamation given in the Lectionary for this Mass in full, not shortened.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If a commentator announces the verse before the Gospel Acclamation, the verse from the Lectionary is spoken in full, and then the assembly sings the Alleluia and response without abbreviation.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Aft>
                <a:spcPts val="500"/>
              </a:spcAft>
              <a:defRPr sz="1500" b="0" i="1">
                <a:solidFill>
                  <a:srgbClr val="86EFAC"/>
                </a:solidFill>
                <a:latin typeface="Inter"/>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0FDF4"/>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Gospel of the Lord.</a:t>
            </a:r>
          </a:p>
          <a:p>
            <a:pPr algn="ctr">
              <a:spcBef>
                <a:spcPts val="400"/>
              </a:spcBef>
              <a:spcAft>
                <a:spcPts val="500"/>
              </a:spcAft>
              <a:defRPr sz="2000" b="1" i="0">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All: I believe in one God,</a:t>
            </a:r>
          </a:p>
          <a:p>
            <a:pPr algn="ctr">
              <a:spcAft>
                <a:spcPts val="800"/>
              </a:spcAft>
              <a:defRPr sz="5000" b="0" i="0">
                <a:solidFill>
                  <a:srgbClr val="F0FDF4"/>
                </a:solidFill>
                <a:latin typeface="Inter"/>
              </a:defRPr>
            </a:pPr>
            <a:r>
              <a:t>the Father almighty,</a:t>
            </a:r>
          </a:p>
          <a:p>
            <a:pPr algn="ctr">
              <a:spcAft>
                <a:spcPts val="800"/>
              </a:spcAft>
              <a:defRPr sz="5000" b="0" i="0">
                <a:solidFill>
                  <a:srgbClr val="F0FDF4"/>
                </a:solidFill>
                <a:latin typeface="Inter"/>
              </a:defRPr>
            </a:pPr>
            <a:r>
              <a:t>maker of heaven and earth,</a:t>
            </a:r>
          </a:p>
          <a:p>
            <a:pPr algn="ctr">
              <a:spcAft>
                <a:spcPts val="800"/>
              </a:spcAft>
              <a:defRPr sz="5000" b="0" i="0">
                <a:solidFill>
                  <a:srgbClr val="F0FDF4"/>
                </a:solidFill>
                <a:latin typeface="Inter"/>
              </a:defRPr>
            </a:pPr>
            <a:r>
              <a:t>of all things visible and invisible.</a:t>
            </a:r>
          </a:p>
          <a:p>
            <a:pPr algn="ctr">
              <a:spcAft>
                <a:spcPts val="800"/>
              </a:spcAft>
              <a:defRPr sz="5000" b="0" i="0">
                <a:solidFill>
                  <a:srgbClr val="F0FDF4"/>
                </a:solidFill>
                <a:latin typeface="Inter"/>
              </a:defRPr>
            </a:pPr>
            <a:r>
              <a:t>I believe in one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the Only Begotten Son of God,</a:t>
            </a:r>
          </a:p>
          <a:p>
            <a:pPr algn="ctr">
              <a:spcAft>
                <a:spcPts val="800"/>
              </a:spcAft>
              <a:defRPr sz="5000" b="0" i="0">
                <a:solidFill>
                  <a:srgbClr val="F0FDF4"/>
                </a:solidFill>
                <a:latin typeface="Inter"/>
              </a:defRPr>
            </a:pPr>
            <a:r>
              <a:t>born of the Father before all ages.</a:t>
            </a:r>
          </a:p>
          <a:p>
            <a:pPr algn="ctr">
              <a:spcAft>
                <a:spcPts val="800"/>
              </a:spcAft>
              <a:defRPr sz="5000" b="0" i="0">
                <a:solidFill>
                  <a:srgbClr val="F0FDF4"/>
                </a:solidFill>
                <a:latin typeface="Inter"/>
              </a:defRPr>
            </a:pPr>
            <a:r>
              <a:t>God from God, Light from Light,</a:t>
            </a:r>
          </a:p>
          <a:p>
            <a:pPr algn="ctr">
              <a:spcAft>
                <a:spcPts val="800"/>
              </a:spcAft>
              <a:defRPr sz="5000" b="0" i="0">
                <a:solidFill>
                  <a:srgbClr val="F0FDF4"/>
                </a:solidFill>
                <a:latin typeface="Inter"/>
              </a:defRPr>
            </a:pPr>
            <a:r>
              <a:t>true God from true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begotten, not made, consubstantial with the Father;</a:t>
            </a:r>
          </a:p>
          <a:p>
            <a:pPr algn="ctr">
              <a:spcAft>
                <a:spcPts val="800"/>
              </a:spcAft>
              <a:defRPr sz="5000" b="0" i="0">
                <a:solidFill>
                  <a:srgbClr val="F0FDF4"/>
                </a:solidFill>
                <a:latin typeface="Inter"/>
              </a:defRPr>
            </a:pPr>
            <a:r>
              <a:t>through him all things were made.</a:t>
            </a:r>
          </a:p>
          <a:p>
            <a:pPr algn="ctr">
              <a:spcAft>
                <a:spcPts val="800"/>
              </a:spcAft>
              <a:defRPr sz="5000" b="0" i="0">
                <a:solidFill>
                  <a:srgbClr val="F0FDF4"/>
                </a:solidFill>
                <a:latin typeface="Inter"/>
              </a:defRPr>
            </a:pPr>
            <a:r>
              <a:t>For us men and for our salvation</a:t>
            </a:r>
          </a:p>
          <a:p>
            <a:pPr algn="ctr">
              <a:spcAft>
                <a:spcPts val="800"/>
              </a:spcAft>
              <a:defRPr sz="5000" b="0" i="0">
                <a:solidFill>
                  <a:srgbClr val="F0FDF4"/>
                </a:solidFill>
                <a:latin typeface="Inter"/>
              </a:defRPr>
            </a:pPr>
            <a:r>
              <a:t>he came down from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by the Holy Spirit was incarnate of the Virgin Mary,</a:t>
            </a:r>
          </a:p>
          <a:p>
            <a:pPr algn="ctr">
              <a:spcAft>
                <a:spcPts val="800"/>
              </a:spcAft>
              <a:defRPr sz="5000" b="0" i="0">
                <a:solidFill>
                  <a:srgbClr val="F0FDF4"/>
                </a:solidFill>
                <a:latin typeface="Inter"/>
              </a:defRPr>
            </a:pPr>
            <a:r>
              <a:t>and became man.</a:t>
            </a:r>
          </a:p>
          <a:p>
            <a:pPr algn="ctr">
              <a:spcAft>
                <a:spcPts val="800"/>
              </a:spcAft>
              <a:defRPr sz="5000" b="0" i="0">
                <a:solidFill>
                  <a:srgbClr val="F0FDF4"/>
                </a:solidFill>
                <a:latin typeface="Inter"/>
              </a:defRPr>
            </a:pPr>
            <a:r>
              <a:t>For our sake he was crucified under Pontius Pilate,</a:t>
            </a:r>
          </a:p>
          <a:p>
            <a:pPr algn="ctr">
              <a:spcAft>
                <a:spcPts val="800"/>
              </a:spcAft>
              <a:defRPr sz="5000" b="0" i="0">
                <a:solidFill>
                  <a:srgbClr val="F0FDF4"/>
                </a:solidFill>
                <a:latin typeface="Inter"/>
              </a:defRPr>
            </a:pPr>
            <a:r>
              <a:t>he suffered death and was buried,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rose again on the third day</a:t>
            </a:r>
          </a:p>
          <a:p>
            <a:pPr algn="ctr">
              <a:spcAft>
                <a:spcPts val="800"/>
              </a:spcAft>
              <a:defRPr sz="5000" b="0" i="0">
                <a:solidFill>
                  <a:srgbClr val="F0FDF4"/>
                </a:solidFill>
                <a:latin typeface="Inter"/>
              </a:defRPr>
            </a:pPr>
            <a:r>
              <a:t>in accordance with the Scriptures.</a:t>
            </a:r>
          </a:p>
          <a:p>
            <a:pPr algn="ctr">
              <a:spcAft>
                <a:spcPts val="800"/>
              </a:spcAft>
              <a:defRPr sz="5000" b="0" i="0">
                <a:solidFill>
                  <a:srgbClr val="F0FDF4"/>
                </a:solidFill>
                <a:latin typeface="Inter"/>
              </a:defRPr>
            </a:pPr>
            <a:r>
              <a:t>He ascended into heaven</a:t>
            </a:r>
          </a:p>
          <a:p>
            <a:pPr algn="ctr">
              <a:spcAft>
                <a:spcPts val="800"/>
              </a:spcAft>
              <a:defRPr sz="5000" b="0" i="0">
                <a:solidFill>
                  <a:srgbClr val="F0FDF4"/>
                </a:solidFill>
                <a:latin typeface="Inter"/>
              </a:defRPr>
            </a:pPr>
            <a:r>
              <a:t>and is seated at the right hand of the Father.</a:t>
            </a:r>
          </a:p>
          <a:p>
            <a:pPr algn="ctr">
              <a:spcAft>
                <a:spcPts val="800"/>
              </a:spcAft>
              <a:defRPr sz="5000" b="0" i="0">
                <a:solidFill>
                  <a:srgbClr val="F0FDF4"/>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(5/8)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to judge the living and the dead</a:t>
            </a:r>
          </a:p>
          <a:p>
            <a:pPr algn="ctr">
              <a:spcAft>
                <a:spcPts val="800"/>
              </a:spcAft>
              <a:defRPr sz="5000" b="0" i="0">
                <a:solidFill>
                  <a:srgbClr val="F0FDF4"/>
                </a:solidFill>
                <a:latin typeface="Inter"/>
              </a:defRPr>
            </a:pPr>
            <a:r>
              <a:t>and his kingdom will have no end.</a:t>
            </a:r>
          </a:p>
          <a:p>
            <a:pPr algn="ctr">
              <a:spcAft>
                <a:spcPts val="800"/>
              </a:spcAft>
              <a:defRPr sz="5000" b="0" i="0">
                <a:solidFill>
                  <a:srgbClr val="F0FDF4"/>
                </a:solidFill>
                <a:latin typeface="Inter"/>
              </a:defRPr>
            </a:pPr>
            <a:r>
              <a:t>I believe in the Holy Spirit, the Lord, the giver of life,</a:t>
            </a:r>
          </a:p>
          <a:p>
            <a:pPr algn="ctr">
              <a:spcAft>
                <a:spcPts val="800"/>
              </a:spcAft>
              <a:defRPr sz="5000" b="0" i="0">
                <a:solidFill>
                  <a:srgbClr val="F0FDF4"/>
                </a:solidFill>
                <a:latin typeface="Inter"/>
              </a:defRPr>
            </a:pPr>
            <a:r>
              <a:t>who proceeds from the Father and the Son,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who with the Father and the Son is adored and glorified,</a:t>
            </a:r>
          </a:p>
          <a:p>
            <a:pPr algn="ctr">
              <a:spcAft>
                <a:spcPts val="800"/>
              </a:spcAft>
              <a:defRPr sz="5000" b="0" i="0">
                <a:solidFill>
                  <a:srgbClr val="F0FDF4"/>
                </a:solidFill>
                <a:latin typeface="Inter"/>
              </a:defRPr>
            </a:pPr>
            <a:r>
              <a:t>who has spoken through the prophets.</a:t>
            </a:r>
          </a:p>
          <a:p>
            <a:pPr algn="ctr">
              <a:spcAft>
                <a:spcPts val="800"/>
              </a:spcAft>
              <a:defRPr sz="5000" b="0" i="0">
                <a:solidFill>
                  <a:srgbClr val="F0FDF4"/>
                </a:solidFill>
                <a:latin typeface="Inter"/>
              </a:defRPr>
            </a:pPr>
            <a:r>
              <a:t>I believe in one, holy, catholic and apostolic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(7/8)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I confess one Baptism for the forgiveness of sins</a:t>
            </a:r>
          </a:p>
          <a:p>
            <a:pPr algn="ctr">
              <a:spcAft>
                <a:spcPts val="800"/>
              </a:spcAft>
              <a:defRPr sz="5000" b="0" i="0">
                <a:solidFill>
                  <a:srgbClr val="F0FDF4"/>
                </a:solidFill>
                <a:latin typeface="Inter"/>
              </a:defRPr>
            </a:pPr>
            <a:r>
              <a:t>and I look forward to the resurrection of the dead</a:t>
            </a:r>
          </a:p>
          <a:p>
            <a:pPr algn="ctr">
              <a:spcAft>
                <a:spcPts val="800"/>
              </a:spcAft>
              <a:defRPr sz="5000" b="0" i="0">
                <a:solidFill>
                  <a:srgbClr val="F0FDF4"/>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(8/8)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Priest concludes the Prayer of the Faithful with a prayer in full, for example:</a:t>
            </a:r>
          </a:p>
          <a:p>
            <a:pPr algn="ctr">
              <a:spcBef>
                <a:spcPts val="400"/>
              </a:spcBef>
              <a:spcAft>
                <a:spcPts val="500"/>
              </a:spcAft>
              <a:defRPr sz="2000" b="1" i="0">
                <a:solidFill>
                  <a:srgbClr val="86EFAC"/>
                </a:solidFill>
                <a:latin typeface="Inter"/>
              </a:defRPr>
            </a:pPr>
            <a:r>
              <a:t>Priest: Heavenly Father, hear the prayers of the Church, which we make through Christ our Lord.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YOU SATISFY THE HUNGRY HEART</a:t>
            </a:r>
          </a:p>
          <a:p>
            <a:pPr algn="ctr">
              <a:lnSpc>
                <a:spcPct val="100000"/>
              </a:lnSpc>
              <a:spcAft>
                <a:spcPts val="600"/>
              </a:spcAft>
              <a:defRPr sz="5500" b="1" i="0">
                <a:solidFill>
                  <a:srgbClr val="FFFFFF"/>
                </a:solidFill>
                <a:latin typeface="Arial Black"/>
              </a:defRPr>
            </a:pPr>
            <a:r>
              <a:t>WITH GIFT OF FINEST WHEAT,</a:t>
            </a:r>
          </a:p>
          <a:p>
            <a:pPr algn="ctr">
              <a:lnSpc>
                <a:spcPct val="100000"/>
              </a:lnSpc>
              <a:spcAft>
                <a:spcPts val="600"/>
              </a:spcAft>
              <a:defRPr sz="5500" b="1" i="0">
                <a:solidFill>
                  <a:srgbClr val="FFFFFF"/>
                </a:solidFill>
                <a:latin typeface="Arial Black"/>
              </a:defRPr>
            </a:pPr>
            <a:r>
              <a:t>COME GIVE TO US, O SAVING LORD,</a:t>
            </a:r>
          </a:p>
          <a:p>
            <a:pPr algn="ctr">
              <a:lnSpc>
                <a:spcPct val="100000"/>
              </a:lnSpc>
              <a:spcAft>
                <a:spcPts val="600"/>
              </a:spcAft>
              <a:defRPr sz="5500" b="1" i="0">
                <a:solidFill>
                  <a:srgbClr val="FFFFFF"/>
                </a:solidFill>
                <a:latin typeface="Arial Black"/>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AS WHEN THE GRAIN BY SAINTS BELIEVED</a:t>
            </a:r>
          </a:p>
          <a:p>
            <a:pPr algn="ctr">
              <a:lnSpc>
                <a:spcPct val="100000"/>
              </a:lnSpc>
              <a:spcAft>
                <a:spcPts val="600"/>
              </a:spcAft>
              <a:defRPr sz="5500" b="1" i="0">
                <a:solidFill>
                  <a:srgbClr val="FFFFFF"/>
                </a:solidFill>
                <a:latin typeface="Arial Black"/>
              </a:defRPr>
            </a:pPr>
            <a:r>
              <a:t>WAS BLESSED AND BROKEN, LORD,</a:t>
            </a:r>
          </a:p>
          <a:p>
            <a:pPr algn="ctr">
              <a:lnSpc>
                <a:spcPct val="100000"/>
              </a:lnSpc>
              <a:spcAft>
                <a:spcPts val="600"/>
              </a:spcAft>
              <a:defRPr sz="5500" b="1" i="0">
                <a:solidFill>
                  <a:srgbClr val="FFFFFF"/>
                </a:solidFill>
                <a:latin typeface="Arial Black"/>
              </a:defRPr>
            </a:pPr>
            <a:r>
              <a:t>SO MAY YOUR CHURCH IN LANDS TODAY</a:t>
            </a:r>
          </a:p>
          <a:p>
            <a:pPr algn="ctr">
              <a:lnSpc>
                <a:spcPct val="100000"/>
              </a:lnSpc>
              <a:spcAft>
                <a:spcPts val="600"/>
              </a:spcAft>
              <a:defRPr sz="5500" b="1" i="0">
                <a:solidFill>
                  <a:srgbClr val="FFFFFF"/>
                </a:solidFill>
                <a:latin typeface="Arial Black"/>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 LORD OF HARVEST, GRANT THAT WE</a:t>
            </a:r>
          </a:p>
          <a:p>
            <a:pPr algn="ctr">
              <a:lnSpc>
                <a:spcPct val="100000"/>
              </a:lnSpc>
              <a:spcAft>
                <a:spcPts val="600"/>
              </a:spcAft>
              <a:defRPr sz="5500" b="1" i="0">
                <a:solidFill>
                  <a:srgbClr val="FFFFFF"/>
                </a:solidFill>
                <a:latin typeface="Arial Black"/>
              </a:defRPr>
            </a:pPr>
            <a:r>
              <a:t>WHO SHARE THIS MYSTERY HERE</a:t>
            </a:r>
          </a:p>
          <a:p>
            <a:pPr algn="ctr">
              <a:lnSpc>
                <a:spcPct val="100000"/>
              </a:lnSpc>
              <a:spcAft>
                <a:spcPts val="600"/>
              </a:spcAft>
              <a:defRPr sz="5500" b="1" i="0">
                <a:solidFill>
                  <a:srgbClr val="FFFFFF"/>
                </a:solidFill>
                <a:latin typeface="Arial Black"/>
              </a:defRPr>
            </a:pPr>
            <a:r>
              <a:t>MAY FOLLOW YOU UNCEASINGLY</a:t>
            </a:r>
          </a:p>
          <a:p>
            <a:pPr algn="ctr">
              <a:lnSpc>
                <a:spcPct val="100000"/>
              </a:lnSpc>
              <a:spcAft>
                <a:spcPts val="600"/>
              </a:spcAft>
              <a:defRPr sz="5500" b="1" i="0">
                <a:solidFill>
                  <a:srgbClr val="FFFFFF"/>
                </a:solidFill>
                <a:latin typeface="Arial Black"/>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ONE BREAD, ONE CUP, ONE LIFE, ONE LORD—</a:t>
            </a:r>
          </a:p>
          <a:p>
            <a:pPr algn="ctr">
              <a:lnSpc>
                <a:spcPct val="100000"/>
              </a:lnSpc>
              <a:spcAft>
                <a:spcPts val="600"/>
              </a:spcAft>
              <a:defRPr sz="5500" b="1" i="0">
                <a:solidFill>
                  <a:srgbClr val="FFFFFF"/>
                </a:solidFill>
                <a:latin typeface="Arial Black"/>
              </a:defRPr>
            </a:pPr>
            <a:r>
              <a:t>WE OFFER, CHRIST, TO YOU;</a:t>
            </a:r>
          </a:p>
          <a:p>
            <a:pPr algn="ctr">
              <a:lnSpc>
                <a:spcPct val="100000"/>
              </a:lnSpc>
              <a:spcAft>
                <a:spcPts val="600"/>
              </a:spcAft>
              <a:defRPr sz="5500" b="1" i="0">
                <a:solidFill>
                  <a:srgbClr val="FFFFFF"/>
                </a:solidFill>
                <a:latin typeface="Arial Black"/>
              </a:defRPr>
            </a:pPr>
            <a:r>
              <a:t>UNTIL WE SHARE YOUR BANQUET BOARD</a:t>
            </a:r>
          </a:p>
          <a:p>
            <a:pPr algn="ctr">
              <a:lnSpc>
                <a:spcPct val="100000"/>
              </a:lnSpc>
              <a:spcAft>
                <a:spcPts val="600"/>
              </a:spcAft>
              <a:defRPr sz="5500" b="1" i="0">
                <a:solidFill>
                  <a:srgbClr val="FFFFFF"/>
                </a:solidFill>
                <a:latin typeface="Arial Black"/>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Pray, brethren, that my sacrifice and yours may be acceptable to God, the almighty Father.</a:t>
            </a:r>
          </a:p>
          <a:p>
            <a:pPr algn="ctr">
              <a:spcBef>
                <a:spcPts val="400"/>
              </a:spcBef>
              <a:spcAft>
                <a:spcPts val="500"/>
              </a:spcAft>
              <a:defRPr sz="2000" b="1" i="0">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Lift up your hearts.</a:t>
            </a:r>
          </a:p>
          <a:p>
            <a:pPr algn="ctr">
              <a:spcBef>
                <a:spcPts val="400"/>
              </a:spcBef>
              <a:spcAft>
                <a:spcPts val="500"/>
              </a:spcAft>
              <a:defRPr sz="2000" b="1" i="0">
                <a:solidFill>
                  <a:srgbClr val="F0FDF4"/>
                </a:solidFill>
                <a:latin typeface="Inter"/>
              </a:defRPr>
            </a:pPr>
            <a:r>
              <a:t>All: We lift them up to the Lord.</a:t>
            </a:r>
          </a:p>
          <a:p>
            <a:pPr algn="ctr">
              <a:spcBef>
                <a:spcPts val="400"/>
              </a:spcBef>
              <a:spcAft>
                <a:spcPts val="500"/>
              </a:spcAft>
              <a:defRPr sz="2000" b="1" i="0">
                <a:solidFill>
                  <a:srgbClr val="86EFAC"/>
                </a:solidFill>
                <a:latin typeface="Inter"/>
              </a:defRPr>
            </a:pPr>
            <a:r>
              <a:t>Priest: Let us give thanks to the Lord our God.</a:t>
            </a:r>
          </a:p>
          <a:p>
            <a:pPr algn="ctr">
              <a:spcBef>
                <a:spcPts val="400"/>
              </a:spcBef>
              <a:spcAft>
                <a:spcPts val="500"/>
              </a:spcAft>
              <a:defRPr sz="2000" b="1" i="0">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500" b="0" i="1">
                <a:solidFill>
                  <a:srgbClr val="86EFAC"/>
                </a:solidFill>
                <a:latin typeface="Inter"/>
              </a:defRPr>
            </a:pPr>
            <a:r>
              <a:t>The Priest continues with the Preface of the day from the Roman Missal — the entire Preface proper for this Mass, not truncated — until the point where the people join in singing or saying the Holy, Holy (Sanctus).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Holy, Holy, Holy Lord God of hosts.</a:t>
            </a:r>
          </a:p>
          <a:p>
            <a:pPr algn="ctr">
              <a:spcAft>
                <a:spcPts val="800"/>
              </a:spcAft>
              <a:defRPr sz="5000" b="0" i="0">
                <a:solidFill>
                  <a:srgbClr val="F0FDF4"/>
                </a:solidFill>
                <a:latin typeface="Inter"/>
              </a:defRPr>
            </a:pPr>
            <a:r>
              <a:t>Heaven and earth are full of your glory.</a:t>
            </a:r>
          </a:p>
          <a:p>
            <a:pPr algn="ctr">
              <a:spcAft>
                <a:spcPts val="800"/>
              </a:spcAft>
              <a:defRPr sz="5000" b="0" i="0">
                <a:solidFill>
                  <a:srgbClr val="F0FDF4"/>
                </a:solidFill>
                <a:latin typeface="Inter"/>
              </a:defRPr>
            </a:pPr>
            <a:r>
              <a:t>Hosanna in the highest.</a:t>
            </a:r>
          </a:p>
          <a:p>
            <a:pPr algn="ctr">
              <a:spcAft>
                <a:spcPts val="800"/>
              </a:spcAft>
              <a:defRPr sz="5000" b="0" i="0">
                <a:solidFill>
                  <a:srgbClr val="F0FDF4"/>
                </a:solidFill>
                <a:latin typeface="Inter"/>
              </a:defRPr>
            </a:pPr>
            <a:r>
              <a:t>Blessed is he who comes in the name of the Lord.</a:t>
            </a:r>
          </a:p>
          <a:p>
            <a:pPr algn="ctr">
              <a:spcAft>
                <a:spcPts val="800"/>
              </a:spcAft>
              <a:defRPr sz="5000" b="0" i="0">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Sanctus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We proclaim your Death, O Lord,</a:t>
            </a:r>
          </a:p>
          <a:p>
            <a:pPr algn="ctr">
              <a:spcAft>
                <a:spcPts val="500"/>
              </a:spcAft>
              <a:defRPr sz="1900" b="0" i="0">
                <a:solidFill>
                  <a:srgbClr val="F0FDF4"/>
                </a:solidFill>
                <a:latin typeface="Inter"/>
              </a:defRPr>
            </a:pPr>
            <a:r>
              <a:t>and profess your Resurrection</a:t>
            </a:r>
          </a:p>
          <a:p>
            <a:pPr algn="ctr">
              <a:spcAft>
                <a:spcPts val="500"/>
              </a:spcAft>
              <a:defRPr sz="1900" b="0" i="0">
                <a:solidFill>
                  <a:srgbClr val="F0FDF4"/>
                </a:solidFill>
                <a:latin typeface="Inter"/>
              </a:defRPr>
            </a:pPr>
            <a:r>
              <a:t>until you come again.</a:t>
            </a:r>
          </a:p>
          <a:p>
            <a:pPr algn="ctr">
              <a:spcAft>
                <a:spcPts val="500"/>
              </a:spcAft>
              <a:defRPr sz="1500" b="0" i="1">
                <a:solidFill>
                  <a:srgbClr val="86EFAC"/>
                </a:solidFill>
                <a:latin typeface="Inter"/>
              </a:defRPr>
            </a:pPr>
            <a:r>
              <a:t>(Alternate forms may be used as approved by the Conference of Bishops.)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Eucharistic Prayer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Amen.</a:t>
            </a:r>
          </a:p>
          <a:p>
            <a:pPr algn="ctr">
              <a:spcAft>
                <a:spcPts val="500"/>
              </a:spcAft>
              <a:defRPr sz="1500" b="0" i="1">
                <a:solidFill>
                  <a:srgbClr val="86EFAC"/>
                </a:solidFill>
                <a:latin typeface="Inter"/>
              </a:defRPr>
            </a:pPr>
            <a:r>
              <a:t>The people respond “Amen” once to the doxology at the end of the Eucharistic Prayer, unless local solemn custom repeats 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Great Amen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Our Father, who art in heaven,</a:t>
            </a:r>
          </a:p>
          <a:p>
            <a:pPr algn="ctr">
              <a:spcAft>
                <a:spcPts val="800"/>
              </a:spcAft>
              <a:defRPr sz="5000" b="0" i="0">
                <a:solidFill>
                  <a:srgbClr val="F0FDF4"/>
                </a:solidFill>
                <a:latin typeface="Inter"/>
              </a:defRPr>
            </a:pPr>
            <a:r>
              <a:t>hallowed be thy name;</a:t>
            </a:r>
          </a:p>
          <a:p>
            <a:pPr algn="ctr">
              <a:spcAft>
                <a:spcPts val="800"/>
              </a:spcAft>
              <a:defRPr sz="5000" b="0" i="0">
                <a:solidFill>
                  <a:srgbClr val="F0FDF4"/>
                </a:solidFill>
                <a:latin typeface="Inter"/>
              </a:defRPr>
            </a:pPr>
            <a:r>
              <a:t>thy kingdom come,</a:t>
            </a:r>
          </a:p>
          <a:p>
            <a:pPr algn="ctr">
              <a:spcAft>
                <a:spcPts val="800"/>
              </a:spcAft>
              <a:defRPr sz="5000" b="0" i="0">
                <a:solidFill>
                  <a:srgbClr val="F0FDF4"/>
                </a:solidFill>
                <a:latin typeface="Inter"/>
              </a:defRPr>
            </a:pPr>
            <a:r>
              <a:t>thy will be done,</a:t>
            </a:r>
          </a:p>
          <a:p>
            <a:pPr algn="ctr">
              <a:spcAft>
                <a:spcPts val="800"/>
              </a:spcAft>
              <a:defRPr sz="5000" b="0" i="0">
                <a:solidFill>
                  <a:srgbClr val="F0FDF4"/>
                </a:solidFill>
                <a:latin typeface="Inter"/>
              </a:defRPr>
            </a:pPr>
            <a:r>
              <a:t>on earth as it is in heaven.</a:t>
            </a:r>
          </a:p>
          <a:p>
            <a:pPr algn="ctr">
              <a:spcAft>
                <a:spcPts val="800"/>
              </a:spcAft>
              <a:defRPr sz="5000" b="0" i="0">
                <a:solidFill>
                  <a:srgbClr val="F0FDF4"/>
                </a:solidFill>
                <a:latin typeface="Inter"/>
              </a:defRPr>
            </a:pPr>
            <a:r>
              <a:t>Give us this day our daily bread;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(1/4)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forgive us our trespasses,</a:t>
            </a:r>
          </a:p>
          <a:p>
            <a:pPr algn="ctr">
              <a:spcAft>
                <a:spcPts val="800"/>
              </a:spcAft>
              <a:defRPr sz="5000" b="0" i="0">
                <a:solidFill>
                  <a:srgbClr val="F0FDF4"/>
                </a:solidFill>
                <a:latin typeface="Inter"/>
              </a:defRPr>
            </a:pPr>
            <a:r>
              <a:t>as we forgive those who trespass against us;</a:t>
            </a:r>
          </a:p>
          <a:p>
            <a:pPr algn="ctr">
              <a:spcAft>
                <a:spcPts val="800"/>
              </a:spcAft>
              <a:defRPr sz="5000" b="0" i="0">
                <a:solidFill>
                  <a:srgbClr val="F0FDF4"/>
                </a:solidFill>
                <a:latin typeface="Inter"/>
              </a:defRPr>
            </a:pPr>
            <a:r>
              <a:t>and lead us not into temptation,</a:t>
            </a:r>
          </a:p>
          <a:p>
            <a:pPr algn="ctr">
              <a:spcAft>
                <a:spcPts val="800"/>
              </a:spcAft>
              <a:defRPr sz="5000" b="0" i="0">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(2/4)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(3/4)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(4/4)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0FDF4"/>
                </a:solidFill>
                <a:latin typeface="Inter"/>
              </a:defRPr>
            </a:pPr>
            <a:r>
              <a:t>All: For the kingdom, the power, and the glory are yours, now and for ever.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peace of the Lord be with you always.</a:t>
            </a:r>
          </a:p>
          <a:p>
            <a:pPr algn="ctr">
              <a:spcBef>
                <a:spcPts val="400"/>
              </a:spcBef>
              <a:spcAft>
                <a:spcPts val="500"/>
              </a:spcAft>
              <a:defRPr sz="2000" b="1" i="0">
                <a:solidFill>
                  <a:srgbClr val="F0FDF4"/>
                </a:solidFill>
                <a:latin typeface="Inter"/>
              </a:defRPr>
            </a:pPr>
            <a:r>
              <a:t>All: And with your spirit.</a:t>
            </a:r>
          </a:p>
          <a:p>
            <a:pPr algn="ctr">
              <a:spcAft>
                <a:spcPts val="500"/>
              </a:spcAft>
              <a:defRPr sz="1500" b="0" i="1">
                <a:solidFill>
                  <a:srgbClr val="86EFAC"/>
                </a:solidFill>
                <a:latin typeface="Inter"/>
              </a:defRPr>
            </a:pPr>
            <a:r>
              <a:t>Let us offer each other the sign of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Sign of Peace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(1/2)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grant us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(2/2)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Behold the Lamb of God, behold him who takes away the sins of the world. Blessed are those called to the supper of the Lamb.</a:t>
            </a:r>
          </a:p>
          <a:p>
            <a:pPr algn="ctr">
              <a:spcBef>
                <a:spcPts val="400"/>
              </a:spcBef>
              <a:spcAft>
                <a:spcPts val="500"/>
              </a:spcAft>
              <a:defRPr sz="2000" b="1" i="0">
                <a:solidFill>
                  <a:srgbClr val="F0FDF4"/>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ILUOM LAHAT NG TAKOT SA IYONG DAMDAMIN</a:t>
            </a:r>
          </a:p>
          <a:p>
            <a:pPr algn="ctr">
              <a:lnSpc>
                <a:spcPct val="100000"/>
              </a:lnSpc>
              <a:spcAft>
                <a:spcPts val="600"/>
              </a:spcAft>
              <a:defRPr sz="5500" b="1" i="0">
                <a:solidFill>
                  <a:srgbClr val="FFFFFF"/>
                </a:solidFill>
                <a:latin typeface="Arial Black"/>
              </a:defRPr>
            </a:pPr>
            <a:r>
              <a:t>ANG PANGALAN N'YA LAGI ANG TAWAGIN</a:t>
            </a:r>
          </a:p>
          <a:p>
            <a:pPr algn="ctr">
              <a:lnSpc>
                <a:spcPct val="100000"/>
              </a:lnSpc>
              <a:spcAft>
                <a:spcPts val="600"/>
              </a:spcAft>
              <a:defRPr sz="5500" b="1" i="0">
                <a:solidFill>
                  <a:srgbClr val="FFFFFF"/>
                </a:solidFill>
                <a:latin typeface="Arial Black"/>
              </a:defRPr>
            </a:pPr>
            <a:r>
              <a:t>AT SIYA'Y NAKIKINIG</a:t>
            </a:r>
          </a:p>
          <a:p>
            <a:pPr algn="ctr">
              <a:lnSpc>
                <a:spcPct val="100000"/>
              </a:lnSpc>
              <a:spcAft>
                <a:spcPts val="600"/>
              </a:spcAft>
              <a:defRPr sz="5500" b="1" i="0">
                <a:solidFill>
                  <a:srgbClr val="FFFFFF"/>
                </a:solidFill>
                <a:latin typeface="Arial Black"/>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MAGMASID</a:t>
            </a:r>
          </a:p>
          <a:p>
            <a:pPr algn="ctr">
              <a:lnSpc>
                <a:spcPct val="100000"/>
              </a:lnSpc>
              <a:spcAft>
                <a:spcPts val="600"/>
              </a:spcAft>
              <a:defRPr sz="5500" b="1" i="0">
                <a:solidFill>
                  <a:srgbClr val="FFFFFF"/>
                </a:solidFill>
                <a:latin typeface="Arial Black"/>
              </a:defRPr>
            </a:pPr>
            <a:r>
              <a:t>AT MAMULAT SA KANYANG KAPANGYARIHAN</a:t>
            </a:r>
          </a:p>
          <a:p>
            <a:pPr algn="ctr">
              <a:lnSpc>
                <a:spcPct val="100000"/>
              </a:lnSpc>
              <a:spcAft>
                <a:spcPts val="600"/>
              </a:spcAft>
              <a:defRPr sz="5500" b="1" i="0">
                <a:solidFill>
                  <a:srgbClr val="FFFFFF"/>
                </a:solidFill>
                <a:latin typeface="Arial Black"/>
              </a:defRPr>
            </a:pPr>
            <a:r>
              <a:t>NABATID MO BA NA SIYA'Y NAGLALAAN</a:t>
            </a:r>
          </a:p>
          <a:p>
            <a:pPr algn="ctr">
              <a:lnSpc>
                <a:spcPct val="100000"/>
              </a:lnSpc>
              <a:spcAft>
                <a:spcPts val="600"/>
              </a:spcAft>
              <a:defRPr sz="5500" b="1" i="0">
                <a:solidFill>
                  <a:srgbClr val="FFFFFF"/>
                </a:solidFill>
                <a:latin typeface="Arial Black"/>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ANG NGAYON TILA WALANG MARARATING NA BUKAS</a:t>
            </a:r>
          </a:p>
          <a:p>
            <a:pPr algn="ctr">
              <a:lnSpc>
                <a:spcPct val="100000"/>
              </a:lnSpc>
              <a:spcAft>
                <a:spcPts val="600"/>
              </a:spcAft>
              <a:defRPr sz="5500" b="1" i="0">
                <a:solidFill>
                  <a:srgbClr val="FFFFFF"/>
                </a:solidFill>
                <a:latin typeface="Arial Black"/>
              </a:defRPr>
            </a:pPr>
            <a:r>
              <a:t>NGUNIT KUNG SIYA ANG ATING HAYAANG MAGLANDAS</a:t>
            </a:r>
          </a:p>
          <a:p>
            <a:pPr algn="ctr">
              <a:lnSpc>
                <a:spcPct val="100000"/>
              </a:lnSpc>
              <a:spcAft>
                <a:spcPts val="600"/>
              </a:spcAft>
              <a:defRPr sz="5500" b="1" i="0">
                <a:solidFill>
                  <a:srgbClr val="FFFFFF"/>
                </a:solidFill>
                <a:latin typeface="Arial Black"/>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NATUTULOG</a:t>
            </a:r>
          </a:p>
          <a:p>
            <a:pPr algn="ctr">
              <a:lnSpc>
                <a:spcPct val="100000"/>
              </a:lnSpc>
              <a:spcAft>
                <a:spcPts val="600"/>
              </a:spcAft>
              <a:defRPr sz="5500" b="1" i="0">
                <a:solidFill>
                  <a:srgbClr val="FFFFFF"/>
                </a:solidFill>
                <a:latin typeface="Arial Black"/>
              </a:defRPr>
            </a:pPr>
            <a:r>
              <a:t>HINDI NAKAKALIMOT</a:t>
            </a:r>
          </a:p>
          <a:p>
            <a:pPr algn="ctr">
              <a:lnSpc>
                <a:spcPct val="100000"/>
              </a:lnSpc>
              <a:spcAft>
                <a:spcPts val="600"/>
              </a:spcAft>
              <a:defRPr sz="5500" b="1" i="0">
                <a:solidFill>
                  <a:srgbClr val="FFFFFF"/>
                </a:solidFill>
                <a:latin typeface="Arial Black"/>
              </a:defRPr>
            </a:pPr>
            <a:r>
              <a:t>KAY HESUS MANALIG KA</a:t>
            </a:r>
          </a:p>
          <a:p>
            <a:pPr algn="ctr">
              <a:lnSpc>
                <a:spcPct val="100000"/>
              </a:lnSpc>
              <a:spcAft>
                <a:spcPts val="600"/>
              </a:spcAft>
              <a:defRPr sz="5500" b="1" i="0">
                <a:solidFill>
                  <a:srgbClr val="FFFFFF"/>
                </a:solidFill>
                <a:latin typeface="Arial Black"/>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Aft>
                <a:spcPts val="500"/>
              </a:spcAft>
              <a:defRPr sz="1500" b="0" i="1">
                <a:solidFill>
                  <a:srgbClr val="86EFAC"/>
                </a:solidFill>
                <a:latin typeface="Inter"/>
              </a:defRPr>
            </a:pPr>
            <a:r>
              <a:t>The Priest says the Post- Communion Prayer for the day in full from the Roman Missal. The people respond at the end.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MASS COLLECTION</a:t>
            </a:r>
          </a:p>
          <a:p>
            <a:pPr algn="ctr">
              <a:spcAft>
                <a:spcPts val="500"/>
              </a:spcAft>
              <a:defRPr sz="1500" b="0" i="1">
                <a:solidFill>
                  <a:srgbClr val="86EFAC"/>
                </a:solidFill>
                <a:latin typeface="Inter"/>
              </a:defRPr>
            </a:pPr>
            <a:r>
              <a:t>Thank you for your generosity.</a:t>
            </a:r>
          </a:p>
          <a:p>
            <a:pPr algn="ctr">
              <a:spcAft>
                <a:spcPts val="500"/>
              </a:spcAft>
              <a:defRPr sz="1500" b="0" i="1">
                <a:solidFill>
                  <a:srgbClr val="86EFAC"/>
                </a:solidFill>
                <a:latin typeface="Inter"/>
              </a:defRPr>
            </a:pPr>
            <a:r>
              <a:t>Date: Sunday, May 24,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Collection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CHURCH ANNOUNCEMENTS</a:t>
            </a:r>
          </a:p>
          <a:p>
            <a:pPr algn="ctr">
              <a:spcAft>
                <a:spcPts val="500"/>
              </a:spcAft>
              <a:defRPr sz="1500" b="0" i="1">
                <a:solidFill>
                  <a:srgbClr val="86EFAC"/>
                </a:solidFill>
                <a:latin typeface="Inter"/>
              </a:defRPr>
            </a:pPr>
            <a:r>
              <a:t>Insert bulletin points with complete sentences on the following slides or edit this deck.</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Welcome newcomers!</a:t>
            </a:r>
          </a:p>
          <a:p>
            <a:pPr algn="ctr">
              <a:spcAft>
                <a:spcPts val="500"/>
              </a:spcAft>
              <a:defRPr sz="1500" b="0" i="1">
                <a:solidFill>
                  <a:srgbClr val="86EFAC"/>
                </a:solidFill>
                <a:latin typeface="Inter"/>
              </a:defRPr>
            </a:pPr>
            <a:r>
              <a:t>Photo collage optional.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Sacrament of Confession</a:t>
            </a:r>
          </a:p>
          <a:p>
            <a:pPr algn="ctr">
              <a:spcAft>
                <a:spcPts val="500"/>
              </a:spcAft>
              <a:defRPr sz="1500" b="0" i="1">
                <a:solidFill>
                  <a:srgbClr val="86EFAC"/>
                </a:solidFill>
                <a:latin typeface="Inter"/>
              </a:defRPr>
            </a:pPr>
            <a:r>
              <a:t>The Lord never tires of forgiving us; we are the ones who tire of seeking his mercy. — Pope Francis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Updates and Announcements</a:t>
            </a:r>
          </a:p>
          <a:p>
            <a:pPr algn="ctr">
              <a:spcAft>
                <a:spcPts val="500"/>
              </a:spcAft>
              <a:defRPr sz="1500" b="0" i="1">
                <a:solidFill>
                  <a:srgbClr val="86EFAC"/>
                </a:solidFill>
                <a:latin typeface="Inter"/>
              </a:defRPr>
            </a:pPr>
            <a:r>
              <a:t>Name your community page and invitation to follow in full; add a QR code to the slide master if you wish.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May almighty God bless you, the Father, and the Son, and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Go in peace, glorifying the Lord by your life.</a:t>
            </a:r>
          </a:p>
          <a:p>
            <a:pPr algn="ctr">
              <a:spcBef>
                <a:spcPts val="400"/>
              </a:spcBef>
              <a:spcAft>
                <a:spcPts val="500"/>
              </a:spcAft>
              <a:defRPr sz="2000" b="1" i="0">
                <a:solidFill>
                  <a:srgbClr val="F0FDF4"/>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Final Blessing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WE ARE CALLED TO ACT WITH JUSTICE,</a:t>
            </a:r>
          </a:p>
          <a:p>
            <a:pPr algn="ctr">
              <a:lnSpc>
                <a:spcPct val="100000"/>
              </a:lnSpc>
              <a:spcAft>
                <a:spcPts val="600"/>
              </a:spcAft>
              <a:defRPr sz="5500" b="1" i="0">
                <a:solidFill>
                  <a:srgbClr val="FFFFFF"/>
                </a:solidFill>
                <a:latin typeface="Arial Black"/>
              </a:defRPr>
            </a:pPr>
            <a:r>
              <a:t>WE ARE CALLED TO LOVE TENDERLY;</a:t>
            </a:r>
          </a:p>
          <a:p>
            <a:pPr algn="ctr">
              <a:lnSpc>
                <a:spcPct val="100000"/>
              </a:lnSpc>
              <a:spcAft>
                <a:spcPts val="600"/>
              </a:spcAft>
              <a:defRPr sz="5500" b="1" i="0">
                <a:solidFill>
                  <a:srgbClr val="FFFFFF"/>
                </a:solidFill>
                <a:latin typeface="Arial Black"/>
              </a:defRPr>
            </a:pPr>
            <a:r>
              <a:t>WE ARE CALLED TO SERVE ONE ANOTHER,</a:t>
            </a:r>
          </a:p>
          <a:p>
            <a:pPr algn="ctr">
              <a:lnSpc>
                <a:spcPct val="100000"/>
              </a:lnSpc>
              <a:spcAft>
                <a:spcPts val="600"/>
              </a:spcAft>
              <a:defRPr sz="5500" b="1" i="0">
                <a:solidFill>
                  <a:srgbClr val="FFFFFF"/>
                </a:solidFill>
                <a:latin typeface="Arial Black"/>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a:p>
            <a:pPr algn="ctr">
              <a:lnSpc>
                <a:spcPct val="100000"/>
              </a:lnSpc>
              <a:spcAft>
                <a:spcPts val="600"/>
              </a:spcAft>
              <a:defRPr sz="5500" b="1" i="0">
                <a:solidFill>
                  <a:srgbClr val="FFFFFF"/>
                </a:solidFill>
                <a:latin typeface="Arial Black"/>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DAYBREAK, GOD OF SHADOW,</a:t>
            </a:r>
          </a:p>
          <a:p>
            <a:pPr algn="ctr">
              <a:lnSpc>
                <a:spcPct val="100000"/>
              </a:lnSpc>
              <a:spcAft>
                <a:spcPts val="600"/>
              </a:spcAft>
              <a:defRPr sz="5500" b="1" i="0">
                <a:solidFill>
                  <a:srgbClr val="FFFFFF"/>
                </a:solidFill>
                <a:latin typeface="Arial Black"/>
              </a:defRPr>
            </a:pPr>
            <a:r>
              <a:t>COME INTO OUR RESTLESS LIVES;</a:t>
            </a:r>
          </a:p>
          <a:p>
            <a:pPr algn="ctr">
              <a:lnSpc>
                <a:spcPct val="100000"/>
              </a:lnSpc>
              <a:spcAft>
                <a:spcPts val="600"/>
              </a:spcAft>
              <a:defRPr sz="5500" b="1" i="0">
                <a:solidFill>
                  <a:srgbClr val="FFFFFF"/>
                </a:solidFill>
                <a:latin typeface="Arial Black"/>
              </a:defRPr>
            </a:pPr>
            <a:r>
              <a:t>LIFT FROM US THE FEAR OF SHADOWS,</a:t>
            </a:r>
          </a:p>
          <a:p>
            <a:pPr algn="ctr">
              <a:lnSpc>
                <a:spcPct val="100000"/>
              </a:lnSpc>
              <a:spcAft>
                <a:spcPts val="600"/>
              </a:spcAft>
              <a:defRPr sz="5500" b="1" i="0">
                <a:solidFill>
                  <a:srgbClr val="FFFFFF"/>
                </a:solidFill>
                <a:latin typeface="Arial Black"/>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NEWNESS, GOD OF FRESHNESS,</a:t>
            </a:r>
          </a:p>
          <a:p>
            <a:pPr algn="ctr">
              <a:lnSpc>
                <a:spcPct val="100000"/>
              </a:lnSpc>
              <a:spcAft>
                <a:spcPts val="600"/>
              </a:spcAft>
              <a:defRPr sz="5500" b="1" i="0">
                <a:solidFill>
                  <a:srgbClr val="FFFFFF"/>
                </a:solidFill>
                <a:latin typeface="Arial Black"/>
              </a:defRPr>
            </a:pPr>
            <a:r>
              <a:t>COME INTO OUR MORNING SONG:</a:t>
            </a:r>
          </a:p>
          <a:p>
            <a:pPr algn="ctr">
              <a:lnSpc>
                <a:spcPct val="100000"/>
              </a:lnSpc>
              <a:spcAft>
                <a:spcPts val="600"/>
              </a:spcAft>
              <a:defRPr sz="5500" b="1" i="0">
                <a:solidFill>
                  <a:srgbClr val="FFFFFF"/>
                </a:solidFill>
                <a:latin typeface="Arial Black"/>
              </a:defRPr>
            </a:pPr>
            <a:r>
              <a:t>GIVE TO US A NEW BEGINNING,</a:t>
            </a:r>
          </a:p>
          <a:p>
            <a:pPr algn="ctr">
              <a:lnSpc>
                <a:spcPct val="100000"/>
              </a:lnSpc>
              <a:spcAft>
                <a:spcPts val="600"/>
              </a:spcAft>
              <a:defRPr sz="5500" b="1" i="0">
                <a:solidFill>
                  <a:srgbClr val="FFFFFF"/>
                </a:solidFill>
                <a:latin typeface="Arial Black"/>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May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(Mark 11:27-33)</a:t>
            </a:r>
          </a:p>
          <a:p>
            <a:pPr>
              <a:spcAft>
                <a:spcPts val="300"/>
              </a:spcAft>
              <a:defRPr sz="2100" b="0" i="0">
                <a:solidFill>
                  <a:srgbClr val="F0FDF4"/>
                </a:solidFill>
                <a:latin typeface="Inter"/>
              </a:defRPr>
            </a:pPr>
            <a:r>
              <a:t>“I will ask you one question.”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2026-05-30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