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87" name="Google Shape;87;p13"/>
          <p:cNvSpPr txBox="1"/>
          <p:nvPr/>
        </p:nvSpPr>
        <p:spPr>
          <a:xfrm>
            <a:off x="685800" y="3428995"/>
            <a:ext cx="16916400" cy="1720500"/>
          </a:xfrm>
          <a:prstGeom prst="rect">
            <a:avLst/>
          </a:prstGeom>
          <a:noFill/>
          <a:ln>
            <a:noFill/>
          </a:ln>
          <a:effectLst>
            <a:outerShdw blurRad="57150" rotWithShape="0" algn="bl" dir="5400000" dist="19050">
              <a:srgbClr val="000000">
                <a:alpha val="50000"/>
              </a:srgbClr>
            </a:outerShdw>
          </a:effectLst>
        </p:spPr>
        <p:txBody>
          <a:bodyPr anchorCtr="0" anchor="t" bIns="73150" lIns="109725" spcFirstLastPara="1" rIns="109725" wrap="square" tIns="73150">
            <a:spAutoFit/>
          </a:bodyPr>
          <a:lstStyle/>
          <a:p>
            <a:pPr indent="0" lvl="0" marL="0" marR="0" rtl="0" algn="ctr">
              <a:spcBef>
                <a:spcPts val="0"/>
              </a:spcBef>
              <a:spcAft>
                <a:spcPts val="0"/>
              </a:spcAft>
              <a:buNone/>
            </a:pPr>
            <a:r>
              <a:rPr b="1" i="0" lang="en-US" sz="5100" u="none" cap="none" strike="noStrike">
                <a:solidFill>
                  <a:srgbClr val="FAF8F4"/>
                </a:solidFill>
                <a:latin typeface="Calibri"/>
                <a:ea typeface="Calibri"/>
                <a:cs typeface="Calibri"/>
                <a:sym typeface="Calibri"/>
              </a:rPr>
              <a:t>PUT YOUR CELLPHONE ON SILENT MODE DURING THE MASS.</a:t>
            </a:r>
            <a:endParaRPr sz="4600"/>
          </a:p>
          <a:p>
            <a:pPr indent="0" lvl="0" marL="0" marR="0" rtl="0" algn="ctr">
              <a:spcBef>
                <a:spcPts val="500"/>
              </a:spcBef>
              <a:spcAft>
                <a:spcPts val="0"/>
              </a:spcAft>
              <a:buNone/>
            </a:pPr>
            <a:r>
              <a:rPr b="0" i="1" lang="en-US" sz="4700" u="none" cap="none" strike="noStrike">
                <a:solidFill>
                  <a:srgbClr val="FFDA91"/>
                </a:solidFill>
                <a:latin typeface="Calibri"/>
                <a:ea typeface="Calibri"/>
                <a:cs typeface="Calibri"/>
                <a:sym typeface="Calibri"/>
              </a:rPr>
              <a:t>Thank you.</a:t>
            </a:r>
            <a:endParaRPr sz="4600"/>
          </a:p>
        </p:txBody>
      </p:sp>
      <p:pic>
        <p:nvPicPr>
          <p:cNvPr id="88" name="Picture 87"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89" name="TextBox 88"/>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90" name="TextBox 89"/>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627632"/>
            <a:ext cx="16459200" cy="960120"/>
          </a:xfrm>
          <a:prstGeom prst="rect">
            <a:avLst/>
          </a:prstGeom>
          <a:noFill/>
        </p:spPr>
        <p:txBody>
          <a:bodyPr wrap="square" lIns="109728" rIns="109728" tIns="73152" bIns="73152">
            <a:noAutofit/>
          </a:bodyPr>
          <a:lstStyle/>
          <a:p>
            <a:pPr algn="ctr">
              <a:defRPr sz="5000" b="1" i="0">
                <a:solidFill>
                  <a:srgbClr val="FFDA91"/>
                </a:solidFill>
                <a:latin typeface="Calibri"/>
              </a:defRPr>
            </a:pPr>
            <a:r>
              <a:t>Test</a:t>
            </a:r>
          </a:p>
        </p:txBody>
      </p:sp>
      <p:sp>
        <p:nvSpPr>
          <p:cNvPr id="5" name="TextBox 4"/>
          <p:cNvSpPr txBox="1"/>
          <p:nvPr/>
        </p:nvSpPr>
        <p:spPr>
          <a:xfrm>
            <a:off x="914400" y="2679192"/>
            <a:ext cx="16459200" cy="3108960"/>
          </a:xfrm>
          <a:prstGeom prst="rect">
            <a:avLst/>
          </a:prstGeom>
          <a:noFill/>
        </p:spPr>
        <p:txBody>
          <a:bodyPr wrap="square" lIns="109728" rIns="109728" tIns="73152" bIns="73152">
            <a:noAutofit/>
          </a:bodyPr>
          <a:lstStyle/>
          <a:p>
            <a:pPr>
              <a:spcAft>
                <a:spcPts val="500"/>
              </a:spcAft>
              <a:defRPr sz="5000" b="0" i="0">
                <a:solidFill>
                  <a:srgbClr val="FAF8F4"/>
                </a:solidFill>
                <a:latin typeface="Calibri"/>
              </a:defRPr>
            </a:pPr>
            <a:r>
              <a:t>2026-05-31</a:t>
            </a:r>
          </a:p>
          <a:p>
            <a:pPr>
              <a:spcAft>
                <a:spcPts val="500"/>
              </a:spcAft>
              <a:defRPr sz="5000" b="0" i="0">
                <a:solidFill>
                  <a:srgbClr val="FAF8F4"/>
                </a:solidFill>
                <a:latin typeface="Calibri"/>
              </a:defRPr>
            </a:pPr>
            <a:r>
              <a:t>Celebrant: Fr Test</a:t>
            </a:r>
          </a:p>
          <a:p>
            <a:pPr>
              <a:spcAft>
                <a:spcPts val="500"/>
              </a:spcAft>
              <a:defRPr sz="5000" b="0" i="0">
                <a:solidFill>
                  <a:srgbClr val="FAF8F4"/>
                </a:solidFill>
                <a:latin typeface="Calibri"/>
              </a:defRPr>
            </a:pPr>
            <a:r>
              <a:t>Gospel: Jn 3:16</a:t>
            </a:r>
            <a:br/>
            <a:r>
              <a:t>Season: ordinary · Sunday Lectionary Year B</a:t>
            </a:r>
          </a:p>
          <a:p>
            <a:pPr>
              <a:spcAft>
                <a:spcPts val="500"/>
              </a:spcAft>
              <a:defRPr sz="5000" b="0" i="0">
                <a:solidFill>
                  <a:srgbClr val="FAF8F4"/>
                </a:solidFill>
                <a:latin typeface="Calibri"/>
              </a:defRPr>
            </a:pPr>
            <a:r>
              <a:t>Excerpt:</a:t>
            </a:r>
            <a:br/>
            <a:r>
              <a:t>“For God so loved”</a:t>
            </a:r>
          </a:p>
          <a:p>
            <a:pPr>
              <a:spcAft>
                <a:spcPts val="500"/>
              </a:spcAft>
              <a:defRPr sz="5000" b="0" i="0">
                <a:solidFill>
                  <a:srgbClr val="FAF8F4"/>
                </a:solidFill>
                <a:latin typeface="Calibri"/>
              </a:defRPr>
            </a:pPr>
            <a:r>
              <a:t>Liturgical color: Green (ordinary_time)</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914400" y="109728"/>
            <a:ext cx="16459200" cy="868680"/>
          </a:xfrm>
          <a:prstGeom prst="rect">
            <a:avLst/>
          </a:prstGeom>
          <a:noFill/>
        </p:spPr>
        <p:txBody>
          <a:bodyPr wrap="square" lIns="109728" rIns="109728" tIns="73152" bIns="73152">
            <a:noAutofit/>
          </a:bodyPr>
          <a:lstStyle/>
          <a:p>
            <a:pPr algn="ctr">
              <a:defRPr sz="3800" b="1" i="0">
                <a:solidFill>
                  <a:srgbClr val="FFCC4D"/>
                </a:solidFill>
                <a:latin typeface="Georgia"/>
              </a:defRPr>
            </a:pPr>
            <a:r>
              <a:t>Awit ng Paghahangad</a:t>
            </a:r>
          </a:p>
        </p:txBody>
      </p:sp>
      <p:sp>
        <p:nvSpPr>
          <p:cNvPr id="5" name="TextBox 4"/>
          <p:cNvSpPr txBox="1"/>
          <p:nvPr/>
        </p:nvSpPr>
        <p:spPr>
          <a:xfrm>
            <a:off x="0" y="1069848"/>
            <a:ext cx="18288000" cy="8348472"/>
          </a:xfrm>
          <a:prstGeom prst="rect">
            <a:avLst/>
          </a:prstGeom>
          <a:noFill/>
        </p:spPr>
        <p:txBody>
          <a:bodyPr wrap="square" lIns="0" rIns="0" tIns="73152" bIns="73152" anchor="ctr">
            <a:noAutofit/>
          </a:bodyPr>
          <a:lstStyle/>
          <a:p>
            <a:pPr algn="ctr">
              <a:lnSpc>
                <a:spcPct val="100000"/>
              </a:lnSpc>
              <a:spcAft>
                <a:spcPts val="600"/>
              </a:spcAft>
              <a:defRPr sz="5500" b="1" i="0">
                <a:solidFill>
                  <a:srgbClr val="FFFFFF"/>
                </a:solidFill>
                <a:latin typeface="Arial Black"/>
              </a:defRPr>
            </a:pPr>
            <a:r>
              <a:t>OH DIYOS, IKAW ANG LAGING HANAP</a:t>
            </a:r>
          </a:p>
          <a:p>
            <a:pPr algn="ctr">
              <a:lnSpc>
                <a:spcPct val="100000"/>
              </a:lnSpc>
              <a:spcAft>
                <a:spcPts val="600"/>
              </a:spcAft>
              <a:defRPr sz="5500" b="1" i="0">
                <a:solidFill>
                  <a:srgbClr val="FFFFFF"/>
                </a:solidFill>
                <a:latin typeface="Arial Black"/>
              </a:defRPr>
            </a:pPr>
            <a:r>
              <a:t>LOOB KO'Y IKAW ANG TANGING HANGAD</a:t>
            </a:r>
          </a:p>
          <a:p>
            <a:pPr algn="ctr">
              <a:lnSpc>
                <a:spcPct val="100000"/>
              </a:lnSpc>
              <a:spcAft>
                <a:spcPts val="600"/>
              </a:spcAft>
              <a:defRPr sz="5500" b="1" i="0">
                <a:solidFill>
                  <a:srgbClr val="FFFFFF"/>
                </a:solidFill>
                <a:latin typeface="Arial Black"/>
              </a:defRPr>
            </a:pPr>
            <a:r>
              <a:t>NAUUHAW AKONG PARANG TIGANG NA LUPA</a:t>
            </a:r>
          </a:p>
          <a:p>
            <a:pPr algn="ctr">
              <a:lnSpc>
                <a:spcPct val="100000"/>
              </a:lnSpc>
              <a:spcAft>
                <a:spcPts val="600"/>
              </a:spcAft>
              <a:defRPr sz="5500" b="1" i="0">
                <a:solidFill>
                  <a:srgbClr val="FFFFFF"/>
                </a:solidFill>
                <a:latin typeface="Arial Black"/>
              </a:defRPr>
            </a:pPr>
            <a:r>
              <a:t>SA TUBIG NG 'YONG PAG-AARUGA</a:t>
            </a:r>
          </a:p>
        </p:txBody>
      </p:sp>
      <p:sp>
        <p:nvSpPr>
          <p:cNvPr id="6" name="TextBox 5"/>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IKA'Y PAGMAMASDAN SA DAKONG BANAL</a:t>
            </a:r>
          </a:p>
          <a:p>
            <a:pPr algn="ctr">
              <a:lnSpc>
                <a:spcPct val="100000"/>
              </a:lnSpc>
              <a:spcAft>
                <a:spcPts val="600"/>
              </a:spcAft>
              <a:defRPr sz="5500" b="1" i="0">
                <a:solidFill>
                  <a:srgbClr val="FFFFFF"/>
                </a:solidFill>
                <a:latin typeface="Arial Black"/>
              </a:defRPr>
            </a:pPr>
            <a:r>
              <a:t>NANG MAKITA KO ANG 'YONG PAGKARANGAL</a:t>
            </a:r>
          </a:p>
          <a:p>
            <a:pPr algn="ctr">
              <a:lnSpc>
                <a:spcPct val="100000"/>
              </a:lnSpc>
              <a:spcAft>
                <a:spcPts val="600"/>
              </a:spcAft>
              <a:defRPr sz="5500" b="1" i="0">
                <a:solidFill>
                  <a:srgbClr val="FFFFFF"/>
                </a:solidFill>
                <a:latin typeface="Arial Black"/>
              </a:defRPr>
            </a:pPr>
            <a:r>
              <a:t>DADALANGIN AKONG NAKATAAS AKING KAMAY</a:t>
            </a:r>
          </a:p>
          <a:p>
            <a:pPr algn="ctr">
              <a:lnSpc>
                <a:spcPct val="100000"/>
              </a:lnSpc>
              <a:spcAft>
                <a:spcPts val="600"/>
              </a:spcAft>
              <a:defRPr sz="5500" b="1" i="0">
                <a:solidFill>
                  <a:srgbClr val="FFFFFF"/>
                </a:solidFill>
                <a:latin typeface="Arial Black"/>
              </a:defRPr>
            </a:pPr>
            <a:r>
              <a:t>MAGAGALAK NA AAWIT NG PAPURING IAALAY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GUNITA KO'Y IKAW HABANG NAHIHIMLAY</a:t>
            </a:r>
          </a:p>
          <a:p>
            <a:pPr algn="ctr">
              <a:lnSpc>
                <a:spcPct val="100000"/>
              </a:lnSpc>
              <a:spcAft>
                <a:spcPts val="600"/>
              </a:spcAft>
              <a:defRPr sz="5500" b="1" i="0">
                <a:solidFill>
                  <a:srgbClr val="FFFFFF"/>
                </a:solidFill>
                <a:latin typeface="Arial Black"/>
              </a:defRPr>
            </a:pPr>
            <a:r>
              <a:t>PAGKAT ANG TULONG MO SA TUWINA'Y TAGLAY</a:t>
            </a:r>
          </a:p>
          <a:p>
            <a:pPr algn="ctr">
              <a:lnSpc>
                <a:spcPct val="100000"/>
              </a:lnSpc>
              <a:spcAft>
                <a:spcPts val="600"/>
              </a:spcAft>
              <a:defRPr sz="5500" b="1" i="0">
                <a:solidFill>
                  <a:srgbClr val="FFFFFF"/>
                </a:solidFill>
                <a:latin typeface="Arial Black"/>
              </a:defRPr>
            </a:pPr>
            <a:r>
              <a:t>SA LILIM NG IYONG MGA PAKPAK</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AKING KALULUWA'Y KUMAKAPIT SA 'YO</a:t>
            </a:r>
          </a:p>
          <a:p>
            <a:pPr algn="ctr">
              <a:lnSpc>
                <a:spcPct val="100000"/>
              </a:lnSpc>
              <a:spcAft>
                <a:spcPts val="600"/>
              </a:spcAft>
              <a:defRPr sz="5500" b="1" i="0">
                <a:solidFill>
                  <a:srgbClr val="FFFFFF"/>
                </a:solidFill>
                <a:latin typeface="Arial Black"/>
              </a:defRPr>
            </a:pPr>
            <a:r>
              <a:t>KALIGTASA'Y T'YAK KONG HAWAK MO AKO</a:t>
            </a:r>
          </a:p>
          <a:p>
            <a:pPr algn="ctr">
              <a:lnSpc>
                <a:spcPct val="100000"/>
              </a:lnSpc>
              <a:spcAft>
                <a:spcPts val="600"/>
              </a:spcAft>
              <a:defRPr sz="5500" b="1" i="0">
                <a:solidFill>
                  <a:srgbClr val="FFFFFF"/>
                </a:solidFill>
                <a:latin typeface="Arial Black"/>
              </a:defRPr>
            </a:pPr>
            <a:r>
              <a:t>MAGDIRIWANG ANG HARI ANG DIYOS S'YANG DAHILAN</a:t>
            </a:r>
          </a:p>
          <a:p>
            <a:pPr algn="ctr">
              <a:lnSpc>
                <a:spcPct val="100000"/>
              </a:lnSpc>
              <a:spcAft>
                <a:spcPts val="600"/>
              </a:spcAft>
              <a:defRPr sz="5500" b="1" i="0">
                <a:solidFill>
                  <a:srgbClr val="FFFFFF"/>
                </a:solidFill>
                <a:latin typeface="Arial Black"/>
              </a:defRPr>
            </a:pPr>
            <a:r>
              <a:t>ANG SA IYO AY NANGAKONG GALAK YAONG MAKAKAMTAN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GUNITA KO'Y IKAW HABANG NAHIHIMLAY</a:t>
            </a:r>
          </a:p>
          <a:p>
            <a:pPr algn="ctr">
              <a:lnSpc>
                <a:spcPct val="100000"/>
              </a:lnSpc>
              <a:spcAft>
                <a:spcPts val="600"/>
              </a:spcAft>
              <a:defRPr sz="5500" b="1" i="0">
                <a:solidFill>
                  <a:srgbClr val="FFFFFF"/>
                </a:solidFill>
                <a:latin typeface="Arial Black"/>
              </a:defRPr>
            </a:pPr>
            <a:r>
              <a:t>PAGKAT ANG TULONG MO SA TUWINA'Y TAGLAY</a:t>
            </a:r>
          </a:p>
          <a:p>
            <a:pPr algn="ctr">
              <a:lnSpc>
                <a:spcPct val="100000"/>
              </a:lnSpc>
              <a:spcAft>
                <a:spcPts val="600"/>
              </a:spcAft>
              <a:defRPr sz="5500" b="1" i="0">
                <a:solidFill>
                  <a:srgbClr val="FFFFFF"/>
                </a:solidFill>
                <a:latin typeface="Arial Black"/>
              </a:defRPr>
            </a:pPr>
            <a:r>
              <a:t>SA LILIM NG IYONG MGA PAKPAK</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Filipino Catholic Community</a:t>
            </a:r>
          </a:p>
        </p:txBody>
      </p:sp>
      <p:sp>
        <p:nvSpPr>
          <p:cNvPr id="4" name="TextBox 3"/>
          <p:cNvSpPr txBox="1"/>
          <p:nvPr/>
        </p:nvSpPr>
        <p:spPr>
          <a:xfrm>
            <a:off x="0" y="0"/>
            <a:ext cx="18288000" cy="10287000"/>
          </a:xfrm>
          <a:prstGeom prst="rect">
            <a:avLst/>
          </a:prstGeom>
          <a:noFill/>
        </p:spPr>
        <p:txBody>
          <a:bodyPr wrap="square" lIns="0" rIns="0" tIns="0" bIns="0" anchor="ctr">
            <a:noAutofit/>
          </a:bodyPr>
          <a:lstStyle/>
          <a:p>
            <a:pPr algn="ctr">
              <a:lnSpc>
                <a:spcPct val="100000"/>
              </a:lnSpc>
              <a:spcAft>
                <a:spcPts val="600"/>
              </a:spcAft>
              <a:defRPr sz="5500" b="1" i="0">
                <a:solidFill>
                  <a:srgbClr val="FFFFFF"/>
                </a:solidFill>
                <a:latin typeface="Arial Black"/>
              </a:defRPr>
            </a:pPr>
            <a:r>
              <a:t>UMAAWIT, UMAAWIT</a:t>
            </a:r>
          </a:p>
          <a:p>
            <a:pPr algn="ctr">
              <a:lnSpc>
                <a:spcPct val="100000"/>
              </a:lnSpc>
              <a:spcAft>
                <a:spcPts val="600"/>
              </a:spcAft>
              <a:defRPr sz="5500" b="1" i="0">
                <a:solidFill>
                  <a:srgbClr val="FFFFFF"/>
                </a:solidFill>
                <a:latin typeface="Arial Black"/>
              </a:defRPr>
            </a:pPr>
            <a:r>
              <a:t>UMAAWIT AKONG BUONG GALAK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Filipino Catholic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In the Name of the Father, and of the Son, and of the Holy Spirit.</a:t>
            </a:r>
          </a:p>
          <a:p>
            <a:pPr algn="ctr">
              <a:spcBef>
                <a:spcPts val="400"/>
              </a:spcBef>
              <a:spcAft>
                <a:spcPts val="500"/>
              </a:spcAft>
              <a:defRPr sz="5000" b="1" i="0">
                <a:solidFill>
                  <a:srgbClr val="FAF8F4"/>
                </a:solidFill>
                <a:latin typeface="Calibri"/>
              </a:defRPr>
            </a:pPr>
            <a:r>
              <a:t>All: Amen.</a:t>
            </a:r>
          </a:p>
          <a:p>
            <a:pPr algn="ctr">
              <a:spcBef>
                <a:spcPts val="400"/>
              </a:spcBef>
              <a:spcAft>
                <a:spcPts val="500"/>
              </a:spcAft>
              <a:defRPr sz="5000" b="1" i="0">
                <a:solidFill>
                  <a:srgbClr val="FFDA91"/>
                </a:solidFill>
                <a:latin typeface="Calibri"/>
              </a:defRPr>
            </a:pPr>
            <a:r>
              <a:t>Priest: The Lord be with you.</a:t>
            </a:r>
          </a:p>
          <a:p>
            <a:pPr algn="ctr">
              <a:spcBef>
                <a:spcPts val="400"/>
              </a:spcBef>
              <a:spcAft>
                <a:spcPts val="500"/>
              </a:spcAft>
              <a:defRPr sz="5000" b="1" i="0">
                <a:solidFill>
                  <a:srgbClr val="FAF8F4"/>
                </a:solidFill>
                <a:latin typeface="Calibri"/>
              </a:defRPr>
            </a:pPr>
            <a:r>
              <a:t>All: And with your spirit.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Introductory Rites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150" name="Google Shape;150;p20"/>
          <p:cNvSpPr txBox="1"/>
          <p:nvPr/>
        </p:nvSpPr>
        <p:spPr>
          <a:xfrm>
            <a:off x="0" y="790775"/>
            <a:ext cx="18288000" cy="5326800"/>
          </a:xfrm>
          <a:prstGeom prst="rect">
            <a:avLst/>
          </a:prstGeom>
          <a:noFill/>
          <a:ln>
            <a:noFill/>
          </a:ln>
        </p:spPr>
        <p:txBody>
          <a:bodyPr anchorCtr="0" anchor="t" bIns="73150" lIns="109725" spcFirstLastPara="1" rIns="109725" wrap="square" tIns="73150">
            <a:noAutofit/>
          </a:bodyPr>
          <a:lstStyle/>
          <a:p>
            <a:pPr indent="0" lvl="0" marL="0" marR="0" rtl="0" algn="ctr">
              <a:spcBef>
                <a:spcPts val="0"/>
              </a:spcBef>
              <a:spcAft>
                <a:spcPts val="0"/>
              </a:spcAft>
              <a:buNone/>
            </a:pPr>
            <a:r>
              <a:rPr b="1" lang="en-US" sz="5100">
                <a:solidFill>
                  <a:srgbClr val="FFDA91"/>
                </a:solidFill>
                <a:latin typeface="Calibri"/>
                <a:ea typeface="Calibri"/>
                <a:cs typeface="Calibri"/>
                <a:sym typeface="Calibri"/>
              </a:rPr>
              <a:t>Priest: </a:t>
            </a:r>
            <a:r>
              <a:rPr b="1" i="0" lang="en-US" sz="5100" u="none" cap="none" strike="noStrike">
                <a:solidFill>
                  <a:srgbClr val="FFDA91"/>
                </a:solidFill>
                <a:latin typeface="Calibri"/>
                <a:ea typeface="Calibri"/>
                <a:cs typeface="Calibri"/>
                <a:sym typeface="Calibri"/>
              </a:rPr>
              <a:t>Brethren (brothers and sisters),</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i="0" lang="en-US" sz="5100" u="none" cap="none" strike="noStrike">
                <a:solidFill>
                  <a:srgbClr val="FFDA91"/>
                </a:solidFill>
                <a:latin typeface="Calibri"/>
                <a:ea typeface="Calibri"/>
                <a:cs typeface="Calibri"/>
                <a:sym typeface="Calibri"/>
              </a:rPr>
              <a:t>let us acknowledge our sins, </a:t>
            </a:r>
            <a:endParaRPr b="1" sz="5100">
              <a:solidFill>
                <a:srgbClr val="FFDA91"/>
              </a:solidFill>
              <a:latin typeface="Calibri"/>
              <a:ea typeface="Calibri"/>
              <a:cs typeface="Calibri"/>
              <a:sym typeface="Calibri"/>
            </a:endParaRPr>
          </a:p>
          <a:p>
            <a:pPr indent="0" lvl="0" marL="0" marR="0" rtl="0" algn="ctr">
              <a:spcBef>
                <a:spcPts val="0"/>
              </a:spcBef>
              <a:spcAft>
                <a:spcPts val="0"/>
              </a:spcAft>
              <a:buNone/>
            </a:pPr>
            <a:r>
              <a:rPr b="1" lang="en-US" sz="5100">
                <a:solidFill>
                  <a:srgbClr val="FAF8F4"/>
                </a:solidFill>
                <a:latin typeface="Calibri"/>
                <a:ea typeface="Calibri"/>
                <a:cs typeface="Calibri"/>
                <a:sym typeface="Calibri"/>
              </a:rPr>
              <a:t>ALL: </a:t>
            </a:r>
            <a:r>
              <a:rPr b="1" i="0" lang="en-US" sz="5100" u="none" cap="none" strike="noStrike">
                <a:solidFill>
                  <a:srgbClr val="FAF8F4"/>
                </a:solidFill>
                <a:latin typeface="Calibri"/>
                <a:ea typeface="Calibri"/>
                <a:cs typeface="Calibri"/>
                <a:sym typeface="Calibri"/>
              </a:rPr>
              <a:t>I confess to almighty God</a:t>
            </a:r>
            <a:r>
              <a:rPr lang="en-US" sz="4500"/>
              <a:t> </a:t>
            </a:r>
            <a:r>
              <a:rPr b="0" i="0" lang="en-US" sz="5000" u="none" cap="none" strike="noStrike">
                <a:solidFill>
                  <a:srgbClr val="FAF8F4"/>
                </a:solidFill>
                <a:latin typeface="Calibri"/>
                <a:ea typeface="Calibri"/>
                <a:cs typeface="Calibri"/>
                <a:sym typeface="Calibri"/>
              </a:rPr>
              <a:t>and to you, my brothers and sisters,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that I have greatly sinned,</a:t>
            </a:r>
            <a:r>
              <a:rPr lang="en-US" sz="4500"/>
              <a:t> </a:t>
            </a:r>
            <a:r>
              <a:rPr b="0" i="0" lang="en-US" sz="5000" u="none" cap="none" strike="noStrike">
                <a:solidFill>
                  <a:srgbClr val="FAF8F4"/>
                </a:solidFill>
                <a:latin typeface="Calibri"/>
                <a:ea typeface="Calibri"/>
                <a:cs typeface="Calibri"/>
                <a:sym typeface="Calibri"/>
              </a:rPr>
              <a:t>in my thoughts and in my words,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in what I have done and in what I have failed to do,</a:t>
            </a:r>
            <a:endParaRPr b="0" i="0" sz="5000" u="none" cap="none" strike="noStrike">
              <a:solidFill>
                <a:srgbClr val="FAF8F4"/>
              </a:solidFill>
              <a:latin typeface="Calibri"/>
              <a:ea typeface="Calibri"/>
              <a:cs typeface="Calibri"/>
              <a:sym typeface="Calibri"/>
            </a:endParaRPr>
          </a:p>
          <a:p>
            <a:pPr indent="0" lvl="0" marL="0" marR="0" rtl="0" algn="ctr">
              <a:spcBef>
                <a:spcPts val="500"/>
              </a:spcBef>
              <a:spcAft>
                <a:spcPts val="0"/>
              </a:spcAft>
              <a:buNone/>
            </a:pPr>
            <a:r>
              <a:rPr lang="en-US" sz="5000">
                <a:solidFill>
                  <a:srgbClr val="FFDA91"/>
                </a:solidFill>
                <a:latin typeface="Calibri"/>
                <a:ea typeface="Calibri"/>
                <a:cs typeface="Calibri"/>
                <a:sym typeface="Calibri"/>
              </a:rPr>
              <a:t>(strike chest)</a:t>
            </a:r>
            <a:endParaRPr sz="5000">
              <a:solidFill>
                <a:srgbClr val="FFDA91"/>
              </a:solidFill>
              <a:latin typeface="Calibri"/>
              <a:ea typeface="Calibri"/>
              <a:cs typeface="Calibri"/>
              <a:sym typeface="Calibri"/>
            </a:endParaRPr>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through my fault, through my fault,</a:t>
            </a:r>
            <a:r>
              <a:rPr lang="en-US" sz="4500"/>
              <a:t> </a:t>
            </a:r>
            <a:r>
              <a:rPr b="0" i="0" lang="en-US" sz="5000" u="none" cap="none" strike="noStrike">
                <a:solidFill>
                  <a:srgbClr val="FAF8F4"/>
                </a:solidFill>
                <a:latin typeface="Calibri"/>
                <a:ea typeface="Calibri"/>
                <a:cs typeface="Calibri"/>
                <a:sym typeface="Calibri"/>
              </a:rPr>
              <a:t>through my most grievous fault;</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therefore I ask blessed Mary ever-Virgin,</a:t>
            </a:r>
            <a:r>
              <a:rPr lang="en-US" sz="4500"/>
              <a:t> </a:t>
            </a:r>
            <a:r>
              <a:rPr b="0" i="0" lang="en-US" sz="5000" u="none" cap="none" strike="noStrike">
                <a:solidFill>
                  <a:srgbClr val="FAF8F4"/>
                </a:solidFill>
                <a:latin typeface="Calibri"/>
                <a:ea typeface="Calibri"/>
                <a:cs typeface="Calibri"/>
                <a:sym typeface="Calibri"/>
              </a:rPr>
              <a:t>all the Angels and Saints,</a:t>
            </a:r>
            <a:endParaRPr sz="4500"/>
          </a:p>
          <a:p>
            <a:pPr indent="0" lvl="0" marL="0" marR="0" rtl="0" algn="ctr">
              <a:spcBef>
                <a:spcPts val="500"/>
              </a:spcBef>
              <a:spcAft>
                <a:spcPts val="0"/>
              </a:spcAft>
              <a:buNone/>
            </a:pPr>
            <a:r>
              <a:rPr b="0" i="0" lang="en-US" sz="5000" u="none" cap="none" strike="noStrike">
                <a:solidFill>
                  <a:srgbClr val="FAF8F4"/>
                </a:solidFill>
                <a:latin typeface="Calibri"/>
                <a:ea typeface="Calibri"/>
                <a:cs typeface="Calibri"/>
                <a:sym typeface="Calibri"/>
              </a:rPr>
              <a:t>and you, my brothers and sisters,</a:t>
            </a:r>
            <a:r>
              <a:rPr lang="en-US" sz="4500"/>
              <a:t> </a:t>
            </a:r>
            <a:r>
              <a:rPr b="0" i="0" lang="en-US" sz="5000" u="none" cap="none" strike="noStrike">
                <a:solidFill>
                  <a:srgbClr val="FAF8F4"/>
                </a:solidFill>
                <a:latin typeface="Calibri"/>
                <a:ea typeface="Calibri"/>
                <a:cs typeface="Calibri"/>
                <a:sym typeface="Calibri"/>
              </a:rPr>
              <a:t>to pray for me to the Lord our God.</a:t>
            </a:r>
            <a:endParaRPr sz="4500"/>
          </a:p>
          <a:p>
            <a:pPr indent="0" lvl="0" marL="0" marR="0" rtl="0" algn="l">
              <a:spcBef>
                <a:spcPts val="500"/>
              </a:spcBef>
              <a:spcAft>
                <a:spcPts val="0"/>
              </a:spcAft>
              <a:buNone/>
            </a:pPr>
            <a:r>
              <a:t/>
            </a:r>
            <a:endParaRPr sz="4500"/>
          </a:p>
        </p:txBody>
      </p:sp>
      <p:pic>
        <p:nvPicPr>
          <p:cNvPr id="151" name="Picture 150"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52" name="TextBox 151"/>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153" name="TextBox 152"/>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Penitential Act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159" name="Google Shape;159;p21"/>
          <p:cNvSpPr txBox="1"/>
          <p:nvPr/>
        </p:nvSpPr>
        <p:spPr>
          <a:xfrm>
            <a:off x="0" y="1603800"/>
            <a:ext cx="18288000" cy="33237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6600">
                <a:solidFill>
                  <a:srgbClr val="FFDA91"/>
                </a:solidFill>
                <a:latin typeface="Calibri"/>
                <a:ea typeface="Calibri"/>
                <a:cs typeface="Calibri"/>
                <a:sym typeface="Calibri"/>
              </a:rPr>
              <a:t>Priest:</a:t>
            </a:r>
            <a:endParaRPr b="1" sz="6600">
              <a:solidFill>
                <a:srgbClr val="FFDA91"/>
              </a:solidFill>
              <a:latin typeface="Calibri"/>
              <a:ea typeface="Calibri"/>
              <a:cs typeface="Calibri"/>
              <a:sym typeface="Calibri"/>
            </a:endParaRPr>
          </a:p>
          <a:p>
            <a:pPr indent="0" lvl="0" marL="0" rtl="0" algn="ctr">
              <a:spcBef>
                <a:spcPts val="500"/>
              </a:spcBef>
              <a:spcAft>
                <a:spcPts val="0"/>
              </a:spcAft>
              <a:buNone/>
            </a:pPr>
            <a:r>
              <a:rPr b="1" lang="en-US" sz="6600">
                <a:solidFill>
                  <a:schemeClr val="lt1"/>
                </a:solidFill>
                <a:latin typeface="Calibri"/>
                <a:ea typeface="Calibri"/>
                <a:cs typeface="Calibri"/>
                <a:sym typeface="Calibri"/>
              </a:rPr>
              <a:t>May almighty God have mercy on us,</a:t>
            </a:r>
            <a:endParaRPr b="1" sz="6600">
              <a:solidFill>
                <a:schemeClr val="lt1"/>
              </a:solidFill>
              <a:latin typeface="Calibri"/>
              <a:ea typeface="Calibri"/>
              <a:cs typeface="Calibri"/>
              <a:sym typeface="Calibri"/>
            </a:endParaRPr>
          </a:p>
          <a:p>
            <a:pPr indent="0" lvl="0" marL="0" rtl="0" algn="ctr">
              <a:spcBef>
                <a:spcPts val="500"/>
              </a:spcBef>
              <a:spcAft>
                <a:spcPts val="0"/>
              </a:spcAft>
              <a:buClr>
                <a:schemeClr val="dk1"/>
              </a:buClr>
              <a:buFont typeface="Arial"/>
              <a:buNone/>
            </a:pPr>
            <a:r>
              <a:rPr b="1" lang="en-US" sz="6600">
                <a:solidFill>
                  <a:schemeClr val="lt1"/>
                </a:solidFill>
                <a:latin typeface="Calibri"/>
                <a:ea typeface="Calibri"/>
                <a:cs typeface="Calibri"/>
                <a:sym typeface="Calibri"/>
              </a:rPr>
              <a:t>forgive us our sins, and bring us to everlasting life</a:t>
            </a:r>
            <a:r>
              <a:rPr b="1" lang="en-US" sz="6600">
                <a:solidFill>
                  <a:srgbClr val="FFDA91"/>
                </a:solidFill>
                <a:latin typeface="Calibri"/>
                <a:ea typeface="Calibri"/>
                <a:cs typeface="Calibri"/>
                <a:sym typeface="Calibri"/>
              </a:rPr>
              <a:t>.</a:t>
            </a:r>
            <a:endParaRPr b="1" sz="7900">
              <a:solidFill>
                <a:srgbClr val="FFDA91"/>
              </a:solidFill>
              <a:latin typeface="Calibri"/>
              <a:ea typeface="Calibri"/>
              <a:cs typeface="Calibri"/>
              <a:sym typeface="Calibri"/>
            </a:endParaRPr>
          </a:p>
        </p:txBody>
      </p:sp>
      <p:sp>
        <p:nvSpPr>
          <p:cNvPr id="164" name="Google Shape;164;p21"/>
          <p:cNvSpPr txBox="1"/>
          <p:nvPr/>
        </p:nvSpPr>
        <p:spPr>
          <a:xfrm>
            <a:off x="0" y="6256725"/>
            <a:ext cx="18288000" cy="1225200"/>
          </a:xfrm>
          <a:prstGeom prst="rect">
            <a:avLst/>
          </a:prstGeom>
          <a:noFill/>
          <a:ln>
            <a:noFill/>
          </a:ln>
        </p:spPr>
        <p:txBody>
          <a:bodyPr anchorCtr="0" anchor="t" bIns="73150" lIns="109725" spcFirstLastPara="1" rIns="109725" wrap="square" tIns="73150">
            <a:spAutoFit/>
          </a:bodyPr>
          <a:lstStyle/>
          <a:p>
            <a:pPr indent="0" lvl="0" marL="0" rtl="0" algn="ctr">
              <a:spcBef>
                <a:spcPts val="500"/>
              </a:spcBef>
              <a:spcAft>
                <a:spcPts val="0"/>
              </a:spcAft>
              <a:buNone/>
            </a:pPr>
            <a:r>
              <a:rPr b="1" lang="en-US" sz="7000">
                <a:solidFill>
                  <a:srgbClr val="FFDA91"/>
                </a:solidFill>
                <a:latin typeface="Calibri"/>
                <a:ea typeface="Calibri"/>
                <a:cs typeface="Calibri"/>
                <a:sym typeface="Calibri"/>
              </a:rPr>
              <a:t>ALL: </a:t>
            </a:r>
            <a:r>
              <a:rPr b="1" lang="en-US" sz="7000">
                <a:solidFill>
                  <a:schemeClr val="lt1"/>
                </a:solidFill>
                <a:latin typeface="Calibri"/>
                <a:ea typeface="Calibri"/>
                <a:cs typeface="Calibri"/>
                <a:sym typeface="Calibri"/>
              </a:rPr>
              <a:t>AMEN</a:t>
            </a:r>
            <a:r>
              <a:rPr b="1" lang="en-US" sz="7000">
                <a:solidFill>
                  <a:srgbClr val="FFDA91"/>
                </a:solidFill>
                <a:latin typeface="Calibri"/>
                <a:ea typeface="Calibri"/>
                <a:cs typeface="Calibri"/>
                <a:sym typeface="Calibri"/>
              </a:rPr>
              <a:t>!</a:t>
            </a:r>
            <a:endParaRPr b="1" sz="7000">
              <a:solidFill>
                <a:srgbClr val="FFDA91"/>
              </a:solidFill>
              <a:latin typeface="Calibri"/>
              <a:ea typeface="Calibri"/>
              <a:cs typeface="Calibri"/>
              <a:sym typeface="Calibri"/>
            </a:endParaRPr>
          </a:p>
        </p:txBody>
      </p:sp>
      <p:pic>
        <p:nvPicPr>
          <p:cNvPr id="165" name="Picture 164"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66" name="TextBox 165"/>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167" name="TextBox 16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Penitential Act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sp>
        <p:nvSpPr>
          <p:cNvPr id="169" name="Google Shape;169;p22"/>
          <p:cNvSpPr txBox="1"/>
          <p:nvPr/>
        </p:nvSpPr>
        <p:spPr>
          <a:xfrm>
            <a:off x="3772800" y="1201100"/>
            <a:ext cx="10742400" cy="8097900"/>
          </a:xfrm>
          <a:prstGeom prst="rect">
            <a:avLst/>
          </a:prstGeom>
          <a:noFill/>
          <a:ln>
            <a:noFill/>
          </a:ln>
        </p:spPr>
        <p:txBody>
          <a:bodyPr anchorCtr="0" anchor="t" bIns="73150" lIns="109725" spcFirstLastPara="1" rIns="109725" wrap="square" tIns="73150">
            <a:spAutoFit/>
          </a:bodyPr>
          <a:lstStyle/>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0" lvl="0" marL="0" marR="0" rtl="0" algn="l">
              <a:spcBef>
                <a:spcPts val="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Christ, have mercy.</a:t>
            </a:r>
            <a:endParaRPr sz="8400"/>
          </a:p>
          <a:p>
            <a:pPr indent="0" lvl="0" marL="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a:p>
            <a:pPr indent="457200" lvl="0" marL="914400" marR="0" rtl="0" algn="l">
              <a:spcBef>
                <a:spcPts val="500"/>
              </a:spcBef>
              <a:spcAft>
                <a:spcPts val="0"/>
              </a:spcAft>
              <a:buNone/>
            </a:pPr>
            <a:r>
              <a:rPr b="1" i="0" lang="en-US" sz="8400" u="none" cap="none" strike="noStrike">
                <a:solidFill>
                  <a:srgbClr val="FAF8F4"/>
                </a:solidFill>
                <a:latin typeface="Calibri"/>
                <a:ea typeface="Calibri"/>
                <a:cs typeface="Calibri"/>
                <a:sym typeface="Calibri"/>
              </a:rPr>
              <a:t>Lord, have mercy.</a:t>
            </a:r>
            <a:endParaRPr sz="8400"/>
          </a:p>
        </p:txBody>
      </p:sp>
      <p:pic>
        <p:nvPicPr>
          <p:cNvPr id="170" name="Picture 169"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171" name="TextBox 170"/>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172" name="TextBox 171"/>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Kyrie Eleison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AF8F4"/>
                </a:solidFill>
                <a:latin typeface="Calibri"/>
              </a:defRPr>
            </a:pPr>
            <a:r>
              <a:t>Glory to God in the highest,</a:t>
            </a:r>
          </a:p>
          <a:p>
            <a:pPr algn="ctr">
              <a:spcAft>
                <a:spcPts val="800"/>
              </a:spcAft>
              <a:defRPr sz="5000" b="0" i="0">
                <a:solidFill>
                  <a:srgbClr val="FAF8F4"/>
                </a:solidFill>
                <a:latin typeface="Calibri"/>
              </a:defRPr>
            </a:pPr>
            <a:r>
              <a:t>and on earth peace to people of good will.</a:t>
            </a:r>
          </a:p>
          <a:p>
            <a:pPr algn="ctr">
              <a:spcAft>
                <a:spcPts val="800"/>
              </a:spcAft>
              <a:defRPr sz="5000" b="0" i="0">
                <a:solidFill>
                  <a:srgbClr val="FAF8F4"/>
                </a:solidFill>
                <a:latin typeface="Calibri"/>
              </a:defRPr>
            </a:pPr>
            <a:r>
              <a:t>We praise you, we bless you, we adore you,</a:t>
            </a:r>
          </a:p>
          <a:p>
            <a:pPr algn="ctr">
              <a:spcAft>
                <a:spcPts val="800"/>
              </a:spcAft>
              <a:defRPr sz="5000" b="0" i="0">
                <a:solidFill>
                  <a:srgbClr val="FAF8F4"/>
                </a:solidFill>
                <a:latin typeface="Calibri"/>
              </a:defRPr>
            </a:pPr>
            <a:r>
              <a:t>we glorify you, we give you thanks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Gloria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for your great glory,</a:t>
            </a:r>
          </a:p>
          <a:p>
            <a:pPr algn="ctr">
              <a:spcAft>
                <a:spcPts val="800"/>
              </a:spcAft>
              <a:defRPr sz="5000" b="0" i="0">
                <a:solidFill>
                  <a:srgbClr val="FAF8F4"/>
                </a:solidFill>
                <a:latin typeface="Calibri"/>
              </a:defRPr>
            </a:pPr>
            <a:r>
              <a:t>Lord God, heavenly King, O God, almighty Father.</a:t>
            </a:r>
          </a:p>
          <a:p>
            <a:pPr algn="ctr">
              <a:spcAft>
                <a:spcPts val="800"/>
              </a:spcAft>
              <a:defRPr sz="5000" b="0" i="0">
                <a:solidFill>
                  <a:srgbClr val="FAF8F4"/>
                </a:solidFill>
                <a:latin typeface="Calibri"/>
              </a:defRPr>
            </a:pPr>
            <a:r>
              <a:t>Lord Jesus Christ, Only Begotten Son,</a:t>
            </a:r>
          </a:p>
          <a:p>
            <a:pPr algn="ctr">
              <a:spcAft>
                <a:spcPts val="800"/>
              </a:spcAft>
              <a:defRPr sz="5000" b="0" i="0">
                <a:solidFill>
                  <a:srgbClr val="FAF8F4"/>
                </a:solidFill>
                <a:latin typeface="Calibri"/>
              </a:defRPr>
            </a:pPr>
            <a:r>
              <a:t>Lord God, Lamb of God, Son of the Father,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Gloria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you take away the sins of the world, have mercy on us;</a:t>
            </a:r>
          </a:p>
          <a:p>
            <a:pPr algn="ctr">
              <a:spcAft>
                <a:spcPts val="800"/>
              </a:spcAft>
              <a:defRPr sz="5000" b="0" i="0">
                <a:solidFill>
                  <a:srgbClr val="FAF8F4"/>
                </a:solidFill>
                <a:latin typeface="Calibri"/>
              </a:defRPr>
            </a:pPr>
            <a:r>
              <a:t>you take away the sins of the world, receive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Gloria (3/5)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you are seated at the right hand of the Father, have mercy on us.</a:t>
            </a:r>
          </a:p>
          <a:p>
            <a:pPr algn="ctr">
              <a:spcAft>
                <a:spcPts val="800"/>
              </a:spcAft>
              <a:defRPr sz="5000" b="0" i="0">
                <a:solidFill>
                  <a:srgbClr val="FAF8F4"/>
                </a:solidFill>
                <a:latin typeface="Calibri"/>
              </a:defRPr>
            </a:pPr>
            <a:r>
              <a:t>For you alone are the Holy One,</a:t>
            </a:r>
          </a:p>
          <a:p>
            <a:pPr algn="ctr">
              <a:spcAft>
                <a:spcPts val="800"/>
              </a:spcAft>
              <a:defRPr sz="5000" b="0" i="0">
                <a:solidFill>
                  <a:srgbClr val="FAF8F4"/>
                </a:solidFill>
                <a:latin typeface="Calibri"/>
              </a:defRPr>
            </a:pPr>
            <a:r>
              <a:t>you alone are the Lord,</a:t>
            </a:r>
          </a:p>
          <a:p>
            <a:pPr algn="ctr">
              <a:spcAft>
                <a:spcPts val="800"/>
              </a:spcAft>
              <a:defRPr sz="5000" b="0" i="0">
                <a:solidFill>
                  <a:srgbClr val="FAF8F4"/>
                </a:solidFill>
                <a:latin typeface="Calibri"/>
              </a:defRPr>
            </a:pPr>
            <a:r>
              <a:t>you alone are the Most High,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Gloria (4/5)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Jesus Christ,</a:t>
            </a:r>
          </a:p>
          <a:p>
            <a:pPr algn="ctr">
              <a:spcAft>
                <a:spcPts val="800"/>
              </a:spcAft>
              <a:defRPr sz="5000" b="0" i="0">
                <a:solidFill>
                  <a:srgbClr val="FAF8F4"/>
                </a:solidFill>
                <a:latin typeface="Calibri"/>
              </a:defRPr>
            </a:pPr>
            <a:r>
              <a:t>with the Holy Spirit,</a:t>
            </a:r>
          </a:p>
          <a:p>
            <a:pPr algn="ctr">
              <a:spcAft>
                <a:spcPts val="800"/>
              </a:spcAft>
              <a:defRPr sz="5000" b="0" i="0">
                <a:solidFill>
                  <a:srgbClr val="FAF8F4"/>
                </a:solidFill>
                <a:latin typeface="Calibri"/>
              </a:defRPr>
            </a:pPr>
            <a:r>
              <a:t>in the glory of God the Father.</a:t>
            </a:r>
          </a:p>
          <a:p>
            <a:pPr algn="ctr">
              <a:spcAft>
                <a:spcPts val="800"/>
              </a:spcAft>
              <a:defRPr sz="5000" b="0" i="0">
                <a:solidFill>
                  <a:srgbClr val="FAF8F4"/>
                </a:solidFill>
                <a:latin typeface="Calibri"/>
              </a:defRPr>
            </a:pPr>
            <a:r>
              <a:t>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Gloria (5/5)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Let us pray.</a:t>
            </a:r>
          </a:p>
          <a:p>
            <a:pPr algn="ctr">
              <a:spcAft>
                <a:spcPts val="500"/>
              </a:spcAft>
              <a:defRPr sz="5000" b="0" i="0">
                <a:solidFill>
                  <a:srgbClr val="FAF8F4"/>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lgn="ctr">
              <a:spcBef>
                <a:spcPts val="400"/>
              </a:spcBef>
              <a:spcAft>
                <a:spcPts val="500"/>
              </a:spcAft>
              <a:defRPr sz="5000" b="1" i="0">
                <a:solidFill>
                  <a:srgbClr val="FAF8F4"/>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5000" b="1" i="0">
                <a:solidFill>
                  <a:srgbClr val="FFDA91"/>
                </a:solidFill>
                <a:latin typeface="Calibri"/>
              </a:defRPr>
            </a:pPr>
            <a:r>
              <a:t>LITURGY OF</a:t>
            </a:r>
            <a:br/>
            <a:r>
              <a:t>THE WORD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5000" b="1" i="0">
                <a:solidFill>
                  <a:srgbClr val="FFDA91"/>
                </a:solidFill>
                <a:latin typeface="Calibri"/>
              </a:defRPr>
            </a:pPr>
            <a:r>
              <a:t>Liturgy of the Word</a:t>
            </a:r>
          </a:p>
          <a:p>
            <a:pPr>
              <a:defRPr sz="5000" b="0" i="0">
                <a:solidFill>
                  <a:srgbClr val="BCBAC6"/>
                </a:solidFill>
                <a:latin typeface="Calibri"/>
              </a:defRPr>
            </a:pPr>
            <a:r>
              <a:t>First Reading (—)</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5000" b="0" i="0">
                <a:solidFill>
                  <a:srgbClr val="BCBAC6"/>
                </a:solidFill>
                <a:latin typeface="Calibri"/>
              </a:defRPr>
            </a:pPr>
            <a:r>
              <a:t>—</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5000" b="0" i="0">
                <a:solidFill>
                  <a:srgbClr val="FAF8F4"/>
                </a:solidFill>
                <a:latin typeface="Calibri"/>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1024128"/>
          </a:xfrm>
          <a:prstGeom prst="rect">
            <a:avLst/>
          </a:prstGeom>
          <a:noFill/>
        </p:spPr>
        <p:txBody>
          <a:bodyPr wrap="square" lIns="109728" rIns="109728" tIns="73152" bIns="73152">
            <a:noAutofit/>
          </a:bodyPr>
          <a:lstStyle/>
          <a:p>
            <a:pPr>
              <a:defRPr sz="5000" b="1" i="0">
                <a:solidFill>
                  <a:srgbClr val="FFDA91"/>
                </a:solidFill>
                <a:latin typeface="Calibri"/>
              </a:defRPr>
            </a:pPr>
            <a:r>
              <a:t>Liturgy of the Word</a:t>
            </a:r>
          </a:p>
          <a:p>
            <a:pPr>
              <a:defRPr sz="5000" b="0" i="0">
                <a:solidFill>
                  <a:srgbClr val="BCBAC6"/>
                </a:solidFill>
                <a:latin typeface="Calibri"/>
              </a:defRPr>
            </a:pPr>
            <a:r>
              <a:t>Responsorial Psalm (—)</a:t>
            </a:r>
          </a:p>
        </p:txBody>
      </p:sp>
      <p:sp>
        <p:nvSpPr>
          <p:cNvPr id="5" name="TextBox 4"/>
          <p:cNvSpPr txBox="1"/>
          <p:nvPr/>
        </p:nvSpPr>
        <p:spPr>
          <a:xfrm>
            <a:off x="914400" y="2569464"/>
            <a:ext cx="16459200" cy="438912"/>
          </a:xfrm>
          <a:prstGeom prst="rect">
            <a:avLst/>
          </a:prstGeom>
          <a:noFill/>
        </p:spPr>
        <p:txBody>
          <a:bodyPr wrap="square" lIns="109728" rIns="109728" tIns="73152" bIns="73152">
            <a:noAutofit/>
          </a:bodyPr>
          <a:lstStyle/>
          <a:p>
            <a:pPr>
              <a:defRPr sz="5000" b="0" i="0">
                <a:solidFill>
                  <a:srgbClr val="BCBAC6"/>
                </a:solidFill>
                <a:latin typeface="Calibri"/>
              </a:defRPr>
            </a:pPr>
            <a:r>
              <a:t>—</a:t>
            </a:r>
          </a:p>
        </p:txBody>
      </p:sp>
      <p:sp>
        <p:nvSpPr>
          <p:cNvPr id="6" name="TextBox 5"/>
          <p:cNvSpPr txBox="1"/>
          <p:nvPr/>
        </p:nvSpPr>
        <p:spPr>
          <a:xfrm>
            <a:off x="914400" y="3118104"/>
            <a:ext cx="16459200" cy="6254496"/>
          </a:xfrm>
          <a:prstGeom prst="rect">
            <a:avLst/>
          </a:prstGeom>
          <a:noFill/>
        </p:spPr>
        <p:txBody>
          <a:bodyPr wrap="square" lIns="109728" rIns="109728" tIns="73152" bIns="73152">
            <a:noAutofit/>
          </a:bodyPr>
          <a:lstStyle/>
          <a:p>
            <a:pPr>
              <a:spcAft>
                <a:spcPts val="500"/>
              </a:spcAft>
              <a:defRPr sz="5000" b="0" i="0">
                <a:solidFill>
                  <a:srgbClr val="FAF8F4"/>
                </a:solidFill>
                <a:latin typeface="Calibri"/>
              </a:defRPr>
            </a:pPr>
            <a:r>
              <a:t>Full text was not loaded from bible.usccb.org. Open today’s readings for this date and paste if needed.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Word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1" i="0">
                <a:solidFill>
                  <a:srgbClr val="FAF8F4"/>
                </a:solidFill>
                <a:latin typeface="Calibri"/>
              </a:defRPr>
            </a:pPr>
            <a:r>
              <a:t>ALLELUIA! ALLELUIA! ALLELUIA! ALLELUIA!</a:t>
            </a:r>
          </a:p>
          <a:p>
            <a:pPr algn="ctr">
              <a:spcAft>
                <a:spcPts val="500"/>
              </a:spcAft>
              <a:defRPr sz="5000" b="0" i="0">
                <a:solidFill>
                  <a:srgbClr val="FAF8F4"/>
                </a:solidFill>
                <a:latin typeface="Calibri"/>
              </a:defRPr>
            </a:pPr>
            <a:r>
              <a:t>Sing the verse of the Gospel Acclamation given in the Lectionary for this Mass in full, not shortened.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0" i="0">
                <a:solidFill>
                  <a:srgbClr val="FAF8F4"/>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The Lord be with you.</a:t>
            </a:r>
          </a:p>
          <a:p>
            <a:pPr algn="ctr">
              <a:spcBef>
                <a:spcPts val="400"/>
              </a:spcBef>
              <a:spcAft>
                <a:spcPts val="500"/>
              </a:spcAft>
              <a:defRPr sz="5000" b="1" i="0">
                <a:solidFill>
                  <a:srgbClr val="FAF8F4"/>
                </a:solidFill>
                <a:latin typeface="Calibri"/>
              </a:defRPr>
            </a:pPr>
            <a:r>
              <a:t>All: And with your spirit.</a:t>
            </a:r>
          </a:p>
          <a:p>
            <a:pPr algn="ctr">
              <a:spcAft>
                <a:spcPts val="500"/>
              </a:spcAft>
              <a:defRPr sz="5000" b="0" i="0">
                <a:solidFill>
                  <a:srgbClr val="FAF8F4"/>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lgn="ctr">
              <a:spcBef>
                <a:spcPts val="400"/>
              </a:spcBef>
              <a:spcAft>
                <a:spcPts val="500"/>
              </a:spcAft>
              <a:defRPr sz="5000" b="1" i="0">
                <a:solidFill>
                  <a:srgbClr val="FAF8F4"/>
                </a:solidFill>
                <a:latin typeface="Calibri"/>
              </a:defRPr>
            </a:pPr>
            <a:r>
              <a:t>All: Glory to you, O Lord.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0" i="0">
                <a:solidFill>
                  <a:srgbClr val="FAF8F4"/>
                </a:solidFill>
                <a:latin typeface="Calibri"/>
              </a:defRPr>
            </a:pPr>
            <a:r>
              <a:t>Jn 3:16</a:t>
            </a:r>
          </a:p>
          <a:p>
            <a:pPr algn="ctr">
              <a:spcAft>
                <a:spcPts val="500"/>
              </a:spcAft>
              <a:defRPr sz="5000" b="0" i="0">
                <a:solidFill>
                  <a:srgbClr val="FAF8F4"/>
                </a:solidFill>
                <a:latin typeface="Calibri"/>
              </a:defRPr>
            </a:pPr>
          </a:p>
          <a:p>
            <a:pPr algn="ctr">
              <a:spcBef>
                <a:spcPts val="400"/>
              </a:spcBef>
              <a:spcAft>
                <a:spcPts val="500"/>
              </a:spcAft>
              <a:defRPr sz="5000" b="1" i="0">
                <a:solidFill>
                  <a:srgbClr val="FAF8F4"/>
                </a:solidFill>
                <a:latin typeface="Calibri"/>
              </a:defRPr>
            </a:pPr>
            <a:r>
              <a:t>All: “For God so loved”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Gospel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841248"/>
          </a:xfrm>
          <a:prstGeom prst="rect">
            <a:avLst/>
          </a:prstGeom>
          <a:noFill/>
        </p:spPr>
        <p:txBody>
          <a:bodyPr wrap="square" lIns="109728" rIns="109728" tIns="73152" bIns="73152">
            <a:noAutofit/>
          </a:bodyPr>
          <a:lstStyle/>
          <a:p>
            <a:pPr>
              <a:defRPr sz="5000" b="1" i="0">
                <a:solidFill>
                  <a:srgbClr val="FFDA91"/>
                </a:solidFill>
                <a:latin typeface="Calibri"/>
              </a:defRPr>
            </a:pPr>
            <a:r>
              <a:t>Gospel</a:t>
            </a:r>
          </a:p>
        </p:txBody>
      </p:sp>
      <p:sp>
        <p:nvSpPr>
          <p:cNvPr id="5" name="TextBox 4"/>
          <p:cNvSpPr txBox="1"/>
          <p:nvPr/>
        </p:nvSpPr>
        <p:spPr>
          <a:xfrm>
            <a:off x="914400" y="2386584"/>
            <a:ext cx="16459200" cy="438912"/>
          </a:xfrm>
          <a:prstGeom prst="rect">
            <a:avLst/>
          </a:prstGeom>
          <a:noFill/>
        </p:spPr>
        <p:txBody>
          <a:bodyPr wrap="square" lIns="109728" rIns="109728" tIns="73152" bIns="73152">
            <a:noAutofit/>
          </a:bodyPr>
          <a:lstStyle/>
          <a:p>
            <a:pPr>
              <a:defRPr sz="5000" b="0" i="0">
                <a:solidFill>
                  <a:srgbClr val="BCBAC6"/>
                </a:solidFill>
                <a:latin typeface="Calibri"/>
              </a:defRPr>
            </a:pPr>
            <a:r>
              <a:t>Jn 3:16</a:t>
            </a:r>
          </a:p>
        </p:txBody>
      </p:sp>
      <p:sp>
        <p:nvSpPr>
          <p:cNvPr id="6" name="TextBox 5"/>
          <p:cNvSpPr txBox="1"/>
          <p:nvPr/>
        </p:nvSpPr>
        <p:spPr>
          <a:xfrm>
            <a:off x="914400" y="2935224"/>
            <a:ext cx="16459200" cy="6437376"/>
          </a:xfrm>
          <a:prstGeom prst="rect">
            <a:avLst/>
          </a:prstGeom>
          <a:noFill/>
        </p:spPr>
        <p:txBody>
          <a:bodyPr wrap="square" lIns="109728" rIns="109728" tIns="73152" bIns="73152">
            <a:noAutofit/>
          </a:bodyPr>
          <a:lstStyle/>
          <a:p>
            <a:pPr>
              <a:spcAft>
                <a:spcPts val="500"/>
              </a:spcAft>
              <a:defRPr sz="5000" b="0" i="0">
                <a:solidFill>
                  <a:srgbClr val="FAF8F4"/>
                </a:solidFill>
                <a:latin typeface="Calibri"/>
              </a:defRPr>
            </a:pPr>
            <a:r>
              <a:t>For God so loved</a:t>
            </a:r>
          </a:p>
        </p:txBody>
      </p:sp>
      <p:sp>
        <p:nvSpPr>
          <p:cNvPr id="7" name="TextBox 6"/>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Gospel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The Gospel of the Lord.</a:t>
            </a:r>
          </a:p>
          <a:p>
            <a:pPr algn="ctr">
              <a:spcBef>
                <a:spcPts val="400"/>
              </a:spcBef>
              <a:spcAft>
                <a:spcPts val="500"/>
              </a:spcAft>
              <a:defRPr sz="5000" b="1" i="0">
                <a:solidFill>
                  <a:srgbClr val="FAF8F4"/>
                </a:solidFill>
                <a:latin typeface="Calibri"/>
              </a:defRPr>
            </a:pPr>
            <a:r>
              <a:t>All: Praise to you, Lord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0" i="0">
                <a:solidFill>
                  <a:srgbClr val="FAF8F4"/>
                </a:solidFill>
                <a:latin typeface="Calibri"/>
              </a:defRPr>
            </a:pPr>
            <a:r>
              <a:t>Time for the homily — Father will now preach.</a:t>
            </a:r>
          </a:p>
          <a:p>
            <a:pPr algn="ctr">
              <a:spcAft>
                <a:spcPts val="500"/>
              </a:spcAft>
              <a:defRPr sz="5000" b="0" i="0">
                <a:solidFill>
                  <a:srgbClr val="FAF8F4"/>
                </a:solidFill>
                <a:latin typeface="Calibri"/>
              </a:defRPr>
            </a:pPr>
            <a:r>
              <a:t>Commentator may introduce the theme.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Homily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AF8F4"/>
                </a:solidFill>
                <a:latin typeface="Calibri"/>
              </a:defRPr>
            </a:pPr>
            <a:r>
              <a:t>All: I believe in one God,</a:t>
            </a:r>
          </a:p>
          <a:p>
            <a:pPr algn="ctr">
              <a:spcAft>
                <a:spcPts val="800"/>
              </a:spcAft>
              <a:defRPr sz="5000" b="0" i="0">
                <a:solidFill>
                  <a:srgbClr val="FAF8F4"/>
                </a:solidFill>
                <a:latin typeface="Calibri"/>
              </a:defRPr>
            </a:pPr>
            <a:r>
              <a:t>the Father almighty,</a:t>
            </a:r>
          </a:p>
          <a:p>
            <a:pPr algn="ctr">
              <a:spcAft>
                <a:spcPts val="800"/>
              </a:spcAft>
              <a:defRPr sz="5000" b="0" i="0">
                <a:solidFill>
                  <a:srgbClr val="FAF8F4"/>
                </a:solidFill>
                <a:latin typeface="Calibri"/>
              </a:defRPr>
            </a:pPr>
            <a:r>
              <a:t>maker of heaven and earth,</a:t>
            </a:r>
          </a:p>
          <a:p>
            <a:pPr algn="ctr">
              <a:spcAft>
                <a:spcPts val="800"/>
              </a:spcAft>
              <a:defRPr sz="5000" b="0" i="0">
                <a:solidFill>
                  <a:srgbClr val="FAF8F4"/>
                </a:solidFill>
                <a:latin typeface="Calibri"/>
              </a:defRPr>
            </a:pPr>
            <a:r>
              <a:t>of all things visible and invisible.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(1/10)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I believe in one Lord Jesus Christ,</a:t>
            </a:r>
          </a:p>
          <a:p>
            <a:pPr algn="ctr">
              <a:spcAft>
                <a:spcPts val="800"/>
              </a:spcAft>
              <a:defRPr sz="5000" b="0" i="0">
                <a:solidFill>
                  <a:srgbClr val="FAF8F4"/>
                </a:solidFill>
                <a:latin typeface="Calibri"/>
              </a:defRPr>
            </a:pPr>
            <a:r>
              <a:t>the Only Begotten Son of God,</a:t>
            </a:r>
          </a:p>
          <a:p>
            <a:pPr algn="ctr">
              <a:spcAft>
                <a:spcPts val="800"/>
              </a:spcAft>
              <a:defRPr sz="5000" b="0" i="0">
                <a:solidFill>
                  <a:srgbClr val="FAF8F4"/>
                </a:solidFill>
                <a:latin typeface="Calibri"/>
              </a:defRPr>
            </a:pPr>
            <a:r>
              <a:t>born of the Father before all ages.</a:t>
            </a:r>
          </a:p>
          <a:p>
            <a:pPr algn="ctr">
              <a:spcAft>
                <a:spcPts val="800"/>
              </a:spcAft>
              <a:defRPr sz="5000" b="0" i="0">
                <a:solidFill>
                  <a:srgbClr val="FAF8F4"/>
                </a:solidFill>
                <a:latin typeface="Calibri"/>
              </a:defRPr>
            </a:pPr>
            <a:r>
              <a:t>God from God, Light from Light,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(2/10)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true God from true God,</a:t>
            </a:r>
          </a:p>
          <a:p>
            <a:pPr algn="ctr">
              <a:spcAft>
                <a:spcPts val="800"/>
              </a:spcAft>
              <a:defRPr sz="5000" b="0" i="0">
                <a:solidFill>
                  <a:srgbClr val="FAF8F4"/>
                </a:solidFill>
                <a:latin typeface="Calibri"/>
              </a:defRPr>
            </a:pPr>
            <a:r>
              <a:t>begotten, not made, consubstantial with the Father;</a:t>
            </a:r>
          </a:p>
          <a:p>
            <a:pPr algn="ctr">
              <a:spcAft>
                <a:spcPts val="800"/>
              </a:spcAft>
              <a:defRPr sz="5000" b="0" i="0">
                <a:solidFill>
                  <a:srgbClr val="FAF8F4"/>
                </a:solidFill>
                <a:latin typeface="Calibri"/>
              </a:defRPr>
            </a:pPr>
            <a:r>
              <a:t>through him all things were made.</a:t>
            </a:r>
          </a:p>
          <a:p>
            <a:pPr algn="ctr">
              <a:spcAft>
                <a:spcPts val="800"/>
              </a:spcAft>
              <a:defRPr sz="5000" b="0" i="0">
                <a:solidFill>
                  <a:srgbClr val="FAF8F4"/>
                </a:solidFill>
                <a:latin typeface="Calibri"/>
              </a:defRPr>
            </a:pPr>
            <a:r>
              <a:t>For us men and for our salvation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(3/10)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he came down from heaven,</a:t>
            </a:r>
          </a:p>
          <a:p>
            <a:pPr algn="ctr">
              <a:spcAft>
                <a:spcPts val="800"/>
              </a:spcAft>
              <a:defRPr sz="5000" b="0" i="0">
                <a:solidFill>
                  <a:srgbClr val="FAF8F4"/>
                </a:solidFill>
                <a:latin typeface="Calibri"/>
              </a:defRPr>
            </a:pPr>
            <a:r>
              <a:t>and by the Holy Spirit was incarnate of the Virgin Mary,</a:t>
            </a:r>
          </a:p>
          <a:p>
            <a:pPr algn="ctr">
              <a:spcAft>
                <a:spcPts val="800"/>
              </a:spcAft>
              <a:defRPr sz="5000" b="0" i="0">
                <a:solidFill>
                  <a:srgbClr val="FAF8F4"/>
                </a:solidFill>
                <a:latin typeface="Calibri"/>
              </a:defRPr>
            </a:pPr>
            <a:r>
              <a:t>and became man.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(4/10)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For our sake he was crucified under Pontius Pilate,</a:t>
            </a:r>
          </a:p>
          <a:p>
            <a:pPr algn="ctr">
              <a:spcAft>
                <a:spcPts val="800"/>
              </a:spcAft>
              <a:defRPr sz="5000" b="0" i="0">
                <a:solidFill>
                  <a:srgbClr val="FAF8F4"/>
                </a:solidFill>
                <a:latin typeface="Calibri"/>
              </a:defRPr>
            </a:pPr>
            <a:r>
              <a:t>he suffered death and was buried,</a:t>
            </a:r>
          </a:p>
          <a:p>
            <a:pPr algn="ctr">
              <a:spcAft>
                <a:spcPts val="800"/>
              </a:spcAft>
              <a:defRPr sz="5000" b="0" i="0">
                <a:solidFill>
                  <a:srgbClr val="FAF8F4"/>
                </a:solidFill>
                <a:latin typeface="Calibri"/>
              </a:defRPr>
            </a:pPr>
            <a:r>
              <a:t>and rose again on the third day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(5/10)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in accordance with the Scriptures.</a:t>
            </a:r>
          </a:p>
          <a:p>
            <a:pPr algn="ctr">
              <a:spcAft>
                <a:spcPts val="800"/>
              </a:spcAft>
              <a:defRPr sz="5000" b="0" i="0">
                <a:solidFill>
                  <a:srgbClr val="FAF8F4"/>
                </a:solidFill>
                <a:latin typeface="Calibri"/>
              </a:defRPr>
            </a:pPr>
            <a:r>
              <a:t>He ascended into heaven</a:t>
            </a:r>
          </a:p>
          <a:p>
            <a:pPr algn="ctr">
              <a:spcAft>
                <a:spcPts val="800"/>
              </a:spcAft>
              <a:defRPr sz="5000" b="0" i="0">
                <a:solidFill>
                  <a:srgbClr val="FAF8F4"/>
                </a:solidFill>
                <a:latin typeface="Calibri"/>
              </a:defRPr>
            </a:pPr>
            <a:r>
              <a:t>and is seated at the right hand of the Father.</a:t>
            </a:r>
          </a:p>
          <a:p>
            <a:pPr algn="ctr">
              <a:spcAft>
                <a:spcPts val="800"/>
              </a:spcAft>
              <a:defRPr sz="5000" b="0" i="0">
                <a:solidFill>
                  <a:srgbClr val="FAF8F4"/>
                </a:solidFill>
                <a:latin typeface="Calibri"/>
              </a:defRPr>
            </a:pPr>
            <a:r>
              <a:t>He will come again in glory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(6/10)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to judge the living and the dead</a:t>
            </a:r>
          </a:p>
          <a:p>
            <a:pPr algn="ctr">
              <a:spcAft>
                <a:spcPts val="800"/>
              </a:spcAft>
              <a:defRPr sz="5000" b="0" i="0">
                <a:solidFill>
                  <a:srgbClr val="FAF8F4"/>
                </a:solidFill>
                <a:latin typeface="Calibri"/>
              </a:defRPr>
            </a:pPr>
            <a:r>
              <a:t>and his kingdom will have no end.</a:t>
            </a:r>
          </a:p>
          <a:p>
            <a:pPr algn="ctr">
              <a:spcAft>
                <a:spcPts val="800"/>
              </a:spcAft>
              <a:defRPr sz="5000" b="0" i="0">
                <a:solidFill>
                  <a:srgbClr val="FAF8F4"/>
                </a:solidFill>
                <a:latin typeface="Calibri"/>
              </a:defRPr>
            </a:pPr>
            <a:r>
              <a:t>I believe in the Holy Spirit, the Lord, the giver of life,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(7/10)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who proceeds from the Father and the Son,</a:t>
            </a:r>
          </a:p>
          <a:p>
            <a:pPr algn="ctr">
              <a:spcAft>
                <a:spcPts val="800"/>
              </a:spcAft>
              <a:defRPr sz="5000" b="0" i="0">
                <a:solidFill>
                  <a:srgbClr val="FAF8F4"/>
                </a:solidFill>
                <a:latin typeface="Calibri"/>
              </a:defRPr>
            </a:pPr>
            <a:r>
              <a:t>who with the Father and the Son is adored and glorified,</a:t>
            </a:r>
          </a:p>
          <a:p>
            <a:pPr algn="ctr">
              <a:spcAft>
                <a:spcPts val="800"/>
              </a:spcAft>
              <a:defRPr sz="5000" b="0" i="0">
                <a:solidFill>
                  <a:srgbClr val="FAF8F4"/>
                </a:solidFill>
                <a:latin typeface="Calibri"/>
              </a:defRPr>
            </a:pPr>
            <a:r>
              <a:t>who has spoken through the prophets.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(8/10)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I believe in one, holy, catholic and apostolic Church.</a:t>
            </a:r>
          </a:p>
          <a:p>
            <a:pPr algn="ctr">
              <a:spcAft>
                <a:spcPts val="800"/>
              </a:spcAft>
              <a:defRPr sz="5000" b="0" i="0">
                <a:solidFill>
                  <a:srgbClr val="FAF8F4"/>
                </a:solidFill>
                <a:latin typeface="Calibri"/>
              </a:defRPr>
            </a:pPr>
            <a:r>
              <a:t>I confess one Baptism for the forgiveness of sins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(9/10)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and I look forward to the resurrection of the dead</a:t>
            </a:r>
          </a:p>
          <a:p>
            <a:pPr algn="ctr">
              <a:spcAft>
                <a:spcPts val="800"/>
              </a:spcAft>
              <a:defRPr sz="5000" b="0" i="0">
                <a:solidFill>
                  <a:srgbClr val="FAF8F4"/>
                </a:solidFill>
                <a:latin typeface="Calibri"/>
              </a:defRPr>
            </a:pPr>
            <a:r>
              <a:t>and the life of the world to come.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Nicene Creed (10/10)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0" i="0">
                <a:solidFill>
                  <a:srgbClr val="FAF8F4"/>
                </a:solidFill>
                <a:latin typeface="Calibri"/>
              </a:defRPr>
            </a:pPr>
            <a:r>
              <a:t>The Universal Prayer is led so that each petition is spoken in full and each response by the people is sung or said in full (for example, “Lord, hear our prayer”), never abbreviated.</a:t>
            </a:r>
          </a:p>
          <a:p>
            <a:pPr algn="ctr">
              <a:spcBef>
                <a:spcPts val="400"/>
              </a:spcBef>
              <a:spcAft>
                <a:spcPts val="500"/>
              </a:spcAft>
              <a:defRPr sz="5000" b="1" i="0">
                <a:solidFill>
                  <a:srgbClr val="FFDA91"/>
                </a:solidFill>
                <a:latin typeface="Calibri"/>
              </a:defRPr>
            </a:pPr>
            <a:r>
              <a:t>Priest: For the holy Church of God throughout the world, that the Lord may guard her and grant her peace and unity according to his will: let us pray to the Lord.</a:t>
            </a:r>
          </a:p>
          <a:p>
            <a:pPr algn="ctr">
              <a:spcBef>
                <a:spcPts val="400"/>
              </a:spcBef>
              <a:spcAft>
                <a:spcPts val="500"/>
              </a:spcAft>
              <a:defRPr sz="5000" b="1" i="0">
                <a:solidFill>
                  <a:srgbClr val="FAF8F4"/>
                </a:solidFill>
                <a:latin typeface="Calibri"/>
              </a:defRPr>
            </a:pPr>
            <a:r>
              <a:t>All: Lord, hear our prayer.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Prayer of the Faithful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The Priest concludes the Prayer of the Faithful with a prayer in full, for example:</a:t>
            </a:r>
          </a:p>
          <a:p>
            <a:pPr algn="ctr">
              <a:spcBef>
                <a:spcPts val="400"/>
              </a:spcBef>
              <a:spcAft>
                <a:spcPts val="500"/>
              </a:spcAft>
              <a:defRPr sz="5000" b="1" i="0">
                <a:solidFill>
                  <a:srgbClr val="FFDA91"/>
                </a:solidFill>
                <a:latin typeface="Calibri"/>
              </a:defRPr>
            </a:pPr>
            <a:r>
              <a:t>Priest: Heavenly Father, hear the prayers of the Church, which we make through Christ our Lord.</a:t>
            </a:r>
          </a:p>
          <a:p>
            <a:pPr algn="ctr">
              <a:spcBef>
                <a:spcPts val="400"/>
              </a:spcBef>
              <a:spcAft>
                <a:spcPts val="500"/>
              </a:spcAft>
              <a:defRPr sz="5000" b="1" i="0">
                <a:solidFill>
                  <a:srgbClr val="FAF8F4"/>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Prayer of the Faithful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0" i="0">
                <a:solidFill>
                  <a:srgbClr val="FAF8F4"/>
                </a:solidFill>
                <a:latin typeface="Calibri"/>
              </a:defRPr>
            </a:pPr>
            <a:r>
              <a:t>No Offertory hymn lyrics were selected. Choose one Offertory song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Offertory</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5000" b="1" i="0">
                <a:solidFill>
                  <a:srgbClr val="FFDA91"/>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Pray, brethren, that my sacrifice and yours may be acceptable to God, the almighty Father.</a:t>
            </a:r>
          </a:p>
          <a:p>
            <a:pPr algn="ctr">
              <a:spcBef>
                <a:spcPts val="400"/>
              </a:spcBef>
              <a:spcAft>
                <a:spcPts val="500"/>
              </a:spcAft>
              <a:defRPr sz="5000" b="1" i="0">
                <a:solidFill>
                  <a:srgbClr val="FAF8F4"/>
                </a:solidFill>
                <a:latin typeface="Calibri"/>
              </a:defRPr>
            </a:pPr>
            <a: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5000" b="1" i="0">
                <a:solidFill>
                  <a:srgbClr val="FFDA91"/>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The Lord be with you.</a:t>
            </a:r>
          </a:p>
          <a:p>
            <a:pPr algn="ctr">
              <a:spcBef>
                <a:spcPts val="400"/>
              </a:spcBef>
              <a:spcAft>
                <a:spcPts val="500"/>
              </a:spcAft>
              <a:defRPr sz="5000" b="1" i="0">
                <a:solidFill>
                  <a:srgbClr val="FAF8F4"/>
                </a:solidFill>
                <a:latin typeface="Calibri"/>
              </a:defRPr>
            </a:pPr>
            <a:r>
              <a:t>All: And with your spirit.</a:t>
            </a:r>
          </a:p>
          <a:p>
            <a:pPr algn="ctr">
              <a:spcBef>
                <a:spcPts val="400"/>
              </a:spcBef>
              <a:spcAft>
                <a:spcPts val="500"/>
              </a:spcAft>
              <a:defRPr sz="5000" b="1" i="0">
                <a:solidFill>
                  <a:srgbClr val="FFDA91"/>
                </a:solidFill>
                <a:latin typeface="Calibri"/>
              </a:defRPr>
            </a:pPr>
            <a:r>
              <a:t>Priest: Lift up your hearts.</a:t>
            </a:r>
          </a:p>
          <a:p>
            <a:pPr algn="ctr">
              <a:spcBef>
                <a:spcPts val="400"/>
              </a:spcBef>
              <a:spcAft>
                <a:spcPts val="500"/>
              </a:spcAft>
              <a:defRPr sz="5000" b="1" i="0">
                <a:solidFill>
                  <a:srgbClr val="FAF8F4"/>
                </a:solidFill>
                <a:latin typeface="Calibri"/>
              </a:defRPr>
            </a:pPr>
            <a:r>
              <a:t>All: We lift them up to the Lord.</a:t>
            </a:r>
          </a:p>
          <a:p>
            <a:pPr algn="ctr">
              <a:spcBef>
                <a:spcPts val="400"/>
              </a:spcBef>
              <a:spcAft>
                <a:spcPts val="500"/>
              </a:spcAft>
              <a:defRPr sz="5000" b="1" i="0">
                <a:solidFill>
                  <a:srgbClr val="FFDA91"/>
                </a:solidFill>
                <a:latin typeface="Calibri"/>
              </a:defRPr>
            </a:pPr>
            <a:r>
              <a:t>Priest: Let us give thanks to the Lord our God.</a:t>
            </a:r>
          </a:p>
          <a:p>
            <a:pPr algn="ctr">
              <a:spcBef>
                <a:spcPts val="400"/>
              </a:spcBef>
              <a:spcAft>
                <a:spcPts val="500"/>
              </a:spcAft>
              <a:defRPr sz="5000" b="1" i="0">
                <a:solidFill>
                  <a:srgbClr val="FAF8F4"/>
                </a:solidFill>
                <a:latin typeface="Calibri"/>
              </a:defRPr>
            </a:pPr>
            <a:r>
              <a:t>All: It is right and just.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0" i="0">
                <a:solidFill>
                  <a:srgbClr val="FAF8F4"/>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AF8F4"/>
                </a:solidFill>
                <a:latin typeface="Calibri"/>
              </a:defRPr>
            </a:pPr>
            <a:r>
              <a:t>Holy, Holy, Holy Lord God of hosts.</a:t>
            </a:r>
          </a:p>
          <a:p>
            <a:pPr algn="ctr">
              <a:spcAft>
                <a:spcPts val="800"/>
              </a:spcAft>
              <a:defRPr sz="5000" b="0" i="0">
                <a:solidFill>
                  <a:srgbClr val="FAF8F4"/>
                </a:solidFill>
                <a:latin typeface="Calibri"/>
              </a:defRPr>
            </a:pPr>
            <a:r>
              <a:t>Heaven and earth are full of your glory.</a:t>
            </a:r>
          </a:p>
          <a:p>
            <a:pPr algn="ctr">
              <a:spcAft>
                <a:spcPts val="800"/>
              </a:spcAft>
              <a:defRPr sz="5000" b="0" i="0">
                <a:solidFill>
                  <a:srgbClr val="FAF8F4"/>
                </a:solidFill>
                <a:latin typeface="Calibri"/>
              </a:defRPr>
            </a:pPr>
            <a:r>
              <a:t>Hosanna in the highest.</a:t>
            </a:r>
          </a:p>
          <a:p>
            <a:pPr algn="ctr">
              <a:spcAft>
                <a:spcPts val="800"/>
              </a:spcAft>
              <a:defRPr sz="5000" b="0" i="0">
                <a:solidFill>
                  <a:srgbClr val="FAF8F4"/>
                </a:solidFill>
                <a:latin typeface="Calibri"/>
              </a:defRPr>
            </a:pPr>
            <a:r>
              <a:t>Blessed is he who comes in the name of the Lord.</a:t>
            </a:r>
          </a:p>
          <a:p>
            <a:pPr algn="ctr">
              <a:spcAft>
                <a:spcPts val="800"/>
              </a:spcAft>
              <a:defRPr sz="5000" b="0" i="0">
                <a:solidFill>
                  <a:srgbClr val="FAF8F4"/>
                </a:solidFill>
                <a:latin typeface="Calibri"/>
              </a:defRPr>
            </a:pPr>
            <a:r>
              <a:t>Hosanna in the highest.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Sanctus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5000" b="1" i="0">
                <a:solidFill>
                  <a:srgbClr val="FFDA91"/>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AF8F4"/>
                </a:solidFill>
                <a:latin typeface="Calibri"/>
              </a:defRPr>
            </a:pPr>
            <a:r>
              <a:t>All: We proclaim your Death, O Lord,</a:t>
            </a:r>
          </a:p>
          <a:p>
            <a:pPr algn="ctr">
              <a:spcAft>
                <a:spcPts val="500"/>
              </a:spcAft>
              <a:defRPr sz="5000" b="0" i="0">
                <a:solidFill>
                  <a:srgbClr val="FAF8F4"/>
                </a:solidFill>
                <a:latin typeface="Calibri"/>
              </a:defRPr>
            </a:pPr>
            <a:r>
              <a:t>and profess your Resurrection</a:t>
            </a:r>
          </a:p>
          <a:p>
            <a:pPr algn="ctr">
              <a:spcAft>
                <a:spcPts val="500"/>
              </a:spcAft>
              <a:defRPr sz="5000" b="0" i="0">
                <a:solidFill>
                  <a:srgbClr val="FAF8F4"/>
                </a:solidFill>
                <a:latin typeface="Calibri"/>
              </a:defRPr>
            </a:pPr>
            <a:r>
              <a:t>until you come again.</a:t>
            </a:r>
          </a:p>
          <a:p>
            <a:pPr algn="ctr">
              <a:spcAft>
                <a:spcPts val="500"/>
              </a:spcAft>
              <a:defRPr sz="5000" b="0" i="0">
                <a:solidFill>
                  <a:srgbClr val="FAF8F4"/>
                </a:solidFill>
                <a:latin typeface="Calibri"/>
              </a:defRPr>
            </a:pPr>
            <a:r>
              <a:t>(Alternate forms may be used as approved by the Conference of Bishops.)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The Eucharistic Prayer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719072"/>
            <a:ext cx="16459200" cy="4114800"/>
          </a:xfrm>
          <a:prstGeom prst="rect">
            <a:avLst/>
          </a:prstGeom>
          <a:noFill/>
        </p:spPr>
        <p:txBody>
          <a:bodyPr wrap="square" lIns="109728" rIns="109728" tIns="73152" bIns="73152">
            <a:noAutofit/>
          </a:bodyPr>
          <a:lstStyle/>
          <a:p>
            <a:pPr algn="ctr">
              <a:defRPr sz="5000" b="1" i="0">
                <a:solidFill>
                  <a:srgbClr val="FFDA91"/>
                </a:solidFill>
                <a:latin typeface="Calibri"/>
              </a:defRPr>
            </a:pPr>
            <a:r>
              <a:t>LITURGY OF</a:t>
            </a:r>
            <a:br/>
            <a:r>
              <a:t>THE EUCHARIST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Liturgy of the Eucharist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AF8F4"/>
                </a:solidFill>
                <a:latin typeface="Calibri"/>
              </a:defRPr>
            </a:pPr>
            <a:r>
              <a:t>All: Amen.</a:t>
            </a:r>
          </a:p>
          <a:p>
            <a:pPr algn="ctr">
              <a:spcAft>
                <a:spcPts val="500"/>
              </a:spcAft>
              <a:defRPr sz="5000" b="0" i="0">
                <a:solidFill>
                  <a:srgbClr val="FAF8F4"/>
                </a:solidFill>
                <a:latin typeface="Calibri"/>
              </a:defRPr>
            </a:pPr>
            <a:r>
              <a:t>The people respond “Amen” once to the doxology at the end of the Eucharistic Prayer, unless local solemn custom repeats it.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Great Amen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AF8F4"/>
                </a:solidFill>
                <a:latin typeface="Calibri"/>
              </a:defRPr>
            </a:pPr>
            <a:r>
              <a:t>Our Father, who art in heaven,</a:t>
            </a:r>
          </a:p>
          <a:p>
            <a:pPr algn="ctr">
              <a:spcAft>
                <a:spcPts val="800"/>
              </a:spcAft>
              <a:defRPr sz="5000" b="0" i="0">
                <a:solidFill>
                  <a:srgbClr val="FAF8F4"/>
                </a:solidFill>
                <a:latin typeface="Calibri"/>
              </a:defRPr>
            </a:pPr>
            <a:r>
              <a:t>hallowed be thy name;</a:t>
            </a:r>
          </a:p>
          <a:p>
            <a:pPr algn="ctr">
              <a:spcAft>
                <a:spcPts val="800"/>
              </a:spcAft>
              <a:defRPr sz="5000" b="0" i="0">
                <a:solidFill>
                  <a:srgbClr val="FAF8F4"/>
                </a:solidFill>
                <a:latin typeface="Calibri"/>
              </a:defRPr>
            </a:pPr>
            <a:r>
              <a:t>thy kingdom come,</a:t>
            </a:r>
          </a:p>
          <a:p>
            <a:pPr algn="ctr">
              <a:spcAft>
                <a:spcPts val="800"/>
              </a:spcAft>
              <a:defRPr sz="5000" b="0" i="0">
                <a:solidFill>
                  <a:srgbClr val="FAF8F4"/>
                </a:solidFill>
                <a:latin typeface="Calibri"/>
              </a:defRPr>
            </a:pPr>
            <a:r>
              <a:t>thy will be done,</a:t>
            </a:r>
          </a:p>
          <a:p>
            <a:pPr algn="ctr">
              <a:spcAft>
                <a:spcPts val="800"/>
              </a:spcAft>
              <a:defRPr sz="5000" b="0" i="0">
                <a:solidFill>
                  <a:srgbClr val="FAF8F4"/>
                </a:solidFill>
                <a:latin typeface="Calibri"/>
              </a:defRPr>
            </a:pPr>
            <a:r>
              <a:t>on earth as it is in heaven.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Our Father (1/5)</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Give us this day our daily bread;</a:t>
            </a:r>
          </a:p>
          <a:p>
            <a:pPr algn="ctr">
              <a:spcAft>
                <a:spcPts val="800"/>
              </a:spcAft>
              <a:defRPr sz="5000" b="0" i="0">
                <a:solidFill>
                  <a:srgbClr val="FAF8F4"/>
                </a:solidFill>
                <a:latin typeface="Calibri"/>
              </a:defRPr>
            </a:pPr>
            <a:r>
              <a:t>and forgive us our trespasses,</a:t>
            </a:r>
          </a:p>
          <a:p>
            <a:pPr algn="ctr">
              <a:spcAft>
                <a:spcPts val="800"/>
              </a:spcAft>
              <a:defRPr sz="5000" b="0" i="0">
                <a:solidFill>
                  <a:srgbClr val="FAF8F4"/>
                </a:solidFill>
                <a:latin typeface="Calibri"/>
              </a:defRPr>
            </a:pPr>
            <a:r>
              <a:t>as we forgive those who trespass against us;</a:t>
            </a:r>
          </a:p>
          <a:p>
            <a:pPr algn="ctr">
              <a:spcAft>
                <a:spcPts val="800"/>
              </a:spcAft>
              <a:defRPr sz="5000" b="0" i="0">
                <a:solidFill>
                  <a:srgbClr val="FAF8F4"/>
                </a:solidFill>
                <a:latin typeface="Calibri"/>
              </a:defRPr>
            </a:pPr>
            <a:r>
              <a:t>and lead us not into temptation,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Our Father (2/5)</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but deliver us from evil.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Our Father (3/5)</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FDA91"/>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Our Father (4/5)</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AF8F4"/>
                </a:solidFill>
                <a:latin typeface="Calibri"/>
              </a:defRPr>
            </a:pPr>
            <a:r>
              <a:t>For the kingdom, the power, and the glory are yours now and for ever.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Our Father (5/5)</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Deliver us, Lord, we pray, from every evil, graciously grant peace in our days, that, by the help of your mercy, we may be always free from sin and safe from all distress, as we await the blessed hope and the coming of our Savior, Jesus Christ.</a:t>
            </a:r>
          </a:p>
          <a:p>
            <a:pPr algn="ctr">
              <a:spcBef>
                <a:spcPts val="400"/>
              </a:spcBef>
              <a:spcAft>
                <a:spcPts val="500"/>
              </a:spcAft>
              <a:defRPr sz="5000" b="1" i="0">
                <a:solidFill>
                  <a:srgbClr val="FAF8F4"/>
                </a:solidFill>
                <a:latin typeface="Calibri"/>
              </a:defRPr>
            </a:pPr>
            <a:r>
              <a:t>All: For the kingdom, the power, and the glory are yours, now and for ever.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The peace of the Lord be with you always.</a:t>
            </a:r>
          </a:p>
          <a:p>
            <a:pPr algn="ctr">
              <a:spcBef>
                <a:spcPts val="400"/>
              </a:spcBef>
              <a:spcAft>
                <a:spcPts val="500"/>
              </a:spcAft>
              <a:defRPr sz="5000" b="1" i="0">
                <a:solidFill>
                  <a:srgbClr val="FAF8F4"/>
                </a:solidFill>
                <a:latin typeface="Calibri"/>
              </a:defRPr>
            </a:pPr>
            <a:r>
              <a:t>All: And with your spirit.</a:t>
            </a:r>
          </a:p>
          <a:p>
            <a:pPr algn="ctr">
              <a:spcAft>
                <a:spcPts val="500"/>
              </a:spcAft>
              <a:defRPr sz="5000" b="0" i="0">
                <a:solidFill>
                  <a:srgbClr val="FAF8F4"/>
                </a:solidFill>
                <a:latin typeface="Calibri"/>
              </a:defRPr>
            </a:pPr>
            <a:r>
              <a:t>Let us offer each other the sign of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Sign of Peace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Bef>
                <a:spcPts val="400"/>
              </a:spcBef>
              <a:spcAft>
                <a:spcPts val="800"/>
              </a:spcAft>
              <a:defRPr sz="5000" b="1" i="0">
                <a:solidFill>
                  <a:srgbClr val="FAF8F4"/>
                </a:solidFill>
                <a:latin typeface="Calibri"/>
              </a:defRPr>
            </a:pPr>
            <a:r>
              <a:t>Lamb of God,</a:t>
            </a:r>
          </a:p>
          <a:p>
            <a:pPr algn="ctr">
              <a:spcAft>
                <a:spcPts val="800"/>
              </a:spcAft>
              <a:defRPr sz="5000" b="0" i="0">
                <a:solidFill>
                  <a:srgbClr val="FAF8F4"/>
                </a:solidFill>
                <a:latin typeface="Calibri"/>
              </a:defRPr>
            </a:pPr>
            <a:r>
              <a:t>you take away the sins of the world,</a:t>
            </a:r>
          </a:p>
          <a:p>
            <a:pPr algn="ctr">
              <a:spcAft>
                <a:spcPts val="800"/>
              </a:spcAft>
              <a:defRPr sz="5000" b="0" i="0">
                <a:solidFill>
                  <a:srgbClr val="FAF8F4"/>
                </a:solidFill>
                <a:latin typeface="Calibri"/>
              </a:defRPr>
            </a:pPr>
            <a:r>
              <a:t>have mercy on us.</a:t>
            </a:r>
          </a:p>
          <a:p>
            <a:pPr algn="ctr">
              <a:spcAft>
                <a:spcPts val="800"/>
              </a:spcAft>
              <a:defRPr sz="5000" b="0" i="0">
                <a:solidFill>
                  <a:srgbClr val="FAF8F4"/>
                </a:solidFill>
                <a:latin typeface="Calibri"/>
              </a:defRPr>
            </a:pPr>
            <a:r>
              <a:t>Lamb of God,</a:t>
            </a:r>
          </a:p>
          <a:p>
            <a:pPr algn="ctr">
              <a:spcAft>
                <a:spcPts val="800"/>
              </a:spcAft>
              <a:defRPr sz="5000" b="0" i="0">
                <a:solidFill>
                  <a:srgbClr val="FAF8F4"/>
                </a:solidFill>
                <a:latin typeface="Calibri"/>
              </a:defRPr>
            </a:pPr>
            <a:r>
              <a:t>you take away the sins of the world,</a:t>
            </a:r>
          </a:p>
          <a:p>
            <a:pPr algn="ctr">
              <a:spcAft>
                <a:spcPts val="800"/>
              </a:spcAft>
              <a:defRPr sz="5000" b="0" i="0">
                <a:solidFill>
                  <a:srgbClr val="FAF8F4"/>
                </a:solidFill>
                <a:latin typeface="Calibri"/>
              </a:defRPr>
            </a:pPr>
            <a:r>
              <a:t>have mercy on us.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Lamb of God (1/2)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chor="ctr">
            <a:noAutofit/>
          </a:bodyPr>
          <a:lstStyle/>
          <a:p>
            <a:pPr algn="ctr">
              <a:spcAft>
                <a:spcPts val="800"/>
              </a:spcAft>
              <a:defRPr sz="5000" b="0" i="0">
                <a:solidFill>
                  <a:srgbClr val="FAF8F4"/>
                </a:solidFill>
                <a:latin typeface="Calibri"/>
              </a:defRPr>
            </a:pPr>
            <a:r>
              <a:t>Lamb of God,</a:t>
            </a:r>
          </a:p>
          <a:p>
            <a:pPr algn="ctr">
              <a:spcAft>
                <a:spcPts val="800"/>
              </a:spcAft>
              <a:defRPr sz="5000" b="0" i="0">
                <a:solidFill>
                  <a:srgbClr val="FAF8F4"/>
                </a:solidFill>
                <a:latin typeface="Calibri"/>
              </a:defRPr>
            </a:pPr>
            <a:r>
              <a:t>you take away the sins of the world,</a:t>
            </a:r>
          </a:p>
          <a:p>
            <a:pPr algn="ctr">
              <a:spcAft>
                <a:spcPts val="800"/>
              </a:spcAft>
              <a:defRPr sz="5000" b="0" i="0">
                <a:solidFill>
                  <a:srgbClr val="FAF8F4"/>
                </a:solidFill>
                <a:latin typeface="Calibri"/>
              </a:defRPr>
            </a:pPr>
            <a:r>
              <a:t>grant us peace.</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Lamb of God (2/2)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Behold the Lamb of God, behold him who takes away the sins of the world. Blessed are those called to the supper of the Lamb.</a:t>
            </a:r>
          </a:p>
          <a:p>
            <a:pPr algn="ctr">
              <a:spcBef>
                <a:spcPts val="400"/>
              </a:spcBef>
              <a:spcAft>
                <a:spcPts val="500"/>
              </a:spcAft>
              <a:defRPr sz="5000" b="1" i="0">
                <a:solidFill>
                  <a:srgbClr val="FAF8F4"/>
                </a:solidFill>
                <a:latin typeface="Calibri"/>
              </a:defRPr>
            </a:pPr>
            <a:r>
              <a:t>All: Lord, I am not worthy that you should enter under my roof, but only say the word and my soul shall be healed.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0" i="0">
                <a:solidFill>
                  <a:srgbClr val="FAF8F4"/>
                </a:solidFill>
                <a:latin typeface="Calibri"/>
              </a:defRPr>
            </a:pPr>
            <a:r>
              <a:t>No Communion hymn lyrics were selected. Choose up to two Communion songs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Communion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Let us pray.</a:t>
            </a:r>
          </a:p>
          <a:p>
            <a:pPr algn="ctr">
              <a:spcAft>
                <a:spcPts val="500"/>
              </a:spcAft>
              <a:defRPr sz="5000" b="0" i="0">
                <a:solidFill>
                  <a:srgbClr val="FAF8F4"/>
                </a:solidFill>
                <a:latin typeface="Calibri"/>
              </a:defRPr>
            </a:pPr>
            <a:r>
              <a:t>The Priest says the Post- Communion Prayer for the day in full from the Roman Missal. The people respond at the end.</a:t>
            </a:r>
          </a:p>
          <a:p>
            <a:pPr algn="ctr">
              <a:spcBef>
                <a:spcPts val="400"/>
              </a:spcBef>
              <a:spcAft>
                <a:spcPts val="500"/>
              </a:spcAft>
              <a:defRPr sz="5000" b="1" i="0">
                <a:solidFill>
                  <a:srgbClr val="FAF8F4"/>
                </a:solidFill>
                <a:latin typeface="Calibri"/>
              </a:defRPr>
            </a:pPr>
            <a:r>
              <a:t>All: Amen.</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The Communion Rite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1" i="0">
                <a:solidFill>
                  <a:srgbClr val="FAF8F4"/>
                </a:solidFill>
                <a:latin typeface="Calibri"/>
              </a:defRPr>
            </a:pPr>
            <a:r>
              <a:t>MASS COLLECTION</a:t>
            </a:r>
          </a:p>
          <a:p>
            <a:pPr algn="ctr">
              <a:spcAft>
                <a:spcPts val="500"/>
              </a:spcAft>
              <a:defRPr sz="5000" b="0" i="0">
                <a:solidFill>
                  <a:srgbClr val="FAF8F4"/>
                </a:solidFill>
                <a:latin typeface="Calibri"/>
              </a:defRPr>
            </a:pPr>
            <a:r>
              <a:t>Thank you for your generosity.</a:t>
            </a:r>
          </a:p>
          <a:p>
            <a:pPr algn="ctr">
              <a:spcAft>
                <a:spcPts val="500"/>
              </a:spcAft>
              <a:defRPr sz="5000" b="0" i="0">
                <a:solidFill>
                  <a:srgbClr val="FAF8F4"/>
                </a:solidFill>
                <a:latin typeface="Calibri"/>
              </a:defRPr>
            </a:pPr>
            <a:r>
              <a:t>(Enter collection amount and date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Collection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1" i="0">
                <a:solidFill>
                  <a:srgbClr val="FAF8F4"/>
                </a:solidFill>
                <a:latin typeface="Calibri"/>
              </a:defRPr>
            </a:pPr>
            <a:r>
              <a:t>FOOD SPONSORS</a:t>
            </a:r>
          </a:p>
          <a:p>
            <a:pPr algn="ctr">
              <a:spcAft>
                <a:spcPts val="500"/>
              </a:spcAft>
              <a:defRPr sz="5000" b="0" i="0">
                <a:solidFill>
                  <a:srgbClr val="FAF8F4"/>
                </a:solidFill>
                <a:latin typeface="Calibri"/>
              </a:defRPr>
            </a:pPr>
            <a:r>
              <a:t>The community thanks our food sponsors.</a:t>
            </a:r>
          </a:p>
          <a:p>
            <a:pPr algn="ctr">
              <a:spcAft>
                <a:spcPts val="500"/>
              </a:spcAft>
              <a:defRPr sz="5000" b="0" i="0">
                <a:solidFill>
                  <a:srgbClr val="FAF8F4"/>
                </a:solidFill>
                <a:latin typeface="Calibri"/>
              </a:defRPr>
            </a:pPr>
            <a:r>
              <a:t>(No sponsors listed — add names in Mass Builder.)</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Food Sponsors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1" i="0">
                <a:solidFill>
                  <a:srgbClr val="FAF8F4"/>
                </a:solidFill>
                <a:latin typeface="Calibri"/>
              </a:defRPr>
            </a:pPr>
            <a:r>
              <a:t>CHURCH ANNOUNCEMENTS</a:t>
            </a:r>
          </a:p>
          <a:p>
            <a:pPr algn="ctr">
              <a:spcAft>
                <a:spcPts val="500"/>
              </a:spcAft>
              <a:defRPr sz="5000" b="0" i="0">
                <a:solidFill>
                  <a:srgbClr val="FAF8F4"/>
                </a:solidFill>
                <a:latin typeface="Calibri"/>
              </a:defRPr>
            </a:pPr>
            <a:r>
              <a:t>Insert bulletin points with complete sentences on the following slides or edit this deck.</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1" i="0">
                <a:solidFill>
                  <a:srgbClr val="FAF8F4"/>
                </a:solidFill>
                <a:latin typeface="Calibri"/>
              </a:defRPr>
            </a:pPr>
            <a:r>
              <a:t>Welcome newcomers!</a:t>
            </a:r>
          </a:p>
          <a:p>
            <a:pPr algn="ctr">
              <a:spcAft>
                <a:spcPts val="500"/>
              </a:spcAft>
              <a:defRPr sz="5000" b="0" i="0">
                <a:solidFill>
                  <a:srgbClr val="FAF8F4"/>
                </a:solidFill>
                <a:latin typeface="Calibri"/>
              </a:defRPr>
            </a:pPr>
            <a:r>
              <a:t>Photo collage optional.</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1" i="0">
                <a:solidFill>
                  <a:srgbClr val="FAF8F4"/>
                </a:solidFill>
                <a:latin typeface="Calibri"/>
              </a:defRPr>
            </a:pPr>
            <a:r>
              <a:t>Sacrament of Confession</a:t>
            </a:r>
          </a:p>
          <a:p>
            <a:pPr algn="ctr">
              <a:spcAft>
                <a:spcPts val="500"/>
              </a:spcAft>
              <a:defRPr sz="5000" b="0" i="0">
                <a:solidFill>
                  <a:srgbClr val="FAF8F4"/>
                </a:solidFill>
                <a:latin typeface="Calibri"/>
              </a:defRPr>
            </a:pPr>
            <a:r>
              <a:t>The Lord never tires of forgiving us; we are the ones who tire of seeking his mercy. — Pope Francis</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1" i="0">
                <a:solidFill>
                  <a:srgbClr val="FAF8F4"/>
                </a:solidFill>
                <a:latin typeface="Calibri"/>
              </a:defRPr>
            </a:pPr>
            <a:r>
              <a:t>Updates and Announcements</a:t>
            </a:r>
          </a:p>
          <a:p>
            <a:pPr algn="ctr">
              <a:spcAft>
                <a:spcPts val="500"/>
              </a:spcAft>
              <a:defRPr sz="5000" b="0" i="0">
                <a:solidFill>
                  <a:srgbClr val="FAF8F4"/>
                </a:solidFill>
                <a:latin typeface="Calibri"/>
              </a:defRPr>
            </a:pPr>
            <a:r>
              <a:t>Name your community page and invitation to follow in full; add a QR code to the slide master if you wish.</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Announcements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Bef>
                <a:spcPts val="400"/>
              </a:spcBef>
              <a:spcAft>
                <a:spcPts val="500"/>
              </a:spcAft>
              <a:defRPr sz="5000" b="1" i="0">
                <a:solidFill>
                  <a:srgbClr val="FFDA91"/>
                </a:solidFill>
                <a:latin typeface="Calibri"/>
              </a:defRPr>
            </a:pPr>
            <a:r>
              <a:t>Priest: The Lord be with you.</a:t>
            </a:r>
          </a:p>
          <a:p>
            <a:pPr algn="ctr">
              <a:spcBef>
                <a:spcPts val="400"/>
              </a:spcBef>
              <a:spcAft>
                <a:spcPts val="500"/>
              </a:spcAft>
              <a:defRPr sz="5000" b="1" i="0">
                <a:solidFill>
                  <a:srgbClr val="FAF8F4"/>
                </a:solidFill>
                <a:latin typeface="Calibri"/>
              </a:defRPr>
            </a:pPr>
            <a:r>
              <a:t>All: And with your spirit.</a:t>
            </a:r>
          </a:p>
          <a:p>
            <a:pPr algn="ctr">
              <a:spcBef>
                <a:spcPts val="400"/>
              </a:spcBef>
              <a:spcAft>
                <a:spcPts val="500"/>
              </a:spcAft>
              <a:defRPr sz="5000" b="1" i="0">
                <a:solidFill>
                  <a:srgbClr val="FFDA91"/>
                </a:solidFill>
                <a:latin typeface="Calibri"/>
              </a:defRPr>
            </a:pPr>
            <a:r>
              <a:t>Priest: May almighty God bless you, the Father, and the Son, and the Holy Spirit.</a:t>
            </a:r>
          </a:p>
          <a:p>
            <a:pPr algn="ctr">
              <a:spcBef>
                <a:spcPts val="400"/>
              </a:spcBef>
              <a:spcAft>
                <a:spcPts val="500"/>
              </a:spcAft>
              <a:defRPr sz="5000" b="1" i="0">
                <a:solidFill>
                  <a:srgbClr val="FAF8F4"/>
                </a:solidFill>
                <a:latin typeface="Calibri"/>
              </a:defRPr>
            </a:pPr>
            <a:r>
              <a:t>All: Amen.</a:t>
            </a:r>
          </a:p>
          <a:p>
            <a:pPr algn="ctr">
              <a:spcBef>
                <a:spcPts val="400"/>
              </a:spcBef>
              <a:spcAft>
                <a:spcPts val="500"/>
              </a:spcAft>
              <a:defRPr sz="5000" b="1" i="0">
                <a:solidFill>
                  <a:srgbClr val="FFDA91"/>
                </a:solidFill>
                <a:latin typeface="Calibri"/>
              </a:defRPr>
            </a:pPr>
            <a:r>
              <a:t>Priest: Go in peace, glorifying the Lord by your life.</a:t>
            </a:r>
          </a:p>
          <a:p>
            <a:pPr algn="ctr">
              <a:spcBef>
                <a:spcPts val="400"/>
              </a:spcBef>
              <a:spcAft>
                <a:spcPts val="500"/>
              </a:spcAft>
              <a:defRPr sz="5000" b="1" i="0">
                <a:solidFill>
                  <a:srgbClr val="FAF8F4"/>
                </a:solidFill>
                <a:latin typeface="Calibri"/>
              </a:defRPr>
            </a:pPr>
            <a:r>
              <a:t>All: Thanks be to God.</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Final Blessing</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490472"/>
            <a:ext cx="16459200" cy="7790688"/>
          </a:xfrm>
          <a:prstGeom prst="rect">
            <a:avLst/>
          </a:prstGeom>
          <a:noFill/>
        </p:spPr>
        <p:txBody>
          <a:bodyPr wrap="square" lIns="109728" rIns="109728" tIns="73152" bIns="73152">
            <a:noAutofit/>
          </a:bodyPr>
          <a:lstStyle/>
          <a:p>
            <a:pPr algn="ctr">
              <a:spcAft>
                <a:spcPts val="500"/>
              </a:spcAft>
              <a:defRPr sz="5000" b="0" i="0">
                <a:solidFill>
                  <a:srgbClr val="FAF8F4"/>
                </a:solidFill>
                <a:latin typeface="Calibri"/>
              </a:defRPr>
            </a:pPr>
            <a:r>
              <a:t>No Recessional hymn lyrics were selected. Choose one Recessional song in Mass Flow or save lyrics in Lyrics Studio before generating.</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Recessional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2D6A3E"/>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914400" y="256032"/>
            <a:ext cx="387682" cy="384048"/>
          </a:xfrm>
          <a:prstGeom prst="rect">
            <a:avLst/>
          </a:prstGeom>
        </p:spPr>
      </p:pic>
      <p:sp>
        <p:nvSpPr>
          <p:cNvPr id="3" name="TextBox 2"/>
          <p:cNvSpPr txBox="1"/>
          <p:nvPr/>
        </p:nvSpPr>
        <p:spPr>
          <a:xfrm>
            <a:off x="1430098" y="256032"/>
            <a:ext cx="15943502" cy="384048"/>
          </a:xfrm>
          <a:prstGeom prst="rect">
            <a:avLst/>
          </a:prstGeom>
          <a:noFill/>
        </p:spPr>
        <p:txBody>
          <a:bodyPr wrap="square" lIns="109728" rIns="109728" tIns="73152" bIns="73152" anchor="ctr">
            <a:noAutofit/>
          </a:bodyPr>
          <a:lstStyle/>
          <a:p>
            <a:pPr algn="l">
              <a:defRPr sz="1500" b="1" i="0">
                <a:solidFill>
                  <a:srgbClr val="FAF8F4"/>
                </a:solidFill>
                <a:latin typeface="Calibri"/>
              </a:defRPr>
            </a:pPr>
            <a:r>
              <a:t>Gwangju Filipino Catholic Community</a:t>
            </a:r>
          </a:p>
        </p:txBody>
      </p:sp>
      <p:sp>
        <p:nvSpPr>
          <p:cNvPr id="4" name="TextBox 3"/>
          <p:cNvSpPr txBox="1"/>
          <p:nvPr/>
        </p:nvSpPr>
        <p:spPr>
          <a:xfrm>
            <a:off x="914400" y="1810512"/>
            <a:ext cx="16459200" cy="5943600"/>
          </a:xfrm>
          <a:prstGeom prst="rect">
            <a:avLst/>
          </a:prstGeom>
          <a:noFill/>
        </p:spPr>
        <p:txBody>
          <a:bodyPr wrap="square" lIns="109728" rIns="109728" tIns="73152" bIns="73152">
            <a:noAutofit/>
          </a:bodyPr>
          <a:lstStyle/>
          <a:p>
            <a:pPr>
              <a:spcAft>
                <a:spcPts val="300"/>
              </a:spcAft>
              <a:defRPr sz="5000" b="1" i="0">
                <a:solidFill>
                  <a:srgbClr val="FFDA91"/>
                </a:solidFill>
                <a:latin typeface="Calibri"/>
              </a:defRPr>
            </a:pPr>
            <a:r>
              <a:t>MASS CELEBRANT:</a:t>
            </a:r>
          </a:p>
          <a:p>
            <a:pPr>
              <a:spcAft>
                <a:spcPts val="300"/>
              </a:spcAft>
              <a:defRPr sz="5000" b="0" i="0">
                <a:solidFill>
                  <a:srgbClr val="FAF8F4"/>
                </a:solidFill>
                <a:latin typeface="Calibri"/>
              </a:defRPr>
            </a:pPr>
            <a:r>
              <a:t>Fr Test</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Gwangju</a:t>
            </a:r>
            <a:br/>
            <a:r>
              <a:t>Filipino</a:t>
            </a:r>
            <a:br/>
            <a:r>
              <a:t>Catholic</a:t>
            </a:r>
            <a:br/>
            <a:r>
              <a:t>Community</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Gospel (Jn 3:16)</a:t>
            </a:r>
          </a:p>
          <a:p>
            <a:pPr>
              <a:spcAft>
                <a:spcPts val="300"/>
              </a:spcAft>
              <a:defRPr sz="5000" b="0" i="0">
                <a:solidFill>
                  <a:srgbClr val="FAF8F4"/>
                </a:solidFill>
                <a:latin typeface="Calibri"/>
              </a:defRPr>
            </a:pPr>
            <a:r>
              <a:t>“For God so loved”</a:t>
            </a:r>
          </a:p>
          <a:p>
            <a:pPr>
              <a:spcAft>
                <a:spcPts val="300"/>
              </a:spcAft>
              <a:defRPr sz="5000" b="0" i="0">
                <a:solidFill>
                  <a:srgbClr val="FAF8F4"/>
                </a:solidFill>
                <a:latin typeface="Calibri"/>
              </a:defRPr>
            </a:pPr>
          </a:p>
          <a:p>
            <a:pPr>
              <a:spcAft>
                <a:spcPts val="300"/>
              </a:spcAft>
              <a:defRPr sz="5000" b="0" i="0">
                <a:solidFill>
                  <a:srgbClr val="FAF8F4"/>
                </a:solidFill>
                <a:latin typeface="Calibri"/>
              </a:defRPr>
            </a:pPr>
            <a:r>
              <a:t>YEAR B</a:t>
            </a:r>
          </a:p>
          <a:p>
            <a:pPr>
              <a:spcAft>
                <a:spcPts val="300"/>
              </a:spcAft>
              <a:defRPr sz="5000" b="0" i="0">
                <a:solidFill>
                  <a:srgbClr val="FAF8F4"/>
                </a:solidFill>
                <a:latin typeface="Calibri"/>
              </a:defRPr>
            </a:pPr>
            <a:r>
              <a:t>2026-05-31 · ordinary</a:t>
            </a:r>
          </a:p>
        </p:txBody>
      </p:sp>
      <p:sp>
        <p:nvSpPr>
          <p:cNvPr id="5" name="TextBox 4"/>
          <p:cNvSpPr txBox="1"/>
          <p:nvPr/>
        </p:nvSpPr>
        <p:spPr>
          <a:xfrm>
            <a:off x="914400" y="9418320"/>
            <a:ext cx="16459200" cy="777240"/>
          </a:xfrm>
          <a:prstGeom prst="rect">
            <a:avLst/>
          </a:prstGeom>
          <a:noFill/>
        </p:spPr>
        <p:txBody>
          <a:bodyPr wrap="square" lIns="109728" rIns="109728" tIns="73152" bIns="73152">
            <a:noAutofit/>
          </a:bodyPr>
          <a:lstStyle/>
          <a:p>
            <a:pPr>
              <a:defRPr sz="1300" b="1" i="0">
                <a:solidFill>
                  <a:srgbClr val="BCBAC6"/>
                </a:solidFill>
                <a:latin typeface="Calibri"/>
              </a:defRPr>
            </a:pPr>
            <a:r>
              <a:t>Gwangju Filipino Catholic Community</a:t>
            </a:r>
          </a:p>
          <a:p>
            <a:pPr>
              <a:spcBef>
                <a:spcPts val="200"/>
              </a:spcBef>
              <a:defRPr sz="1200" b="0" i="0">
                <a:solidFill>
                  <a:srgbClr val="FFDA91"/>
                </a:solidFill>
                <a:latin typeface="Calibri"/>
              </a:defRPr>
            </a:pPr>
            <a:r>
              <a:t>Mass poster / divider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