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FFB800"/>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rgbClr val="F0FDF4"/>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600" b="1" u="sng">
                <a:solidFill>
                  <a:srgbClr val="FFB800"/>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YAHWEH'S PEOPLE DANCE FOR JOY</a:t>
            </a:r>
          </a:p>
          <a:p>
            <a:pPr algn="ctr">
              <a:lnSpc>
                <a:spcPct val="70000"/>
              </a:lnSpc>
            </a:pPr>
            <a:r>
              <a:rPr sz="7500" b="1" i="0">
                <a:solidFill>
                  <a:srgbClr val="FFFFFF"/>
                </a:solidFill>
                <a:latin typeface="Poppins"/>
              </a:rPr>
              <a:t>O COME BEFORE THE LORD</a:t>
            </a:r>
          </a:p>
          <a:p>
            <a:pPr algn="ctr">
              <a:lnSpc>
                <a:spcPct val="70000"/>
              </a:lnSpc>
            </a:pPr>
            <a:r>
              <a:rPr sz="7500" b="1" i="0">
                <a:solidFill>
                  <a:srgbClr val="FFFFFF"/>
                </a:solidFill>
                <a:latin typeface="Poppins"/>
              </a:rPr>
              <a:t>AND PLAY FOR HIM ON GLAD TAMBOURINES</a:t>
            </a:r>
          </a:p>
          <a:p>
            <a:pPr algn="ctr">
              <a:lnSpc>
                <a:spcPct val="70000"/>
              </a:lnSpc>
            </a:pPr>
            <a:r>
              <a:rPr sz="7500" b="1" i="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RISE, O CHILDREN, FROM YOUR SLEEP;</a:t>
            </a:r>
          </a:p>
          <a:p>
            <a:pPr algn="ctr">
              <a:lnSpc>
                <a:spcPct val="70000"/>
              </a:lnSpc>
            </a:pPr>
            <a:r>
              <a:rPr sz="7500" b="1" i="0">
                <a:solidFill>
                  <a:srgbClr val="FFFFFF"/>
                </a:solidFill>
                <a:latin typeface="Poppins"/>
              </a:rPr>
              <a:t>YOUR SAVIOR NOW HAS COME</a:t>
            </a:r>
          </a:p>
          <a:p>
            <a:pPr algn="ctr">
              <a:lnSpc>
                <a:spcPct val="70000"/>
              </a:lnSpc>
            </a:pPr>
            <a:r>
              <a:rPr sz="7500" b="1" i="0">
                <a:solidFill>
                  <a:srgbClr val="FFFFFF"/>
                </a:solidFill>
                <a:latin typeface="Poppins"/>
              </a:rPr>
              <a:t>HE HAS TURNED YOUR SORROW TO JOY</a:t>
            </a:r>
          </a:p>
          <a:p>
            <a:pPr algn="ctr">
              <a:lnSpc>
                <a:spcPct val="70000"/>
              </a:lnSpc>
            </a:pPr>
            <a:r>
              <a:rPr sz="7500" b="1" i="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73152" bIns="73152" anchor="ctr">
            <a:noAutofit/>
          </a:bodyPr>
          <a:lstStyle/>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LET YOUR SONG BE SUNG FROM MOUNTAINS HIGH</a:t>
            </a:r>
          </a:p>
          <a:p>
            <a:pPr algn="ctr">
              <a:lnSpc>
                <a:spcPct val="70000"/>
              </a:lnSpc>
            </a:pPr>
            <a:r>
              <a:rPr sz="6600" b="1" i="1">
                <a:solidFill>
                  <a:srgbClr val="FFB800"/>
                </a:solidFill>
                <a:latin typeface="Poppins"/>
              </a:rPr>
              <a:t>SING A NEW SONG UNTO THE LORD</a:t>
            </a:r>
          </a:p>
          <a:p>
            <a:pPr algn="ctr">
              <a:lnSpc>
                <a:spcPct val="70000"/>
              </a:lnSpc>
            </a:pPr>
            <a:r>
              <a:rPr sz="6600" b="1" i="1">
                <a:solidFill>
                  <a:srgbClr val="FFB800"/>
                </a:solidFill>
                <a:latin typeface="Poppins"/>
              </a:rPr>
              <a:t>SINGING ALLELUIA</a:t>
            </a:r>
          </a:p>
          <a:p>
            <a:pPr algn="ctr">
              <a:lnSpc>
                <a:spcPct val="70000"/>
              </a:lnSpc>
            </a:pPr>
            <a:r>
              <a:rPr sz="6600" b="1" i="1">
                <a:solidFill>
                  <a:srgbClr val="FFB800"/>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Introductory Rites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FFB800"/>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rgbClr val="F0FDF4"/>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defRPr>
                <a:solidFill>
                  <a:srgbClr val="F0FDF4"/>
                </a:solidFill>
              </a:defRPr>
            </a:pPr>
            <a:endParaRPr sz="7000" b="1" dirty="0">
              <a:latin typeface="Arial" panose="020B0604020202020204" pitchFamily="34" charset="0"/>
              <a:cs typeface="Arial" panose="020B0604020202020204" pitchFamily="34" charset="0"/>
            </a:endParaRPr>
          </a:p>
        </p:txBody>
      </p:sp>
      <p:sp>
        <p:nvSpPr>
          <p:cNvPr id="12" name="TextBox 11"/>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rgbClr val="F0FDF4"/>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rgbClr val="F0FDF4"/>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that I have greatly sinned,</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FFB800"/>
                </a:solidFill>
                <a:latin typeface="Arial" panose="020B0604020202020204" pitchFamily="34" charset="0"/>
                <a:cs typeface="Arial" panose="020B0604020202020204" pitchFamily="34" charset="0"/>
              </a:rPr>
              <a:t> </a:t>
            </a:r>
            <a:r>
              <a:rPr lang="en-US" sz="5400" b="1" i="1" dirty="0">
                <a:solidFill>
                  <a:srgbClr val="FFB800"/>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FFB800"/>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rgbClr val="F0FDF4"/>
                </a:solidFill>
                <a:latin typeface="Arial" panose="020B0604020202020204" pitchFamily="34" charset="0"/>
                <a:ea typeface="Calibri"/>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all the Angels and Saints,</a:t>
            </a:r>
            <a:r>
              <a:rPr lang="en-US" sz="4800" b="1" dirty="0">
                <a:solidFill>
                  <a:srgbClr val="F0FDF4"/>
                </a:solidFill>
                <a:latin typeface="Arial" panose="020B0604020202020204" pitchFamily="34" charset="0"/>
                <a:cs typeface="Arial" panose="020B0604020202020204" pitchFamily="34" charset="0"/>
                <a:sym typeface="Calibri"/>
              </a:rPr>
              <a:t> </a:t>
            </a:r>
            <a:r>
              <a:rPr lang="en-US" sz="5400" b="1" dirty="0">
                <a:solidFill>
                  <a:srgbClr val="F0FDF4"/>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rgbClr val="F0FDF4"/>
                </a:solidFill>
                <a:latin typeface="Arial" panose="020B0604020202020204" pitchFamily="34" charset="0"/>
                <a:cs typeface="Arial" panose="020B0604020202020204" pitchFamily="34" charset="0"/>
              </a:rPr>
              <a:t> </a:t>
            </a:r>
            <a:r>
              <a:rPr lang="en-US" sz="5400" b="1" dirty="0">
                <a:solidFill>
                  <a:srgbClr val="F0FDF4"/>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FFB800"/>
                </a:solidFill>
                <a:latin typeface="Georgia" panose="02040502050405020303" pitchFamily="18" charset="0"/>
                <a:ea typeface="Calibri"/>
                <a:cs typeface="Arial" panose="020B0604020202020204" pitchFamily="34" charset="0"/>
                <a:sym typeface="Calibri"/>
              </a:rPr>
              <a:t>(strike chest)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FFB800"/>
                </a:solidFill>
                <a:latin typeface="Arial" panose="020B0604020202020204" pitchFamily="34" charset="0"/>
                <a:ea typeface="Calibri"/>
                <a:cs typeface="Arial" panose="020B0604020202020204" pitchFamily="34" charset="0"/>
                <a:sym typeface="Calibri"/>
              </a:rPr>
              <a:t>Priest: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FFB800"/>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rgbClr val="F0FDF4"/>
                </a:solidFill>
                <a:latin typeface="Arial" panose="020B0604020202020204" pitchFamily="34" charset="0"/>
                <a:ea typeface="Calibri"/>
                <a:cs typeface="Arial" panose="020B0604020202020204" pitchFamily="34" charset="0"/>
                <a:sym typeface="Calibri"/>
              </a:rPr>
              <a:t>All: AMEN!</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Penitential Act (3/3)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Kyrie Eleison</a:t>
            </a:r>
            <a:endParaRPr sz="3600" b="1" u="sng" dirty="0">
              <a:solidFill>
                <a:srgbClr val="86EFAC"/>
              </a:solidFill>
              <a:latin typeface="Georgia"/>
            </a:endParaRP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Kyrie Eleison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Gloria</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FFB800"/>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Gloria (4/4)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lang="en-US" sz="6500" dirty="0">
                <a:solidFill>
                  <a:srgbClr val="FFB800"/>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solidFill>
                  <a:srgbClr val="F0FDF4"/>
                </a:solidFill>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Liturgy Of The Word</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sz="6000" dirty="0">
                <a:solidFill>
                  <a:srgbClr val="FFB800"/>
                </a:solidFill>
              </a:rPr>
              <a:t>First Reading</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solidFill>
                  <a:srgbClr val="FFB800"/>
                </a:solidFill>
                <a:latin typeface="Arial"/>
              </a:defRPr>
            </a:pPr>
            <a:r>
              <a:rPr dirty="0">
                <a:solidFill>
                  <a:srgbClr val="FFB800"/>
                </a:solidFill>
              </a:rPr>
              <a:t>Responsorial Psalm</a:t>
            </a:r>
            <a:br>
              <a:rPr dirty="0"/>
            </a:br>
            <a:r>
              <a:rPr dirty="0">
                <a:solidFill>
                  <a:srgbClr val="FFB800"/>
                </a:solidFill>
              </a:rPr>
              <a:t>(</a:t>
            </a:r>
            <a:r>
              <a:rPr i="1" dirty="0">
                <a:solidFill>
                  <a:srgbClr val="FFB800"/>
                </a:solidFill>
              </a:rPr>
              <a:t>Psalm 89:2-3, 16-17, 18-19</a:t>
            </a:r>
            <a:r>
              <a:rPr dirty="0">
                <a:solidFill>
                  <a:srgbClr val="FFB800"/>
                </a:solidFill>
              </a:rPr>
              <a:t>)</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solidFill>
                  <a:srgbClr val="F0FDF4"/>
                </a:solidFill>
                <a:latin typeface="Arial"/>
              </a:defRPr>
            </a:pPr>
            <a:r>
              <a:rPr lang="en-US" sz="6000" b="1" dirty="0">
                <a:solidFill>
                  <a:srgbClr val="F0FDF4"/>
                </a:solidFill>
                <a:latin typeface="Arial Black" panose="020B0604020202020204" pitchFamily="34" charset="0"/>
                <a:cs typeface="Arial Black" panose="020B0604020202020204" pitchFamily="34" charset="0"/>
              </a:rPr>
              <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solidFill>
                  <a:srgbClr val="FFB800"/>
                </a:solidFill>
                <a:latin typeface="Arial"/>
              </a:defRPr>
            </a:pPr>
            <a:r>
              <a:rPr lang="en-US" sz="6000" dirty="0">
                <a:solidFill>
                  <a:srgbClr val="FFB800"/>
                </a:solidFill>
              </a:rPr>
              <a:t>Second</a:t>
            </a:r>
            <a:r>
              <a:rPr sz="6000" dirty="0">
                <a:solidFill>
                  <a:srgbClr val="FFB800"/>
                </a:solidFill>
              </a:rPr>
              <a:t> Reading</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solidFill>
                  <a:srgbClr val="F0FDF4"/>
                </a:solidFill>
                <a:latin typeface="Arial"/>
              </a:defRPr>
            </a:pPr>
            <a:r>
              <a:rPr lang="en-US" sz="6600" dirty="0">
                <a:solidFill>
                  <a:srgbClr val="F0FDF4"/>
                </a:solidFill>
              </a:rPr>
              <a:t>Romans 6:3-4, 8-11</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algn="ctr">
              <a:lnSpc>
                <a:spcPts val="9659"/>
              </a:lnSpc>
              <a:defRPr/>
            </a:pPr>
            <a:r>
              <a:rPr lang="en-US" sz="6900" b="1">
                <a:solidFill>
                  <a:srgbClr val="F0FDF4"/>
                </a:solidFill>
                <a:latin typeface="Arial"/>
                <a:ea typeface="Poppins Bold"/>
                <a:cs typeface="Poppins Bold"/>
                <a:sym typeface="Poppins Bold"/>
              </a:rPr>
              <a:t>ALLELUIA! ALLELUIA!</a:t>
            </a:r>
          </a:p>
          <a:p>
            <a:pPr marL="0" lvl="0" indent="0" algn="ctr">
              <a:lnSpc>
                <a:spcPts val="9659"/>
              </a:lnSpc>
              <a:spcBef>
                <a:spcPct val="0"/>
              </a:spcBef>
              <a:defRPr/>
            </a:pPr>
            <a:r>
              <a:rPr lang="en-US" sz="6900" b="1">
                <a:solidFill>
                  <a:srgbClr val="F0FDF4"/>
                </a:solidFill>
                <a:latin typeface="Arial"/>
                <a:ea typeface="Poppins Bold"/>
                <a:cs typeface="Poppins Bold"/>
                <a:sym typeface="Poppins Bold"/>
              </a:rPr>
              <a:t>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(1/2)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pPr>
            <a:r>
              <a:rPr sz="6900" b="1" i="0">
                <a:solidFill>
                  <a:srgbClr val="FFB800"/>
                </a:solidFill>
                <a:latin typeface="Arial"/>
              </a:rPr>
              <a:t>Priest: </a:t>
            </a:r>
            <a:r>
              <a:rPr sz="6900" b="1" i="0">
                <a:solidFill>
                  <a:srgbClr val="F0FDF4"/>
                </a:solidFill>
                <a:latin typeface="Aria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pPr>
            <a:r>
              <a:rPr sz="6900" b="1" i="0">
                <a:solidFill>
                  <a:srgbClr val="FFB800"/>
                </a:solidFill>
                <a:latin typeface="Arial"/>
              </a:rPr>
              <a:t>Priest: </a:t>
            </a:r>
            <a:r>
              <a:rPr sz="6900" b="1" i="0">
                <a:solidFill>
                  <a:srgbClr val="F0FDF4"/>
                </a:solidFill>
                <a:latin typeface="Arial"/>
              </a:rPr>
              <a:t>A reading from the holy</a:t>
            </a:r>
          </a:p>
          <a:p>
            <a:r>
              <a:rPr sz="6900" b="1" i="0">
                <a:solidFill>
                  <a:srgbClr val="F0FDF4"/>
                </a:solidFill>
                <a:latin typeface="Arial"/>
              </a:rPr>
              <a:t>Gospel according to </a:t>
            </a:r>
            <a:r>
              <a:rPr sz="6900" b="1" i="1">
                <a:solidFill>
                  <a:srgbClr val="F0FDF4"/>
                </a:solidFill>
                <a:latin typeface="Arial"/>
              </a:rPr>
              <a:t>Matthew</a:t>
            </a:r>
            <a:r>
              <a:rPr sz="6900" b="1" i="0">
                <a:solidFill>
                  <a:srgbClr val="F0FDF4"/>
                </a:solidFill>
                <a:latin typeface="Aria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pPr>
            <a:r>
              <a:rPr sz="6900" b="1" i="0">
                <a:solidFill>
                  <a:srgbClr val="F0FDF4"/>
                </a:solidFill>
                <a:latin typeface="Aria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pPr>
            <a:r>
              <a:rPr lang="en-US" sz="5000" b="1" i="0" u="sng">
                <a:solidFill>
                  <a:srgbClr val="FFB800"/>
                </a:solidFill>
                <a:latin typeface="Georgia"/>
                <a:ea typeface="Recoleta"/>
                <a:cs typeface="Recoleta"/>
                <a:sym typeface="Recoleta"/>
              </a:rPr>
              <a:t>Gospel Acclamation</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solidFill>
                  <a:srgbClr val="FFB800"/>
                </a:solidFill>
                <a:latin typeface="Arial" panose="020B0604020202020204" pitchFamily="34" charset="0"/>
                <a:cs typeface="Arial" panose="020B0604020202020204" pitchFamily="34" charset="0"/>
              </a:rPr>
              <a:t>Priest:</a:t>
            </a:r>
            <a:r>
              <a:rPr sz="6500" b="1" dirty="0">
                <a:solidFill>
                  <a:srgbClr val="F0FDF4"/>
                </a:solidFill>
                <a:latin typeface="Arial" panose="020B0604020202020204" pitchFamily="34" charset="0"/>
                <a:cs typeface="Arial" panose="020B0604020202020204" pitchFamily="34" charset="0"/>
              </a:rPr>
              <a:t> </a:t>
            </a:r>
            <a:r>
              <a:rPr sz="6500" b="1" i="1" dirty="0">
                <a:solidFill>
                  <a:srgbClr val="F0FDF4"/>
                </a:solidFill>
                <a:latin typeface="Arial" panose="020B0604020202020204" pitchFamily="34" charset="0"/>
                <a:cs typeface="Arial" panose="020B0604020202020204" pitchFamily="34" charset="0"/>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r>
              <a:rPr lang="en-US" sz="5000" b="1" u="sng" dirty="0" i="0">
                <a:solidFill>
                  <a:srgbClr val="FFB800"/>
                </a:solidFill>
                <a:latin typeface="Georgia"/>
              </a:rPr>
              <a:t>Gospel Acclamation</a:t>
            </a:r>
            <a:endParaRPr sz="36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Nicene Creed</a:t>
            </a:r>
            <a:endParaRPr sz="3600" b="1" u="sng" dirty="0">
              <a:solidFill>
                <a:srgbClr val="86EFAC"/>
              </a:solidFill>
              <a:latin typeface="Georgia"/>
            </a:endParaRP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FFB800"/>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FFB800"/>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FFB800"/>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Nicene Creed (4/4)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solidFill>
                  <a:srgbClr val="F0FDF4"/>
                </a:solidFill>
                <a:latin typeface="Arial" panose="020B0604020202020204" pitchFamily="34" charset="0"/>
                <a:cs typeface="Arial" panose="020B0604020202020204" pitchFamily="34" charset="0"/>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solidFill>
                  <a:srgbClr val="F0FDF4"/>
                </a:solidFill>
                <a:latin typeface="Arial" panose="020B0604020202020204" pitchFamily="34" charset="0"/>
                <a:cs typeface="Arial" panose="020B0604020202020204" pitchFamily="34" charset="0"/>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solidFill>
                  <a:srgbClr val="FFB800"/>
                </a:solidFill>
                <a:latin typeface="Arial" panose="020B0604020202020204" pitchFamily="34" charset="0"/>
                <a:cs typeface="Arial" panose="020B0604020202020204" pitchFamily="34" charset="0"/>
              </a:rPr>
              <a:t>Priest:</a:t>
            </a:r>
            <a:r>
              <a:rPr lang="en-US" sz="6500" b="1" dirty="0">
                <a:solidFill>
                  <a:srgbClr val="F0FDF4"/>
                </a:solidFill>
                <a:latin typeface="Arial" panose="020B0604020202020204" pitchFamily="34" charset="0"/>
                <a:cs typeface="Arial" panose="020B0604020202020204" pitchFamily="34" charset="0"/>
              </a:rPr>
              <a:t> </a:t>
            </a:r>
            <a:r>
              <a:rPr lang="en-US" sz="6500" b="1" i="1" dirty="0">
                <a:solidFill>
                  <a:srgbClr val="F0FDF4"/>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Prayer of the Faithful</a:t>
            </a:r>
            <a:endParaRPr sz="5000" b="1" u="sng" dirty="0">
              <a:solidFill>
                <a:srgbClr val="86EFAC"/>
              </a:solidFill>
              <a:latin typeface="Georgia"/>
            </a:endParaRP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Prayer of the Faithful (2/2)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YOU SATISFY THE HUNGRY HEART</a:t>
            </a:r>
          </a:p>
          <a:p>
            <a:pPr algn="ctr">
              <a:lnSpc>
                <a:spcPct val="70000"/>
              </a:lnSpc>
            </a:pPr>
            <a:r>
              <a:rPr sz="7500" b="1" i="0">
                <a:solidFill>
                  <a:srgbClr val="FFFFFF"/>
                </a:solidFill>
                <a:latin typeface="Poppins"/>
              </a:rPr>
              <a:t>WITH GIFT OF FINEST WHEAT,</a:t>
            </a:r>
          </a:p>
          <a:p>
            <a:pPr algn="ctr">
              <a:lnSpc>
                <a:spcPct val="70000"/>
              </a:lnSpc>
            </a:pPr>
            <a:r>
              <a:rPr sz="7500" b="1" i="0">
                <a:solidFill>
                  <a:srgbClr val="FFFFFF"/>
                </a:solidFill>
                <a:latin typeface="Poppins"/>
              </a:rPr>
              <a:t>COME GIVE TO US, O SAVING LORD,</a:t>
            </a:r>
          </a:p>
          <a:p>
            <a:pPr algn="ctr">
              <a:lnSpc>
                <a:spcPct val="70000"/>
              </a:lnSpc>
            </a:pPr>
            <a:r>
              <a:rPr sz="7500" b="1" i="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AS WHEN THE GRAIN BY SAINTS BELIEVED</a:t>
            </a:r>
          </a:p>
          <a:p>
            <a:pPr algn="ctr">
              <a:lnSpc>
                <a:spcPct val="70000"/>
              </a:lnSpc>
            </a:pPr>
            <a:r>
              <a:rPr sz="7500" b="1" i="1">
                <a:solidFill>
                  <a:srgbClr val="FFFFFF"/>
                </a:solidFill>
                <a:latin typeface="Poppins"/>
              </a:rPr>
              <a:t>WAS BLESSED AND BROKEN, LORD,</a:t>
            </a:r>
          </a:p>
          <a:p>
            <a:pPr algn="ctr">
              <a:lnSpc>
                <a:spcPct val="70000"/>
              </a:lnSpc>
            </a:pPr>
            <a:r>
              <a:rPr sz="7500" b="1" i="1">
                <a:solidFill>
                  <a:srgbClr val="FFFFFF"/>
                </a:solidFill>
                <a:latin typeface="Poppins"/>
              </a:rPr>
              <a:t>SO MAY YOUR CHURCH IN LANDS TODAY</a:t>
            </a:r>
          </a:p>
          <a:p>
            <a:pPr algn="ctr">
              <a:lnSpc>
                <a:spcPct val="70000"/>
              </a:lnSpc>
            </a:pPr>
            <a:r>
              <a:rPr sz="7500" b="1" i="1">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O LORD OF HARVEST, GRANT THAT WE</a:t>
            </a:r>
          </a:p>
          <a:p>
            <a:pPr algn="ctr">
              <a:lnSpc>
                <a:spcPct val="70000"/>
              </a:lnSpc>
            </a:pPr>
            <a:r>
              <a:rPr sz="7500" b="1" i="0">
                <a:solidFill>
                  <a:srgbClr val="FFFFFF"/>
                </a:solidFill>
                <a:latin typeface="Poppins"/>
              </a:rPr>
              <a:t>WHO SHARE THIS MYSTERY HERE</a:t>
            </a:r>
          </a:p>
          <a:p>
            <a:pPr algn="ctr">
              <a:lnSpc>
                <a:spcPct val="70000"/>
              </a:lnSpc>
            </a:pPr>
            <a:r>
              <a:rPr sz="7500" b="1" i="0">
                <a:solidFill>
                  <a:srgbClr val="FFFFFF"/>
                </a:solidFill>
                <a:latin typeface="Poppins"/>
              </a:rPr>
              <a:t>MAY FOLLOW YOU UNCEASINGLY</a:t>
            </a:r>
          </a:p>
          <a:p>
            <a:pPr algn="ctr">
              <a:lnSpc>
                <a:spcPct val="70000"/>
              </a:lnSpc>
            </a:pPr>
            <a:r>
              <a:rPr sz="7500" b="1" i="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FFFF"/>
                </a:solidFill>
                <a:latin typeface="Poppins"/>
              </a:rPr>
              <a:t>ONE BREAD, ONE CUP, ONE LIFE, ONE LORD—</a:t>
            </a:r>
          </a:p>
          <a:p>
            <a:pPr algn="ctr">
              <a:lnSpc>
                <a:spcPct val="70000"/>
              </a:lnSpc>
            </a:pPr>
            <a:r>
              <a:rPr sz="7400" b="1" i="1">
                <a:solidFill>
                  <a:srgbClr val="FFFFFF"/>
                </a:solidFill>
                <a:latin typeface="Poppins"/>
              </a:rPr>
              <a:t>WE OFFER, CHRIST, TO YOU;</a:t>
            </a:r>
          </a:p>
          <a:p>
            <a:pPr algn="ctr">
              <a:lnSpc>
                <a:spcPct val="70000"/>
              </a:lnSpc>
            </a:pPr>
            <a:r>
              <a:rPr sz="7400" b="1" i="1">
                <a:solidFill>
                  <a:srgbClr val="FFFFFF"/>
                </a:solidFill>
                <a:latin typeface="Poppins"/>
              </a:rPr>
              <a:t>UNTIL WE SHARE YOUR BANQUET BOARD</a:t>
            </a:r>
          </a:p>
          <a:p>
            <a:pPr algn="ctr">
              <a:lnSpc>
                <a:spcPct val="70000"/>
              </a:lnSpc>
            </a:pPr>
            <a:r>
              <a:rPr sz="7400" b="1" i="1">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Offertory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rgbClr val="F0FDF4"/>
                </a:solidFill>
                <a:latin typeface="Arial" panose="020B0604020202020204" pitchFamily="34" charset="0"/>
                <a:cs typeface="Arial" panose="020B0604020202020204" pitchFamily="34" charset="0"/>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solidFill>
                  <a:srgbClr val="FFB800"/>
                </a:solidFill>
                <a:latin typeface="Arial" panose="020B0604020202020204" pitchFamily="34" charset="0"/>
                <a:cs typeface="Arial" panose="020B0604020202020204" pitchFamily="34" charset="0"/>
              </a:rPr>
              <a:t>Priest:</a:t>
            </a:r>
            <a:r>
              <a:rPr sz="6500" dirty="0">
                <a:solidFill>
                  <a:srgbClr val="F0FDF4"/>
                </a:solidFill>
                <a:latin typeface="Arial" panose="020B0604020202020204" pitchFamily="34" charset="0"/>
                <a:cs typeface="Arial" panose="020B0604020202020204" pitchFamily="34" charset="0"/>
              </a:rPr>
              <a:t> </a:t>
            </a:r>
            <a:r>
              <a:rPr sz="6500"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solidFill>
                  <a:srgbClr val="FFB800"/>
                </a:solidFill>
                <a:latin typeface="Arial" panose="020B0604020202020204" pitchFamily="34" charset="0"/>
                <a:cs typeface="Arial" panose="020B0604020202020204" pitchFamily="34" charset="0"/>
              </a:rPr>
              <a:t>Priest:</a:t>
            </a:r>
            <a:r>
              <a:rPr lang="en-US" sz="6500" dirty="0">
                <a:solidFill>
                  <a:srgbClr val="F0FDF4"/>
                </a:solidFill>
                <a:latin typeface="Arial" panose="020B0604020202020204" pitchFamily="34" charset="0"/>
                <a:cs typeface="Arial" panose="020B0604020202020204" pitchFamily="34" charset="0"/>
              </a:rPr>
              <a:t> </a:t>
            </a:r>
            <a:r>
              <a:rPr lang="en-US" sz="6500" i="1" dirty="0">
                <a:solidFill>
                  <a:srgbClr val="F0FDF4"/>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rgbClr val="F0FDF4"/>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solidFill>
                  <a:srgbClr val="F0FDF4"/>
                </a:solidFill>
                <a:latin typeface="Arial" panose="020B0604020202020204" pitchFamily="34" charset="0"/>
                <a:cs typeface="Arial" panose="020B0604020202020204" pitchFamily="34" charset="0"/>
              </a:rPr>
              <a:t>All: We lift them up to the Lord.</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HOLY, HOLY, HOLY</a:t>
            </a:r>
          </a:p>
          <a:p>
            <a:pPr algn="ctr"/>
            <a:r>
              <a:rPr lang="en-US" sz="6000" b="1" dirty="0">
                <a:solidFill>
                  <a:srgbClr val="F0FDF4"/>
                </a:solidFill>
                <a:latin typeface="Arial" panose="020B0604020202020204" pitchFamily="34" charset="0"/>
                <a:cs typeface="Arial" panose="020B0604020202020204" pitchFamily="34" charset="0"/>
              </a:rPr>
              <a:t>LORD GOD OF HOST. </a:t>
            </a:r>
          </a:p>
          <a:p>
            <a:pPr algn="ctr"/>
            <a:r>
              <a:rPr lang="en-US" sz="6000" b="1" dirty="0">
                <a:solidFill>
                  <a:srgbClr val="F0FDF4"/>
                </a:solidFill>
                <a:latin typeface="Arial" panose="020B0604020202020204" pitchFamily="34" charset="0"/>
                <a:cs typeface="Arial" panose="020B0604020202020204" pitchFamily="34" charset="0"/>
              </a:rPr>
              <a:t>HEAVEN AND EARTH ARE</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dirty="0">
                <a:solidFill>
                  <a:srgbClr val="F0FDF4"/>
                </a:solidFill>
                <a:latin typeface="Arial" panose="020B0604020202020204" pitchFamily="34" charset="0"/>
                <a:cs typeface="Arial" panose="020B0604020202020204" pitchFamily="34" charset="0"/>
              </a:rPr>
              <a:t>FULL OF YOUR GLORY.</a:t>
            </a:r>
          </a:p>
          <a:p>
            <a:pPr algn="ctr"/>
            <a:r>
              <a:rPr lang="en-US" sz="6000" b="1" i="1" dirty="0">
                <a:solidFill>
                  <a:srgbClr val="FFB800"/>
                </a:solidFill>
                <a:latin typeface="Arial" panose="020B0604020202020204" pitchFamily="34" charset="0"/>
                <a:cs typeface="Arial" panose="020B0604020202020204" pitchFamily="34" charset="0"/>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rgbClr val="F0FDF4"/>
                </a:solidFill>
                <a:latin typeface="Arial" panose="020B0604020202020204" pitchFamily="34" charset="0"/>
                <a:cs typeface="Arial" panose="020B0604020202020204" pitchFamily="34" charset="0"/>
              </a:rPr>
              <a:t>BLESSED IS HE WHO COMES</a:t>
            </a:r>
          </a:p>
          <a:p>
            <a:pPr algn="ctr"/>
            <a:r>
              <a:rPr lang="en-US" sz="6000" b="1" dirty="0">
                <a:solidFill>
                  <a:srgbClr val="F0FDF4"/>
                </a:solidFill>
                <a:latin typeface="Arial" panose="020B0604020202020204" pitchFamily="34" charset="0"/>
                <a:cs typeface="Arial" panose="020B0604020202020204" pitchFamily="34" charset="0"/>
              </a:rPr>
              <a:t>IN THE NAME OF THE LORD.</a:t>
            </a:r>
          </a:p>
          <a:p>
            <a:pPr algn="ctr"/>
            <a:r>
              <a:rPr lang="en-US" sz="6000" b="1" i="1" dirty="0">
                <a:solidFill>
                  <a:srgbClr val="FFB800"/>
                </a:solidFill>
                <a:latin typeface="Arial" panose="020B0604020202020204" pitchFamily="34" charset="0"/>
                <a:cs typeface="Arial" panose="020B0604020202020204" pitchFamily="34" charset="0"/>
              </a:rPr>
              <a:t>HOSANNA IN THE HIGHEST(4X)</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Sanctus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solidFill>
                  <a:srgbClr val="F0FDF4"/>
                </a:solidFill>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The Mystery Of Faith</a:t>
            </a:r>
            <a:endParaRPr sz="5000" b="1" u="sng" dirty="0">
              <a:solidFill>
                <a:srgbClr val="86EFAC"/>
              </a:solidFill>
              <a:latin typeface="Georgia"/>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Eucharistic Prayer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solidFill>
                  <a:srgbClr val="F0FDF4"/>
                </a:solidFill>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Great Amen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solidFill>
                  <a:srgbClr val="FFB800"/>
                </a:solidFill>
                <a:latin typeface="Georgia"/>
              </a:defRPr>
            </a:pPr>
            <a:r>
              <a:rPr>
                <a:solidFill>
                  <a:srgbClr val="FFB800"/>
                </a:solidFill>
              </a:rP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OUR FATHER, WHO ART IN HEAVEN,</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HALLOWED BE YOUR NAME;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KINGDOM COME,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YOUR WILL BE DONE,</a:t>
            </a:r>
          </a:p>
          <a:p>
            <a:pPr algn="ctr">
              <a:lnSpc>
                <a:spcPts val="5500"/>
              </a:lnSpc>
              <a:defRPr sz="2600" b="0" i="0" u="none">
                <a:solidFill>
                  <a:srgbClr val="F0FDF4"/>
                </a:solidFill>
                <a:latin typeface="Arial"/>
              </a:defRPr>
            </a:pPr>
            <a:r>
              <a:rPr lang="en-US" sz="7000" b="1" dirty="0">
                <a:solidFill>
                  <a:srgbClr val="F0FDF4"/>
                </a:solidFill>
                <a:latin typeface="Arial" panose="020B0604020202020204" pitchFamily="34" charset="0"/>
                <a:cs typeface="Arial" panose="020B0604020202020204" pitchFamily="34" charset="0"/>
              </a:rPr>
              <a:t>ON EARTH AS IT IS IN HEAVEN.</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GIVE US THIS DAY OUR DAILY BREAD;</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FORGIVE US OUR TRESPASSES,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AS WE FORGIVE THOSE WHO TRESPASS AGAINST US;</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AND LEAD US NOT INTO TEMPTATION,</a:t>
            </a:r>
          </a:p>
          <a:p>
            <a:pPr algn="ctr">
              <a:lnSpc>
                <a:spcPts val="5500"/>
              </a:lnSpc>
              <a:defRPr sz="2600" b="0" i="0" u="none">
                <a:solidFill>
                  <a:srgbClr val="F0FDF4"/>
                </a:solidFill>
                <a:latin typeface="Arial"/>
              </a:defRPr>
            </a:pPr>
            <a:r>
              <a:rPr lang="en-US" sz="7000" b="1" i="1" dirty="0">
                <a:solidFill>
                  <a:srgbClr val="F0FDF4"/>
                </a:solidFill>
                <a:latin typeface="Arial" panose="020B0604020202020204" pitchFamily="34" charset="0"/>
                <a:cs typeface="Arial" panose="020B0604020202020204" pitchFamily="34" charset="0"/>
              </a:rPr>
              <a:t>BUT DELIVER US, DELIVER US FROM EVIL.</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FB800"/>
                </a:solidFill>
                <a:latin typeface="Arial"/>
              </a:defRPr>
            </a:pPr>
            <a:r>
              <a:rPr lang="en-US" sz="6600" dirty="0">
                <a:solidFill>
                  <a:srgbClr val="F0FDF4"/>
                </a:solidFill>
              </a:rPr>
              <a:t>Priest: </a:t>
            </a:r>
            <a:r>
              <a:rPr lang="en-US" sz="6600" i="1" dirty="0">
                <a:solidFill>
                  <a:srgbClr val="F0FDF4"/>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7000" dirty="0">
                <a:solidFill>
                  <a:srgbClr val="F0FDF4"/>
                </a:solidFill>
              </a:rPr>
              <a:t>FOR THE KINGDOM, THE POWER, AND THE GLORY ARE YOURS NOW AND FOR EVER.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solidFill>
                  <a:srgbClr val="F0FDF4"/>
                </a:solidFill>
                <a:latin typeface="Arial"/>
              </a:defRPr>
            </a:pPr>
            <a:r>
              <a:rPr lang="en-US" sz="9000" i="1" dirty="0">
                <a:solidFill>
                  <a:srgbClr val="F0FDF4"/>
                </a:solidFill>
              </a:rPr>
              <a:t>AMEN, AMEN, AMEN.</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Our Father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FFB800"/>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FFB800"/>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
        <p:nvSpPr>
          <p:cNvPr id="9" name="TextBox 8"/>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Sign of Peace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FFB800"/>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FFB800"/>
                </a:solidFill>
                <a:latin typeface="Georgia"/>
              </a:rPr>
              <a:t>Lamb of God</a:t>
            </a:r>
            <a:endParaRPr sz="3600" b="1" u="sng" dirty="0">
              <a:solidFill>
                <a:srgbClr val="86EFAC"/>
              </a:solidFill>
              <a:latin typeface="Georgia"/>
            </a:endParaRP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Lamb of God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FFB800"/>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Manalig Ka</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200" b="1" i="0">
                <a:solidFill>
                  <a:srgbClr val="FFFFFF"/>
                </a:solidFill>
                <a:latin typeface="Poppins"/>
              </a:rPr>
              <a:t>ILUOM LAHAT NG TAKOT SA IYONG DAMDAMIN</a:t>
            </a:r>
          </a:p>
          <a:p>
            <a:pPr algn="ctr">
              <a:lnSpc>
                <a:spcPct val="70000"/>
              </a:lnSpc>
            </a:pPr>
            <a:r>
              <a:rPr sz="7200" b="1" i="0">
                <a:solidFill>
                  <a:srgbClr val="FFFFFF"/>
                </a:solidFill>
                <a:latin typeface="Poppins"/>
              </a:rPr>
              <a:t>ANG PANGALAN N'YA LAGI ANG TAWAGIN</a:t>
            </a:r>
          </a:p>
          <a:p>
            <a:pPr algn="ctr">
              <a:lnSpc>
                <a:spcPct val="70000"/>
              </a:lnSpc>
            </a:pPr>
            <a:r>
              <a:rPr sz="7200" b="1" i="0">
                <a:solidFill>
                  <a:srgbClr val="FFFFFF"/>
                </a:solidFill>
                <a:latin typeface="Poppins"/>
              </a:rPr>
              <a:t>AT SIYA'Y NAKIKINIG</a:t>
            </a:r>
          </a:p>
          <a:p>
            <a:pPr algn="ctr">
              <a:lnSpc>
                <a:spcPct val="70000"/>
              </a:lnSpc>
            </a:pPr>
            <a:r>
              <a:rPr sz="7200" b="1" i="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6800" b="1" i="1">
                <a:solidFill>
                  <a:srgbClr val="FFFFFF"/>
                </a:solidFill>
                <a:latin typeface="Poppins"/>
              </a:rPr>
              <a:t>MAGMASID</a:t>
            </a:r>
          </a:p>
          <a:p>
            <a:pPr algn="ctr">
              <a:lnSpc>
                <a:spcPct val="70000"/>
              </a:lnSpc>
            </a:pPr>
            <a:r>
              <a:rPr sz="6800" b="1" i="1">
                <a:solidFill>
                  <a:srgbClr val="FFFFFF"/>
                </a:solidFill>
                <a:latin typeface="Poppins"/>
              </a:rPr>
              <a:t>AT MAMULAT SA KANYANG KAPANGYARIHAN</a:t>
            </a:r>
          </a:p>
          <a:p>
            <a:pPr algn="ctr">
              <a:lnSpc>
                <a:spcPct val="70000"/>
              </a:lnSpc>
            </a:pPr>
            <a:r>
              <a:rPr sz="6800" b="1" i="1">
                <a:solidFill>
                  <a:srgbClr val="FFFFFF"/>
                </a:solidFill>
                <a:latin typeface="Poppins"/>
              </a:rPr>
              <a:t>NABATID MO BA NA SIYA'Y NAGLALAAN</a:t>
            </a:r>
          </a:p>
          <a:p>
            <a:pPr algn="ctr">
              <a:lnSpc>
                <a:spcPct val="70000"/>
              </a:lnSpc>
            </a:pPr>
            <a:r>
              <a:rPr sz="6800" b="1" i="1">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6200" b="1" i="0">
                <a:solidFill>
                  <a:srgbClr val="FFFFFF"/>
                </a:solidFill>
                <a:latin typeface="Poppins"/>
              </a:rPr>
              <a:t>ANG NGAYON TILA WALANG MARARATING NA BUKAS</a:t>
            </a:r>
          </a:p>
          <a:p>
            <a:pPr algn="ctr">
              <a:lnSpc>
                <a:spcPct val="70000"/>
              </a:lnSpc>
            </a:pPr>
            <a:r>
              <a:rPr sz="6200" b="1" i="0">
                <a:solidFill>
                  <a:srgbClr val="FFFFFF"/>
                </a:solidFill>
                <a:latin typeface="Poppins"/>
              </a:rPr>
              <a:t>NGUNIT KUNG SIYA ANG ATING HAYAANG MAGLANDAS</a:t>
            </a:r>
          </a:p>
          <a:p>
            <a:pPr algn="ctr">
              <a:lnSpc>
                <a:spcPct val="70000"/>
              </a:lnSpc>
            </a:pPr>
            <a:r>
              <a:rPr sz="6200" b="1" i="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B800"/>
                </a:solidFill>
                <a:latin typeface="Poppins"/>
              </a:rPr>
              <a:t>MANALIG KA</a:t>
            </a:r>
          </a:p>
          <a:p>
            <a:pPr algn="ctr">
              <a:lnSpc>
                <a:spcPct val="70000"/>
              </a:lnSpc>
            </a:pPr>
            <a:r>
              <a:rPr sz="7400" b="1" i="1">
                <a:solidFill>
                  <a:srgbClr val="FFB800"/>
                </a:solidFill>
                <a:latin typeface="Poppins"/>
              </a:rPr>
              <a:t>TUYUIN ANG LUHA SA MGA MATA</a:t>
            </a:r>
          </a:p>
          <a:p>
            <a:pPr algn="ctr">
              <a:lnSpc>
                <a:spcPct val="70000"/>
              </a:lnSpc>
            </a:pPr>
            <a:r>
              <a:rPr sz="7400" b="1" i="1">
                <a:solidFill>
                  <a:srgbClr val="FFB800"/>
                </a:solidFill>
                <a:latin typeface="Poppins"/>
              </a:rPr>
              <a:t>HINDI SIYA PANAGINIP</a:t>
            </a:r>
          </a:p>
          <a:p>
            <a:pPr algn="ctr">
              <a:lnSpc>
                <a:spcPct val="70000"/>
              </a:lnSpc>
            </a:pPr>
            <a:r>
              <a:rPr sz="7400" b="1" i="1">
                <a:solidFill>
                  <a:srgbClr val="FFB800"/>
                </a:solidFill>
                <a:latin typeface="Poppins"/>
              </a:rPr>
              <a:t>HINDI SIYA ISANG PANGARAP</a:t>
            </a:r>
          </a:p>
          <a:p>
            <a:pPr algn="ctr">
              <a:lnSpc>
                <a:spcPct val="70000"/>
              </a:lnSpc>
            </a:pPr>
            <a:r>
              <a:rPr sz="7400" b="1" i="1">
                <a:solidFill>
                  <a:srgbClr val="FFB800"/>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200" b="1" i="0">
                <a:solidFill>
                  <a:srgbClr val="FFFFFF"/>
                </a:solidFill>
                <a:latin typeface="Poppins"/>
              </a:rPr>
              <a:t>MANALIG KA</a:t>
            </a:r>
          </a:p>
          <a:p>
            <a:pPr algn="ctr">
              <a:lnSpc>
                <a:spcPct val="70000"/>
              </a:lnSpc>
            </a:pPr>
            <a:r>
              <a:rPr sz="7200" b="1" i="0">
                <a:solidFill>
                  <a:srgbClr val="FFFFFF"/>
                </a:solidFill>
                <a:latin typeface="Poppins"/>
              </a:rPr>
              <a:t>TUYUIN ANG LUHA SA MGA MATA</a:t>
            </a:r>
          </a:p>
          <a:p>
            <a:pPr algn="ctr">
              <a:lnSpc>
                <a:spcPct val="70000"/>
              </a:lnSpc>
            </a:pPr>
            <a:r>
              <a:rPr sz="7200" b="1" i="0">
                <a:solidFill>
                  <a:srgbClr val="FFFFFF"/>
                </a:solidFill>
                <a:latin typeface="Poppins"/>
              </a:rPr>
              <a:t>HINDI SIYA NATUTULOG</a:t>
            </a:r>
          </a:p>
          <a:p>
            <a:pPr algn="ctr">
              <a:lnSpc>
                <a:spcPct val="70000"/>
              </a:lnSpc>
            </a:pPr>
            <a:r>
              <a:rPr sz="7200" b="1" i="0">
                <a:solidFill>
                  <a:srgbClr val="FFFFFF"/>
                </a:solidFill>
                <a:latin typeface="Poppins"/>
              </a:rPr>
              <a:t>HINDI NAKAKALIMOT</a:t>
            </a:r>
          </a:p>
          <a:p>
            <a:pPr algn="ctr">
              <a:lnSpc>
                <a:spcPct val="70000"/>
              </a:lnSpc>
            </a:pPr>
            <a:r>
              <a:rPr sz="7200" b="1" i="0">
                <a:solidFill>
                  <a:srgbClr val="FFFFFF"/>
                </a:solidFill>
                <a:latin typeface="Poppins"/>
              </a:rPr>
              <a:t>KAY HESUS MANALIG KA</a:t>
            </a:r>
          </a:p>
          <a:p>
            <a:pPr algn="ctr">
              <a:lnSpc>
                <a:spcPct val="70000"/>
              </a:lnSpc>
            </a:pPr>
            <a:r>
              <a:rPr sz="7200" b="1" i="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We Give Thee But Thine Own</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GIVE THEE BUT THINE OWN,</a:t>
            </a:r>
          </a:p>
          <a:p>
            <a:pPr algn="ctr">
              <a:lnSpc>
                <a:spcPct val="70000"/>
              </a:lnSpc>
            </a:pPr>
            <a:r>
              <a:rPr sz="7500" b="1" i="0">
                <a:solidFill>
                  <a:srgbClr val="FFFFFF"/>
                </a:solidFill>
                <a:latin typeface="Poppins"/>
              </a:rPr>
              <a:t>WHATE'ER THE GIFT MAY BE;</a:t>
            </a:r>
          </a:p>
          <a:p>
            <a:pPr algn="ctr">
              <a:lnSpc>
                <a:spcPct val="70000"/>
              </a:lnSpc>
            </a:pPr>
            <a:r>
              <a:rPr sz="7500" b="1" i="0">
                <a:solidFill>
                  <a:srgbClr val="FFFFFF"/>
                </a:solidFill>
                <a:latin typeface="Poppins"/>
              </a:rPr>
              <a:t>ALL THAT WE HAVE IS THINE ALONE,</a:t>
            </a:r>
          </a:p>
          <a:p>
            <a:pPr algn="ctr">
              <a:lnSpc>
                <a:spcPct val="70000"/>
              </a:lnSpc>
            </a:pPr>
            <a:r>
              <a:rPr sz="7500" b="1" i="0">
                <a:solidFill>
                  <a:srgbClr val="FFFFFF"/>
                </a:solidFill>
                <a:latin typeface="Poppins"/>
              </a:rPr>
              <a:t>A TRUST, O LORD, FROM THEE.</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MAY WE THY BOUNTIES THUS</a:t>
            </a:r>
          </a:p>
          <a:p>
            <a:pPr algn="ctr">
              <a:lnSpc>
                <a:spcPct val="70000"/>
              </a:lnSpc>
            </a:pPr>
            <a:r>
              <a:rPr sz="7500" b="1" i="1">
                <a:solidFill>
                  <a:srgbClr val="FFFFFF"/>
                </a:solidFill>
                <a:latin typeface="Poppins"/>
              </a:rPr>
              <a:t>AS STEWARDS TRUE RECEIVE,</a:t>
            </a:r>
          </a:p>
          <a:p>
            <a:pPr algn="ctr">
              <a:lnSpc>
                <a:spcPct val="70000"/>
              </a:lnSpc>
            </a:pPr>
            <a:r>
              <a:rPr sz="7500" b="1" i="1">
                <a:solidFill>
                  <a:srgbClr val="FFFFFF"/>
                </a:solidFill>
                <a:latin typeface="Poppins"/>
              </a:rPr>
              <a:t>AND GLADLY, AS THOU BLESSEST US,</a:t>
            </a:r>
          </a:p>
          <a:p>
            <a:pPr algn="ctr">
              <a:lnSpc>
                <a:spcPct val="70000"/>
              </a:lnSpc>
            </a:pPr>
            <a:r>
              <a:rPr sz="7500" b="1" i="1">
                <a:solidFill>
                  <a:srgbClr val="FFFFFF"/>
                </a:solidFill>
                <a:latin typeface="Poppins"/>
              </a:rPr>
              <a:t>TO THEE OUR FIRSTFRUITS GIVE.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TO COMFORT AND TO BLESS,</a:t>
            </a:r>
          </a:p>
          <a:p>
            <a:pPr algn="ctr">
              <a:lnSpc>
                <a:spcPct val="70000"/>
              </a:lnSpc>
            </a:pPr>
            <a:r>
              <a:rPr sz="7500" b="1" i="0">
                <a:solidFill>
                  <a:srgbClr val="FFFFFF"/>
                </a:solidFill>
                <a:latin typeface="Poppins"/>
              </a:rPr>
              <a:t>TO FIND A BALM FOR WOE,</a:t>
            </a:r>
          </a:p>
          <a:p>
            <a:pPr algn="ctr">
              <a:lnSpc>
                <a:spcPct val="70000"/>
              </a:lnSpc>
            </a:pPr>
            <a:r>
              <a:rPr sz="7500" b="1" i="0">
                <a:solidFill>
                  <a:srgbClr val="FFFFFF"/>
                </a:solidFill>
                <a:latin typeface="Poppins"/>
              </a:rPr>
              <a:t>TO TEND THE LONE AND FATHERLESS,</a:t>
            </a:r>
          </a:p>
          <a:p>
            <a:pPr algn="ctr">
              <a:lnSpc>
                <a:spcPct val="70000"/>
              </a:lnSpc>
            </a:pPr>
            <a:r>
              <a:rPr sz="7500" b="1" i="0">
                <a:solidFill>
                  <a:srgbClr val="FFFFFF"/>
                </a:solidFill>
                <a:latin typeface="Poppins"/>
              </a:rPr>
              <a:t>IS ANGELS' WORK BELOW.</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THE CAPTIVE TO RELEASE,</a:t>
            </a:r>
          </a:p>
          <a:p>
            <a:pPr algn="ctr">
              <a:lnSpc>
                <a:spcPct val="70000"/>
              </a:lnSpc>
            </a:pPr>
            <a:r>
              <a:rPr sz="7500" b="1" i="1">
                <a:solidFill>
                  <a:srgbClr val="FFFFFF"/>
                </a:solidFill>
                <a:latin typeface="Poppins"/>
              </a:rPr>
              <a:t>TO GOD THE LOST TO BRING,</a:t>
            </a:r>
          </a:p>
          <a:p>
            <a:pPr algn="ctr">
              <a:lnSpc>
                <a:spcPct val="70000"/>
              </a:lnSpc>
            </a:pPr>
            <a:r>
              <a:rPr sz="7500" b="1" i="1">
                <a:solidFill>
                  <a:srgbClr val="FFFFFF"/>
                </a:solidFill>
                <a:latin typeface="Poppins"/>
              </a:rPr>
              <a:t>TO TEACH THE WAY OF LIFE AND PEACE,</a:t>
            </a:r>
          </a:p>
          <a:p>
            <a:pPr algn="ctr">
              <a:lnSpc>
                <a:spcPct val="70000"/>
              </a:lnSpc>
            </a:pPr>
            <a:r>
              <a:rPr sz="7500" b="1" i="1">
                <a:solidFill>
                  <a:srgbClr val="FFFFFF"/>
                </a:solidFill>
                <a:latin typeface="Poppins"/>
              </a:rPr>
              <a:t>IT IS A CHRIST-LIKE THING.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Communion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The Communion Rite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solidFill>
                  <a:srgbClr val="F0FDF4"/>
                </a:solidFill>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solidFill>
                  <a:srgbClr val="F0FDF4"/>
                </a:solidFill>
                <a:latin typeface="Georgia" panose="02040502050405020303" pitchFamily="18" charset="0"/>
              </a:rPr>
              <a:t>to</a:t>
            </a:r>
            <a:br>
              <a:rPr lang="en-KR" sz="10000" dirty="0">
                <a:latin typeface="Georgia" panose="02040502050405020303" pitchFamily="18" charset="0"/>
              </a:rPr>
            </a:br>
            <a:r>
              <a:rPr lang="en-KR" sz="10000" dirty="0">
                <a:solidFill>
                  <a:srgbClr val="F0FDF4"/>
                </a:solidFill>
                <a:latin typeface="Georgia" panose="02040502050405020303" pitchFamily="18" charset="0"/>
              </a:rPr>
              <a:t>Gwangju Filipino Catholic Community</a:t>
            </a:r>
            <a:endParaRPr sz="10000" dirty="0">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Welcoming Newcomers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solidFill>
                  <a:srgbClr val="FFB800"/>
                </a:solidFill>
                <a:latin typeface="Georgia"/>
              </a:defRPr>
            </a:pPr>
            <a:r>
              <a:rPr>
                <a:solidFill>
                  <a:srgbClr val="FFB800"/>
                </a:solidFill>
              </a:rP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solidFill>
                  <a:srgbClr val="F0FDF4"/>
                </a:solidFill>
                <a:latin typeface="Arial Black" panose="020B0604020202020204" pitchFamily="34" charset="0"/>
                <a:cs typeface="Arial Black" panose="020B0604020202020204" pitchFamily="34" charset="0"/>
              </a:rPr>
              <a:t/>
            </a:r>
            <a:endParaRPr sz="10000" b="1" dirty="0">
              <a:latin typeface="Arial Black" panose="020B0604020202020204" pitchFamily="34" charset="0"/>
              <a:cs typeface="Arial Black" panose="020B0604020202020204" pitchFamily="34" charset="0"/>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lang="en-US" sz="5000" b="1" i="1" dirty="0">
                <a:solidFill>
                  <a:srgbClr val="F0FDF4"/>
                </a:solidFill>
                <a:latin typeface="Arial" panose="020B0604020202020204" pitchFamily="34" charset="0"/>
                <a:cs typeface="Arial" panose="020B0604020202020204" pitchFamily="34" charset="0"/>
              </a:rPr>
              <a:t>Sunday, June 21, 2026</a:t>
            </a:r>
            <a:endParaRPr sz="5000" b="1" i="1"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13" name="TextBox 12"/>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Mass Collection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solidFill>
                  <a:srgbClr val="F0FDF4"/>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solidFill>
                  <a:srgbClr val="FFB800"/>
                </a:solidFill>
                <a:latin typeface="Georgia" panose="02040502050405020303" pitchFamily="18" charset="0"/>
              </a:rPr>
              <a:t>Sacrament of Confession</a:t>
            </a:r>
            <a:endParaRPr u="sng" dirty="0">
              <a:solidFill>
                <a:srgbClr val="FFB800"/>
              </a:solidFill>
              <a:latin typeface="Georgia" panose="02040502050405020303" pitchFamily="18" charset="0"/>
            </a:endParaRP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Announcements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FFB800"/>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FFB800"/>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
        <p:nvSpPr>
          <p:cNvPr id="8" name="TextBox 7"/>
          <p:cNvSpPr txBox="1"/>
          <p:nvPr/>
        </p:nvSpPr>
        <p:spPr>
          <a:xfrm>
            <a:off x="914400" y="9418320"/>
            <a:ext cx="16459200" cy="777240"/>
          </a:xfrm>
          <a:prstGeom prst="rect">
            <a:avLst/>
          </a:prstGeom>
          <a:noFill/>
        </p:spPr>
        <p:txBody>
          <a:bodyPr wrap="square" lIns="109728" rIns="109728" tIns="73152" bIns="73152">
            <a:noAutofit/>
          </a:bodyPr>
          <a:lstStyle/>
          <a:p/>
          <a:p>
            <a:pPr algn="l">
              <a:spcBef>
                <a:spcPts val="200"/>
              </a:spcBef>
              <a:defRPr sz="1200" b="0" i="0" u="none">
                <a:solidFill>
                  <a:srgbClr val="FFB800"/>
                </a:solidFill>
                <a:latin typeface="Arial"/>
              </a:defRPr>
            </a:pPr>
            <a:r>
              <a:t>Final Blessing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r>
              <a:rPr sz="3850" b="1" u="sng">
                <a:solidFill>
                  <a:srgbClr val="FFB800"/>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ARE CALLED TO ACT WITH JUSTICE,</a:t>
            </a:r>
          </a:p>
          <a:p>
            <a:pPr algn="ctr">
              <a:lnSpc>
                <a:spcPct val="70000"/>
              </a:lnSpc>
            </a:pPr>
            <a:r>
              <a:rPr sz="7500" b="1" i="0">
                <a:solidFill>
                  <a:srgbClr val="FFFFFF"/>
                </a:solidFill>
                <a:latin typeface="Poppins"/>
              </a:rPr>
              <a:t>WE ARE CALLED TO LOVE TENDERLY;</a:t>
            </a:r>
          </a:p>
          <a:p>
            <a:pPr algn="ctr">
              <a:lnSpc>
                <a:spcPct val="70000"/>
              </a:lnSpc>
            </a:pPr>
            <a:r>
              <a:rPr sz="7500" b="1" i="0">
                <a:solidFill>
                  <a:srgbClr val="FFFFFF"/>
                </a:solidFill>
                <a:latin typeface="Poppins"/>
              </a:rPr>
              <a:t>WE ARE CALLED TO SERVE ONE ANOTHER,</a:t>
            </a:r>
          </a:p>
          <a:p>
            <a:pPr algn="ctr">
              <a:lnSpc>
                <a:spcPct val="70000"/>
              </a:lnSpc>
            </a:pPr>
            <a:r>
              <a:rPr sz="7500" b="1" i="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rIns="0" tIns="73152" bIns="73152" anchor="ctr">
            <a:noAutofit/>
          </a:bodyPr>
          <a:lstStyle/>
          <a:p>
            <a:pPr algn="ctr">
              <a:lnSpc>
                <a:spcPct val="70000"/>
              </a:lnSpc>
            </a:pPr>
            <a:r>
              <a:rPr sz="6600" b="1" i="1">
                <a:solidFill>
                  <a:srgbClr val="FFFFFF"/>
                </a:solidFill>
                <a:latin typeface="Poppins"/>
              </a:rPr>
              <a:t>COME! LIVE IN THE LIGHT!</a:t>
            </a:r>
          </a:p>
          <a:p>
            <a:pPr algn="ctr">
              <a:lnSpc>
                <a:spcPct val="70000"/>
              </a:lnSpc>
            </a:pPr>
            <a:r>
              <a:rPr sz="6600" b="1" i="1">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GOD OF DAYBREAK, GOD OF SHADOW,</a:t>
            </a:r>
          </a:p>
          <a:p>
            <a:pPr algn="ctr">
              <a:lnSpc>
                <a:spcPct val="70000"/>
              </a:lnSpc>
            </a:pPr>
            <a:r>
              <a:rPr sz="7500" b="1" i="0">
                <a:solidFill>
                  <a:srgbClr val="FFFFFF"/>
                </a:solidFill>
                <a:latin typeface="Poppins"/>
              </a:rPr>
              <a:t>COME INTO OUR RESTLESS LIVES;</a:t>
            </a:r>
          </a:p>
          <a:p>
            <a:pPr algn="ctr">
              <a:lnSpc>
                <a:spcPct val="70000"/>
              </a:lnSpc>
            </a:pPr>
            <a:r>
              <a:rPr sz="7500" b="1" i="0">
                <a:solidFill>
                  <a:srgbClr val="FFFFFF"/>
                </a:solidFill>
                <a:latin typeface="Poppins"/>
              </a:rPr>
              <a:t>LIFT FROM US THE FEAR OF SHADOWS,</a:t>
            </a:r>
          </a:p>
          <a:p>
            <a:pPr algn="ctr">
              <a:lnSpc>
                <a:spcPct val="70000"/>
              </a:lnSpc>
            </a:pPr>
            <a:r>
              <a:rPr sz="7500" b="1" i="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400" b="1" i="1">
                <a:solidFill>
                  <a:srgbClr val="FFFFFF"/>
                </a:solidFill>
                <a:latin typeface="Poppins"/>
              </a:rPr>
              <a:t>GOD OF NEWNESS, GOD OF FRESHNESS,</a:t>
            </a:r>
          </a:p>
          <a:p>
            <a:pPr algn="ctr">
              <a:lnSpc>
                <a:spcPct val="70000"/>
              </a:lnSpc>
            </a:pPr>
            <a:r>
              <a:rPr sz="7400" b="1" i="1">
                <a:solidFill>
                  <a:srgbClr val="FFFFFF"/>
                </a:solidFill>
                <a:latin typeface="Poppins"/>
              </a:rPr>
              <a:t>COME INTO OUR MORNING SONG:</a:t>
            </a:r>
          </a:p>
          <a:p>
            <a:pPr algn="ctr">
              <a:lnSpc>
                <a:spcPct val="70000"/>
              </a:lnSpc>
            </a:pPr>
            <a:r>
              <a:rPr sz="7400" b="1" i="1">
                <a:solidFill>
                  <a:srgbClr val="FFFFFF"/>
                </a:solidFill>
                <a:latin typeface="Poppins"/>
              </a:rPr>
              <a:t>GIVE TO US A NEW BEGINNING,</a:t>
            </a:r>
          </a:p>
          <a:p>
            <a:pPr algn="ctr">
              <a:lnSpc>
                <a:spcPct val="70000"/>
              </a:lnSpc>
            </a:pPr>
            <a:r>
              <a:rPr sz="7400" b="1" i="1">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442569"/>
            <a:ext cx="18288000" cy="4797856"/>
          </a:xfrm>
          <a:prstGeom prst="rect">
            <a:avLst/>
          </a:prstGeom>
          <a:noFill/>
        </p:spPr>
        <p:txBody>
          <a:bodyPr wrap="square" lIns="0" rIns="0" tIns="73152" bIns="73152" anchor="ctr">
            <a:noAutofit/>
          </a:bodyPr>
          <a:lstStyle/>
          <a:p>
            <a:pPr algn="ctr">
              <a:lnSpc>
                <a:spcPct val="70000"/>
              </a:lnSpc>
            </a:pPr>
            <a:r>
              <a:rPr sz="7500" b="1" i="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rIns="0" tIns="73152" bIns="73152" anchor="ctr">
            <a:noAutofit/>
          </a:bodyPr>
          <a:lstStyle/>
          <a:p>
            <a:pPr algn="ctr">
              <a:lnSpc>
                <a:spcPct val="70000"/>
              </a:lnSpc>
            </a:pPr>
            <a:r>
              <a:rPr sz="7500" b="1" i="1">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u="none">
                <a:solidFill>
                  <a:srgbClr val="FFB800"/>
                </a:solidFill>
                <a:latin typeface="Arial"/>
              </a:defRPr>
            </a:pPr>
            <a:r>
              <a:t>Recessional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A13"/>
            </a:gs>
            <a:gs pos="100000">
              <a:srgbClr val="689474"/>
            </a:gs>
          </a:gsLst>
          <a:lin scaled="0" ang="0"/>
        </a:gradFill>
        <a:effectLst/>
      </p:bgPr>
    </p:bg>
    <p:spTree>
      <p:nvGrpSpPr>
        <p:cNvPr id="1" name=""/>
        <p:cNvGrpSpPr/>
        <p:nvPr/>
      </p:nvGrpSpPr>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4732" y="2390241"/>
            <a:ext cx="4209897" cy="638251"/>
          </a:xfrm>
          <a:prstGeom prst="rect">
            <a:avLst/>
          </a:prstGeom>
          <a:noFill/>
        </p:spPr>
        <p:txBody>
          <a:bodyPr wrap="square" lIns="109728" rIns="109728" tIns="73152" bIns="73152" anchor="ctr">
            <a:noAutofit/>
          </a:bodyPr>
          <a:lstStyle/>
          <a:p>
            <a:pPr algn="ctr">
              <a:lnSpc>
                <a:spcPct val="108000"/>
              </a:lnSpc>
              <a:defRPr sz="3700" b="1" i="0" u="none">
                <a:solidFill>
                  <a:srgbClr val="FFEABF"/>
                </a:solidFill>
                <a:latin typeface="Arial"/>
              </a:defRPr>
            </a:pPr>
            <a:r>
              <a:t>MASS CELEBRANT:</a:t>
            </a:r>
          </a:p>
        </p:txBody>
      </p:sp>
      <p:sp>
        <p:nvSpPr>
          <p:cNvPr id="5" name="TextBox 4"/>
          <p:cNvSpPr txBox="1"/>
          <p:nvPr/>
        </p:nvSpPr>
        <p:spPr>
          <a:xfrm>
            <a:off x="267004" y="3053181"/>
            <a:ext cx="6589166" cy="1057046"/>
          </a:xfrm>
          <a:prstGeom prst="rect">
            <a:avLst/>
          </a:prstGeom>
          <a:noFill/>
        </p:spPr>
        <p:txBody>
          <a:bodyPr wrap="square" lIns="109728" rIns="109728" tIns="73152" bIns="73152" anchor="ctr">
            <a:noAutofit/>
          </a:bodyPr>
          <a:lstStyle/>
          <a:p>
            <a:pPr algn="ctr">
              <a:lnSpc>
                <a:spcPct val="108000"/>
              </a:lnSpc>
              <a:defRPr sz="3600" b="1" i="0" u="none">
                <a:solidFill>
                  <a:srgbClr val="FAF8F4"/>
                </a:solidFill>
                <a:latin typeface="Arial"/>
              </a:defRPr>
            </a:pPr>
            <a:r>
              <a:t>Rev. Fr. Jonrey Lauron, RCJ</a:t>
            </a:r>
          </a:p>
        </p:txBody>
      </p:sp>
      <p:sp>
        <p:nvSpPr>
          <p:cNvPr id="6" name="TextBox 5"/>
          <p:cNvSpPr txBox="1"/>
          <p:nvPr/>
        </p:nvSpPr>
        <p:spPr>
          <a:xfrm>
            <a:off x="267004" y="4429353"/>
            <a:ext cx="6589166" cy="868680"/>
          </a:xfrm>
          <a:prstGeom prst="rect">
            <a:avLst/>
          </a:prstGeom>
          <a:noFill/>
        </p:spPr>
        <p:txBody>
          <a:bodyPr wrap="square" lIns="109728" rIns="109728" tIns="73152" bIns="73152" anchor="ctr">
            <a:noAutofit/>
          </a:bodyPr>
          <a:lstStyle/>
          <a:p>
            <a:pPr algn="ctr">
              <a:lnSpc>
                <a:spcPct val="108000"/>
              </a:lnSpc>
              <a:defRPr sz="4700" b="1" i="1" u="none">
                <a:solidFill>
                  <a:srgbClr val="FAF8F4"/>
                </a:solidFill>
                <a:latin typeface="Arial"/>
              </a:defRPr>
            </a:pPr>
            <a:r>
              <a:t>YEAR A · 28 JUNE 2026</a:t>
            </a:r>
          </a:p>
        </p:txBody>
      </p:sp>
      <p:sp>
        <p:nvSpPr>
          <p:cNvPr id="7" name="TextBox 6"/>
          <p:cNvSpPr txBox="1"/>
          <p:nvPr/>
        </p:nvSpPr>
        <p:spPr>
          <a:xfrm>
            <a:off x="6900062" y="2390241"/>
            <a:ext cx="10775289" cy="2422245"/>
          </a:xfrm>
          <a:prstGeom prst="rect">
            <a:avLst/>
          </a:prstGeom>
          <a:noFill/>
        </p:spPr>
        <p:txBody>
          <a:bodyPr wrap="square" lIns="109728" rIns="109728" tIns="73152" bIns="73152" anchor="ctr">
            <a:noAutofit/>
          </a:bodyPr>
          <a:lstStyle/>
          <a:p>
            <a:pPr algn="ctr">
              <a:lnSpc>
                <a:spcPct val="108000"/>
              </a:lnSpc>
              <a:defRPr sz="3800" b="0" i="0" u="none">
                <a:solidFill>
                  <a:srgbClr val="EFEDEC"/>
                </a:solidFill>
                <a:latin typeface="Arial"/>
              </a:defRPr>
            </a:pPr>
            <a:r>
              <a:t>“He who loves father or mother more than me is not worthy of me;</a:t>
            </a:r>
          </a:p>
          <a:p>
            <a:pPr algn="ctr">
              <a:lnSpc>
                <a:spcPct val="108000"/>
              </a:lnSpc>
              <a:defRPr sz="3800" b="0" i="0" u="none">
                <a:solidFill>
                  <a:srgbClr val="EFEDEC"/>
                </a:solidFill>
                <a:latin typeface="Arial"/>
              </a:defRPr>
            </a:pPr>
            <a:r>
              <a:t>and he who loves son or daughter more than me isn't worthy of me.”</a:t>
            </a:r>
          </a:p>
        </p:txBody>
      </p:sp>
      <p:sp>
        <p:nvSpPr>
          <p:cNvPr id="8" name="TextBox 7"/>
          <p:cNvSpPr txBox="1"/>
          <p:nvPr/>
        </p:nvSpPr>
        <p:spPr>
          <a:xfrm>
            <a:off x="9378086" y="5801868"/>
            <a:ext cx="5819241" cy="705002"/>
          </a:xfrm>
          <a:prstGeom prst="rect">
            <a:avLst/>
          </a:prstGeom>
          <a:noFill/>
        </p:spPr>
        <p:txBody>
          <a:bodyPr wrap="square" lIns="109728" rIns="109728" tIns="73152" bIns="73152" anchor="ctr">
            <a:noAutofit/>
          </a:bodyPr>
          <a:lstStyle/>
          <a:p>
            <a:pPr algn="ctr">
              <a:lnSpc>
                <a:spcPct val="108000"/>
              </a:lnSpc>
              <a:defRPr sz="3500" b="1" i="0" u="none">
                <a:solidFill>
                  <a:srgbClr val="FFDE9E"/>
                </a:solidFill>
                <a:latin typeface="Arial"/>
              </a:defRPr>
            </a:pPr>
            <a:r>
              <a:t>GOSPEL (MATTHEW 10:37–42)</a:t>
            </a:r>
          </a:p>
        </p:txBody>
      </p:sp>
      <p:sp>
        <p:nvSpPr>
          <p:cNvPr id="9" name="TextBox 8"/>
          <p:cNvSpPr txBox="1"/>
          <p:nvPr/>
        </p:nvSpPr>
        <p:spPr>
          <a:xfrm>
            <a:off x="3195828" y="8411565"/>
            <a:ext cx="12362688" cy="1162202"/>
          </a:xfrm>
          <a:prstGeom prst="rect">
            <a:avLst/>
          </a:prstGeom>
          <a:noFill/>
        </p:spPr>
        <p:txBody>
          <a:bodyPr wrap="square" lIns="109728" rIns="109728" tIns="73152" bIns="73152" anchor="ctr">
            <a:noAutofit/>
          </a:bodyPr>
          <a:lstStyle/>
          <a:p>
            <a:pPr algn="ctr">
              <a:lnSpc>
                <a:spcPct val="108000"/>
              </a:lnSpc>
              <a:defRPr sz="6600" b="1" i="0" u="none">
                <a:solidFill>
                  <a:srgbClr val="FAF8F4"/>
                </a:solidFill>
                <a:latin typeface="Arial"/>
              </a:defRPr>
            </a:pPr>
            <a:r>
              <a:t>13th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