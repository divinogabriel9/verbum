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defRPr/>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defRPr/>
            </a:pPr>
            <a:r>
              <a:rPr b="0" i="1" lang="en-US" sz="4700" u="none" cap="none" strike="noStrike">
                <a:solidFill>
                  <a:srgbClr val="FFDA91"/>
                </a:solidFill>
                <a:latin typeface="Calibri"/>
                <a:ea typeface="Calibri"/>
                <a:cs typeface="Calibri"/>
                <a:sym typeface="Calibri"/>
              </a:rPr>
              <a:t>Thank you.</a:t>
            </a:r>
            <a:endParaRPr sz="4600"/>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603504"/>
            <a:ext cx="16459200" cy="658368"/>
          </a:xfrm>
          <a:prstGeom prst="rect">
            <a:avLst/>
          </a:prstGeom>
          <a:noFill/>
        </p:spPr>
        <p:txBody>
          <a:bodyPr wrap="square" lIns="109728" rIns="109728" tIns="73152" bIns="73152">
            <a:noAutofit/>
          </a:bodyPr>
          <a:lstStyle/>
          <a:p>
            <a:pPr algn="ctr">
              <a:lnSpc>
                <a:spcPct val="108000"/>
              </a:lnSpc>
              <a:defRPr sz="2800" b="1" i="0">
                <a:solidFill>
                  <a:srgbClr val="DCAA5A"/>
                </a:solidFill>
                <a:latin typeface="Aptos"/>
              </a:defRPr>
            </a:pPr>
            <a:r>
              <a:t>Test Mass</a:t>
            </a:r>
          </a:p>
        </p:txBody>
      </p:sp>
      <p:sp>
        <p:nvSpPr>
          <p:cNvPr id="3" name="TextBox 2"/>
          <p:cNvSpPr txBox="1"/>
          <p:nvPr/>
        </p:nvSpPr>
        <p:spPr>
          <a:xfrm>
            <a:off x="914400" y="1316736"/>
            <a:ext cx="16459200" cy="502920"/>
          </a:xfrm>
          <a:prstGeom prst="rect">
            <a:avLst/>
          </a:prstGeom>
          <a:noFill/>
        </p:spPr>
        <p:txBody>
          <a:bodyPr wrap="square" lIns="109728" rIns="109728" tIns="73152" bIns="73152">
            <a:noAutofit/>
          </a:bodyPr>
          <a:lstStyle/>
          <a:p>
            <a:pPr algn="ctr">
              <a:lnSpc>
                <a:spcPct val="108000"/>
              </a:lnSpc>
              <a:defRPr sz="2600" b="0" i="0">
                <a:solidFill>
                  <a:srgbClr val="9B9BA5"/>
                </a:solidFill>
                <a:latin typeface="Aptos"/>
              </a:defRPr>
            </a:pPr>
            <a:r>
              <a:t>2026-04-26</a:t>
            </a:r>
          </a:p>
        </p:txBody>
      </p:sp>
      <p:sp>
        <p:nvSpPr>
          <p:cNvPr id="4" name="TextBox 3"/>
          <p:cNvSpPr txBox="1"/>
          <p:nvPr/>
        </p:nvSpPr>
        <p:spPr>
          <a:xfrm>
            <a:off x="914400" y="2203704"/>
            <a:ext cx="16459200" cy="6071616"/>
          </a:xfrm>
          <a:prstGeom prst="rect">
            <a:avLst/>
          </a:prstGeom>
          <a:noFill/>
        </p:spPr>
        <p:txBody>
          <a:bodyPr wrap="square" lIns="109728" rIns="109728" tIns="73152" bIns="73152" anchor="ctr">
            <a:noAutofit/>
          </a:bodyPr>
          <a:lstStyle/>
          <a:p>
            <a:pPr algn="ctr">
              <a:lnSpc>
                <a:spcPct val="108000"/>
              </a:lnSpc>
              <a:defRPr sz="7200" b="1" i="0">
                <a:solidFill>
                  <a:srgbClr val="F5F5F5"/>
                </a:solidFill>
                <a:latin typeface="Aptos Display"/>
              </a:defRPr>
            </a:pPr>
            <a:r>
              <a:t>“For God so loved the world.”</a:t>
            </a:r>
          </a:p>
        </p:txBody>
      </p:sp>
      <p:sp>
        <p:nvSpPr>
          <p:cNvPr id="5" name="TextBox 4"/>
          <p:cNvSpPr txBox="1"/>
          <p:nvPr/>
        </p:nvSpPr>
        <p:spPr>
          <a:xfrm>
            <a:off x="914400" y="8458200"/>
            <a:ext cx="16459200" cy="457200"/>
          </a:xfrm>
          <a:prstGeom prst="rect">
            <a:avLst/>
          </a:prstGeom>
          <a:noFill/>
        </p:spPr>
        <p:txBody>
          <a:bodyPr wrap="square" lIns="109728" rIns="109728" tIns="73152" bIns="73152">
            <a:noAutofit/>
          </a:bodyPr>
          <a:lstStyle/>
          <a:p>
            <a:pPr algn="ctr">
              <a:lnSpc>
                <a:spcPct val="108000"/>
              </a:lnSpc>
              <a:defRPr sz="3000" b="0" i="0">
                <a:solidFill>
                  <a:srgbClr val="9B9BA5"/>
                </a:solidFill>
                <a:latin typeface="Aptos"/>
              </a:defRPr>
            </a:pPr>
            <a:r>
              <a:t>Jn 3:16</a:t>
            </a:r>
          </a:p>
        </p:txBody>
      </p:sp>
      <p:sp>
        <p:nvSpPr>
          <p:cNvPr id="6" name="TextBox 5"/>
          <p:cNvSpPr txBox="1"/>
          <p:nvPr/>
        </p:nvSpPr>
        <p:spPr>
          <a:xfrm>
            <a:off x="914400" y="9628632"/>
            <a:ext cx="16459200" cy="502920"/>
          </a:xfrm>
          <a:prstGeom prst="rect">
            <a:avLst/>
          </a:prstGeom>
          <a:noFill/>
        </p:spPr>
        <p:txBody>
          <a:bodyPr wrap="square" lIns="109728" rIns="109728" tIns="73152" bIns="73152">
            <a:noAutofit/>
          </a:bodyPr>
          <a:lstStyle/>
          <a:p>
            <a:pPr algn="ctr">
              <a:defRPr sz="1800" b="0" i="0">
                <a:solidFill>
                  <a:srgbClr val="9B9BA5"/>
                </a:solidFill>
                <a:latin typeface="Aptos"/>
              </a:defRPr>
            </a:pPr>
            <a:r>
              <a:t>Fr. Test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a:solidFill>
                  <a:srgbClr val="F5F5F5"/>
                </a:solidFill>
                <a:latin typeface="Calibri"/>
              </a:defRPr>
            </a:pPr>
            <a:r>
              <a:t>No Entrance hymn lyrics were selected. Choose one Entrance song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a:solidFill>
                  <a:srgbClr val="F5F5F5"/>
                </a:solidFill>
                <a:latin typeface="Calibri"/>
              </a:defRPr>
            </a:pPr>
            <a:r>
              <a:t>Fr. Test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500" b="1" i="1">
                <a:solidFill>
                  <a:srgbClr val="F5F5F5"/>
                </a:solidFill>
                <a:latin typeface="Calibri"/>
              </a:defRPr>
            </a:pPr>
            <a:r>
              <a:t>YEAR A · 26 APRIL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E5E5E7"/>
                </a:solidFill>
                <a:latin typeface="Calibri"/>
              </a:defRPr>
            </a:pPr>
            <a:r>
              <a:t>“For God so loved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E0B46E"/>
                </a:solidFill>
                <a:latin typeface="Calibri"/>
              </a:defRPr>
            </a:pPr>
            <a:r>
              <a:t>GOSPEL (JN 3:16)</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5F5F5"/>
                </a:solidFill>
                <a:latin typeface="Calibri"/>
              </a:defRPr>
            </a:pPr>
            <a:r>
              <a:t>Test Mass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In the Name of the Father, and of the Son, and of the Holy Spirit.</a:t>
            </a:r>
          </a:p>
          <a:p>
            <a:pPr algn="ctr">
              <a:spcBef>
                <a:spcPts val="400"/>
              </a:spcBef>
              <a:spcAft>
                <a:spcPts val="500"/>
              </a:spcAft>
              <a:defRPr sz="5500" b="1" i="0">
                <a:solidFill>
                  <a:srgbClr val="F5F5F5"/>
                </a:solidFill>
                <a:latin typeface="Calibri"/>
              </a:defRPr>
            </a:pPr>
            <a:r>
              <a:t>All: Amen.</a:t>
            </a:r>
          </a:p>
          <a:p>
            <a:pPr algn="ctr">
              <a:spcBef>
                <a:spcPts val="400"/>
              </a:spcBef>
              <a:spcAft>
                <a:spcPts val="500"/>
              </a:spcAft>
              <a:defRPr sz="5500" b="1" i="0">
                <a:solidFill>
                  <a:srgbClr val="DCAA5A"/>
                </a:solidFill>
                <a:latin typeface="Calibri"/>
              </a:defRPr>
            </a:pPr>
            <a:r>
              <a:t>Priest: The Lord be with you.</a:t>
            </a:r>
          </a:p>
          <a:p>
            <a:pPr algn="ctr">
              <a:spcBef>
                <a:spcPts val="400"/>
              </a:spcBef>
              <a:spcAft>
                <a:spcPts val="500"/>
              </a:spcAft>
              <a:defRPr sz="5500" b="1" i="0">
                <a:solidFill>
                  <a:srgbClr val="F5F5F5"/>
                </a:solidFill>
                <a:latin typeface="Calibri"/>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Introductory Rites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defRPr/>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defRPr/>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sp>
        <p:nvSpPr>
          <p:cNvPr id="151" name="TextBox 150"/>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Penitential Act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defRPr/>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defRPr/>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Penitential Act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4801154" y="1896595"/>
            <a:ext cx="9278336"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LORD, HAVE MERCY.</a:t>
            </a:r>
          </a:p>
        </p:txBody>
      </p:sp>
      <p:sp>
        <p:nvSpPr>
          <p:cNvPr name="TextBox 3" id="3"/>
          <p:cNvSpPr txBox="true"/>
          <p:nvPr/>
        </p:nvSpPr>
        <p:spPr>
          <a:xfrm rot="0">
            <a:off x="4801154" y="4666484"/>
            <a:ext cx="10374670"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CHRIST, HAVE MERCY.</a:t>
            </a:r>
          </a:p>
          <a:p>
            <a:pPr algn="l">
              <a:lnSpc>
                <a:spcPts val="5935"/>
              </a:lnSpc>
              <a:defRPr/>
            </a:pPr>
            <a:r>
              <a:rPr lang="en-US" b="1" sz="5600" spc="148">
                <a:solidFill>
                  <a:srgbClr val="FFFFFF"/>
                </a:solidFill>
                <a:latin typeface="Poppins Bold"/>
                <a:ea typeface="Poppins Bold"/>
                <a:cs typeface="Poppins Bold"/>
                <a:sym typeface="Poppins Bold"/>
              </a:rPr>
              <a:t>CHRIST,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CHRIST, HAVE MERCY.</a:t>
            </a:r>
          </a:p>
        </p:txBody>
      </p:sp>
      <p:sp>
        <p:nvSpPr>
          <p:cNvPr name="TextBox 4" id="4"/>
          <p:cNvSpPr txBox="true"/>
          <p:nvPr/>
        </p:nvSpPr>
        <p:spPr>
          <a:xfrm rot="0">
            <a:off x="4801154" y="7436374"/>
            <a:ext cx="9575679"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LORD, HAVE MERCY.</a:t>
            </a:r>
          </a:p>
        </p:txBody>
      </p:sp>
      <p:sp>
        <p:nvSpPr>
          <p:cNvPr name="TextBox 5" id="5"/>
          <p:cNvSpPr txBox="true"/>
          <p:nvPr/>
        </p:nvSpPr>
        <p:spPr>
          <a:xfrm rot="0">
            <a:off x="2874744" y="331003"/>
            <a:ext cx="12538511"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Kyrie Eleison</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Kyrie Eleison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896938"/>
            <a:ext cx="18288000" cy="4138869"/>
          </a:xfrm>
          <a:prstGeom prst="rect">
            <a:avLst/>
          </a:prstGeom>
        </p:spPr>
        <p:txBody>
          <a:bodyPr anchor="t" rtlCol="false" tIns="0" lIns="0" bIns="0" rIns="0">
            <a:spAutoFit/>
          </a:bodyPr>
          <a:lstStyle/>
          <a:p>
            <a:pPr algn="ctr">
              <a:lnSpc>
                <a:spcPts val="8123"/>
              </a:lnSpc>
              <a:defRPr/>
            </a:pPr>
            <a:r>
              <a:rPr lang="en-US" b="true" sz="5802">
                <a:solidFill>
                  <a:srgbClr val="FFB800"/>
                </a:solidFill>
                <a:latin typeface="Poppins Bold"/>
                <a:ea typeface="Poppins Bold"/>
                <a:cs typeface="Poppins Bold"/>
                <a:sym typeface="Poppins Bold"/>
              </a:rPr>
              <a:t>GLORY TO GOD! GLORY TO GOD!</a:t>
            </a:r>
          </a:p>
          <a:p>
            <a:pPr algn="ctr">
              <a:lnSpc>
                <a:spcPts val="8123"/>
              </a:lnSpc>
              <a:defRPr/>
            </a:pPr>
            <a:r>
              <a:rPr lang="en-US" b="true" sz="5802">
                <a:solidFill>
                  <a:srgbClr val="FFB800"/>
                </a:solidFill>
                <a:latin typeface="Poppins Bold"/>
                <a:ea typeface="Poppins Bold"/>
                <a:cs typeface="Poppins Bold"/>
                <a:sym typeface="Poppins Bold"/>
              </a:rPr>
              <a:t>GLORY TO GOD IN THE HIGHEST, </a:t>
            </a:r>
          </a:p>
          <a:p>
            <a:pPr algn="ctr">
              <a:lnSpc>
                <a:spcPts val="8123"/>
              </a:lnSpc>
              <a:defRPr/>
            </a:pPr>
            <a:r>
              <a:rPr lang="en-US" b="true" sz="5802">
                <a:solidFill>
                  <a:srgbClr val="FFB800"/>
                </a:solidFill>
                <a:latin typeface="Poppins Bold"/>
                <a:ea typeface="Poppins Bold"/>
                <a:cs typeface="Poppins Bold"/>
                <a:sym typeface="Poppins Bold"/>
              </a:rPr>
              <a:t>AND ON EARTH , PEACE ON EARTH,</a:t>
            </a:r>
          </a:p>
          <a:p>
            <a:pPr algn="ctr" marL="0" indent="0" lvl="0">
              <a:lnSpc>
                <a:spcPts val="8123"/>
              </a:lnSpc>
              <a:spcBef>
                <a:spcPct val="0"/>
              </a:spcBef>
              <a:defRPr/>
            </a:pPr>
            <a:r>
              <a:rPr lang="en-US" b="true" sz="5802">
                <a:solidFill>
                  <a:srgbClr val="FFB800"/>
                </a:solidFill>
                <a:latin typeface="Poppins Bold"/>
                <a:ea typeface="Poppins Bold"/>
                <a:cs typeface="Poppins Bold"/>
                <a:sym typeface="Poppins Bold"/>
              </a:rPr>
              <a:t>PEACE TO PEOPLE OF GOOD WILL!</a:t>
            </a:r>
          </a:p>
        </p:txBody>
      </p:sp>
      <p:sp>
        <p:nvSpPr>
          <p:cNvPr name="TextBox 3" id="3"/>
          <p:cNvSpPr txBox="true"/>
          <p:nvPr/>
        </p:nvSpPr>
        <p:spPr>
          <a:xfrm rot="0">
            <a:off x="0" y="5132070"/>
            <a:ext cx="18288000" cy="5074921"/>
          </a:xfrm>
          <a:prstGeom prst="rect">
            <a:avLst/>
          </a:prstGeom>
        </p:spPr>
        <p:txBody>
          <a:bodyPr anchor="t" rtlCol="false" tIns="0" lIns="0" bIns="0" rIns="0">
            <a:spAutoFit/>
          </a:bodyPr>
          <a:lstStyle/>
          <a:p>
            <a:pPr algn="ctr">
              <a:lnSpc>
                <a:spcPts val="7979"/>
              </a:lnSpc>
              <a:defRPr/>
            </a:pPr>
            <a:r>
              <a:rPr lang="en-US" b="true" sz="5699">
                <a:solidFill>
                  <a:srgbClr val="FFFFFF"/>
                </a:solidFill>
                <a:latin typeface="Poppins Bold"/>
                <a:ea typeface="Poppins Bold"/>
                <a:cs typeface="Poppins Bold"/>
                <a:sym typeface="Poppins Bold"/>
              </a:rPr>
              <a:t>WE PRAISE YOU, WE BLESS YOU,</a:t>
            </a:r>
          </a:p>
          <a:p>
            <a:pPr algn="ctr">
              <a:lnSpc>
                <a:spcPts val="7979"/>
              </a:lnSpc>
              <a:defRPr/>
            </a:pPr>
            <a:r>
              <a:rPr lang="en-US" b="true" sz="5699">
                <a:solidFill>
                  <a:srgbClr val="FFFFFF"/>
                </a:solidFill>
                <a:latin typeface="Poppins Bold"/>
                <a:ea typeface="Poppins Bold"/>
                <a:cs typeface="Poppins Bold"/>
                <a:sym typeface="Poppins Bold"/>
              </a:rPr>
              <a:t>WE ADORE YOU, WE GLORIFY YOU,</a:t>
            </a:r>
          </a:p>
          <a:p>
            <a:pPr algn="ctr">
              <a:lnSpc>
                <a:spcPts val="7979"/>
              </a:lnSpc>
              <a:defRPr/>
            </a:pPr>
            <a:r>
              <a:rPr lang="en-US" b="true" sz="5699">
                <a:solidFill>
                  <a:srgbClr val="FFFFFF"/>
                </a:solidFill>
                <a:latin typeface="Poppins Bold"/>
                <a:ea typeface="Poppins Bold"/>
                <a:cs typeface="Poppins Bold"/>
                <a:sym typeface="Poppins Bold"/>
              </a:rPr>
              <a:t>WE GIVE YOU THANKS FOR YOUR GREAT GLORY, LORD GOD, HEAVENLY KING,</a:t>
            </a:r>
          </a:p>
          <a:p>
            <a:pPr algn="ctr" marL="0" indent="0" lvl="0">
              <a:lnSpc>
                <a:spcPts val="7979"/>
              </a:lnSpc>
              <a:spcBef>
                <a:spcPct val="0"/>
              </a:spcBef>
              <a:defRPr/>
            </a:pPr>
            <a:r>
              <a:rPr lang="en-US" b="true" sz="5699">
                <a:solidFill>
                  <a:srgbClr val="FFFFFF"/>
                </a:solidFill>
                <a:latin typeface="Poppins Bold"/>
                <a:ea typeface="Poppins Bold"/>
                <a:cs typeface="Poppins Bold"/>
                <a:sym typeface="Poppins Bold"/>
              </a:rPr>
              <a:t>O GOD, ALMIGHTY FATHER. </a:t>
            </a:r>
          </a:p>
        </p:txBody>
      </p:sp>
      <p:sp>
        <p:nvSpPr>
          <p:cNvPr name="TextBox 4" id="4"/>
          <p:cNvSpPr txBox="true"/>
          <p:nvPr/>
        </p:nvSpPr>
        <p:spPr>
          <a:xfrm rot="0">
            <a:off x="2874744" y="118555"/>
            <a:ext cx="12538511" cy="921258"/>
          </a:xfrm>
          <a:prstGeom prst="rect">
            <a:avLst/>
          </a:prstGeom>
        </p:spPr>
        <p:txBody>
          <a:bodyPr anchor="t" rtlCol="false" tIns="0" lIns="0" bIns="0" rIns="0">
            <a:spAutoFit/>
          </a:bodyPr>
          <a:lstStyle/>
          <a:p>
            <a:pPr algn="ctr" marL="0" indent="0" lvl="0">
              <a:lnSpc>
                <a:spcPts val="7056"/>
              </a:lnSpc>
              <a:spcBef>
                <a:spcPct val="0"/>
              </a:spcBef>
              <a:defRPr/>
            </a:pPr>
            <a:r>
              <a:rPr lang="en-US" sz="3850">
                <a:solidFill>
                  <a:srgbClr val="FFB800"/>
                </a:solidFill>
                <a:latin typeface="Georgia"/>
                <a:ea typeface="Recoleta"/>
                <a:cs typeface="Recoleta"/>
                <a:sym typeface="Recoleta"/>
              </a:rPr>
              <a:t>Gloria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Gloria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819150"/>
            <a:ext cx="18288000" cy="18878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LORD JESUS CHRIST, ONLY BEGOTTEN SON, </a:t>
            </a:r>
          </a:p>
          <a:p>
            <a:pPr algn="ctr" marL="0" indent="0" lvl="0">
              <a:lnSpc>
                <a:spcPts val="7259"/>
              </a:lnSpc>
              <a:defRPr/>
            </a:pPr>
            <a:r>
              <a:rPr lang="en-US" b="true" sz="5999">
                <a:solidFill>
                  <a:srgbClr val="FFFFFF"/>
                </a:solidFill>
                <a:latin typeface="Poppins Bold"/>
                <a:ea typeface="Poppins Bold"/>
                <a:cs typeface="Poppins Bold"/>
                <a:sym typeface="Poppins Bold"/>
              </a:rPr>
              <a:t>LORD GOD, LAMB OF GOD, SON OF THE FATHER.</a:t>
            </a:r>
          </a:p>
        </p:txBody>
      </p:sp>
      <p:sp>
        <p:nvSpPr>
          <p:cNvPr name="TextBox 3" id="3"/>
          <p:cNvSpPr txBox="true"/>
          <p:nvPr/>
        </p:nvSpPr>
        <p:spPr>
          <a:xfrm rot="0">
            <a:off x="1076325" y="3306924"/>
            <a:ext cx="16898156" cy="6583553"/>
          </a:xfrm>
          <a:prstGeom prst="rect">
            <a:avLst/>
          </a:prstGeom>
        </p:spPr>
        <p:txBody>
          <a:bodyPr anchor="t" rtlCol="false" tIns="0" lIns="0" bIns="0" rIns="0">
            <a:spAutoFit/>
          </a:bodyPr>
          <a:lstStyle/>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HAVE MERCY ON US</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RECEIVE OUR PRAYER</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ARE SEATED AT THE RIGHT HAND,</a:t>
            </a:r>
          </a:p>
          <a:p>
            <a:pPr algn="l">
              <a:lnSpc>
                <a:spcPts val="7380"/>
              </a:lnSpc>
              <a:defRPr/>
            </a:pPr>
            <a:r>
              <a:rPr lang="en-US" sz="6099" b="true">
                <a:solidFill>
                  <a:srgbClr val="FFFFFF"/>
                </a:solidFill>
                <a:latin typeface="Poppins Bold"/>
                <a:ea typeface="Poppins Bold"/>
                <a:cs typeface="Poppins Bold"/>
                <a:sym typeface="Poppins Bold"/>
              </a:rPr>
              <a:t>THE RIGHT OF THE FATHER,</a:t>
            </a:r>
          </a:p>
          <a:p>
            <a:pPr algn="l" marL="0" indent="0" lvl="0">
              <a:lnSpc>
                <a:spcPts val="7380"/>
              </a:lnSpc>
              <a:defRPr/>
            </a:pPr>
            <a:r>
              <a:rPr lang="en-US" b="true" sz="6099">
                <a:solidFill>
                  <a:srgbClr val="FFB800"/>
                </a:solidFill>
                <a:latin typeface="Poppins Bold"/>
                <a:ea typeface="Poppins Bold"/>
                <a:cs typeface="Poppins Bold"/>
                <a:sym typeface="Poppins Bold"/>
              </a:rPr>
              <a:t>HAVE MERCY ON US</a:t>
            </a:r>
            <a:r>
              <a:rPr lang="en-US" b="true" sz="6099">
                <a:solidFill>
                  <a:srgbClr val="FFFFFF"/>
                </a:solidFill>
                <a:latin typeface="Poppins Bold"/>
                <a:ea typeface="Poppins Bold"/>
                <a:cs typeface="Poppins Bold"/>
                <a:sym typeface="Poppins Bold"/>
              </a:rPr>
              <a:t>. </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Gloria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5207256"/>
            <a:ext cx="18288000" cy="46310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FOR YOU ALONE ARE THE HOLY ONE, </a:t>
            </a:r>
          </a:p>
          <a:p>
            <a:pPr algn="ctr">
              <a:lnSpc>
                <a:spcPts val="7259"/>
              </a:lnSpc>
              <a:defRPr/>
            </a:pPr>
            <a:r>
              <a:rPr lang="en-US" b="true" sz="5999">
                <a:solidFill>
                  <a:srgbClr val="FFFFFF"/>
                </a:solidFill>
                <a:latin typeface="Poppins Bold"/>
                <a:ea typeface="Poppins Bold"/>
                <a:cs typeface="Poppins Bold"/>
                <a:sym typeface="Poppins Bold"/>
              </a:rPr>
              <a:t>YOU ALONE ARE THE LORD,</a:t>
            </a:r>
          </a:p>
          <a:p>
            <a:pPr algn="ctr">
              <a:lnSpc>
                <a:spcPts val="7259"/>
              </a:lnSpc>
              <a:defRPr/>
            </a:pPr>
            <a:r>
              <a:rPr lang="en-US" b="true" sz="5999">
                <a:solidFill>
                  <a:srgbClr val="FFFFFF"/>
                </a:solidFill>
                <a:latin typeface="Poppins Bold"/>
                <a:ea typeface="Poppins Bold"/>
                <a:cs typeface="Poppins Bold"/>
                <a:sym typeface="Poppins Bold"/>
              </a:rPr>
              <a:t>YOU ALONE ARE THE MOST HIGH,</a:t>
            </a:r>
          </a:p>
          <a:p>
            <a:pPr algn="ctr">
              <a:lnSpc>
                <a:spcPts val="7259"/>
              </a:lnSpc>
              <a:defRPr/>
            </a:pPr>
            <a:r>
              <a:rPr lang="en-US" b="true" sz="5999">
                <a:solidFill>
                  <a:srgbClr val="FFFFFF"/>
                </a:solidFill>
                <a:latin typeface="Poppins Bold"/>
                <a:ea typeface="Poppins Bold"/>
                <a:cs typeface="Poppins Bold"/>
                <a:sym typeface="Poppins Bold"/>
              </a:rPr>
              <a:t>J</a:t>
            </a:r>
            <a:r>
              <a:rPr lang="en-US" b="true" sz="5999">
                <a:solidFill>
                  <a:srgbClr val="FFFFFF"/>
                </a:solidFill>
                <a:latin typeface="Poppins Bold"/>
                <a:ea typeface="Poppins Bold"/>
                <a:cs typeface="Poppins Bold"/>
                <a:sym typeface="Poppins Bold"/>
              </a:rPr>
              <a:t>E</a:t>
            </a:r>
            <a:r>
              <a:rPr lang="en-US" b="true" sz="5999">
                <a:solidFill>
                  <a:srgbClr val="FFFFFF"/>
                </a:solidFill>
                <a:latin typeface="Poppins Bold"/>
                <a:ea typeface="Poppins Bold"/>
                <a:cs typeface="Poppins Bold"/>
                <a:sym typeface="Poppins Bold"/>
              </a:rPr>
              <a:t>S</a:t>
            </a:r>
            <a:r>
              <a:rPr lang="en-US" b="true" sz="5999">
                <a:solidFill>
                  <a:srgbClr val="FFFFFF"/>
                </a:solidFill>
                <a:latin typeface="Poppins Bold"/>
                <a:ea typeface="Poppins Bold"/>
                <a:cs typeface="Poppins Bold"/>
                <a:sym typeface="Poppins Bold"/>
              </a:rPr>
              <a:t>US</a:t>
            </a:r>
            <a:r>
              <a:rPr lang="en-US" b="true" sz="5999">
                <a:solidFill>
                  <a:srgbClr val="FFFFFF"/>
                </a:solidFill>
                <a:latin typeface="Poppins Bold"/>
                <a:ea typeface="Poppins Bold"/>
                <a:cs typeface="Poppins Bold"/>
                <a:sym typeface="Poppins Bold"/>
              </a:rPr>
              <a:t> CHRIST, WITH THE HOL</a:t>
            </a:r>
            <a:r>
              <a:rPr lang="en-US" b="true" sz="5999">
                <a:solidFill>
                  <a:srgbClr val="FFFFFF"/>
                </a:solidFill>
                <a:latin typeface="Poppins Bold"/>
                <a:ea typeface="Poppins Bold"/>
                <a:cs typeface="Poppins Bold"/>
                <a:sym typeface="Poppins Bold"/>
              </a:rPr>
              <a:t>Y</a:t>
            </a:r>
            <a:r>
              <a:rPr lang="en-US" b="true" sz="5999">
                <a:solidFill>
                  <a:srgbClr val="FFFFFF"/>
                </a:solidFill>
                <a:latin typeface="Poppins Bold"/>
                <a:ea typeface="Poppins Bold"/>
                <a:cs typeface="Poppins Bold"/>
                <a:sym typeface="Poppins Bold"/>
              </a:rPr>
              <a:t> SPIRIT,</a:t>
            </a:r>
          </a:p>
          <a:p>
            <a:pPr algn="ctr" marL="0" indent="0" lvl="0">
              <a:lnSpc>
                <a:spcPts val="7259"/>
              </a:lnSpc>
              <a:defRPr/>
            </a:pPr>
            <a:r>
              <a:rPr lang="en-US" b="true" sz="5999">
                <a:solidFill>
                  <a:srgbClr val="FFFFFF"/>
                </a:solidFill>
                <a:latin typeface="Poppins Bold"/>
                <a:ea typeface="Poppins Bold"/>
                <a:cs typeface="Poppins Bold"/>
                <a:sym typeface="Poppins Bold"/>
              </a:rPr>
              <a:t>IN THE GLORY</a:t>
            </a:r>
            <a:r>
              <a:rPr lang="en-US" b="true" sz="5999">
                <a:solidFill>
                  <a:srgbClr val="FFFFFF"/>
                </a:solidFill>
                <a:latin typeface="Poppins Bold"/>
                <a:ea typeface="Poppins Bold"/>
                <a:cs typeface="Poppins Bold"/>
                <a:sym typeface="Poppins Bold"/>
              </a:rPr>
              <a:t> OF GOD THE FATHER. </a:t>
            </a:r>
          </a:p>
        </p:txBody>
      </p:sp>
      <p:sp>
        <p:nvSpPr>
          <p:cNvPr name="TextBox 6" id="6"/>
          <p:cNvSpPr txBox="true"/>
          <p:nvPr/>
        </p:nvSpPr>
        <p:spPr>
          <a:xfrm rot="0">
            <a:off x="0" y="521018"/>
            <a:ext cx="18288000" cy="4276664"/>
          </a:xfrm>
          <a:prstGeom prst="rect">
            <a:avLst/>
          </a:prstGeom>
        </p:spPr>
        <p:txBody>
          <a:bodyPr anchor="t" rtlCol="false" tIns="0" lIns="0" bIns="0" rIns="0">
            <a:spAutoFit/>
          </a:bodyPr>
          <a:lstStyle/>
          <a:p>
            <a:pPr algn="ctr">
              <a:lnSpc>
                <a:spcPts val="8403"/>
              </a:lnSpc>
              <a:defRPr/>
            </a:pPr>
            <a:r>
              <a:rPr lang="en-US" b="true" sz="6002">
                <a:solidFill>
                  <a:srgbClr val="FFB800"/>
                </a:solidFill>
                <a:latin typeface="Poppins Bold"/>
                <a:ea typeface="Poppins Bold"/>
                <a:cs typeface="Poppins Bold"/>
                <a:sym typeface="Poppins Bold"/>
              </a:rPr>
              <a:t>GLORY TO GOD! GLORY TO GOD!</a:t>
            </a:r>
          </a:p>
          <a:p>
            <a:pPr algn="ctr">
              <a:lnSpc>
                <a:spcPts val="8403"/>
              </a:lnSpc>
              <a:defRPr/>
            </a:pPr>
            <a:r>
              <a:rPr lang="en-US" b="true" sz="6002">
                <a:solidFill>
                  <a:srgbClr val="FFB800"/>
                </a:solidFill>
                <a:latin typeface="Poppins Bold"/>
                <a:ea typeface="Poppins Bold"/>
                <a:cs typeface="Poppins Bold"/>
                <a:sym typeface="Poppins Bold"/>
              </a:rPr>
              <a:t>GLORY TO GOD IN THE HIGHEST, </a:t>
            </a:r>
          </a:p>
          <a:p>
            <a:pPr algn="ctr">
              <a:lnSpc>
                <a:spcPts val="8403"/>
              </a:lnSpc>
              <a:defRPr/>
            </a:pPr>
            <a:r>
              <a:rPr lang="en-US" b="true" sz="6002">
                <a:solidFill>
                  <a:srgbClr val="FFB800"/>
                </a:solidFill>
                <a:latin typeface="Poppins Bold"/>
                <a:ea typeface="Poppins Bold"/>
                <a:cs typeface="Poppins Bold"/>
                <a:sym typeface="Poppins Bold"/>
              </a:rPr>
              <a:t>AND ON EARTH , PEACE ON EARTH,</a:t>
            </a:r>
          </a:p>
          <a:p>
            <a:pPr algn="ctr" marL="0" indent="0" lvl="0">
              <a:lnSpc>
                <a:spcPts val="8403"/>
              </a:lnSpc>
              <a:spcBef>
                <a:spcPct val="0"/>
              </a:spcBef>
              <a:defRPr/>
            </a:pPr>
            <a:r>
              <a:rPr lang="en-US" b="true" sz="60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Gloria (3/4)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7432051"/>
            <a:ext cx="18288000" cy="1417701"/>
          </a:xfrm>
          <a:prstGeom prst="rect">
            <a:avLst/>
          </a:prstGeom>
        </p:spPr>
        <p:txBody>
          <a:bodyPr anchor="t" rtlCol="false" tIns="0" lIns="0" bIns="0" rIns="0">
            <a:spAutoFit/>
          </a:bodyPr>
          <a:lstStyle/>
          <a:p>
            <a:pPr algn="ctr" marL="0" indent="0" lvl="0">
              <a:lnSpc>
                <a:spcPts val="10526"/>
              </a:lnSpc>
              <a:defRPr/>
            </a:pPr>
            <a:r>
              <a:rPr lang="en-US" b="true" sz="8699">
                <a:solidFill>
                  <a:srgbClr val="FFFFFF"/>
                </a:solidFill>
                <a:latin typeface="Poppins Bold"/>
                <a:ea typeface="Poppins Bold"/>
                <a:cs typeface="Poppins Bold"/>
                <a:sym typeface="Poppins Bold"/>
              </a:rPr>
              <a:t>AMEN, AMEN, AMEN!</a:t>
            </a:r>
          </a:p>
        </p:txBody>
      </p:sp>
      <p:sp>
        <p:nvSpPr>
          <p:cNvPr name="TextBox 6" id="6"/>
          <p:cNvSpPr txBox="true"/>
          <p:nvPr/>
        </p:nvSpPr>
        <p:spPr>
          <a:xfrm rot="0">
            <a:off x="0" y="1724273"/>
            <a:ext cx="18288000" cy="5122485"/>
          </a:xfrm>
          <a:prstGeom prst="rect">
            <a:avLst/>
          </a:prstGeom>
        </p:spPr>
        <p:txBody>
          <a:bodyPr anchor="t" rtlCol="false" tIns="0" lIns="0" bIns="0" rIns="0">
            <a:spAutoFit/>
          </a:bodyPr>
          <a:lstStyle/>
          <a:p>
            <a:pPr algn="ctr">
              <a:lnSpc>
                <a:spcPts val="10083"/>
              </a:lnSpc>
              <a:defRPr/>
            </a:pPr>
            <a:r>
              <a:rPr lang="en-US" b="true" sz="7202">
                <a:solidFill>
                  <a:srgbClr val="FFB800"/>
                </a:solidFill>
                <a:latin typeface="Poppins Bold"/>
                <a:ea typeface="Poppins Bold"/>
                <a:cs typeface="Poppins Bold"/>
                <a:sym typeface="Poppins Bold"/>
              </a:rPr>
              <a:t>GLORY TO GOD! GLORY TO GOD!</a:t>
            </a:r>
          </a:p>
          <a:p>
            <a:pPr algn="ctr">
              <a:lnSpc>
                <a:spcPts val="10083"/>
              </a:lnSpc>
              <a:defRPr/>
            </a:pPr>
            <a:r>
              <a:rPr lang="en-US" b="true" sz="7202">
                <a:solidFill>
                  <a:srgbClr val="FFB800"/>
                </a:solidFill>
                <a:latin typeface="Poppins Bold"/>
                <a:ea typeface="Poppins Bold"/>
                <a:cs typeface="Poppins Bold"/>
                <a:sym typeface="Poppins Bold"/>
              </a:rPr>
              <a:t>GLORY TO GOD IN THE HIGHEST, </a:t>
            </a:r>
          </a:p>
          <a:p>
            <a:pPr algn="ctr">
              <a:lnSpc>
                <a:spcPts val="10083"/>
              </a:lnSpc>
              <a:defRPr/>
            </a:pPr>
            <a:r>
              <a:rPr lang="en-US" b="true" sz="7202">
                <a:solidFill>
                  <a:srgbClr val="FFB800"/>
                </a:solidFill>
                <a:latin typeface="Poppins Bold"/>
                <a:ea typeface="Poppins Bold"/>
                <a:cs typeface="Poppins Bold"/>
                <a:sym typeface="Poppins Bold"/>
              </a:rPr>
              <a:t>AND ON EARTH , PEACE ON EARTH,</a:t>
            </a:r>
          </a:p>
          <a:p>
            <a:pPr algn="ctr" marL="0" indent="0" lvl="0">
              <a:lnSpc>
                <a:spcPts val="10083"/>
              </a:lnSpc>
              <a:spcBef>
                <a:spcPct val="0"/>
              </a:spcBef>
              <a:defRPr/>
            </a:pPr>
            <a:r>
              <a:rPr lang="en-US" b="true" sz="72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Gloria (4/4)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Let us pray.</a:t>
            </a:r>
          </a:p>
          <a:p>
            <a:pPr algn="ctr">
              <a:spcBef>
                <a:spcPts val="400"/>
              </a:spcBef>
              <a:spcAft>
                <a:spcPts val="500"/>
              </a:spcAft>
              <a:defRPr sz="5500" b="1" i="0">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Word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Freeform 2" id="2"/>
          <p:cNvSpPr/>
          <p:nvPr/>
        </p:nvSpPr>
        <p:spPr>
          <a:xfrm flipH="false" flipV="false" rot="0">
            <a:off x="1169152" y="0"/>
            <a:ext cx="15911596" cy="10287000"/>
          </a:xfrm>
          <a:custGeom>
            <a:avLst/>
            <a:gdLst/>
            <a:ahLst/>
            <a:cxnLst/>
            <a:rect r="r" b="b" t="t" l="l"/>
            <a:pathLst>
              <a:path h="10287000" w="15911596">
                <a:moveTo>
                  <a:pt x="0" y="0"/>
                </a:moveTo>
                <a:lnTo>
                  <a:pt x="15911596" y="0"/>
                </a:lnTo>
                <a:lnTo>
                  <a:pt x="15911596" y="10287000"/>
                </a:lnTo>
                <a:lnTo>
                  <a:pt x="0" y="10287000"/>
                </a:lnTo>
                <a:lnTo>
                  <a:pt x="0" y="0"/>
                </a:lnTo>
                <a:close/>
              </a:path>
            </a:pathLst>
          </a:custGeom>
          <a:blipFill>
            <a:blip r:embed="rId2"/>
            <a:stretch>
              <a:fillRect l="-21108" t="-9103" r="-22046" b="-15449"/>
            </a:stretch>
          </a:blipFill>
        </p:spPr>
        <p:txBody>
          <a:bodyPr/>
          <a:p/>
        </p:txBody>
      </p:sp>
      <p:sp>
        <p:nvSpPr>
          <p:cNvPr name="Freeform 3" id="3"/>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alphaModFix amt="5000"/>
            </a:blip>
            <a:stretch>
              <a:fillRect l="0" t="-9222" r="0" b="-9222"/>
            </a:stretch>
          </a:blipFill>
        </p:spPr>
        <p:txBody>
          <a:bodyPr/>
          <a:p/>
        </p:txBody>
      </p:sp>
      <p:grpSp>
        <p:nvGrpSpPr>
          <p:cNvPr name="Group 4" id="4"/>
          <p:cNvGrpSpPr/>
          <p:nvPr/>
        </p:nvGrpSpPr>
        <p:grpSpPr>
          <a:xfrm rot="0">
            <a:off x="3003205" y="-743441"/>
            <a:ext cx="12434531" cy="8229600"/>
            <a:chOff x="0" y="0"/>
            <a:chExt cx="16579375" cy="10972800"/>
          </a:xfrm>
        </p:grpSpPr>
        <p:sp>
          <p:nvSpPr>
            <p:cNvPr name="Freeform 5" id="5"/>
            <p:cNvSpPr/>
            <p:nvPr/>
          </p:nvSpPr>
          <p:spPr>
            <a:xfrm flipH="false" flipV="false" rot="0">
              <a:off x="903946" y="0"/>
              <a:ext cx="15675429" cy="10972800"/>
            </a:xfrm>
            <a:custGeom>
              <a:avLst/>
              <a:gdLst/>
              <a:ahLst/>
              <a:cxnLst/>
              <a:rect r="r" b="b" t="t" l="l"/>
              <a:pathLst>
                <a:path h="10972800" w="15675429">
                  <a:moveTo>
                    <a:pt x="0" y="0"/>
                  </a:moveTo>
                  <a:lnTo>
                    <a:pt x="15675429" y="0"/>
                  </a:lnTo>
                  <a:lnTo>
                    <a:pt x="15675429" y="10972800"/>
                  </a:lnTo>
                  <a:lnTo>
                    <a:pt x="0" y="10972800"/>
                  </a:lnTo>
                  <a:lnTo>
                    <a:pt x="0" y="0"/>
                  </a:lnTo>
                  <a:close/>
                </a:path>
              </a:pathLst>
            </a:custGeom>
            <a:blipFill>
              <a:blip r:embed="rId4"/>
              <a:stretch>
                <a:fillRect l="0" t="0" r="0" b="0"/>
              </a:stretch>
            </a:blipFill>
          </p:spPr>
        </p:sp>
        <p:sp>
          <p:nvSpPr>
            <p:cNvPr name="TextBox 6" id="6"/>
            <p:cNvSpPr txBox="true"/>
            <p:nvPr/>
          </p:nvSpPr>
          <p:spPr>
            <a:xfrm rot="0">
              <a:off x="0" y="3255578"/>
              <a:ext cx="16375454" cy="5875160"/>
            </a:xfrm>
            <a:prstGeom prst="rect">
              <a:avLst/>
            </a:prstGeom>
          </p:spPr>
          <p:txBody>
            <a:bodyPr anchor="t" rtlCol="false" tIns="0" lIns="0" bIns="0" rIns="0">
              <a:spAutoFit/>
            </a:bodyPr>
            <a:lstStyle/>
            <a:p>
              <a:pPr algn="ctr" marL="0" indent="0" lvl="0">
                <a:lnSpc>
                  <a:spcPts val="17450"/>
                </a:lnSpc>
                <a:spcBef>
                  <a:spcPct val="0"/>
                </a:spcBef>
              </a:pPr>
              <a:r>
                <a:rPr lang="en-US" sz="14541" spc="-290" strike="noStrike" u="none">
                  <a:solidFill>
                    <a:srgbClr val="FFB800"/>
                  </a:solidFill>
                  <a:latin typeface="TAN Aegean"/>
                  <a:ea typeface="TAN Aegean"/>
                  <a:cs typeface="TAN Aegean"/>
                  <a:sym typeface="TAN Aegean"/>
                </a:rPr>
                <a:t>Liturgy of the Word</a:t>
              </a:r>
            </a:p>
          </p:txBody>
        </p:sp>
        <p:sp>
          <p:nvSpPr>
            <p:cNvPr name="TextBox 7" id="7"/>
            <p:cNvSpPr txBox="true"/>
            <p:nvPr/>
          </p:nvSpPr>
          <p:spPr>
            <a:xfrm rot="0">
              <a:off x="127000" y="3153978"/>
              <a:ext cx="16375454" cy="5875160"/>
            </a:xfrm>
            <a:prstGeom prst="rect">
              <a:avLst/>
            </a:prstGeom>
          </p:spPr>
          <p:txBody>
            <a:bodyPr anchor="t" rtlCol="false" tIns="0" lIns="0" bIns="0" rIns="0">
              <a:spAutoFit/>
            </a:bodyPr>
            <a:lstStyle/>
            <a:p>
              <a:pPr algn="ctr" marL="0" indent="0" lvl="0">
                <a:lnSpc>
                  <a:spcPts val="17450"/>
                </a:lnSpc>
                <a:spcBef>
                  <a:spcPct val="0"/>
                </a:spcBef>
              </a:pPr>
              <a:r>
                <a:rPr lang="en-US" sz="14541" spc="-290" strike="noStrike" u="none">
                  <a:solidFill>
                    <a:srgbClr val="FFFFFF"/>
                  </a:solidFill>
                  <a:latin typeface="TAN Aegean"/>
                  <a:ea typeface="TAN Aegean"/>
                  <a:cs typeface="TAN Aegean"/>
                  <a:sym typeface="TAN Aegean"/>
                </a:rPr>
                <a:t>Liturgy of the Word</a:t>
              </a:r>
            </a:p>
          </p:txBody>
        </p:sp>
        <p:sp>
          <p:nvSpPr>
            <p:cNvPr name="TextBox 8" id="8"/>
            <p:cNvSpPr txBox="true"/>
            <p:nvPr/>
          </p:nvSpPr>
          <p:spPr>
            <a:xfrm rot="0">
              <a:off x="50800" y="3204778"/>
              <a:ext cx="16375454" cy="5875160"/>
            </a:xfrm>
            <a:prstGeom prst="rect">
              <a:avLst/>
            </a:prstGeom>
          </p:spPr>
          <p:txBody>
            <a:bodyPr anchor="t" rtlCol="false" tIns="0" lIns="0" bIns="0" rIns="0">
              <a:spAutoFit/>
            </a:bodyPr>
            <a:lstStyle/>
            <a:p>
              <a:pPr algn="ctr" marL="0" indent="0" lvl="0">
                <a:lnSpc>
                  <a:spcPts val="17450"/>
                </a:lnSpc>
                <a:spcBef>
                  <a:spcPct val="0"/>
                </a:spcBef>
              </a:pPr>
              <a:r>
                <a:rPr lang="en-US" sz="14541" spc="-290" strike="noStrike" u="none">
                  <a:gradFill>
                    <a:gsLst>
                      <a:gs pos="0">
                        <a:srgbClr val="FFDE59">
                          <a:alpha val="100000"/>
                        </a:srgbClr>
                      </a:gs>
                      <a:gs pos="100000">
                        <a:srgbClr val="FF914D">
                          <a:alpha val="100000"/>
                        </a:srgbClr>
                      </a:gs>
                    </a:gsLst>
                    <a:lin ang="0"/>
                  </a:gradFill>
                  <a:latin typeface="TAN Aegean"/>
                  <a:ea typeface="TAN Aegean"/>
                  <a:cs typeface="TAN Aegean"/>
                  <a:sym typeface="TAN Aegean"/>
                </a:rPr>
                <a:t>Liturgy of the Word</a:t>
              </a:r>
            </a:p>
          </p:txBody>
        </p:sp>
      </p:grpSp>
      <p:sp>
        <p:nvSpPr>
          <p:cNvPr id="9" name="TextBox 8"/>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Word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a:solidFill>
                  <a:srgbClr val="DCAA5A"/>
                </a:solidFill>
                <a:latin typeface="Calibri"/>
              </a:defRPr>
            </a:pPr>
            <a:r>
              <a:t>Liturgy of the Word</a:t>
            </a:r>
          </a:p>
          <a:p>
            <a:pPr algn="ctr">
              <a:spcAft>
                <a:spcPts val="1600"/>
              </a:spcAft>
              <a:defRPr sz="5500" b="1" i="0">
                <a:solidFill>
                  <a:srgbClr val="DCAA5A"/>
                </a:solidFill>
                <a:latin typeface="Calibri"/>
              </a:defRPr>
            </a:pPr>
            <a:r>
              <a:t>First Reading</a:t>
            </a:r>
          </a:p>
          <a:p>
            <a:pPr algn="ctr">
              <a:defRPr sz="5500" b="0" i="0">
                <a:solidFill>
                  <a:srgbClr val="F5F5F5"/>
                </a:solidFill>
                <a:latin typeface="Calibri"/>
              </a:defRPr>
            </a:pPr>
            <a:r>
              <a: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Word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a:solidFill>
                  <a:srgbClr val="DCAA5A"/>
                </a:solidFill>
                <a:latin typeface="Calibri"/>
              </a:defRPr>
            </a:pPr>
            <a:r>
              <a:t>Liturgy of the Word</a:t>
            </a:r>
          </a:p>
          <a:p>
            <a:pPr algn="ctr">
              <a:spcAft>
                <a:spcPts val="1200"/>
              </a:spcAft>
              <a:defRPr sz="5500" b="1" i="0">
                <a:solidFill>
                  <a:srgbClr val="DCAA5A"/>
                </a:solidFill>
                <a:latin typeface="Calibri"/>
              </a:defRPr>
            </a:pPr>
            <a:r>
              <a:t>Responsorial Psalm</a:t>
            </a:r>
            <a:br/>
            <a:r>
              <a: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5F5F5"/>
                </a:solidFill>
                <a:latin typeface="Calibri"/>
              </a:defRPr>
            </a:pPr>
            <a:r>
              <a:t>ALLELUIA! ALLELUIA! ALLELUIA!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Gospel Acclamation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The Lord be with you.</a:t>
            </a:r>
          </a:p>
          <a:p>
            <a:pPr algn="ctr">
              <a:spcBef>
                <a:spcPts val="400"/>
              </a:spcBef>
              <a:spcAft>
                <a:spcPts val="500"/>
              </a:spcAft>
              <a:defRPr sz="5500" b="1" i="0">
                <a:solidFill>
                  <a:srgbClr val="F5F5F5"/>
                </a:solidFill>
                <a:latin typeface="Calibri"/>
              </a:defRPr>
            </a:pPr>
            <a:r>
              <a:t>All: And with your spirit.</a:t>
            </a:r>
          </a:p>
          <a:p>
            <a:pPr algn="ctr">
              <a:spcBef>
                <a:spcPts val="400"/>
              </a:spcBef>
              <a:spcAft>
                <a:spcPts val="500"/>
              </a:spcAft>
              <a:defRPr sz="5500" b="1" i="0">
                <a:solidFill>
                  <a:srgbClr val="F5F5F5"/>
                </a:solidFill>
                <a:latin typeface="Calibri"/>
              </a:defRPr>
            </a:pPr>
            <a:r>
              <a:t>All: Glory to you, O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Gospel Acclamation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The Gospel of the Lord.</a:t>
            </a:r>
          </a:p>
          <a:p>
            <a:pPr algn="ctr">
              <a:spcBef>
                <a:spcPts val="400"/>
              </a:spcBef>
              <a:spcAft>
                <a:spcPts val="500"/>
              </a:spcAft>
              <a:defRPr sz="5500" b="1" i="0">
                <a:solidFill>
                  <a:srgbClr val="F5F5F5"/>
                </a:solidFill>
                <a:latin typeface="Calibri"/>
              </a:defRPr>
            </a:pPr>
            <a:r>
              <a:t>All: Praise to you,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Gospel Acclamation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a:solidFill>
                  <a:srgbClr val="F5F5F5"/>
                </a:solidFill>
                <a:latin typeface="Calibri"/>
              </a:defRPr>
            </a:pPr>
            <a:r>
              <a:t>Fr. Test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500" b="1" i="1">
                <a:solidFill>
                  <a:srgbClr val="F5F5F5"/>
                </a:solidFill>
                <a:latin typeface="Calibri"/>
              </a:defRPr>
            </a:pPr>
            <a:r>
              <a:t>YEAR A · 26 APRIL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E5E5E7"/>
                </a:solidFill>
                <a:latin typeface="Calibri"/>
              </a:defRPr>
            </a:pPr>
            <a:r>
              <a:t>“For God so loved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E0B46E"/>
                </a:solidFill>
                <a:latin typeface="Calibri"/>
              </a:defRPr>
            </a:pPr>
            <a:r>
              <a:t>GOSPEL (JN 3:16)</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5F5F5"/>
                </a:solidFill>
                <a:latin typeface="Calibri"/>
              </a:defRPr>
            </a:pPr>
            <a:r>
              <a:t>Test Mass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5F5F5"/>
                </a:solidFill>
                <a:latin typeface="Calibri"/>
              </a:defRPr>
            </a:pPr>
            <a:r>
              <a:t>All: I believe in one God,</a:t>
            </a:r>
          </a:p>
          <a:p>
            <a:pPr algn="ctr">
              <a:spcAft>
                <a:spcPts val="800"/>
              </a:spcAft>
              <a:defRPr sz="5500" b="0" i="0">
                <a:solidFill>
                  <a:srgbClr val="F5F5F5"/>
                </a:solidFill>
                <a:latin typeface="Calibri"/>
              </a:defRPr>
            </a:pPr>
            <a:r>
              <a:t>the Father almighty,</a:t>
            </a:r>
          </a:p>
          <a:p>
            <a:pPr algn="ctr">
              <a:spcAft>
                <a:spcPts val="800"/>
              </a:spcAft>
              <a:defRPr sz="5500" b="0" i="0">
                <a:solidFill>
                  <a:srgbClr val="F5F5F5"/>
                </a:solidFill>
                <a:latin typeface="Calibri"/>
              </a:defRPr>
            </a:pPr>
            <a:r>
              <a:t>maker of heaven and earth,</a:t>
            </a:r>
          </a:p>
          <a:p>
            <a:pPr algn="ctr">
              <a:spcAft>
                <a:spcPts val="800"/>
              </a:spcAft>
              <a:defRPr sz="5500" b="0" i="0">
                <a:solidFill>
                  <a:srgbClr val="F5F5F5"/>
                </a:solidFill>
                <a:latin typeface="Calibri"/>
              </a:defRPr>
            </a:pPr>
            <a:r>
              <a:t>of all things visible and invisible.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(1/10)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I believe in one Lord Jesus Christ,</a:t>
            </a:r>
          </a:p>
          <a:p>
            <a:pPr algn="ctr">
              <a:spcAft>
                <a:spcPts val="800"/>
              </a:spcAft>
              <a:defRPr sz="5500" b="0" i="0">
                <a:solidFill>
                  <a:srgbClr val="F5F5F5"/>
                </a:solidFill>
                <a:latin typeface="Calibri"/>
              </a:defRPr>
            </a:pPr>
            <a:r>
              <a:t>the Only Begotten Son of God,</a:t>
            </a:r>
          </a:p>
          <a:p>
            <a:pPr algn="ctr">
              <a:spcAft>
                <a:spcPts val="800"/>
              </a:spcAft>
              <a:defRPr sz="5500" b="0" i="0">
                <a:solidFill>
                  <a:srgbClr val="F5F5F5"/>
                </a:solidFill>
                <a:latin typeface="Calibri"/>
              </a:defRPr>
            </a:pPr>
            <a:r>
              <a:t>born of the Father before all ages.</a:t>
            </a:r>
          </a:p>
          <a:p>
            <a:pPr algn="ctr">
              <a:spcAft>
                <a:spcPts val="800"/>
              </a:spcAft>
              <a:defRPr sz="5500" b="0" i="0">
                <a:solidFill>
                  <a:srgbClr val="F5F5F5"/>
                </a:solidFill>
                <a:latin typeface="Calibri"/>
              </a:defRPr>
            </a:pPr>
            <a:r>
              <a:t>God from God, Light from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(2/10)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true God from true God,</a:t>
            </a:r>
          </a:p>
          <a:p>
            <a:pPr algn="ctr">
              <a:spcAft>
                <a:spcPts val="800"/>
              </a:spcAft>
              <a:defRPr sz="5500" b="0" i="0">
                <a:solidFill>
                  <a:srgbClr val="F5F5F5"/>
                </a:solidFill>
                <a:latin typeface="Calibri"/>
              </a:defRPr>
            </a:pPr>
            <a:r>
              <a:t>begotten, not made, consubstantial with the Father;</a:t>
            </a:r>
          </a:p>
          <a:p>
            <a:pPr algn="ctr">
              <a:spcAft>
                <a:spcPts val="800"/>
              </a:spcAft>
              <a:defRPr sz="5500" b="0" i="0">
                <a:solidFill>
                  <a:srgbClr val="F5F5F5"/>
                </a:solidFill>
                <a:latin typeface="Calibri"/>
              </a:defRPr>
            </a:pPr>
            <a:r>
              <a:t>through him all things were made.</a:t>
            </a:r>
          </a:p>
          <a:p>
            <a:pPr algn="ctr">
              <a:spcAft>
                <a:spcPts val="800"/>
              </a:spcAft>
              <a:defRPr sz="5500" b="0" i="0">
                <a:solidFill>
                  <a:srgbClr val="F5F5F5"/>
                </a:solidFill>
                <a:latin typeface="Calibri"/>
              </a:defRPr>
            </a:pPr>
            <a:r>
              <a:t>For us men and for our salvation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(3/10)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he came down from heaven,</a:t>
            </a:r>
          </a:p>
          <a:p>
            <a:pPr algn="ctr">
              <a:spcAft>
                <a:spcPts val="800"/>
              </a:spcAft>
              <a:defRPr sz="5500" b="0" i="0">
                <a:solidFill>
                  <a:srgbClr val="F5F5F5"/>
                </a:solidFill>
                <a:latin typeface="Calibri"/>
              </a:defRPr>
            </a:pPr>
            <a:r>
              <a:t>and by the Holy Spirit was incarnate of the Virgin Mary,</a:t>
            </a:r>
          </a:p>
          <a:p>
            <a:pPr algn="ctr">
              <a:spcAft>
                <a:spcPts val="800"/>
              </a:spcAft>
              <a:defRPr sz="5500" b="0" i="0">
                <a:solidFill>
                  <a:srgbClr val="F5F5F5"/>
                </a:solidFill>
                <a:latin typeface="Calibri"/>
              </a:defRPr>
            </a:pPr>
            <a:r>
              <a:t>and became man.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(4/10)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For our sake he was crucified under Pontius Pilate,</a:t>
            </a:r>
          </a:p>
          <a:p>
            <a:pPr algn="ctr">
              <a:spcAft>
                <a:spcPts val="800"/>
              </a:spcAft>
              <a:defRPr sz="5500" b="0" i="0">
                <a:solidFill>
                  <a:srgbClr val="F5F5F5"/>
                </a:solidFill>
                <a:latin typeface="Calibri"/>
              </a:defRPr>
            </a:pPr>
            <a:r>
              <a:t>he suffered death and was buried,</a:t>
            </a:r>
          </a:p>
          <a:p>
            <a:pPr algn="ctr">
              <a:spcAft>
                <a:spcPts val="800"/>
              </a:spcAft>
              <a:defRPr sz="5500" b="0" i="0">
                <a:solidFill>
                  <a:srgbClr val="F5F5F5"/>
                </a:solidFill>
                <a:latin typeface="Calibri"/>
              </a:defRPr>
            </a:pPr>
            <a:r>
              <a:t>and rose again on the third day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(5/10)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in accordance with the Scriptures.</a:t>
            </a:r>
          </a:p>
          <a:p>
            <a:pPr algn="ctr">
              <a:spcAft>
                <a:spcPts val="800"/>
              </a:spcAft>
              <a:defRPr sz="5500" b="0" i="0">
                <a:solidFill>
                  <a:srgbClr val="F5F5F5"/>
                </a:solidFill>
                <a:latin typeface="Calibri"/>
              </a:defRPr>
            </a:pPr>
            <a:r>
              <a:t>He ascended into heaven</a:t>
            </a:r>
          </a:p>
          <a:p>
            <a:pPr algn="ctr">
              <a:spcAft>
                <a:spcPts val="800"/>
              </a:spcAft>
              <a:defRPr sz="5500" b="0" i="0">
                <a:solidFill>
                  <a:srgbClr val="F5F5F5"/>
                </a:solidFill>
                <a:latin typeface="Calibri"/>
              </a:defRPr>
            </a:pPr>
            <a:r>
              <a:t>and is seated at the right hand of the Father.</a:t>
            </a:r>
          </a:p>
          <a:p>
            <a:pPr algn="ctr">
              <a:spcAft>
                <a:spcPts val="800"/>
              </a:spcAft>
              <a:defRPr sz="5500" b="0" i="0">
                <a:solidFill>
                  <a:srgbClr val="F5F5F5"/>
                </a:solidFill>
                <a:latin typeface="Calibri"/>
              </a:defRPr>
            </a:pPr>
            <a:r>
              <a:t>He will come again in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(6/10)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to judge the living and the dead</a:t>
            </a:r>
          </a:p>
          <a:p>
            <a:pPr algn="ctr">
              <a:spcAft>
                <a:spcPts val="800"/>
              </a:spcAft>
              <a:defRPr sz="5500" b="0" i="0">
                <a:solidFill>
                  <a:srgbClr val="F5F5F5"/>
                </a:solidFill>
                <a:latin typeface="Calibri"/>
              </a:defRPr>
            </a:pPr>
            <a:r>
              <a:t>and his kingdom will have no end.</a:t>
            </a:r>
          </a:p>
          <a:p>
            <a:pPr algn="ctr">
              <a:spcAft>
                <a:spcPts val="800"/>
              </a:spcAft>
              <a:defRPr sz="5500" b="0" i="0">
                <a:solidFill>
                  <a:srgbClr val="F5F5F5"/>
                </a:solidFill>
                <a:latin typeface="Calibri"/>
              </a:defRPr>
            </a:pPr>
            <a:r>
              <a:t>I believe in the Holy Spirit, the Lord, the giver of life,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(7/10)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who proceeds from the Father and the Son,</a:t>
            </a:r>
          </a:p>
          <a:p>
            <a:pPr algn="ctr">
              <a:spcAft>
                <a:spcPts val="800"/>
              </a:spcAft>
              <a:defRPr sz="5500" b="0" i="0">
                <a:solidFill>
                  <a:srgbClr val="F5F5F5"/>
                </a:solidFill>
                <a:latin typeface="Calibri"/>
              </a:defRPr>
            </a:pPr>
            <a:r>
              <a:t>who with the Father and the Son is adored and glorified,</a:t>
            </a:r>
          </a:p>
          <a:p>
            <a:pPr algn="ctr">
              <a:spcAft>
                <a:spcPts val="800"/>
              </a:spcAft>
              <a:defRPr sz="5500" b="0" i="0">
                <a:solidFill>
                  <a:srgbClr val="F5F5F5"/>
                </a:solidFill>
                <a:latin typeface="Calibri"/>
              </a:defRPr>
            </a:pPr>
            <a:r>
              <a:t>who has spoken through the prophets.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(8/10)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I believe in one, holy, catholic and apostolic Church.</a:t>
            </a:r>
          </a:p>
          <a:p>
            <a:pPr algn="ctr">
              <a:spcAft>
                <a:spcPts val="800"/>
              </a:spcAft>
              <a:defRPr sz="5500" b="0" i="0">
                <a:solidFill>
                  <a:srgbClr val="F5F5F5"/>
                </a:solidFill>
                <a:latin typeface="Calibri"/>
              </a:defRPr>
            </a:pPr>
            <a:r>
              <a:t>I confess one Baptism for the forgiveness of sins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(9/10)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and I look forward to the resurrection of the dead</a:t>
            </a:r>
          </a:p>
          <a:p>
            <a:pPr algn="ctr">
              <a:spcAft>
                <a:spcPts val="800"/>
              </a:spcAft>
              <a:defRPr sz="5500" b="0" i="0">
                <a:solidFill>
                  <a:srgbClr val="F5F5F5"/>
                </a:solidFill>
                <a:latin typeface="Calibri"/>
              </a:defRPr>
            </a:pPr>
            <a:r>
              <a:t>and the life of the world to come.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Nicene Creed (10/10)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a:solidFill>
                  <a:srgbClr val="F5F5F5"/>
                </a:solidFill>
                <a:latin typeface="Calibri"/>
              </a:defRPr>
            </a:pPr>
            <a:r>
              <a:t>Fr. Test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500" b="1" i="1">
                <a:solidFill>
                  <a:srgbClr val="F5F5F5"/>
                </a:solidFill>
                <a:latin typeface="Calibri"/>
              </a:defRPr>
            </a:pPr>
            <a:r>
              <a:t>YEAR A · 26 APRIL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E5E5E7"/>
                </a:solidFill>
                <a:latin typeface="Calibri"/>
              </a:defRPr>
            </a:pPr>
            <a:r>
              <a:t>“For God so loved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E0B46E"/>
                </a:solidFill>
                <a:latin typeface="Calibri"/>
              </a:defRPr>
            </a:pPr>
            <a:r>
              <a:t>GOSPEL (JN 3:16)</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5F5F5"/>
                </a:solidFill>
                <a:latin typeface="Calibri"/>
              </a:defRPr>
            </a:pPr>
            <a:r>
              <a:t>Test Mass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For the holy Church of God throughout the world, that the Lord may guard her and grant her peace and unity according to his will: let us pray to the Lord.</a:t>
            </a:r>
          </a:p>
          <a:p>
            <a:pPr algn="ctr">
              <a:spcBef>
                <a:spcPts val="400"/>
              </a:spcBef>
              <a:spcAft>
                <a:spcPts val="500"/>
              </a:spcAft>
              <a:defRPr sz="5500" b="1" i="0">
                <a:solidFill>
                  <a:srgbClr val="F5F5F5"/>
                </a:solidFill>
                <a:latin typeface="Calibri"/>
              </a:defRPr>
            </a:pPr>
            <a:r>
              <a:t>All: Lord, hear our prayer.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Prayer of the Faithful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The Priest concludes the Prayer of the Faithful with a prayer in full, for example:</a:t>
            </a:r>
          </a:p>
          <a:p>
            <a:pPr algn="ctr">
              <a:spcBef>
                <a:spcPts val="400"/>
              </a:spcBef>
              <a:spcAft>
                <a:spcPts val="500"/>
              </a:spcAft>
              <a:defRPr sz="5500" b="1" i="0">
                <a:solidFill>
                  <a:srgbClr val="DCAA5A"/>
                </a:solidFill>
                <a:latin typeface="Calibri"/>
              </a:defRPr>
            </a:pPr>
            <a:r>
              <a:t>Priest: Heavenly Father, hear the prayers of the Church, which we make through Christ our Lord.</a:t>
            </a:r>
          </a:p>
          <a:p>
            <a:pPr algn="ctr">
              <a:spcBef>
                <a:spcPts val="400"/>
              </a:spcBef>
              <a:spcAft>
                <a:spcPts val="500"/>
              </a:spcAft>
              <a:defRPr sz="5500" b="1" i="0">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Prayer of the Faithful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a:solidFill>
                  <a:srgbClr val="F5F5F5"/>
                </a:solidFill>
                <a:latin typeface="Calibri"/>
              </a:defRPr>
            </a:pPr>
            <a:r>
              <a:t>Fr. Test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500" b="1" i="1">
                <a:solidFill>
                  <a:srgbClr val="F5F5F5"/>
                </a:solidFill>
                <a:latin typeface="Calibri"/>
              </a:defRPr>
            </a:pPr>
            <a:r>
              <a:t>YEAR A · 26 APRIL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E5E5E7"/>
                </a:solidFill>
                <a:latin typeface="Calibri"/>
              </a:defRPr>
            </a:pPr>
            <a:r>
              <a:t>“For God so loved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E0B46E"/>
                </a:solidFill>
                <a:latin typeface="Calibri"/>
              </a:defRPr>
            </a:pPr>
            <a:r>
              <a:t>GOSPEL (JN 3:16)</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5F5F5"/>
                </a:solidFill>
                <a:latin typeface="Calibri"/>
              </a:defRPr>
            </a:pPr>
            <a:r>
              <a:t>Test Mass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a:solidFill>
                  <a:srgbClr val="F5F5F5"/>
                </a:solidFill>
                <a:latin typeface="Calibri"/>
              </a:defRPr>
            </a:pPr>
            <a:r>
              <a:t>No Offertory hymn lyrics were selected. Choose one Offertory song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Offertory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Eucharist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Pray, brethren, that my sacrifice and yours may be acceptable to God, the almighty Father.</a:t>
            </a:r>
          </a:p>
          <a:p>
            <a:pPr algn="ctr">
              <a:spcBef>
                <a:spcPts val="400"/>
              </a:spcBef>
              <a:spcAft>
                <a:spcPts val="500"/>
              </a:spcAft>
              <a:defRPr sz="5500" b="1" i="0">
                <a:solidFill>
                  <a:srgbClr val="F5F5F5"/>
                </a:solidFill>
                <a:latin typeface="Calibri"/>
              </a:defRPr>
            </a:pPr>
            <a:r>
              <a:t>All: May the Lord accept the sacrifice at your hands, for the praise and glory of his name, for our good and the good of all his holy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Eucharist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Eucharist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The Lord be with you.</a:t>
            </a:r>
          </a:p>
          <a:p>
            <a:pPr algn="ctr">
              <a:spcBef>
                <a:spcPts val="400"/>
              </a:spcBef>
              <a:spcAft>
                <a:spcPts val="500"/>
              </a:spcAft>
              <a:defRPr sz="5500" b="1" i="0">
                <a:solidFill>
                  <a:srgbClr val="F5F5F5"/>
                </a:solidFill>
                <a:latin typeface="Calibri"/>
              </a:defRPr>
            </a:pPr>
            <a:r>
              <a:t>All: And with your spirit.</a:t>
            </a:r>
          </a:p>
          <a:p>
            <a:pPr algn="ctr">
              <a:spcBef>
                <a:spcPts val="400"/>
              </a:spcBef>
              <a:spcAft>
                <a:spcPts val="500"/>
              </a:spcAft>
              <a:defRPr sz="5500" b="1" i="0">
                <a:solidFill>
                  <a:srgbClr val="DCAA5A"/>
                </a:solidFill>
                <a:latin typeface="Calibri"/>
              </a:defRPr>
            </a:pPr>
            <a:r>
              <a:t>Priest: Lift up your hearts.</a:t>
            </a:r>
          </a:p>
          <a:p>
            <a:pPr algn="ctr">
              <a:spcBef>
                <a:spcPts val="400"/>
              </a:spcBef>
              <a:spcAft>
                <a:spcPts val="500"/>
              </a:spcAft>
              <a:defRPr sz="5500" b="1" i="0">
                <a:solidFill>
                  <a:srgbClr val="F5F5F5"/>
                </a:solidFill>
                <a:latin typeface="Calibri"/>
              </a:defRPr>
            </a:pPr>
            <a:r>
              <a:t>All: We lift them up to the Lord.</a:t>
            </a:r>
          </a:p>
          <a:p>
            <a:pPr algn="ctr">
              <a:spcBef>
                <a:spcPts val="400"/>
              </a:spcBef>
              <a:spcAft>
                <a:spcPts val="500"/>
              </a:spcAft>
              <a:defRPr sz="5500" b="1" i="0">
                <a:solidFill>
                  <a:srgbClr val="DCAA5A"/>
                </a:solidFill>
                <a:latin typeface="Calibri"/>
              </a:defRPr>
            </a:pPr>
            <a:r>
              <a:t>Priest: Let us give thanks to the Lord our God.</a:t>
            </a:r>
          </a:p>
          <a:p>
            <a:pPr algn="ctr">
              <a:spcBef>
                <a:spcPts val="400"/>
              </a:spcBef>
              <a:spcAft>
                <a:spcPts val="500"/>
              </a:spcAft>
              <a:defRPr sz="5500" b="1" i="0">
                <a:solidFill>
                  <a:srgbClr val="F5F5F5"/>
                </a:solidFill>
                <a:latin typeface="Calibri"/>
              </a:defRPr>
            </a:pPr>
            <a:r>
              <a:t>All: It is right and just.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Eucharist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5F5F5"/>
                </a:solidFill>
                <a:latin typeface="Calibri"/>
              </a:defRPr>
            </a:pPr>
            <a:r>
              <a:t>Holy, Holy, Holy Lord God of hosts.</a:t>
            </a:r>
          </a:p>
          <a:p>
            <a:pPr algn="ctr">
              <a:spcAft>
                <a:spcPts val="800"/>
              </a:spcAft>
              <a:defRPr sz="5500" b="0" i="0">
                <a:solidFill>
                  <a:srgbClr val="F5F5F5"/>
                </a:solidFill>
                <a:latin typeface="Calibri"/>
              </a:defRPr>
            </a:pPr>
            <a:r>
              <a:t>Heaven and earth are full of your glory.</a:t>
            </a:r>
          </a:p>
          <a:p>
            <a:pPr algn="ctr">
              <a:spcAft>
                <a:spcPts val="800"/>
              </a:spcAft>
              <a:defRPr sz="5500" b="0" i="0">
                <a:solidFill>
                  <a:srgbClr val="F5F5F5"/>
                </a:solidFill>
                <a:latin typeface="Calibri"/>
              </a:defRPr>
            </a:pPr>
            <a:r>
              <a:t>Hosanna in the highest.</a:t>
            </a:r>
          </a:p>
          <a:p>
            <a:pPr algn="ctr">
              <a:spcAft>
                <a:spcPts val="800"/>
              </a:spcAft>
              <a:defRPr sz="5500" b="0" i="0">
                <a:solidFill>
                  <a:srgbClr val="F5F5F5"/>
                </a:solidFill>
                <a:latin typeface="Calibri"/>
              </a:defRPr>
            </a:pPr>
            <a:r>
              <a:t>Blessed is he who comes in the name of the Lord.</a:t>
            </a:r>
          </a:p>
          <a:p>
            <a:pPr algn="ctr">
              <a:spcAft>
                <a:spcPts val="800"/>
              </a:spcAft>
              <a:defRPr sz="5500" b="0" i="0">
                <a:solidFill>
                  <a:srgbClr val="F5F5F5"/>
                </a:solidFill>
                <a:latin typeface="Calibri"/>
              </a:defRPr>
            </a:pPr>
            <a:r>
              <a:t>Hosanna in the highest.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Sanctus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F5F5F5"/>
                </a:solidFill>
                <a:latin typeface="Calibri"/>
              </a:defRPr>
            </a:pPr>
            <a:r>
              <a:t>All: We proclaim your Death, O Lord,</a:t>
            </a:r>
          </a:p>
          <a:p>
            <a:pPr algn="ctr">
              <a:spcAft>
                <a:spcPts val="500"/>
              </a:spcAft>
              <a:defRPr sz="5500" b="0" i="0">
                <a:solidFill>
                  <a:srgbClr val="F5F5F5"/>
                </a:solidFill>
                <a:latin typeface="Calibri"/>
              </a:defRPr>
            </a:pPr>
            <a:r>
              <a:t>and profess your Resurrection</a:t>
            </a:r>
          </a:p>
          <a:p>
            <a:pPr algn="ctr">
              <a:spcAft>
                <a:spcPts val="500"/>
              </a:spcAft>
              <a:defRPr sz="5500" b="0" i="0">
                <a:solidFill>
                  <a:srgbClr val="F5F5F5"/>
                </a:solidFill>
                <a:latin typeface="Calibri"/>
              </a:defRPr>
            </a:pPr>
            <a:r>
              <a:t>until you come again.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The Eucharistic Prayer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Great Amen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5F5F5"/>
                </a:solidFill>
                <a:latin typeface="Calibri"/>
              </a:defRPr>
            </a:pPr>
            <a:r>
              <a:t>Our Father, who art in heaven,</a:t>
            </a:r>
          </a:p>
          <a:p>
            <a:pPr algn="ctr">
              <a:spcAft>
                <a:spcPts val="800"/>
              </a:spcAft>
              <a:defRPr sz="5500" b="0" i="0">
                <a:solidFill>
                  <a:srgbClr val="F5F5F5"/>
                </a:solidFill>
                <a:latin typeface="Calibri"/>
              </a:defRPr>
            </a:pPr>
            <a:r>
              <a:t>hallowed be thy name;</a:t>
            </a:r>
          </a:p>
          <a:p>
            <a:pPr algn="ctr">
              <a:spcAft>
                <a:spcPts val="800"/>
              </a:spcAft>
              <a:defRPr sz="5500" b="0" i="0">
                <a:solidFill>
                  <a:srgbClr val="F5F5F5"/>
                </a:solidFill>
                <a:latin typeface="Calibri"/>
              </a:defRPr>
            </a:pPr>
            <a:r>
              <a:t>thy kingdom come,</a:t>
            </a:r>
          </a:p>
          <a:p>
            <a:pPr algn="ctr">
              <a:spcAft>
                <a:spcPts val="800"/>
              </a:spcAft>
              <a:defRPr sz="5500" b="0" i="0">
                <a:solidFill>
                  <a:srgbClr val="F5F5F5"/>
                </a:solidFill>
                <a:latin typeface="Calibri"/>
              </a:defRPr>
            </a:pPr>
            <a:r>
              <a:t>thy will be done,</a:t>
            </a:r>
          </a:p>
          <a:p>
            <a:pPr algn="ctr">
              <a:spcAft>
                <a:spcPts val="800"/>
              </a:spcAft>
              <a:defRPr sz="5500" b="0" i="0">
                <a:solidFill>
                  <a:srgbClr val="F5F5F5"/>
                </a:solidFill>
                <a:latin typeface="Calibri"/>
              </a:defRPr>
            </a:pPr>
            <a:r>
              <a:t>on earth as it is in heaven.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Our Father (1/5)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Give us this day our daily bread;</a:t>
            </a:r>
          </a:p>
          <a:p>
            <a:pPr algn="ctr">
              <a:spcAft>
                <a:spcPts val="800"/>
              </a:spcAft>
              <a:defRPr sz="5500" b="0" i="0">
                <a:solidFill>
                  <a:srgbClr val="F5F5F5"/>
                </a:solidFill>
                <a:latin typeface="Calibri"/>
              </a:defRPr>
            </a:pPr>
            <a:r>
              <a:t>and forgive us our trespasses,</a:t>
            </a:r>
          </a:p>
          <a:p>
            <a:pPr algn="ctr">
              <a:spcAft>
                <a:spcPts val="800"/>
              </a:spcAft>
              <a:defRPr sz="5500" b="0" i="0">
                <a:solidFill>
                  <a:srgbClr val="F5F5F5"/>
                </a:solidFill>
                <a:latin typeface="Calibri"/>
              </a:defRPr>
            </a:pPr>
            <a:r>
              <a:t>as we forgive those who trespass against us;</a:t>
            </a:r>
          </a:p>
          <a:p>
            <a:pPr algn="ctr">
              <a:spcAft>
                <a:spcPts val="800"/>
              </a:spcAft>
              <a:defRPr sz="5500" b="0" i="0">
                <a:solidFill>
                  <a:srgbClr val="F5F5F5"/>
                </a:solidFill>
                <a:latin typeface="Calibri"/>
              </a:defRPr>
            </a:pPr>
            <a:r>
              <a:t>and lead us not into temptation,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Our Father (2/5)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5F5F5"/>
                </a:solidFill>
                <a:latin typeface="Calibri"/>
              </a:defRPr>
            </a:pPr>
            <a:r>
              <a:t>but deliver us from evil.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Our Father (3/5)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DCAA5A"/>
                </a:solidFill>
                <a:latin typeface="Calibri"/>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Our Father (4/5)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5F5F5"/>
                </a:solidFill>
                <a:latin typeface="Calibri"/>
              </a:defRPr>
            </a:pPr>
            <a:r>
              <a:t>For the kingdom, the power, and the glory are yours now and for ever.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Our Father (5/5)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a:solidFill>
                  <a:srgbClr val="F5F5F5"/>
                </a:solidFill>
                <a:latin typeface="Calibri"/>
              </a:defRPr>
            </a:pPr>
            <a:r>
              <a:t>Fr. Test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500" b="1" i="1">
                <a:solidFill>
                  <a:srgbClr val="F5F5F5"/>
                </a:solidFill>
                <a:latin typeface="Calibri"/>
              </a:defRPr>
            </a:pPr>
            <a:r>
              <a:t>YEAR A · 26 APRIL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E5E5E7"/>
                </a:solidFill>
                <a:latin typeface="Calibri"/>
              </a:defRPr>
            </a:pPr>
            <a:r>
              <a:t>“For God so loved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E0B46E"/>
                </a:solidFill>
                <a:latin typeface="Calibri"/>
              </a:defRPr>
            </a:pPr>
            <a:r>
              <a:t>GOSPEL (JN 3:16)</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5F5F5"/>
                </a:solidFill>
                <a:latin typeface="Calibri"/>
              </a:defRPr>
            </a:pPr>
            <a:r>
              <a:t>Test Mass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2927842" y="1531619"/>
            <a:ext cx="12432316" cy="2144014"/>
          </a:xfrm>
          <a:prstGeom prst="rect">
            <a:avLst/>
          </a:prstGeom>
        </p:spPr>
        <p:txBody>
          <a:bodyPr anchor="t" rtlCol="false" tIns="0" lIns="0" bIns="0" rIns="0">
            <a:spAutoFit/>
          </a:bodyPr>
          <a:lstStyle/>
          <a:p>
            <a:pPr algn="just"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The peace of the Lord be with you.</a:t>
            </a:r>
          </a:p>
        </p:txBody>
      </p:sp>
      <p:sp>
        <p:nvSpPr>
          <p:cNvPr name="TextBox 3" id="3"/>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Sign Of Peace</a:t>
            </a:r>
          </a:p>
        </p:txBody>
      </p:sp>
      <p:sp>
        <p:nvSpPr>
          <p:cNvPr name="TextBox 4" id="4"/>
          <p:cNvSpPr txBox="true"/>
          <p:nvPr/>
        </p:nvSpPr>
        <p:spPr>
          <a:xfrm rot="0">
            <a:off x="2927842" y="3637533"/>
            <a:ext cx="12432316" cy="1124585"/>
          </a:xfrm>
          <a:prstGeom prst="rect">
            <a:avLst/>
          </a:prstGeom>
        </p:spPr>
        <p:txBody>
          <a:bodyPr anchor="t" rtlCol="false" tIns="0" lIns="0" bIns="0" rIns="0">
            <a:spAutoFit/>
          </a:bodyPr>
          <a:lstStyle/>
          <a:p>
            <a:pPr algn="l" marL="0" indent="0" lvl="0">
              <a:lnSpc>
                <a:spcPts val="8469"/>
              </a:lnSpc>
              <a:defRPr/>
            </a:pPr>
            <a:r>
              <a:rPr lang="en-US" b="true" sz="6999">
                <a:solidFill>
                  <a:srgbClr val="FFFFFF"/>
                </a:solidFill>
                <a:latin typeface="Poppins Bold"/>
                <a:ea typeface="Poppins Bold"/>
                <a:cs typeface="Poppins Bold"/>
                <a:sym typeface="Poppins Bold"/>
              </a:rPr>
              <a:t>All: And with your spirit.</a:t>
            </a:r>
          </a:p>
        </p:txBody>
      </p:sp>
      <p:sp>
        <p:nvSpPr>
          <p:cNvPr name="TextBox 6" id="6"/>
          <p:cNvSpPr txBox="true"/>
          <p:nvPr/>
        </p:nvSpPr>
        <p:spPr>
          <a:xfrm rot="0">
            <a:off x="2927842" y="5932826"/>
            <a:ext cx="12432316" cy="2144014"/>
          </a:xfrm>
          <a:prstGeom prst="rect">
            <a:avLst/>
          </a:prstGeom>
        </p:spPr>
        <p:txBody>
          <a:bodyPr anchor="t" rtlCol="false" tIns="0" lIns="0" bIns="0" rIns="0">
            <a:spAutoFit/>
          </a:bodyPr>
          <a:lstStyle/>
          <a:p>
            <a:pPr algn="l"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Let us offer each other the sign of peace. </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Sign of Peace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2245772" y="1447327"/>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3" id="3"/>
          <p:cNvSpPr txBox="true"/>
          <p:nvPr/>
        </p:nvSpPr>
        <p:spPr>
          <a:xfrm rot="0">
            <a:off x="2245772" y="7118506"/>
            <a:ext cx="14757999"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GRANT US PEACE</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GR</a:t>
            </a:r>
            <a:r>
              <a:rPr lang="en-US" b="1" sz="5600">
                <a:solidFill>
                  <a:srgbClr val="F8B300"/>
                </a:solidFill>
                <a:latin typeface="Poppins Bold"/>
                <a:ea typeface="Poppins Bold"/>
                <a:cs typeface="Poppins Bold"/>
                <a:sym typeface="Poppins Bold"/>
              </a:rPr>
              <a:t>ANT US PEACE</a:t>
            </a:r>
            <a:r>
              <a:rPr lang="en-US" b="1" sz="5600">
                <a:solidFill>
                  <a:srgbClr val="FFFFFF"/>
                </a:solidFill>
                <a:latin typeface="Poppins Bold"/>
                <a:ea typeface="Poppins Bold"/>
                <a:cs typeface="Poppins Bold"/>
                <a:sym typeface="Poppins Bold"/>
              </a:rPr>
              <a:t>.</a:t>
            </a:r>
          </a:p>
        </p:txBody>
      </p:sp>
      <p:sp>
        <p:nvSpPr>
          <p:cNvPr name="TextBox 4" id="4"/>
          <p:cNvSpPr txBox="true"/>
          <p:nvPr/>
        </p:nvSpPr>
        <p:spPr>
          <a:xfrm rot="0">
            <a:off x="2245772" y="4284882"/>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5" id="5"/>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Lamb of God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Lamb of God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Behold the Lamb of God, behold him who takes away the sins of the world. Blessed are those called to the supper of the Lamb.</a:t>
            </a:r>
          </a:p>
          <a:p>
            <a:pPr algn="ctr">
              <a:spcBef>
                <a:spcPts val="400"/>
              </a:spcBef>
              <a:spcAft>
                <a:spcPts val="500"/>
              </a:spcAft>
              <a:defRPr sz="5500" b="1" i="0">
                <a:solidFill>
                  <a:srgbClr val="F5F5F5"/>
                </a:solidFill>
                <a:latin typeface="Calibri"/>
              </a:defRPr>
            </a:pPr>
            <a:r>
              <a:t>All: 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The Communion Rite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a:solidFill>
                  <a:srgbClr val="F5F5F5"/>
                </a:solidFill>
                <a:latin typeface="Calibri"/>
              </a:defRPr>
            </a:pPr>
            <a:r>
              <a:t>Fr. Test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500" b="1" i="1">
                <a:solidFill>
                  <a:srgbClr val="F5F5F5"/>
                </a:solidFill>
                <a:latin typeface="Calibri"/>
              </a:defRPr>
            </a:pPr>
            <a:r>
              <a:t>YEAR A · 26 APRIL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E5E5E7"/>
                </a:solidFill>
                <a:latin typeface="Calibri"/>
              </a:defRPr>
            </a:pPr>
            <a:r>
              <a:t>“For God so loved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E0B46E"/>
                </a:solidFill>
                <a:latin typeface="Calibri"/>
              </a:defRPr>
            </a:pPr>
            <a:r>
              <a:t>GOSPEL (JN 3:16)</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5F5F5"/>
                </a:solidFill>
                <a:latin typeface="Calibri"/>
              </a:defRPr>
            </a:pPr>
            <a:r>
              <a:t>Test Mass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a:solidFill>
                  <a:srgbClr val="F5F5F5"/>
                </a:solidFill>
                <a:latin typeface="Calibri"/>
              </a:defRPr>
            </a:pPr>
            <a:r>
              <a:t>No Communion hymn lyrics were selected. Choose up to two Communion songs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Communion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Let us pray.</a:t>
            </a:r>
          </a:p>
          <a:p>
            <a:pPr algn="ctr">
              <a:spcBef>
                <a:spcPts val="400"/>
              </a:spcBef>
              <a:spcAft>
                <a:spcPts val="500"/>
              </a:spcAft>
              <a:defRPr sz="5500" b="1" i="0">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The Communion Rite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a:solidFill>
                  <a:srgbClr val="F5F5F5"/>
                </a:solidFill>
                <a:latin typeface="Calibri"/>
              </a:defRPr>
            </a:pPr>
            <a:r>
              <a:t>Fr. Test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500" b="1" i="1">
                <a:solidFill>
                  <a:srgbClr val="F5F5F5"/>
                </a:solidFill>
                <a:latin typeface="Calibri"/>
              </a:defRPr>
            </a:pPr>
            <a:r>
              <a:t>YEAR A · 26 APRIL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E5E5E7"/>
                </a:solidFill>
                <a:latin typeface="Calibri"/>
              </a:defRPr>
            </a:pPr>
            <a:r>
              <a:t>“For God so loved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E0B46E"/>
                </a:solidFill>
                <a:latin typeface="Calibri"/>
              </a:defRPr>
            </a:pPr>
            <a:r>
              <a:t>GOSPEL (JN 3:16)</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5F5F5"/>
                </a:solidFill>
                <a:latin typeface="Calibri"/>
              </a:defRPr>
            </a:pPr>
            <a:r>
              <a:t>Test Mass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5F5F5"/>
                </a:solidFill>
                <a:latin typeface="Calibri"/>
              </a:defRPr>
            </a:pPr>
            <a:r>
              <a:t>MASS COLLECTION</a:t>
            </a:r>
          </a:p>
          <a:p>
            <a:pPr algn="ctr">
              <a:spcAft>
                <a:spcPts val="500"/>
              </a:spcAft>
              <a:defRPr sz="5500" b="0" i="0">
                <a:solidFill>
                  <a:srgbClr val="F5F5F5"/>
                </a:solidFill>
                <a:latin typeface="Calibri"/>
              </a:defRPr>
            </a:pPr>
            <a:r>
              <a:t>Thank you for your generosity.</a:t>
            </a:r>
          </a:p>
          <a:p>
            <a:pPr algn="ctr">
              <a:spcAft>
                <a:spcPts val="500"/>
              </a:spcAft>
              <a:defRPr sz="5500" b="0" i="0">
                <a:solidFill>
                  <a:srgbClr val="F5F5F5"/>
                </a:solidFill>
                <a:latin typeface="Calibri"/>
              </a:defRPr>
            </a:pPr>
            <a:r>
              <a:t>(Enter collection amount and date in Mass Builder.)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Mass Collection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5F5F5"/>
                </a:solidFill>
                <a:latin typeface="Calibri"/>
              </a:defRPr>
            </a:pPr>
            <a:r>
              <a:t>CHURCH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Announcements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5F5F5"/>
                </a:solidFill>
                <a:latin typeface="Calibri"/>
              </a:defRPr>
            </a:pPr>
            <a:r>
              <a:t>Welcome newcomers!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Announcements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5F5F5"/>
                </a:solidFill>
                <a:latin typeface="Calibri"/>
              </a:defRPr>
            </a:pPr>
            <a:r>
              <a:t>Sacrament of Confession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Announcements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5F5F5"/>
                </a:solidFill>
                <a:latin typeface="Calibri"/>
              </a:defRPr>
            </a:pPr>
            <a:r>
              <a:t>Updates and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Announcements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DCAA5A"/>
                </a:solidFill>
                <a:latin typeface="Calibri"/>
              </a:defRPr>
            </a:pPr>
            <a:r>
              <a:t>Priest: The Lord be with you.</a:t>
            </a:r>
          </a:p>
          <a:p>
            <a:pPr algn="ctr">
              <a:spcBef>
                <a:spcPts val="400"/>
              </a:spcBef>
              <a:spcAft>
                <a:spcPts val="500"/>
              </a:spcAft>
              <a:defRPr sz="5500" b="1" i="0">
                <a:solidFill>
                  <a:srgbClr val="F5F5F5"/>
                </a:solidFill>
                <a:latin typeface="Calibri"/>
              </a:defRPr>
            </a:pPr>
            <a:r>
              <a:t>All: And with your spirit.</a:t>
            </a:r>
          </a:p>
          <a:p>
            <a:pPr algn="ctr">
              <a:spcBef>
                <a:spcPts val="400"/>
              </a:spcBef>
              <a:spcAft>
                <a:spcPts val="500"/>
              </a:spcAft>
              <a:defRPr sz="5500" b="1" i="0">
                <a:solidFill>
                  <a:srgbClr val="DCAA5A"/>
                </a:solidFill>
                <a:latin typeface="Calibri"/>
              </a:defRPr>
            </a:pPr>
            <a:r>
              <a:t>Priest: May almighty God bless you, the Father, and the Son, and the Holy Spirit.</a:t>
            </a:r>
          </a:p>
          <a:p>
            <a:pPr algn="ctr">
              <a:spcBef>
                <a:spcPts val="400"/>
              </a:spcBef>
              <a:spcAft>
                <a:spcPts val="500"/>
              </a:spcAft>
              <a:defRPr sz="5500" b="1" i="0">
                <a:solidFill>
                  <a:srgbClr val="F5F5F5"/>
                </a:solidFill>
                <a:latin typeface="Calibri"/>
              </a:defRPr>
            </a:pPr>
            <a:r>
              <a:t>All: Amen.</a:t>
            </a:r>
          </a:p>
          <a:p>
            <a:pPr algn="ctr">
              <a:spcBef>
                <a:spcPts val="400"/>
              </a:spcBef>
              <a:spcAft>
                <a:spcPts val="500"/>
              </a:spcAft>
              <a:defRPr sz="5500" b="1" i="0">
                <a:solidFill>
                  <a:srgbClr val="DCAA5A"/>
                </a:solidFill>
                <a:latin typeface="Calibri"/>
              </a:defRPr>
            </a:pPr>
            <a:r>
              <a:t>Priest: Go in peace, glorifying the Lord by your life.</a:t>
            </a:r>
          </a:p>
          <a:p>
            <a:pPr algn="ctr">
              <a:spcBef>
                <a:spcPts val="400"/>
              </a:spcBef>
              <a:spcAft>
                <a:spcPts val="500"/>
              </a:spcAft>
              <a:defRPr sz="5500" b="1" i="0">
                <a:solidFill>
                  <a:srgbClr val="F5F5F5"/>
                </a:solidFill>
                <a:latin typeface="Calibri"/>
              </a:defRPr>
            </a:pPr>
            <a:r>
              <a:t>All: Thanks be to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Final Blessing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a:solidFill>
                  <a:srgbClr val="F5F5F5"/>
                </a:solidFill>
                <a:latin typeface="Calibri"/>
              </a:defRPr>
            </a:pPr>
            <a:r>
              <a:t>No Recessional hymn lyrics were selected. Choose one Recessional song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DCAA5A"/>
                </a:solidFill>
                <a:latin typeface="Calibri"/>
              </a:defRPr>
            </a:pPr>
            <a:r>
              <a:t>Recessional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a:solidFill>
                  <a:srgbClr val="F5F5F5"/>
                </a:solidFill>
                <a:latin typeface="Calibri"/>
              </a:defRPr>
            </a:pPr>
            <a:r>
              <a:t>Fr. Test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500" b="1" i="1">
                <a:solidFill>
                  <a:srgbClr val="F5F5F5"/>
                </a:solidFill>
                <a:latin typeface="Calibri"/>
              </a:defRPr>
            </a:pPr>
            <a:r>
              <a:t>YEAR A · 26 APRIL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a:solidFill>
                  <a:srgbClr val="E5E5E7"/>
                </a:solidFill>
                <a:latin typeface="Calibri"/>
              </a:defRPr>
            </a:pPr>
            <a:r>
              <a:t>“For God so loved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E0B46E"/>
                </a:solidFill>
                <a:latin typeface="Calibri"/>
              </a:defRPr>
            </a:pPr>
            <a:r>
              <a:t>GOSPEL (JN 3:16)</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a:solidFill>
                  <a:srgbClr val="F5F5F5"/>
                </a:solidFill>
                <a:latin typeface="Calibri"/>
              </a:defRPr>
            </a:pPr>
            <a:r>
              <a:t>Test Mass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