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PUT YOUR CELLPHONE ON SILENT MODE DURING THE MASS.</a:t>
            </a:r>
          </a:p>
          <a:p>
            <a:pPr>
              <a:spcAft>
                <a:spcPts val="500"/>
              </a:spcAft>
              <a:defRPr sz="1500" b="0" i="1">
                <a:solidFill>
                  <a:srgbClr val="56515A"/>
                </a:solidFill>
                <a:latin typeface="Calibri"/>
              </a:defRPr>
            </a:pPr>
            <a:r>
              <a:t>Thank you.</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Pre-Mass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554480"/>
            <a:ext cx="16916400" cy="960120"/>
          </a:xfrm>
          <a:prstGeom prst="rect">
            <a:avLst/>
          </a:prstGeom>
          <a:noFill/>
        </p:spPr>
        <p:txBody>
          <a:bodyPr wrap="square" lIns="109728" rIns="109728" tIns="73152" bIns="73152">
            <a:noAutofit/>
          </a:bodyPr>
          <a:lstStyle/>
          <a:p>
            <a:pPr algn="ctr">
              <a:defRPr sz="3800" b="1" i="0">
                <a:solidFill>
                  <a:srgbClr val="56515A"/>
                </a:solidFill>
                <a:latin typeface="Calibri"/>
              </a:defRPr>
            </a:pPr>
            <a:r>
              <a:t>Eastertide Celebration</a:t>
            </a:r>
          </a:p>
        </p:txBody>
      </p:sp>
      <p:sp>
        <p:nvSpPr>
          <p:cNvPr id="5" name="TextBox 4"/>
          <p:cNvSpPr txBox="1"/>
          <p:nvPr/>
        </p:nvSpPr>
        <p:spPr>
          <a:xfrm>
            <a:off x="685800" y="2606040"/>
            <a:ext cx="16916400" cy="3108960"/>
          </a:xfrm>
          <a:prstGeom prst="rect">
            <a:avLst/>
          </a:prstGeom>
          <a:noFill/>
        </p:spPr>
        <p:txBody>
          <a:bodyPr wrap="square" lIns="109728" rIns="109728" tIns="73152" bIns="73152">
            <a:noAutofit/>
          </a:bodyPr>
          <a:lstStyle/>
          <a:p>
            <a:pPr>
              <a:spcAft>
                <a:spcPts val="500"/>
              </a:spcAft>
              <a:defRPr sz="2100" b="0" i="0">
                <a:solidFill>
                  <a:srgbClr val="1A1A1E"/>
                </a:solidFill>
                <a:latin typeface="Calibri"/>
              </a:defRPr>
            </a:pPr>
            <a:r>
              <a:t>2026-05-17</a:t>
            </a:r>
          </a:p>
          <a:p>
            <a:pPr>
              <a:spcAft>
                <a:spcPts val="500"/>
              </a:spcAft>
              <a:defRPr sz="2100" b="0" i="0">
                <a:solidFill>
                  <a:srgbClr val="1A1A1E"/>
                </a:solidFill>
                <a:latin typeface="Calibri"/>
              </a:defRPr>
            </a:pPr>
            <a:r>
              <a:t>Celebrant: Divino Gabriel</a:t>
            </a:r>
          </a:p>
          <a:p>
            <a:pPr>
              <a:spcAft>
                <a:spcPts val="500"/>
              </a:spcAft>
              <a:defRPr sz="2100" b="0" i="0">
                <a:solidFill>
                  <a:srgbClr val="1A1A1E"/>
                </a:solidFill>
                <a:latin typeface="Calibri"/>
              </a:defRPr>
            </a:pPr>
            <a:r>
              <a:t>Gospel: Matthew 28:16-20</a:t>
            </a:r>
            <a:br/>
            <a:r>
              <a:t>Season: Eastertide · Sunday Lectionary Year A</a:t>
            </a:r>
          </a:p>
          <a:p>
            <a:pPr>
              <a:spcAft>
                <a:spcPts val="500"/>
              </a:spcAft>
              <a:defRPr sz="2100" b="0" i="0">
                <a:solidFill>
                  <a:srgbClr val="1A1A1E"/>
                </a:solidFill>
                <a:latin typeface="Calibri"/>
              </a:defRPr>
            </a:pPr>
            <a:r>
              <a:t>Excerpt:</a:t>
            </a:r>
            <a:br/>
            <a:r>
              <a:t>“Behold, I am with you always, even to the end of the age.”</a:t>
            </a:r>
          </a:p>
          <a:p>
            <a:pPr>
              <a:spcAft>
                <a:spcPts val="500"/>
              </a:spcAft>
              <a:defRPr sz="2100" b="0" i="0">
                <a:solidFill>
                  <a:srgbClr val="1A1A1E"/>
                </a:solidFill>
                <a:latin typeface="Calibri"/>
              </a:defRPr>
            </a:pPr>
            <a:r>
              <a:t>Liturgical color: White (easter)</a:t>
            </a:r>
          </a:p>
        </p:txBody>
      </p:sp>
      <p:sp>
        <p:nvSpPr>
          <p:cNvPr id="6" name="TextBox 5"/>
          <p:cNvSpPr txBox="1"/>
          <p:nvPr/>
        </p:nvSpPr>
        <p:spPr>
          <a:xfrm>
            <a:off x="685800" y="9189720"/>
            <a:ext cx="16916400" cy="685800"/>
          </a:xfrm>
          <a:prstGeom prst="rect">
            <a:avLst/>
          </a:prstGeom>
          <a:noFill/>
        </p:spPr>
        <p:txBody>
          <a:bodyPr wrap="square" lIns="109728" rIns="109728" tIns="73152" bIns="73152">
            <a:noAutofit/>
          </a:bodyPr>
          <a:lstStyle/>
          <a:p>
            <a:pPr>
              <a:spcAft>
                <a:spcPts val="500"/>
              </a:spcAft>
              <a:defRPr sz="1400" b="0" i="0">
                <a:solidFill>
                  <a:srgbClr val="5F5D68"/>
                </a:solidFill>
                <a:latin typeface="Calibri"/>
              </a:defRPr>
            </a:pPr>
            <a:r>
              <a:t>Below: World English Bible (WEB) fallback — verify NABRE on bible.usccb.org.</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Title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Welcome to the celebration of the Holy Eucharist.</a:t>
            </a:r>
          </a:p>
          <a:p>
            <a:pPr>
              <a:spcAft>
                <a:spcPts val="500"/>
              </a:spcAft>
              <a:defRPr sz="1500" b="0" i="1">
                <a:solidFill>
                  <a:srgbClr val="56515A"/>
                </a:solidFill>
                <a:latin typeface="Calibri"/>
              </a:defRPr>
            </a:pPr>
            <a:r>
              <a:t>Please stand and join in singing the Entrance hymn.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Here I Am, Lord</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I, THE LORD OF SEA AND SKY,</a:t>
            </a:r>
          </a:p>
          <a:p>
            <a:pPr algn="ctr">
              <a:lnSpc>
                <a:spcPct val="105000"/>
              </a:lnSpc>
              <a:spcAft>
                <a:spcPts val="1000"/>
              </a:spcAft>
              <a:defRPr sz="3800" b="1" i="0">
                <a:solidFill>
                  <a:srgbClr val="FFFFFF"/>
                </a:solidFill>
                <a:latin typeface="Arial Black"/>
              </a:defRPr>
            </a:pPr>
            <a:r>
              <a:t>I HAVE HEARD MY PEOPLE CRY.</a:t>
            </a:r>
          </a:p>
          <a:p>
            <a:pPr algn="ctr">
              <a:lnSpc>
                <a:spcPct val="105000"/>
              </a:lnSpc>
              <a:spcAft>
                <a:spcPts val="1000"/>
              </a:spcAft>
              <a:defRPr sz="3800" b="1" i="0">
                <a:solidFill>
                  <a:srgbClr val="FFFFFF"/>
                </a:solidFill>
                <a:latin typeface="Arial Black"/>
              </a:defRPr>
            </a:pPr>
            <a:r>
              <a:t>ALL WHO DWELL IN DARK AND SIN,</a:t>
            </a:r>
          </a:p>
          <a:p>
            <a:pPr algn="ctr">
              <a:lnSpc>
                <a:spcPct val="105000"/>
              </a:lnSpc>
              <a:spcAft>
                <a:spcPts val="1000"/>
              </a:spcAft>
              <a:defRPr sz="3800" b="1" i="0">
                <a:solidFill>
                  <a:srgbClr val="FFFFFF"/>
                </a:solidFill>
                <a:latin typeface="Arial Black"/>
              </a:defRPr>
            </a:pPr>
            <a:r>
              <a:t>MY HAND WILL SAVE.</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I WHO MADE THE STARS OF NIGHT,</a:t>
            </a:r>
          </a:p>
          <a:p>
            <a:pPr algn="ctr">
              <a:lnSpc>
                <a:spcPct val="105000"/>
              </a:lnSpc>
              <a:spcAft>
                <a:spcPts val="1000"/>
              </a:spcAft>
              <a:defRPr sz="3800" b="1" i="0">
                <a:solidFill>
                  <a:srgbClr val="FFFFFF"/>
                </a:solidFill>
                <a:latin typeface="Arial Black"/>
              </a:defRPr>
            </a:pPr>
            <a:r>
              <a:t>I WILL MAKE THEIR DARKNESS BRIGHT.</a:t>
            </a:r>
          </a:p>
          <a:p>
            <a:pPr algn="ctr">
              <a:lnSpc>
                <a:spcPct val="105000"/>
              </a:lnSpc>
              <a:spcAft>
                <a:spcPts val="1000"/>
              </a:spcAft>
              <a:defRPr sz="3800" b="1" i="0">
                <a:solidFill>
                  <a:srgbClr val="FFFFFF"/>
                </a:solidFill>
                <a:latin typeface="Arial Black"/>
              </a:defRPr>
            </a:pPr>
            <a:r>
              <a:t>WHO WILL BEAR MY LIGHT TO THEM?</a:t>
            </a:r>
          </a:p>
          <a:p>
            <a:pPr algn="ctr">
              <a:lnSpc>
                <a:spcPct val="105000"/>
              </a:lnSpc>
              <a:spcAft>
                <a:spcPts val="1000"/>
              </a:spcAft>
              <a:defRPr sz="3800" b="1" i="0">
                <a:solidFill>
                  <a:srgbClr val="FFFFFF"/>
                </a:solidFill>
                <a:latin typeface="Arial Black"/>
              </a:defRPr>
            </a:pPr>
            <a:r>
              <a:t>WHOM SHALL I SEND?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HERE I AM, LORD.</a:t>
            </a:r>
          </a:p>
          <a:p>
            <a:pPr algn="ctr">
              <a:lnSpc>
                <a:spcPct val="105000"/>
              </a:lnSpc>
              <a:spcAft>
                <a:spcPts val="1000"/>
              </a:spcAft>
              <a:defRPr sz="3800" b="1" i="0">
                <a:solidFill>
                  <a:srgbClr val="FFFFFF"/>
                </a:solidFill>
                <a:latin typeface="Arial Black"/>
              </a:defRPr>
            </a:pPr>
            <a:r>
              <a:t>IS IT I, LORD?</a:t>
            </a:r>
          </a:p>
          <a:p>
            <a:pPr algn="ctr">
              <a:lnSpc>
                <a:spcPct val="105000"/>
              </a:lnSpc>
              <a:spcAft>
                <a:spcPts val="1000"/>
              </a:spcAft>
              <a:defRPr sz="3800" b="1" i="0">
                <a:solidFill>
                  <a:srgbClr val="FFFFFF"/>
                </a:solidFill>
                <a:latin typeface="Arial Black"/>
              </a:defRPr>
            </a:pPr>
            <a:r>
              <a:t>I HAVE HEARD YOU CALLING IN THE NIGHT.</a:t>
            </a:r>
          </a:p>
          <a:p>
            <a:pPr algn="ctr">
              <a:lnSpc>
                <a:spcPct val="105000"/>
              </a:lnSpc>
              <a:spcAft>
                <a:spcPts val="1000"/>
              </a:spcAft>
              <a:defRPr sz="3800" b="1" i="0">
                <a:solidFill>
                  <a:srgbClr val="FFFFFF"/>
                </a:solidFill>
                <a:latin typeface="Arial Black"/>
              </a:defRPr>
            </a:pPr>
            <a:r>
              <a:t>I WILL GO, LORD,</a:t>
            </a:r>
          </a:p>
          <a:p>
            <a:pPr algn="ctr">
              <a:lnSpc>
                <a:spcPct val="105000"/>
              </a:lnSpc>
              <a:spcAft>
                <a:spcPts val="1000"/>
              </a:spcAft>
              <a:defRPr sz="3800" b="1" i="0">
                <a:solidFill>
                  <a:srgbClr val="FFFFFF"/>
                </a:solidFill>
                <a:latin typeface="Arial Black"/>
              </a:defRPr>
            </a:pPr>
            <a:r>
              <a:t>IF YOU LEAD ME.</a:t>
            </a:r>
          </a:p>
          <a:p>
            <a:pPr algn="ctr">
              <a:lnSpc>
                <a:spcPct val="105000"/>
              </a:lnSpc>
              <a:spcAft>
                <a:spcPts val="1000"/>
              </a:spcAft>
              <a:defRPr sz="3800" b="1" i="0">
                <a:solidFill>
                  <a:srgbClr val="FFFFFF"/>
                </a:solidFill>
                <a:latin typeface="Arial Black"/>
              </a:defRPr>
            </a:pPr>
            <a:r>
              <a:t>I WILL HOLD YOUR PEOPLE IN MY HEART.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I, THE LORD OF SNOW AND RAIN,</a:t>
            </a:r>
          </a:p>
          <a:p>
            <a:pPr algn="ctr">
              <a:lnSpc>
                <a:spcPct val="105000"/>
              </a:lnSpc>
              <a:spcAft>
                <a:spcPts val="1000"/>
              </a:spcAft>
              <a:defRPr sz="3800" b="1" i="0">
                <a:solidFill>
                  <a:srgbClr val="FFFFFF"/>
                </a:solidFill>
                <a:latin typeface="Arial Black"/>
              </a:defRPr>
            </a:pPr>
            <a:r>
              <a:t>I HAVE BORNE MY PEOPLE'S PAIN.</a:t>
            </a:r>
          </a:p>
          <a:p>
            <a:pPr algn="ctr">
              <a:lnSpc>
                <a:spcPct val="105000"/>
              </a:lnSpc>
              <a:spcAft>
                <a:spcPts val="1000"/>
              </a:spcAft>
              <a:defRPr sz="3800" b="1" i="0">
                <a:solidFill>
                  <a:srgbClr val="FFFFFF"/>
                </a:solidFill>
                <a:latin typeface="Arial Black"/>
              </a:defRPr>
            </a:pPr>
            <a:r>
              <a:t>I HAVE WEPT FOR LOVE OF THEM,</a:t>
            </a:r>
          </a:p>
          <a:p>
            <a:pPr algn="ctr">
              <a:lnSpc>
                <a:spcPct val="105000"/>
              </a:lnSpc>
              <a:spcAft>
                <a:spcPts val="1000"/>
              </a:spcAft>
              <a:defRPr sz="3800" b="1" i="0">
                <a:solidFill>
                  <a:srgbClr val="FFFFFF"/>
                </a:solidFill>
                <a:latin typeface="Arial Black"/>
              </a:defRPr>
            </a:pPr>
            <a:r>
              <a:t>THEY TURN AWAY.</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I WILL BREAK THEIR HEARTS OF STONE,</a:t>
            </a:r>
          </a:p>
          <a:p>
            <a:pPr algn="ctr">
              <a:lnSpc>
                <a:spcPct val="105000"/>
              </a:lnSpc>
              <a:spcAft>
                <a:spcPts val="1000"/>
              </a:spcAft>
              <a:defRPr sz="3800" b="1" i="0">
                <a:solidFill>
                  <a:srgbClr val="FFFFFF"/>
                </a:solidFill>
                <a:latin typeface="Arial Black"/>
              </a:defRPr>
            </a:pPr>
            <a:r>
              <a:t>GIVE THEM HEARTS FOR LOVE ALONE.</a:t>
            </a:r>
          </a:p>
          <a:p>
            <a:pPr algn="ctr">
              <a:lnSpc>
                <a:spcPct val="105000"/>
              </a:lnSpc>
              <a:spcAft>
                <a:spcPts val="1000"/>
              </a:spcAft>
              <a:defRPr sz="3800" b="1" i="0">
                <a:solidFill>
                  <a:srgbClr val="FFFFFF"/>
                </a:solidFill>
                <a:latin typeface="Arial Black"/>
              </a:defRPr>
            </a:pPr>
            <a:r>
              <a:t>I WILL SPEAK MY WORD TO THEM.</a:t>
            </a:r>
          </a:p>
          <a:p>
            <a:pPr algn="ctr">
              <a:lnSpc>
                <a:spcPct val="105000"/>
              </a:lnSpc>
              <a:spcAft>
                <a:spcPts val="1000"/>
              </a:spcAft>
              <a:defRPr sz="3800" b="1" i="0">
                <a:solidFill>
                  <a:srgbClr val="FFFFFF"/>
                </a:solidFill>
                <a:latin typeface="Arial Black"/>
              </a:defRPr>
            </a:pPr>
            <a:r>
              <a:t>WHOM SHALL I SEND?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HERE I AM, LORD.</a:t>
            </a:r>
          </a:p>
          <a:p>
            <a:pPr algn="ctr">
              <a:lnSpc>
                <a:spcPct val="105000"/>
              </a:lnSpc>
              <a:spcAft>
                <a:spcPts val="1000"/>
              </a:spcAft>
              <a:defRPr sz="3800" b="1" i="0">
                <a:solidFill>
                  <a:srgbClr val="FFFFFF"/>
                </a:solidFill>
                <a:latin typeface="Arial Black"/>
              </a:defRPr>
            </a:pPr>
            <a:r>
              <a:t>IS IT I, LORD?</a:t>
            </a:r>
          </a:p>
          <a:p>
            <a:pPr algn="ctr">
              <a:lnSpc>
                <a:spcPct val="105000"/>
              </a:lnSpc>
              <a:spcAft>
                <a:spcPts val="1000"/>
              </a:spcAft>
              <a:defRPr sz="3800" b="1" i="0">
                <a:solidFill>
                  <a:srgbClr val="FFFFFF"/>
                </a:solidFill>
                <a:latin typeface="Arial Black"/>
              </a:defRPr>
            </a:pPr>
            <a:r>
              <a:t>I HAVE HEARD YOU CALLING IN THE NIGHT.</a:t>
            </a:r>
          </a:p>
          <a:p>
            <a:pPr algn="ctr">
              <a:lnSpc>
                <a:spcPct val="105000"/>
              </a:lnSpc>
              <a:spcAft>
                <a:spcPts val="1000"/>
              </a:spcAft>
              <a:defRPr sz="3800" b="1" i="0">
                <a:solidFill>
                  <a:srgbClr val="FFFFFF"/>
                </a:solidFill>
                <a:latin typeface="Arial Black"/>
              </a:defRPr>
            </a:pPr>
            <a:r>
              <a:t>I WILL GO, LORD,</a:t>
            </a:r>
          </a:p>
          <a:p>
            <a:pPr algn="ctr">
              <a:lnSpc>
                <a:spcPct val="105000"/>
              </a:lnSpc>
              <a:spcAft>
                <a:spcPts val="1000"/>
              </a:spcAft>
              <a:defRPr sz="3800" b="1" i="0">
                <a:solidFill>
                  <a:srgbClr val="FFFFFF"/>
                </a:solidFill>
                <a:latin typeface="Arial Black"/>
              </a:defRPr>
            </a:pPr>
            <a:r>
              <a:t>IF YOU LEAD ME.</a:t>
            </a:r>
          </a:p>
          <a:p>
            <a:pPr algn="ctr">
              <a:lnSpc>
                <a:spcPct val="105000"/>
              </a:lnSpc>
              <a:spcAft>
                <a:spcPts val="1000"/>
              </a:spcAft>
              <a:defRPr sz="3800" b="1" i="0">
                <a:solidFill>
                  <a:srgbClr val="FFFFFF"/>
                </a:solidFill>
                <a:latin typeface="Arial Black"/>
              </a:defRPr>
            </a:pPr>
            <a:r>
              <a:t>I WILL HOLD YOUR PEOPLE IN MY HEART.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I, THE LORD OF WIND AND FLAME,</a:t>
            </a:r>
          </a:p>
          <a:p>
            <a:pPr algn="ctr">
              <a:lnSpc>
                <a:spcPct val="105000"/>
              </a:lnSpc>
              <a:spcAft>
                <a:spcPts val="1000"/>
              </a:spcAft>
              <a:defRPr sz="3800" b="1" i="0">
                <a:solidFill>
                  <a:srgbClr val="FFFFFF"/>
                </a:solidFill>
                <a:latin typeface="Arial Black"/>
              </a:defRPr>
            </a:pPr>
            <a:r>
              <a:t>I WILL TEND THE POOR AND LAME.</a:t>
            </a:r>
          </a:p>
          <a:p>
            <a:pPr algn="ctr">
              <a:lnSpc>
                <a:spcPct val="105000"/>
              </a:lnSpc>
              <a:spcAft>
                <a:spcPts val="1000"/>
              </a:spcAft>
              <a:defRPr sz="3800" b="1" i="0">
                <a:solidFill>
                  <a:srgbClr val="FFFFFF"/>
                </a:solidFill>
                <a:latin typeface="Arial Black"/>
              </a:defRPr>
            </a:pPr>
            <a:r>
              <a:t>I WILL SET A FEAST FOR THEM.</a:t>
            </a:r>
          </a:p>
          <a:p>
            <a:pPr algn="ctr">
              <a:lnSpc>
                <a:spcPct val="105000"/>
              </a:lnSpc>
              <a:spcAft>
                <a:spcPts val="1000"/>
              </a:spcAft>
              <a:defRPr sz="3800" b="1" i="0">
                <a:solidFill>
                  <a:srgbClr val="FFFFFF"/>
                </a:solidFill>
                <a:latin typeface="Arial Black"/>
              </a:defRPr>
            </a:pPr>
            <a:r>
              <a:t>MY HAND WILL SAVE.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FINEST BREAD I WILL PROVIDE</a:t>
            </a:r>
          </a:p>
          <a:p>
            <a:pPr algn="ctr">
              <a:lnSpc>
                <a:spcPct val="105000"/>
              </a:lnSpc>
              <a:spcAft>
                <a:spcPts val="1000"/>
              </a:spcAft>
              <a:defRPr sz="3800" b="1" i="0">
                <a:solidFill>
                  <a:srgbClr val="FFFFFF"/>
                </a:solidFill>
                <a:latin typeface="Arial Black"/>
              </a:defRPr>
            </a:pPr>
            <a:r>
              <a:t>TILL THEIR HEARTS BE SATISFIED.</a:t>
            </a:r>
          </a:p>
          <a:p>
            <a:pPr algn="ctr">
              <a:lnSpc>
                <a:spcPct val="105000"/>
              </a:lnSpc>
              <a:spcAft>
                <a:spcPts val="1000"/>
              </a:spcAft>
              <a:defRPr sz="3800" b="1" i="0">
                <a:solidFill>
                  <a:srgbClr val="FFFFFF"/>
                </a:solidFill>
                <a:latin typeface="Arial Black"/>
              </a:defRPr>
            </a:pPr>
            <a:r>
              <a:t>I WILL GIVE MY LIFE TO THEM.</a:t>
            </a:r>
          </a:p>
          <a:p>
            <a:pPr algn="ctr">
              <a:lnSpc>
                <a:spcPct val="105000"/>
              </a:lnSpc>
              <a:spcAft>
                <a:spcPts val="1000"/>
              </a:spcAft>
              <a:defRPr sz="3800" b="1" i="0">
                <a:solidFill>
                  <a:srgbClr val="FFFFFF"/>
                </a:solidFill>
                <a:latin typeface="Arial Black"/>
              </a:defRPr>
            </a:pPr>
            <a:r>
              <a:t>WHOM SHALL I SEND?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HERE I AM, LORD.</a:t>
            </a:r>
          </a:p>
          <a:p>
            <a:pPr algn="ctr">
              <a:lnSpc>
                <a:spcPct val="105000"/>
              </a:lnSpc>
              <a:spcAft>
                <a:spcPts val="1000"/>
              </a:spcAft>
              <a:defRPr sz="3800" b="1" i="0">
                <a:solidFill>
                  <a:srgbClr val="FFFFFF"/>
                </a:solidFill>
                <a:latin typeface="Arial Black"/>
              </a:defRPr>
            </a:pPr>
            <a:r>
              <a:t>IS IT I, LORD?</a:t>
            </a:r>
          </a:p>
          <a:p>
            <a:pPr algn="ctr">
              <a:lnSpc>
                <a:spcPct val="105000"/>
              </a:lnSpc>
              <a:spcAft>
                <a:spcPts val="1000"/>
              </a:spcAft>
              <a:defRPr sz="3800" b="1" i="0">
                <a:solidFill>
                  <a:srgbClr val="FFFFFF"/>
                </a:solidFill>
                <a:latin typeface="Arial Black"/>
              </a:defRPr>
            </a:pPr>
            <a:r>
              <a:t>I HAVE HEARD YOU CALLING IN THE NIGHT.</a:t>
            </a:r>
          </a:p>
          <a:p>
            <a:pPr algn="ctr">
              <a:lnSpc>
                <a:spcPct val="105000"/>
              </a:lnSpc>
              <a:spcAft>
                <a:spcPts val="1000"/>
              </a:spcAft>
              <a:defRPr sz="3800" b="1" i="0">
                <a:solidFill>
                  <a:srgbClr val="FFFFFF"/>
                </a:solidFill>
                <a:latin typeface="Arial Black"/>
              </a:defRPr>
            </a:pPr>
            <a:r>
              <a:t>I WILL GO, LORD,</a:t>
            </a:r>
          </a:p>
          <a:p>
            <a:pPr algn="ctr">
              <a:lnSpc>
                <a:spcPct val="105000"/>
              </a:lnSpc>
              <a:spcAft>
                <a:spcPts val="1000"/>
              </a:spcAft>
              <a:defRPr sz="3800" b="1" i="0">
                <a:solidFill>
                  <a:srgbClr val="FFFFFF"/>
                </a:solidFill>
                <a:latin typeface="Arial Black"/>
              </a:defRPr>
            </a:pPr>
            <a:r>
              <a:t>IF YOU LEAD ME.</a:t>
            </a:r>
          </a:p>
          <a:p>
            <a:pPr algn="ctr">
              <a:lnSpc>
                <a:spcPct val="105000"/>
              </a:lnSpc>
              <a:spcAft>
                <a:spcPts val="1000"/>
              </a:spcAft>
              <a:defRPr sz="3800" b="1" i="0">
                <a:solidFill>
                  <a:srgbClr val="FFFFFF"/>
                </a:solidFill>
                <a:latin typeface="Arial Black"/>
              </a:defRPr>
            </a:pPr>
            <a:r>
              <a:t>I WILL HOLD YOUR PEOPLE IN MY HEART.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Entrance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(Matthew 28:16-20)</a:t>
            </a:r>
          </a:p>
          <a:p>
            <a:pPr>
              <a:spcAft>
                <a:spcPts val="300"/>
              </a:spcAft>
              <a:defRPr sz="2100" b="0" i="0">
                <a:solidFill>
                  <a:srgbClr val="1A1A1E"/>
                </a:solidFill>
                <a:latin typeface="Calibri"/>
              </a:defRPr>
            </a:pPr>
            <a:r>
              <a:t>“Behold, I am with you always, even to the end of the age.”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2026-05-17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In the Name of the Father, and of the Son, and of the Holy Spirit.</a:t>
            </a:r>
          </a:p>
          <a:p>
            <a:pPr>
              <a:spcAft>
                <a:spcPts val="500"/>
              </a:spcAft>
              <a:defRPr sz="2000" b="1" i="0">
                <a:solidFill>
                  <a:srgbClr val="1A1A1E"/>
                </a:solidFill>
                <a:latin typeface="Calibri"/>
              </a:defRPr>
            </a:pPr>
            <a:r>
              <a:t>Amen.</a:t>
            </a:r>
          </a:p>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Introductory Rites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Brethren (brothers and sisters), let us acknowledge our sins, and so prepare ourselves to celebrate the sacred mysteries.</a:t>
            </a:r>
          </a:p>
          <a:p>
            <a:pPr>
              <a:spcAft>
                <a:spcPts val="500"/>
              </a:spcAft>
              <a:defRPr sz="2000" b="1" i="0">
                <a:solidFill>
                  <a:srgbClr val="1A1A1E"/>
                </a:solidFill>
                <a:latin typeface="Calibri"/>
              </a:defRPr>
            </a:pPr>
            <a:r>
              <a:t>I confess to almighty God</a:t>
            </a:r>
          </a:p>
          <a:p>
            <a:pPr>
              <a:spcAft>
                <a:spcPts val="500"/>
              </a:spcAft>
              <a:defRPr sz="1900" b="0" i="0">
                <a:solidFill>
                  <a:srgbClr val="1A1A1E"/>
                </a:solidFill>
                <a:latin typeface="Calibri"/>
              </a:defRPr>
            </a:pPr>
            <a:r>
              <a:t>and to you, my brothers and sisters,</a:t>
            </a:r>
          </a:p>
          <a:p>
            <a:pPr>
              <a:spcAft>
                <a:spcPts val="500"/>
              </a:spcAft>
              <a:defRPr sz="1900" b="0" i="0">
                <a:solidFill>
                  <a:srgbClr val="1A1A1E"/>
                </a:solidFill>
                <a:latin typeface="Calibri"/>
              </a:defRPr>
            </a:pPr>
            <a:r>
              <a:t>that I have greatly sinned,</a:t>
            </a:r>
          </a:p>
          <a:p>
            <a:pPr>
              <a:spcAft>
                <a:spcPts val="500"/>
              </a:spcAft>
              <a:defRPr sz="1900" b="0" i="0">
                <a:solidFill>
                  <a:srgbClr val="1A1A1E"/>
                </a:solidFill>
                <a:latin typeface="Calibri"/>
              </a:defRPr>
            </a:pPr>
            <a:r>
              <a:t>in my thoughts and in my words,</a:t>
            </a:r>
          </a:p>
          <a:p>
            <a:pPr>
              <a:spcAft>
                <a:spcPts val="500"/>
              </a:spcAft>
              <a:defRPr sz="1900" b="0" i="0">
                <a:solidFill>
                  <a:srgbClr val="1A1A1E"/>
                </a:solidFill>
                <a:latin typeface="Calibri"/>
              </a:defRPr>
            </a:pPr>
            <a:r>
              <a:t>in what I have done and in what I have failed to do,</a:t>
            </a:r>
          </a:p>
          <a:p>
            <a:pPr>
              <a:spcAft>
                <a:spcPts val="500"/>
              </a:spcAft>
              <a:defRPr sz="1900" b="0" i="0">
                <a:solidFill>
                  <a:srgbClr val="1A1A1E"/>
                </a:solidFill>
                <a:latin typeface="Calibri"/>
              </a:defRPr>
            </a:pPr>
            <a:r>
              <a:t>through my fault, through my fault,</a:t>
            </a:r>
          </a:p>
          <a:p>
            <a:pPr>
              <a:spcAft>
                <a:spcPts val="500"/>
              </a:spcAft>
              <a:defRPr sz="1900" b="0" i="0">
                <a:solidFill>
                  <a:srgbClr val="1A1A1E"/>
                </a:solidFill>
                <a:latin typeface="Calibri"/>
              </a:defRPr>
            </a:pPr>
            <a:r>
              <a:t>through my most grievous fault;</a:t>
            </a:r>
          </a:p>
          <a:p>
            <a:pPr>
              <a:spcAft>
                <a:spcPts val="500"/>
              </a:spcAft>
              <a:defRPr sz="1900" b="0" i="0">
                <a:solidFill>
                  <a:srgbClr val="1A1A1E"/>
                </a:solidFill>
                <a:latin typeface="Calibri"/>
              </a:defRPr>
            </a:pPr>
            <a:r>
              <a:t>therefore I ask blessed Mary ever-Virgin,</a:t>
            </a:r>
          </a:p>
          <a:p>
            <a:pPr>
              <a:spcAft>
                <a:spcPts val="500"/>
              </a:spcAft>
              <a:defRPr sz="1900" b="0" i="0">
                <a:solidFill>
                  <a:srgbClr val="1A1A1E"/>
                </a:solidFill>
                <a:latin typeface="Calibri"/>
              </a:defRPr>
            </a:pPr>
            <a:r>
              <a:t>all the Angels and Saints,</a:t>
            </a:r>
          </a:p>
          <a:p>
            <a:pPr>
              <a:spcAft>
                <a:spcPts val="500"/>
              </a:spcAft>
              <a:defRPr sz="1900" b="0" i="0">
                <a:solidFill>
                  <a:srgbClr val="1A1A1E"/>
                </a:solidFill>
                <a:latin typeface="Calibri"/>
              </a:defRPr>
            </a:pPr>
            <a:r>
              <a:t>and you, my brothers and sisters,</a:t>
            </a:r>
          </a:p>
          <a:p>
            <a:pPr>
              <a:spcAft>
                <a:spcPts val="500"/>
              </a:spcAft>
              <a:defRPr sz="1900" b="0" i="0">
                <a:solidFill>
                  <a:srgbClr val="1A1A1E"/>
                </a:solidFill>
                <a:latin typeface="Calibri"/>
              </a:defRPr>
            </a:pPr>
            <a:r>
              <a:t>to pray for me to the Lord our God.</a:t>
            </a:r>
          </a:p>
          <a:p>
            <a:pPr>
              <a:spcAft>
                <a:spcPts val="500"/>
              </a:spcAft>
              <a:defRPr sz="2000" b="1" i="0">
                <a:solidFill>
                  <a:srgbClr val="56515A"/>
                </a:solidFill>
                <a:latin typeface="Calibri"/>
              </a:defRPr>
            </a:pPr>
            <a:r>
              <a:t>May almighty God have mercy on us, forgive us our sins, and bring us to everlasting life.</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Penitential Act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Christ, have mercy.</a:t>
            </a:r>
          </a:p>
          <a:p>
            <a:pPr>
              <a:spcAft>
                <a:spcPts val="500"/>
              </a:spcAft>
              <a:defRPr sz="2000" b="1" i="0">
                <a:solidFill>
                  <a:srgbClr val="1A1A1E"/>
                </a:solidFill>
                <a:latin typeface="Calibri"/>
              </a:defRPr>
            </a:pPr>
            <a:r>
              <a:t>Christ, have mercy.</a:t>
            </a:r>
          </a:p>
          <a:p>
            <a:pPr>
              <a:spcAft>
                <a:spcPts val="500"/>
              </a:spcAft>
              <a:defRPr sz="2000" b="1" i="0">
                <a:solidFill>
                  <a:srgbClr val="1A1A1E"/>
                </a:solidFill>
                <a:latin typeface="Calibri"/>
              </a:defRPr>
            </a:pPr>
            <a:r>
              <a:t>Lord, have mercy.</a:t>
            </a:r>
          </a:p>
          <a:p>
            <a:pPr>
              <a:spcAft>
                <a:spcPts val="500"/>
              </a:spcAft>
              <a:defRPr sz="2000" b="1" i="0">
                <a:solidFill>
                  <a:srgbClr val="1A1A1E"/>
                </a:solidFill>
                <a:latin typeface="Calibri"/>
              </a:defRPr>
            </a:pPr>
            <a:r>
              <a:t>Lord, have mercy.</a:t>
            </a:r>
          </a:p>
          <a:p>
            <a:pPr>
              <a:spcAft>
                <a:spcPts val="500"/>
              </a:spcAft>
              <a:defRPr sz="1500" b="0" i="1">
                <a:solidFill>
                  <a:srgbClr val="56515A"/>
                </a:solidFill>
                <a:latin typeface="Calibri"/>
              </a:defRPr>
            </a:pPr>
            <a:r>
              <a:t>This acclamation may also be sung, or the invocations from the Missal or approved pastoral practice may be used in full.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Kyrie Eleison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Glory to God in the highest,</a:t>
            </a:r>
          </a:p>
          <a:p>
            <a:pPr>
              <a:spcAft>
                <a:spcPts val="500"/>
              </a:spcAft>
              <a:defRPr sz="1900" b="0" i="0">
                <a:solidFill>
                  <a:srgbClr val="1A1A1E"/>
                </a:solidFill>
                <a:latin typeface="Calibri"/>
              </a:defRPr>
            </a:pPr>
            <a:r>
              <a:t>and on earth peace to people of good will.</a:t>
            </a:r>
          </a:p>
          <a:p>
            <a:pPr>
              <a:spcAft>
                <a:spcPts val="500"/>
              </a:spcAft>
              <a:defRPr sz="1900" b="0" i="0">
                <a:solidFill>
                  <a:srgbClr val="1A1A1E"/>
                </a:solidFill>
                <a:latin typeface="Calibri"/>
              </a:defRPr>
            </a:pPr>
            <a:r>
              <a:t>We praise you, we bless you, we adore you,</a:t>
            </a:r>
          </a:p>
          <a:p>
            <a:pPr>
              <a:spcAft>
                <a:spcPts val="500"/>
              </a:spcAft>
              <a:defRPr sz="1900" b="0" i="0">
                <a:solidFill>
                  <a:srgbClr val="1A1A1E"/>
                </a:solidFill>
                <a:latin typeface="Calibri"/>
              </a:defRPr>
            </a:pPr>
            <a:r>
              <a:t>we glorify you, we give you thanks</a:t>
            </a:r>
          </a:p>
          <a:p>
            <a:pPr>
              <a:spcAft>
                <a:spcPts val="500"/>
              </a:spcAft>
              <a:defRPr sz="1900" b="0" i="0">
                <a:solidFill>
                  <a:srgbClr val="1A1A1E"/>
                </a:solidFill>
                <a:latin typeface="Calibri"/>
              </a:defRPr>
            </a:pPr>
            <a:r>
              <a:t>for your great glory,</a:t>
            </a:r>
          </a:p>
          <a:p>
            <a:pPr>
              <a:spcAft>
                <a:spcPts val="500"/>
              </a:spcAft>
              <a:defRPr sz="1900" b="0" i="0">
                <a:solidFill>
                  <a:srgbClr val="1A1A1E"/>
                </a:solidFill>
                <a:latin typeface="Calibri"/>
              </a:defRPr>
            </a:pPr>
            <a:r>
              <a:t>Lord God, heavenly King, O God, almighty Father.</a:t>
            </a:r>
          </a:p>
          <a:p>
            <a:pPr>
              <a:spcAft>
                <a:spcPts val="500"/>
              </a:spcAft>
              <a:defRPr sz="1900" b="0" i="0">
                <a:solidFill>
                  <a:srgbClr val="1A1A1E"/>
                </a:solidFill>
                <a:latin typeface="Calibri"/>
              </a:defRPr>
            </a:pPr>
            <a:r>
              <a:t>Lord Jesus Christ, Only Begotten Son,</a:t>
            </a:r>
          </a:p>
          <a:p>
            <a:pPr>
              <a:spcAft>
                <a:spcPts val="500"/>
              </a:spcAft>
              <a:defRPr sz="1900" b="0" i="0">
                <a:solidFill>
                  <a:srgbClr val="1A1A1E"/>
                </a:solidFill>
                <a:latin typeface="Calibri"/>
              </a:defRPr>
            </a:pPr>
            <a:r>
              <a:t>Lord God, Lamb of God, Son of the Father,</a:t>
            </a:r>
          </a:p>
          <a:p>
            <a:pPr>
              <a:spcAft>
                <a:spcPts val="500"/>
              </a:spcAft>
              <a:defRPr sz="1900" b="0" i="0">
                <a:solidFill>
                  <a:srgbClr val="1A1A1E"/>
                </a:solidFill>
                <a:latin typeface="Calibri"/>
              </a:defRPr>
            </a:pPr>
            <a:r>
              <a:t>you take away the sins of the world, have mercy on us;</a:t>
            </a:r>
          </a:p>
          <a:p>
            <a:pPr>
              <a:spcAft>
                <a:spcPts val="500"/>
              </a:spcAft>
              <a:defRPr sz="1900" b="0" i="0">
                <a:solidFill>
                  <a:srgbClr val="1A1A1E"/>
                </a:solidFill>
                <a:latin typeface="Calibri"/>
              </a:defRPr>
            </a:pPr>
            <a:r>
              <a:t>you take away the sins of the world, receive our prayer;</a:t>
            </a:r>
          </a:p>
          <a:p>
            <a:pPr>
              <a:spcAft>
                <a:spcPts val="500"/>
              </a:spcAft>
              <a:defRPr sz="1900" b="0" i="0">
                <a:solidFill>
                  <a:srgbClr val="1A1A1E"/>
                </a:solidFill>
                <a:latin typeface="Calibri"/>
              </a:defRPr>
            </a:pPr>
            <a:r>
              <a:t>you are seated at the right hand of the Father, have mercy on us.</a:t>
            </a:r>
          </a:p>
          <a:p>
            <a:pPr>
              <a:spcAft>
                <a:spcPts val="500"/>
              </a:spcAft>
              <a:defRPr sz="1900" b="0" i="0">
                <a:solidFill>
                  <a:srgbClr val="1A1A1E"/>
                </a:solidFill>
                <a:latin typeface="Calibri"/>
              </a:defRPr>
            </a:pPr>
            <a:r>
              <a:t>For you alone are the Holy One,</a:t>
            </a:r>
          </a:p>
          <a:p>
            <a:pPr>
              <a:spcAft>
                <a:spcPts val="500"/>
              </a:spcAft>
              <a:defRPr sz="1900" b="0" i="0">
                <a:solidFill>
                  <a:srgbClr val="1A1A1E"/>
                </a:solidFill>
                <a:latin typeface="Calibri"/>
              </a:defRPr>
            </a:pPr>
            <a:r>
              <a:t>you alone are the Lord,</a:t>
            </a:r>
          </a:p>
          <a:p>
            <a:pPr>
              <a:spcAft>
                <a:spcPts val="500"/>
              </a:spcAft>
              <a:defRPr sz="1900" b="0" i="0">
                <a:solidFill>
                  <a:srgbClr val="1A1A1E"/>
                </a:solidFill>
                <a:latin typeface="Calibri"/>
              </a:defRPr>
            </a:pPr>
            <a:r>
              <a:t>you alone are the Most High,</a:t>
            </a:r>
          </a:p>
          <a:p>
            <a:pPr>
              <a:spcAft>
                <a:spcPts val="500"/>
              </a:spcAft>
              <a:defRPr sz="1900" b="0" i="0">
                <a:solidFill>
                  <a:srgbClr val="1A1A1E"/>
                </a:solidFill>
                <a:latin typeface="Calibri"/>
              </a:defRPr>
            </a:pPr>
            <a:r>
              <a:t>Jesus Christ,</a:t>
            </a:r>
          </a:p>
          <a:p>
            <a:pPr>
              <a:spcAft>
                <a:spcPts val="500"/>
              </a:spcAft>
              <a:defRPr sz="1900" b="0" i="0">
                <a:solidFill>
                  <a:srgbClr val="1A1A1E"/>
                </a:solidFill>
                <a:latin typeface="Calibri"/>
              </a:defRPr>
            </a:pPr>
            <a:r>
              <a:t>with the Holy Spirit,</a:t>
            </a:r>
          </a:p>
          <a:p>
            <a:pPr>
              <a:spcAft>
                <a:spcPts val="500"/>
              </a:spcAft>
              <a:defRPr sz="1900" b="0" i="0">
                <a:solidFill>
                  <a:srgbClr val="1A1A1E"/>
                </a:solidFill>
                <a:latin typeface="Calibri"/>
              </a:defRPr>
            </a:pPr>
            <a:r>
              <a:t>in the glory of God the Father.</a:t>
            </a:r>
          </a:p>
          <a:p>
            <a:pPr>
              <a:spcAft>
                <a:spcPts val="500"/>
              </a:spcAft>
              <a:defRPr sz="1900" b="0"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Gloria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Let us pray.</a:t>
            </a:r>
          </a:p>
          <a:p>
            <a:pPr>
              <a:spcAft>
                <a:spcPts val="500"/>
              </a:spcAft>
              <a:defRPr sz="1500" b="0" i="1">
                <a:solidFill>
                  <a:srgbClr val="56515A"/>
                </a:solidFill>
                <a:latin typeface="Calibri"/>
              </a:defRPr>
            </a:pPr>
            <a:r>
              <a:t>All pray silently with the Priest for a moment. Then the Priest says the Collect for the day, that is, the Opening Prayer, in full from the Roman Missal for this celebration—nothing abbreviated. The people respond at the end.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WORD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FIRST</a:t>
            </a:r>
            <a:br/>
            <a:r>
              <a:t>READING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First Reading Title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First Reading (Acts 1:1-11)</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Acts 1:1-11</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RESPONSORIAL</a:t>
            </a:r>
            <a:br/>
            <a:r>
              <a:t>PSALM</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Responsorial Psalm Title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Responsorial Psalm (Psalm 47:2-3, 6-7, 8-9)</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Psalm 47:2-3, 6-7, 8-9</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SECOND</a:t>
            </a:r>
            <a:br/>
            <a:r>
              <a:t>READING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Second Reading Title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1024128"/>
          </a:xfrm>
          <a:prstGeom prst="rect">
            <a:avLst/>
          </a:prstGeom>
          <a:noFill/>
        </p:spPr>
        <p:txBody>
          <a:bodyPr wrap="square" lIns="109728" rIns="109728" tIns="73152" bIns="73152">
            <a:noAutofit/>
          </a:bodyPr>
          <a:lstStyle/>
          <a:p>
            <a:pPr>
              <a:defRPr sz="2800" b="1" i="0">
                <a:solidFill>
                  <a:srgbClr val="56515A"/>
                </a:solidFill>
                <a:latin typeface="Calibri"/>
              </a:defRPr>
            </a:pPr>
            <a:r>
              <a:t>Liturgy of the Word</a:t>
            </a:r>
          </a:p>
          <a:p>
            <a:pPr>
              <a:defRPr sz="1600" b="0" i="0">
                <a:solidFill>
                  <a:srgbClr val="5F5D68"/>
                </a:solidFill>
                <a:latin typeface="Calibri"/>
              </a:defRPr>
            </a:pPr>
            <a:r>
              <a:t>Second Reading (Ephesians 1:17-23)</a:t>
            </a:r>
          </a:p>
        </p:txBody>
      </p:sp>
      <p:sp>
        <p:nvSpPr>
          <p:cNvPr id="5" name="TextBox 4"/>
          <p:cNvSpPr txBox="1"/>
          <p:nvPr/>
        </p:nvSpPr>
        <p:spPr>
          <a:xfrm>
            <a:off x="685800" y="249631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Ephesians 1:17-23</a:t>
            </a:r>
          </a:p>
        </p:txBody>
      </p:sp>
      <p:sp>
        <p:nvSpPr>
          <p:cNvPr id="6" name="TextBox 5"/>
          <p:cNvSpPr txBox="1"/>
          <p:nvPr/>
        </p:nvSpPr>
        <p:spPr>
          <a:xfrm>
            <a:off x="685800" y="3044952"/>
            <a:ext cx="16916400" cy="632764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Full text was not loaded from bible.usccb.org. Open today’s readings for this date and paste if needed.</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Word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ALLELUIA! ALLELUIA! ALLELUIA! ALLELUIA!</a:t>
            </a:r>
          </a:p>
          <a:p>
            <a:pPr>
              <a:spcAft>
                <a:spcPts val="500"/>
              </a:spcAft>
              <a:defRPr sz="1500" b="0" i="1">
                <a:solidFill>
                  <a:srgbClr val="56515A"/>
                </a:solidFill>
                <a:latin typeface="Calibri"/>
              </a:defRPr>
            </a:pPr>
            <a:r>
              <a:t>Sing the verse of the Gospel Acclamation given in the Lectionary for this Mass in full, not shortened.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If a commentator announces the verse before the Gospel Acclamation, the verse from the Lectionary is spoken in full, and then the assembly sings the Alleluia and response without abbreviation.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1500" b="0" i="1">
                <a:solidFill>
                  <a:srgbClr val="56515A"/>
                </a:solidFill>
                <a:latin typeface="Calibri"/>
              </a:defRPr>
            </a:pPr>
            <a:r>
              <a:t>The Priest says the full introductory dialogue from the Roman Missal, using the complete sentence from the Lectionary for this Mass, beginning “A reading from the holy Gospel according to [name the evangelist or book in full, as printed in the Lectionary—never abbreviated].”</a:t>
            </a:r>
          </a:p>
          <a:p>
            <a:pPr>
              <a:spcAft>
                <a:spcPts val="500"/>
              </a:spcAft>
              <a:defRPr sz="2000" b="1" i="0">
                <a:solidFill>
                  <a:srgbClr val="1A1A1E"/>
                </a:solidFill>
                <a:latin typeface="Calibri"/>
              </a:defRPr>
            </a:pPr>
            <a:r>
              <a:t>Glory to you, O Lord.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Matthew 28:16-20</a:t>
            </a:r>
          </a:p>
          <a:p>
            <a:pPr>
              <a:spcAft>
                <a:spcPts val="500"/>
              </a:spcAft>
              <a:defRPr sz="1500" b="0" i="1">
                <a:solidFill>
                  <a:srgbClr val="56515A"/>
                </a:solidFill>
                <a:latin typeface="Calibri"/>
              </a:defRPr>
            </a:pPr>
          </a:p>
          <a:p>
            <a:pPr>
              <a:spcAft>
                <a:spcPts val="500"/>
              </a:spcAft>
              <a:defRPr sz="2000" b="1" i="0">
                <a:solidFill>
                  <a:srgbClr val="1A1A1E"/>
                </a:solidFill>
                <a:latin typeface="Calibri"/>
              </a:defRPr>
            </a:pPr>
            <a:r>
              <a:t>“Behold, I am with you always, even to the end of the age.”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841248"/>
          </a:xfrm>
          <a:prstGeom prst="rect">
            <a:avLst/>
          </a:prstGeom>
          <a:noFill/>
        </p:spPr>
        <p:txBody>
          <a:bodyPr wrap="square" lIns="109728" rIns="109728" tIns="73152" bIns="73152">
            <a:noAutofit/>
          </a:bodyPr>
          <a:lstStyle/>
          <a:p>
            <a:pPr>
              <a:defRPr sz="3000" b="1" i="0">
                <a:solidFill>
                  <a:srgbClr val="56515A"/>
                </a:solidFill>
                <a:latin typeface="Calibri"/>
              </a:defRPr>
            </a:pPr>
            <a:r>
              <a:t>Gospel</a:t>
            </a:r>
          </a:p>
        </p:txBody>
      </p:sp>
      <p:sp>
        <p:nvSpPr>
          <p:cNvPr id="5" name="TextBox 4"/>
          <p:cNvSpPr txBox="1"/>
          <p:nvPr/>
        </p:nvSpPr>
        <p:spPr>
          <a:xfrm>
            <a:off x="685800" y="2313432"/>
            <a:ext cx="16916400" cy="438912"/>
          </a:xfrm>
          <a:prstGeom prst="rect">
            <a:avLst/>
          </a:prstGeom>
          <a:noFill/>
        </p:spPr>
        <p:txBody>
          <a:bodyPr wrap="square" lIns="109728" rIns="109728" tIns="73152" bIns="73152">
            <a:noAutofit/>
          </a:bodyPr>
          <a:lstStyle/>
          <a:p>
            <a:pPr>
              <a:defRPr sz="1400" b="0" i="0">
                <a:solidFill>
                  <a:srgbClr val="5F5D68"/>
                </a:solidFill>
                <a:latin typeface="Calibri"/>
              </a:defRPr>
            </a:pPr>
            <a:r>
              <a:t>Matthew 28:16-20</a:t>
            </a:r>
          </a:p>
        </p:txBody>
      </p:sp>
      <p:sp>
        <p:nvSpPr>
          <p:cNvPr id="6" name="TextBox 5"/>
          <p:cNvSpPr txBox="1"/>
          <p:nvPr/>
        </p:nvSpPr>
        <p:spPr>
          <a:xfrm>
            <a:off x="685800" y="2862072"/>
            <a:ext cx="16916400" cy="6510528"/>
          </a:xfrm>
          <a:prstGeom prst="rect">
            <a:avLst/>
          </a:prstGeom>
          <a:noFill/>
        </p:spPr>
        <p:txBody>
          <a:bodyPr wrap="square" lIns="109728" rIns="109728" tIns="73152" bIns="73152">
            <a:noAutofit/>
          </a:bodyPr>
          <a:lstStyle/>
          <a:p>
            <a:pPr>
              <a:spcAft>
                <a:spcPts val="500"/>
              </a:spcAft>
              <a:defRPr sz="1900" b="0" i="0">
                <a:solidFill>
                  <a:srgbClr val="1A1A1E"/>
                </a:solidFill>
                <a:latin typeface="Calibri"/>
              </a:defRPr>
            </a:pPr>
            <a:r>
              <a:t>But the eleven disciples went into Galilee, to the mountain where Jesus had sent them. When they saw him, they bowed down to him, but some doubted. Jesus came to them and spoke to them, saying, “All authority has been given to me in heaven and on earth. Go and make disciples of all nations, baptizing them in the name of the Father and of the Son and of the Holy Spirit, teaching them to observe all things that I commanded you. Behold, I am with you always, even to the end of the age.” Amen.</a:t>
            </a:r>
          </a:p>
        </p:txBody>
      </p:sp>
      <p:sp>
        <p:nvSpPr>
          <p:cNvPr id="7" name="TextBox 6"/>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Gospel of the Lord.</a:t>
            </a:r>
          </a:p>
          <a:p>
            <a:pPr>
              <a:spcAft>
                <a:spcPts val="500"/>
              </a:spcAft>
              <a:defRPr sz="2000" b="1" i="0">
                <a:solidFill>
                  <a:srgbClr val="1A1A1E"/>
                </a:solidFill>
                <a:latin typeface="Calibri"/>
              </a:defRPr>
            </a:pPr>
            <a:r>
              <a:t>Praise to you, Lord Jesus Christ.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Gospel Acclamation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Time for the homily — Father will now preach.</a:t>
            </a:r>
          </a:p>
          <a:p>
            <a:pPr>
              <a:spcAft>
                <a:spcPts val="500"/>
              </a:spcAft>
              <a:defRPr sz="1500" b="0" i="1">
                <a:solidFill>
                  <a:srgbClr val="56515A"/>
                </a:solidFill>
                <a:latin typeface="Calibri"/>
              </a:defRPr>
            </a:pPr>
            <a:r>
              <a:t>Commentator may introduce the theme.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Homily</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(Matthew 28:16-20)</a:t>
            </a:r>
          </a:p>
          <a:p>
            <a:pPr>
              <a:spcAft>
                <a:spcPts val="300"/>
              </a:spcAft>
              <a:defRPr sz="2100" b="0" i="0">
                <a:solidFill>
                  <a:srgbClr val="1A1A1E"/>
                </a:solidFill>
                <a:latin typeface="Calibri"/>
              </a:defRPr>
            </a:pPr>
            <a:r>
              <a:t>“Behold, I am with you always, even to the end of the age.”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2026-05-17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I believe in one God,</a:t>
            </a:r>
          </a:p>
          <a:p>
            <a:pPr>
              <a:spcAft>
                <a:spcPts val="500"/>
              </a:spcAft>
              <a:defRPr sz="1900" b="0" i="0">
                <a:solidFill>
                  <a:srgbClr val="1A1A1E"/>
                </a:solidFill>
                <a:latin typeface="Calibri"/>
              </a:defRPr>
            </a:pPr>
            <a:r>
              <a:t>the Father almighty,</a:t>
            </a:r>
          </a:p>
          <a:p>
            <a:pPr>
              <a:spcAft>
                <a:spcPts val="500"/>
              </a:spcAft>
              <a:defRPr sz="1900" b="0" i="0">
                <a:solidFill>
                  <a:srgbClr val="1A1A1E"/>
                </a:solidFill>
                <a:latin typeface="Calibri"/>
              </a:defRPr>
            </a:pPr>
            <a:r>
              <a:t>maker of heaven and earth,</a:t>
            </a:r>
          </a:p>
          <a:p>
            <a:pPr>
              <a:spcAft>
                <a:spcPts val="500"/>
              </a:spcAft>
              <a:defRPr sz="1900" b="0" i="0">
                <a:solidFill>
                  <a:srgbClr val="1A1A1E"/>
                </a:solidFill>
                <a:latin typeface="Calibri"/>
              </a:defRPr>
            </a:pPr>
            <a:r>
              <a:t>of all things visible and invisible.</a:t>
            </a:r>
          </a:p>
          <a:p>
            <a:pPr>
              <a:spcAft>
                <a:spcPts val="500"/>
              </a:spcAft>
              <a:defRPr sz="1900" b="0" i="0">
                <a:solidFill>
                  <a:srgbClr val="1A1A1E"/>
                </a:solidFill>
                <a:latin typeface="Calibri"/>
              </a:defRPr>
            </a:pPr>
            <a:r>
              <a:t>I believe in one Lord Jesus Christ,</a:t>
            </a:r>
          </a:p>
          <a:p>
            <a:pPr>
              <a:spcAft>
                <a:spcPts val="500"/>
              </a:spcAft>
              <a:defRPr sz="1900" b="0" i="0">
                <a:solidFill>
                  <a:srgbClr val="1A1A1E"/>
                </a:solidFill>
                <a:latin typeface="Calibri"/>
              </a:defRPr>
            </a:pPr>
            <a:r>
              <a:t>the Only Begotten Son of God,</a:t>
            </a:r>
          </a:p>
          <a:p>
            <a:pPr>
              <a:spcAft>
                <a:spcPts val="500"/>
              </a:spcAft>
              <a:defRPr sz="1900" b="0" i="0">
                <a:solidFill>
                  <a:srgbClr val="1A1A1E"/>
                </a:solidFill>
                <a:latin typeface="Calibri"/>
              </a:defRPr>
            </a:pPr>
            <a:r>
              <a:t>born of the Father before all ages.</a:t>
            </a:r>
          </a:p>
          <a:p>
            <a:pPr>
              <a:spcAft>
                <a:spcPts val="500"/>
              </a:spcAft>
              <a:defRPr sz="1900" b="0" i="0">
                <a:solidFill>
                  <a:srgbClr val="1A1A1E"/>
                </a:solidFill>
                <a:latin typeface="Calibri"/>
              </a:defRPr>
            </a:pPr>
            <a:r>
              <a:t>God from God, Light from Light,</a:t>
            </a:r>
          </a:p>
          <a:p>
            <a:pPr>
              <a:spcAft>
                <a:spcPts val="500"/>
              </a:spcAft>
              <a:defRPr sz="1900" b="0" i="0">
                <a:solidFill>
                  <a:srgbClr val="1A1A1E"/>
                </a:solidFill>
                <a:latin typeface="Calibri"/>
              </a:defRPr>
            </a:pPr>
            <a:r>
              <a:t>true God from true God,</a:t>
            </a:r>
          </a:p>
          <a:p>
            <a:pPr>
              <a:spcAft>
                <a:spcPts val="500"/>
              </a:spcAft>
              <a:defRPr sz="1900" b="0" i="0">
                <a:solidFill>
                  <a:srgbClr val="1A1A1E"/>
                </a:solidFill>
                <a:latin typeface="Calibri"/>
              </a:defRPr>
            </a:pPr>
            <a:r>
              <a:t>begotten, not made, consubstantial with the Father;</a:t>
            </a:r>
          </a:p>
          <a:p>
            <a:pPr>
              <a:spcAft>
                <a:spcPts val="500"/>
              </a:spcAft>
              <a:defRPr sz="1900" b="0" i="0">
                <a:solidFill>
                  <a:srgbClr val="1A1A1E"/>
                </a:solidFill>
                <a:latin typeface="Calibri"/>
              </a:defRPr>
            </a:pPr>
            <a:r>
              <a:t>through him all things were made.</a:t>
            </a:r>
          </a:p>
          <a:p>
            <a:pPr>
              <a:spcAft>
                <a:spcPts val="500"/>
              </a:spcAft>
              <a:defRPr sz="1900" b="0" i="0">
                <a:solidFill>
                  <a:srgbClr val="1A1A1E"/>
                </a:solidFill>
                <a:latin typeface="Calibri"/>
              </a:defRPr>
            </a:pPr>
            <a:r>
              <a:t>For us men and for our salvation</a:t>
            </a:r>
          </a:p>
          <a:p>
            <a:pPr>
              <a:spcAft>
                <a:spcPts val="500"/>
              </a:spcAft>
              <a:defRPr sz="1900" b="0" i="0">
                <a:solidFill>
                  <a:srgbClr val="1A1A1E"/>
                </a:solidFill>
                <a:latin typeface="Calibri"/>
              </a:defRPr>
            </a:pPr>
            <a:r>
              <a:t>he came down from heaven,</a:t>
            </a:r>
          </a:p>
          <a:p>
            <a:pPr>
              <a:spcAft>
                <a:spcPts val="500"/>
              </a:spcAft>
              <a:defRPr sz="1900" b="0" i="0">
                <a:solidFill>
                  <a:srgbClr val="1A1A1E"/>
                </a:solidFill>
                <a:latin typeface="Calibri"/>
              </a:defRPr>
            </a:pPr>
            <a:r>
              <a:t>and by the Holy Spirit was incarnate of the Virgin Mary,</a:t>
            </a:r>
          </a:p>
          <a:p>
            <a:pPr>
              <a:spcAft>
                <a:spcPts val="500"/>
              </a:spcAft>
              <a:defRPr sz="1900" b="0" i="0">
                <a:solidFill>
                  <a:srgbClr val="1A1A1E"/>
                </a:solidFill>
                <a:latin typeface="Calibri"/>
              </a:defRPr>
            </a:pPr>
            <a:r>
              <a:t>and became man.</a:t>
            </a:r>
          </a:p>
          <a:p>
            <a:pPr>
              <a:spcAft>
                <a:spcPts val="500"/>
              </a:spcAft>
              <a:defRPr sz="1900" b="0" i="0">
                <a:solidFill>
                  <a:srgbClr val="1A1A1E"/>
                </a:solidFill>
                <a:latin typeface="Calibri"/>
              </a:defRPr>
            </a:pPr>
            <a:r>
              <a:t>For our sake he was crucified under Pontius Pilate,</a:t>
            </a:r>
          </a:p>
          <a:p>
            <a:pPr>
              <a:spcAft>
                <a:spcPts val="500"/>
              </a:spcAft>
              <a:defRPr sz="1900" b="0" i="0">
                <a:solidFill>
                  <a:srgbClr val="1A1A1E"/>
                </a:solidFill>
                <a:latin typeface="Calibri"/>
              </a:defRPr>
            </a:pPr>
            <a:r>
              <a:t>he suffered death and was buried,</a:t>
            </a:r>
          </a:p>
          <a:p>
            <a:pPr>
              <a:spcAft>
                <a:spcPts val="500"/>
              </a:spcAft>
              <a:defRPr sz="1900" b="0" i="0">
                <a:solidFill>
                  <a:srgbClr val="1A1A1E"/>
                </a:solidFill>
                <a:latin typeface="Calibri"/>
              </a:defRPr>
            </a:pPr>
            <a:r>
              <a:t>and rose again on the third day</a:t>
            </a:r>
          </a:p>
          <a:p>
            <a:pPr>
              <a:spcAft>
                <a:spcPts val="500"/>
              </a:spcAft>
              <a:defRPr sz="1900" b="0" i="0">
                <a:solidFill>
                  <a:srgbClr val="1A1A1E"/>
                </a:solidFill>
                <a:latin typeface="Calibri"/>
              </a:defRPr>
            </a:pPr>
            <a:r>
              <a:t>in accordance with the Scriptures.</a:t>
            </a:r>
          </a:p>
          <a:p>
            <a:pPr>
              <a:spcAft>
                <a:spcPts val="500"/>
              </a:spcAft>
              <a:defRPr sz="1900" b="0" i="0">
                <a:solidFill>
                  <a:srgbClr val="1A1A1E"/>
                </a:solidFill>
                <a:latin typeface="Calibri"/>
              </a:defRPr>
            </a:pPr>
            <a:r>
              <a:t>He ascended into heaven</a:t>
            </a:r>
          </a:p>
          <a:p>
            <a:pPr>
              <a:spcAft>
                <a:spcPts val="500"/>
              </a:spcAft>
              <a:defRPr sz="1900" b="0" i="0">
                <a:solidFill>
                  <a:srgbClr val="1A1A1E"/>
                </a:solidFill>
                <a:latin typeface="Calibri"/>
              </a:defRPr>
            </a:pPr>
            <a:r>
              <a:t>and is seated at the right hand of the Father.</a:t>
            </a:r>
          </a:p>
          <a:p>
            <a:pPr>
              <a:spcAft>
                <a:spcPts val="500"/>
              </a:spcAft>
              <a:defRPr sz="1900" b="0" i="0">
                <a:solidFill>
                  <a:srgbClr val="1A1A1E"/>
                </a:solidFill>
                <a:latin typeface="Calibri"/>
              </a:defRPr>
            </a:pPr>
            <a:r>
              <a:t>He will come again in glory</a:t>
            </a:r>
          </a:p>
          <a:p>
            <a:pPr>
              <a:spcAft>
                <a:spcPts val="500"/>
              </a:spcAft>
              <a:defRPr sz="1900" b="0" i="0">
                <a:solidFill>
                  <a:srgbClr val="1A1A1E"/>
                </a:solidFill>
                <a:latin typeface="Calibri"/>
              </a:defRPr>
            </a:pPr>
            <a:r>
              <a:t>to judge the living and the dead</a:t>
            </a:r>
          </a:p>
          <a:p>
            <a:pPr>
              <a:spcAft>
                <a:spcPts val="500"/>
              </a:spcAft>
              <a:defRPr sz="1900" b="0" i="0">
                <a:solidFill>
                  <a:srgbClr val="1A1A1E"/>
                </a:solidFill>
                <a:latin typeface="Calibri"/>
              </a:defRPr>
            </a:pPr>
            <a:r>
              <a:t>and his kingdom will have no end.</a:t>
            </a:r>
          </a:p>
          <a:p>
            <a:pPr>
              <a:spcAft>
                <a:spcPts val="500"/>
              </a:spcAft>
              <a:defRPr sz="1900" b="0" i="0">
                <a:solidFill>
                  <a:srgbClr val="1A1A1E"/>
                </a:solidFill>
                <a:latin typeface="Calibri"/>
              </a:defRPr>
            </a:pPr>
            <a:r>
              <a:t>I believe in the Holy Spirit, the Lord, the giver of life,</a:t>
            </a:r>
          </a:p>
          <a:p>
            <a:pPr>
              <a:spcAft>
                <a:spcPts val="500"/>
              </a:spcAft>
              <a:defRPr sz="1900" b="0" i="0">
                <a:solidFill>
                  <a:srgbClr val="1A1A1E"/>
                </a:solidFill>
                <a:latin typeface="Calibri"/>
              </a:defRPr>
            </a:pPr>
            <a:r>
              <a:t>who proceeds from the Father and the Son,</a:t>
            </a:r>
          </a:p>
          <a:p>
            <a:pPr>
              <a:spcAft>
                <a:spcPts val="500"/>
              </a:spcAft>
              <a:defRPr sz="1900" b="0" i="0">
                <a:solidFill>
                  <a:srgbClr val="1A1A1E"/>
                </a:solidFill>
                <a:latin typeface="Calibri"/>
              </a:defRPr>
            </a:pPr>
            <a:r>
              <a:t>who with the Father and the Son is adored and glorified,</a:t>
            </a:r>
          </a:p>
          <a:p>
            <a:pPr>
              <a:spcAft>
                <a:spcPts val="500"/>
              </a:spcAft>
              <a:defRPr sz="1900" b="0" i="0">
                <a:solidFill>
                  <a:srgbClr val="1A1A1E"/>
                </a:solidFill>
                <a:latin typeface="Calibri"/>
              </a:defRPr>
            </a:pPr>
            <a:r>
              <a:t>who has spoken through the prophets.</a:t>
            </a:r>
          </a:p>
          <a:p>
            <a:pPr>
              <a:spcAft>
                <a:spcPts val="500"/>
              </a:spcAft>
              <a:defRPr sz="1900" b="0" i="0">
                <a:solidFill>
                  <a:srgbClr val="1A1A1E"/>
                </a:solidFill>
                <a:latin typeface="Calibri"/>
              </a:defRPr>
            </a:pPr>
            <a:r>
              <a:t>I believe in one, holy, catholic and apostolic Church.</a:t>
            </a:r>
          </a:p>
          <a:p>
            <a:pPr>
              <a:spcAft>
                <a:spcPts val="500"/>
              </a:spcAft>
              <a:defRPr sz="1900" b="0" i="0">
                <a:solidFill>
                  <a:srgbClr val="1A1A1E"/>
                </a:solidFill>
                <a:latin typeface="Calibri"/>
              </a:defRPr>
            </a:pPr>
            <a:r>
              <a:t>I confess one Baptism for the forgiveness of sins</a:t>
            </a:r>
          </a:p>
          <a:p>
            <a:pPr>
              <a:spcAft>
                <a:spcPts val="500"/>
              </a:spcAft>
              <a:defRPr sz="1900" b="0" i="0">
                <a:solidFill>
                  <a:srgbClr val="1A1A1E"/>
                </a:solidFill>
                <a:latin typeface="Calibri"/>
              </a:defRPr>
            </a:pPr>
            <a:r>
              <a:t>and I look forward to the resurrection of the dead</a:t>
            </a:r>
          </a:p>
          <a:p>
            <a:pPr>
              <a:spcAft>
                <a:spcPts val="500"/>
              </a:spcAft>
              <a:defRPr sz="1900" b="0" i="0">
                <a:solidFill>
                  <a:srgbClr val="1A1A1E"/>
                </a:solidFill>
                <a:latin typeface="Calibri"/>
              </a:defRPr>
            </a:pPr>
            <a:r>
              <a:t>and the life of the world to come.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Nicene Creed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(Matthew 28:16-20)</a:t>
            </a:r>
          </a:p>
          <a:p>
            <a:pPr>
              <a:spcAft>
                <a:spcPts val="300"/>
              </a:spcAft>
              <a:defRPr sz="2100" b="0" i="0">
                <a:solidFill>
                  <a:srgbClr val="1A1A1E"/>
                </a:solidFill>
                <a:latin typeface="Calibri"/>
              </a:defRPr>
            </a:pPr>
            <a:r>
              <a:t>“Behold, I am with you always, even to the end of the age.”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2026-05-17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The Universal Prayer is led so that each petition is spoken in full and each response by the people is sung or said in full (for example, “Lord, hear our prayer”), never abbreviated.</a:t>
            </a:r>
          </a:p>
          <a:p>
            <a:pPr>
              <a:spcAft>
                <a:spcPts val="500"/>
              </a:spcAft>
              <a:defRPr sz="2000" b="1" i="0">
                <a:solidFill>
                  <a:srgbClr val="56515A"/>
                </a:solidFill>
                <a:latin typeface="Calibri"/>
              </a:defRPr>
            </a:pPr>
            <a:r>
              <a:t>For the holy Church of God throughout the world, that the Lord may guard her and grant her peace and unity according to his will: let us pray to the Lord.</a:t>
            </a:r>
          </a:p>
          <a:p>
            <a:pPr>
              <a:spcAft>
                <a:spcPts val="500"/>
              </a:spcAft>
              <a:defRPr sz="2000" b="1" i="0">
                <a:solidFill>
                  <a:srgbClr val="1A1A1E"/>
                </a:solidFill>
                <a:latin typeface="Calibri"/>
              </a:defRPr>
            </a:pPr>
            <a:r>
              <a:t>Lord, hear our prayer.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Prayer of the Faithful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Priest concludes the Prayer of the Faithful with a prayer in full, for example:</a:t>
            </a:r>
          </a:p>
          <a:p>
            <a:pPr>
              <a:spcAft>
                <a:spcPts val="500"/>
              </a:spcAft>
              <a:defRPr sz="2000" b="1" i="0">
                <a:solidFill>
                  <a:srgbClr val="56515A"/>
                </a:solidFill>
                <a:latin typeface="Calibri"/>
              </a:defRPr>
            </a:pPr>
            <a:r>
              <a:t>Heavenly Father, hear the prayers of the Church, which we make through Christ our Lord.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Prayer of the Faithful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(Matthew 28:16-20)</a:t>
            </a:r>
          </a:p>
          <a:p>
            <a:pPr>
              <a:spcAft>
                <a:spcPts val="300"/>
              </a:spcAft>
              <a:defRPr sz="2100" b="0" i="0">
                <a:solidFill>
                  <a:srgbClr val="1A1A1E"/>
                </a:solidFill>
                <a:latin typeface="Calibri"/>
              </a:defRPr>
            </a:pPr>
            <a:r>
              <a:t>“Behold, I am with you always, even to the end of the age.”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2026-05-17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Gift of Finest Wheat</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YOU SATISFY THE HUNGRY HEART</a:t>
            </a:r>
          </a:p>
          <a:p>
            <a:pPr algn="ctr">
              <a:lnSpc>
                <a:spcPct val="105000"/>
              </a:lnSpc>
              <a:spcAft>
                <a:spcPts val="1000"/>
              </a:spcAft>
              <a:defRPr sz="3800" b="1" i="0">
                <a:solidFill>
                  <a:srgbClr val="FFFFFF"/>
                </a:solidFill>
                <a:latin typeface="Arial Black"/>
              </a:defRPr>
            </a:pPr>
            <a:r>
              <a:t>WITH GIFT OF FINEST WHEAT,</a:t>
            </a:r>
          </a:p>
          <a:p>
            <a:pPr algn="ctr">
              <a:lnSpc>
                <a:spcPct val="105000"/>
              </a:lnSpc>
              <a:spcAft>
                <a:spcPts val="1000"/>
              </a:spcAft>
              <a:defRPr sz="3800" b="1" i="0">
                <a:solidFill>
                  <a:srgbClr val="FFFFFF"/>
                </a:solidFill>
                <a:latin typeface="Arial Black"/>
              </a:defRPr>
            </a:pPr>
            <a:r>
              <a:t>COME GIVE TO US, O SAVING LORD,</a:t>
            </a:r>
          </a:p>
          <a:p>
            <a:pPr algn="ctr">
              <a:lnSpc>
                <a:spcPct val="105000"/>
              </a:lnSpc>
              <a:spcAft>
                <a:spcPts val="1000"/>
              </a:spcAft>
              <a:defRPr sz="3800" b="1" i="0">
                <a:solidFill>
                  <a:srgbClr val="FFFFFF"/>
                </a:solidFill>
                <a:latin typeface="Arial Black"/>
              </a:defRPr>
            </a:pPr>
            <a:r>
              <a:t>THE BREAD OF LIFE TO EAT.</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AS WHEN THE GRAIN BY SAINTS BELIEVED</a:t>
            </a:r>
          </a:p>
          <a:p>
            <a:pPr algn="ctr">
              <a:lnSpc>
                <a:spcPct val="105000"/>
              </a:lnSpc>
              <a:spcAft>
                <a:spcPts val="1000"/>
              </a:spcAft>
              <a:defRPr sz="3800" b="1" i="0">
                <a:solidFill>
                  <a:srgbClr val="FFFFFF"/>
                </a:solidFill>
                <a:latin typeface="Arial Black"/>
              </a:defRPr>
            </a:pPr>
            <a:r>
              <a:t>WAS BLESSED AND BROKEN, LORD,</a:t>
            </a:r>
          </a:p>
          <a:p>
            <a:pPr algn="ctr">
              <a:lnSpc>
                <a:spcPct val="105000"/>
              </a:lnSpc>
              <a:spcAft>
                <a:spcPts val="1000"/>
              </a:spcAft>
              <a:defRPr sz="3800" b="1" i="0">
                <a:solidFill>
                  <a:srgbClr val="FFFFFF"/>
                </a:solidFill>
                <a:latin typeface="Arial Black"/>
              </a:defRPr>
            </a:pPr>
            <a:r>
              <a:t>SO MAY YOUR CHURCH IN LANDS TODAY</a:t>
            </a:r>
          </a:p>
          <a:p>
            <a:pPr algn="ctr">
              <a:lnSpc>
                <a:spcPct val="105000"/>
              </a:lnSpc>
              <a:spcAft>
                <a:spcPts val="1000"/>
              </a:spcAft>
              <a:defRPr sz="3800" b="1" i="0">
                <a:solidFill>
                  <a:srgbClr val="FFFFFF"/>
                </a:solidFill>
                <a:latin typeface="Arial Black"/>
              </a:defRPr>
            </a:pPr>
            <a:r>
              <a:t>BE FED, YOUR PRAISE RESTORED.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O LORD OF HARVEST, GRANT THAT WE</a:t>
            </a:r>
          </a:p>
          <a:p>
            <a:pPr algn="ctr">
              <a:lnSpc>
                <a:spcPct val="105000"/>
              </a:lnSpc>
              <a:spcAft>
                <a:spcPts val="1000"/>
              </a:spcAft>
              <a:defRPr sz="3800" b="1" i="0">
                <a:solidFill>
                  <a:srgbClr val="FFFFFF"/>
                </a:solidFill>
                <a:latin typeface="Arial Black"/>
              </a:defRPr>
            </a:pPr>
            <a:r>
              <a:t>WHO SHARE THIS MYSTERY HERE</a:t>
            </a:r>
          </a:p>
          <a:p>
            <a:pPr algn="ctr">
              <a:lnSpc>
                <a:spcPct val="105000"/>
              </a:lnSpc>
              <a:spcAft>
                <a:spcPts val="1000"/>
              </a:spcAft>
              <a:defRPr sz="3800" b="1" i="0">
                <a:solidFill>
                  <a:srgbClr val="FFFFFF"/>
                </a:solidFill>
                <a:latin typeface="Arial Black"/>
              </a:defRPr>
            </a:pPr>
            <a:r>
              <a:t>MAY FOLLOW YOU UNCEASINGLY</a:t>
            </a:r>
          </a:p>
          <a:p>
            <a:pPr algn="ctr">
              <a:lnSpc>
                <a:spcPct val="105000"/>
              </a:lnSpc>
              <a:spcAft>
                <a:spcPts val="1000"/>
              </a:spcAft>
              <a:defRPr sz="3800" b="1" i="0">
                <a:solidFill>
                  <a:srgbClr val="FFFFFF"/>
                </a:solidFill>
                <a:latin typeface="Arial Black"/>
              </a:defRPr>
            </a:pPr>
            <a:r>
              <a:t>IN PRAISE, IN LOVE, IN FEAR.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80010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ONE BREAD, ONE CUP, ONE LIFE, ONE LORD—</a:t>
            </a:r>
          </a:p>
          <a:p>
            <a:pPr algn="ctr">
              <a:lnSpc>
                <a:spcPct val="105000"/>
              </a:lnSpc>
              <a:spcAft>
                <a:spcPts val="1000"/>
              </a:spcAft>
              <a:defRPr sz="3800" b="1" i="0">
                <a:solidFill>
                  <a:srgbClr val="FFFFFF"/>
                </a:solidFill>
                <a:latin typeface="Arial Black"/>
              </a:defRPr>
            </a:pPr>
            <a:r>
              <a:t>WE OFFER, CHRIST, TO YOU;</a:t>
            </a:r>
          </a:p>
          <a:p>
            <a:pPr algn="ctr">
              <a:lnSpc>
                <a:spcPct val="105000"/>
              </a:lnSpc>
              <a:spcAft>
                <a:spcPts val="1000"/>
              </a:spcAft>
              <a:defRPr sz="3800" b="1" i="0">
                <a:solidFill>
                  <a:srgbClr val="FFFFFF"/>
                </a:solidFill>
                <a:latin typeface="Arial Black"/>
              </a:defRPr>
            </a:pPr>
            <a:r>
              <a:t>UNTIL WE SHARE YOUR BANQUET BOARD</a:t>
            </a:r>
          </a:p>
          <a:p>
            <a:pPr algn="ctr">
              <a:lnSpc>
                <a:spcPct val="105000"/>
              </a:lnSpc>
              <a:spcAft>
                <a:spcPts val="1000"/>
              </a:spcAft>
              <a:defRPr sz="3800" b="1" i="0">
                <a:solidFill>
                  <a:srgbClr val="FFFFFF"/>
                </a:solidFill>
                <a:latin typeface="Arial Black"/>
              </a:defRPr>
            </a:pPr>
            <a:r>
              <a:t>WHERE ALL THE WORLD IS NEW.</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Offertory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Pray, brethren, that my sacrifice and yours may be acceptable to God, the almighty Father.</a:t>
            </a:r>
          </a:p>
          <a:p>
            <a:pPr>
              <a:spcAft>
                <a:spcPts val="500"/>
              </a:spcAft>
              <a:defRPr sz="2000" b="1" i="0">
                <a:solidFill>
                  <a:srgbClr val="1A1A1E"/>
                </a:solidFill>
                <a:latin typeface="Calibri"/>
              </a:defRPr>
            </a:pPr>
            <a:r>
              <a:t>May the Lord accept the sacrifice at your hands, for the praise and glory of his name, for our good and the good of all his holy Church.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2000" b="1" i="0">
                <a:solidFill>
                  <a:srgbClr val="56515A"/>
                </a:solidFill>
                <a:latin typeface="Calibri"/>
              </a:defRPr>
            </a:pPr>
            <a:r>
              <a:t>Lift up your hearts.</a:t>
            </a:r>
          </a:p>
          <a:p>
            <a:pPr>
              <a:spcAft>
                <a:spcPts val="500"/>
              </a:spcAft>
              <a:defRPr sz="2000" b="1" i="0">
                <a:solidFill>
                  <a:srgbClr val="1A1A1E"/>
                </a:solidFill>
                <a:latin typeface="Calibri"/>
              </a:defRPr>
            </a:pPr>
            <a:r>
              <a:t>We lift them up to the Lord.</a:t>
            </a:r>
          </a:p>
          <a:p>
            <a:pPr>
              <a:spcAft>
                <a:spcPts val="500"/>
              </a:spcAft>
              <a:defRPr sz="2000" b="1" i="0">
                <a:solidFill>
                  <a:srgbClr val="56515A"/>
                </a:solidFill>
                <a:latin typeface="Calibri"/>
              </a:defRPr>
            </a:pPr>
            <a:r>
              <a:t>Let us give thanks to the Lord our God.</a:t>
            </a:r>
          </a:p>
          <a:p>
            <a:pPr>
              <a:spcAft>
                <a:spcPts val="500"/>
              </a:spcAft>
              <a:defRPr sz="2000" b="1" i="0">
                <a:solidFill>
                  <a:srgbClr val="1A1A1E"/>
                </a:solidFill>
                <a:latin typeface="Calibri"/>
              </a:defRPr>
            </a:pPr>
            <a:r>
              <a:t>It is right and just.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The Priest continues with the Preface of the day from the Roman Missal — the entire Preface proper for this Mass, not truncated — until the point where the people join in singing or saying the Holy, Holy (Sanctus).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Holy, Holy, Holy Lord God of hosts.</a:t>
            </a:r>
          </a:p>
          <a:p>
            <a:pPr>
              <a:spcAft>
                <a:spcPts val="500"/>
              </a:spcAft>
              <a:defRPr sz="1900" b="0" i="0">
                <a:solidFill>
                  <a:srgbClr val="1A1A1E"/>
                </a:solidFill>
                <a:latin typeface="Calibri"/>
              </a:defRPr>
            </a:pPr>
            <a:r>
              <a:t>Heaven and earth are full of your glory.</a:t>
            </a:r>
          </a:p>
          <a:p>
            <a:pPr>
              <a:spcAft>
                <a:spcPts val="500"/>
              </a:spcAft>
              <a:defRPr sz="1900" b="0" i="0">
                <a:solidFill>
                  <a:srgbClr val="1A1A1E"/>
                </a:solidFill>
                <a:latin typeface="Calibri"/>
              </a:defRPr>
            </a:pPr>
            <a:r>
              <a:t>Hosanna in the highest.</a:t>
            </a:r>
          </a:p>
          <a:p>
            <a:pPr>
              <a:spcAft>
                <a:spcPts val="500"/>
              </a:spcAft>
              <a:defRPr sz="1900" b="0" i="0">
                <a:solidFill>
                  <a:srgbClr val="1A1A1E"/>
                </a:solidFill>
                <a:latin typeface="Calibri"/>
              </a:defRPr>
            </a:pPr>
            <a:r>
              <a:t>Blessed is he who comes in the name of the Lord.</a:t>
            </a:r>
          </a:p>
          <a:p>
            <a:pPr>
              <a:spcAft>
                <a:spcPts val="500"/>
              </a:spcAft>
              <a:defRPr sz="1900" b="0" i="0">
                <a:solidFill>
                  <a:srgbClr val="1A1A1E"/>
                </a:solidFill>
                <a:latin typeface="Calibri"/>
              </a:defRPr>
            </a:pPr>
            <a:r>
              <a:t>Hosanna in the highest.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Sanctus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We proclaim your Death, O Lord,</a:t>
            </a:r>
          </a:p>
          <a:p>
            <a:pPr>
              <a:spcAft>
                <a:spcPts val="500"/>
              </a:spcAft>
              <a:defRPr sz="1900" b="0" i="0">
                <a:solidFill>
                  <a:srgbClr val="1A1A1E"/>
                </a:solidFill>
                <a:latin typeface="Calibri"/>
              </a:defRPr>
            </a:pPr>
            <a:r>
              <a:t>and profess your Resurrection</a:t>
            </a:r>
          </a:p>
          <a:p>
            <a:pPr>
              <a:spcAft>
                <a:spcPts val="500"/>
              </a:spcAft>
              <a:defRPr sz="1900" b="0" i="0">
                <a:solidFill>
                  <a:srgbClr val="1A1A1E"/>
                </a:solidFill>
                <a:latin typeface="Calibri"/>
              </a:defRPr>
            </a:pPr>
            <a:r>
              <a:t>until you come again.</a:t>
            </a:r>
          </a:p>
          <a:p>
            <a:pPr>
              <a:spcAft>
                <a:spcPts val="500"/>
              </a:spcAft>
              <a:defRPr sz="1500" b="0" i="1">
                <a:solidFill>
                  <a:srgbClr val="56515A"/>
                </a:solidFill>
                <a:latin typeface="Calibri"/>
              </a:defRPr>
            </a:pPr>
            <a:r>
              <a:t>(Alternate forms may be used as approved by the Conference of Bishops.)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Eucharistic Prayer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645920"/>
            <a:ext cx="16916400" cy="4114800"/>
          </a:xfrm>
          <a:prstGeom prst="rect">
            <a:avLst/>
          </a:prstGeom>
          <a:noFill/>
        </p:spPr>
        <p:txBody>
          <a:bodyPr wrap="square" lIns="109728" rIns="109728" tIns="73152" bIns="73152">
            <a:noAutofit/>
          </a:bodyPr>
          <a:lstStyle/>
          <a:p>
            <a:pPr algn="ctr">
              <a:defRPr sz="4400" b="1" i="0">
                <a:solidFill>
                  <a:srgbClr val="56515A"/>
                </a:solidFill>
                <a:latin typeface="Calibri"/>
              </a:defRPr>
            </a:pPr>
            <a:r>
              <a:t>LITURGY OF</a:t>
            </a:r>
            <a:br/>
            <a:r>
              <a:t>THE EUCHARIST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Liturgy of the Eucharist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Amen.</a:t>
            </a:r>
          </a:p>
          <a:p>
            <a:pPr>
              <a:spcAft>
                <a:spcPts val="500"/>
              </a:spcAft>
              <a:defRPr sz="1500" b="0" i="1">
                <a:solidFill>
                  <a:srgbClr val="56515A"/>
                </a:solidFill>
                <a:latin typeface="Calibri"/>
              </a:defRPr>
            </a:pPr>
            <a:r>
              <a:t>The people respond “Amen” once to the doxology at the end of the Eucharistic Prayer, unless local solemn custom repeats it.</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Great Amen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Our Father, who art in heaven,</a:t>
            </a:r>
          </a:p>
          <a:p>
            <a:pPr>
              <a:spcAft>
                <a:spcPts val="500"/>
              </a:spcAft>
              <a:defRPr sz="1900" b="0" i="0">
                <a:solidFill>
                  <a:srgbClr val="1A1A1E"/>
                </a:solidFill>
                <a:latin typeface="Calibri"/>
              </a:defRPr>
            </a:pPr>
            <a:r>
              <a:t>hallowed be thy name;</a:t>
            </a:r>
          </a:p>
          <a:p>
            <a:pPr>
              <a:spcAft>
                <a:spcPts val="500"/>
              </a:spcAft>
              <a:defRPr sz="1900" b="0" i="0">
                <a:solidFill>
                  <a:srgbClr val="1A1A1E"/>
                </a:solidFill>
                <a:latin typeface="Calibri"/>
              </a:defRPr>
            </a:pPr>
            <a:r>
              <a:t>thy kingdom come,</a:t>
            </a:r>
          </a:p>
          <a:p>
            <a:pPr>
              <a:spcAft>
                <a:spcPts val="500"/>
              </a:spcAft>
              <a:defRPr sz="1900" b="0" i="0">
                <a:solidFill>
                  <a:srgbClr val="1A1A1E"/>
                </a:solidFill>
                <a:latin typeface="Calibri"/>
              </a:defRPr>
            </a:pPr>
            <a:r>
              <a:t>thy will be done,</a:t>
            </a:r>
          </a:p>
          <a:p>
            <a:pPr>
              <a:spcAft>
                <a:spcPts val="500"/>
              </a:spcAft>
              <a:defRPr sz="1900" b="0" i="0">
                <a:solidFill>
                  <a:srgbClr val="1A1A1E"/>
                </a:solidFill>
                <a:latin typeface="Calibri"/>
              </a:defRPr>
            </a:pPr>
            <a:r>
              <a:t>on earth as it is in heaven.</a:t>
            </a:r>
          </a:p>
          <a:p>
            <a:pPr>
              <a:spcAft>
                <a:spcPts val="500"/>
              </a:spcAft>
              <a:defRPr sz="1900" b="0" i="0">
                <a:solidFill>
                  <a:srgbClr val="1A1A1E"/>
                </a:solidFill>
                <a:latin typeface="Calibri"/>
              </a:defRPr>
            </a:pPr>
            <a:r>
              <a:t>Give us this day our daily bread;</a:t>
            </a:r>
          </a:p>
          <a:p>
            <a:pPr>
              <a:spcAft>
                <a:spcPts val="500"/>
              </a:spcAft>
              <a:defRPr sz="1900" b="0" i="0">
                <a:solidFill>
                  <a:srgbClr val="1A1A1E"/>
                </a:solidFill>
                <a:latin typeface="Calibri"/>
              </a:defRPr>
            </a:pPr>
            <a:r>
              <a:t>and forgive us our trespasses,</a:t>
            </a:r>
          </a:p>
          <a:p>
            <a:pPr>
              <a:spcAft>
                <a:spcPts val="500"/>
              </a:spcAft>
              <a:defRPr sz="1900" b="0" i="0">
                <a:solidFill>
                  <a:srgbClr val="1A1A1E"/>
                </a:solidFill>
                <a:latin typeface="Calibri"/>
              </a:defRPr>
            </a:pPr>
            <a:r>
              <a:t>as we forgive those who trespass against us;</a:t>
            </a:r>
          </a:p>
          <a:p>
            <a:pPr>
              <a:spcAft>
                <a:spcPts val="500"/>
              </a:spcAft>
              <a:defRPr sz="1900" b="0" i="0">
                <a:solidFill>
                  <a:srgbClr val="1A1A1E"/>
                </a:solidFill>
                <a:latin typeface="Calibri"/>
              </a:defRPr>
            </a:pPr>
            <a:r>
              <a:t>and lead us not into temptation,</a:t>
            </a:r>
          </a:p>
          <a:p>
            <a:pPr>
              <a:spcAft>
                <a:spcPts val="500"/>
              </a:spcAft>
              <a:defRPr sz="1900" b="0" i="0">
                <a:solidFill>
                  <a:srgbClr val="1A1A1E"/>
                </a:solidFill>
                <a:latin typeface="Calibri"/>
              </a:defRPr>
            </a:pPr>
            <a:r>
              <a:t>but deliver us from evil.</a:t>
            </a:r>
          </a:p>
          <a:p>
            <a:pPr>
              <a:spcAft>
                <a:spcPts val="500"/>
              </a:spcAft>
              <a:defRPr sz="2000" b="1" i="0">
                <a:solidFill>
                  <a:srgbClr val="56515A"/>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1A1A1E"/>
                </a:solidFill>
                <a:latin typeface="Calibri"/>
              </a:defRPr>
            </a:pPr>
            <a:r>
              <a:t>For the kingdom, the power, and the glory are yours now and for ever.</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Our Father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(Matthew 28:16-20)</a:t>
            </a:r>
          </a:p>
          <a:p>
            <a:pPr>
              <a:spcAft>
                <a:spcPts val="300"/>
              </a:spcAft>
              <a:defRPr sz="2100" b="0" i="0">
                <a:solidFill>
                  <a:srgbClr val="1A1A1E"/>
                </a:solidFill>
                <a:latin typeface="Calibri"/>
              </a:defRPr>
            </a:pPr>
            <a:r>
              <a:t>“Behold, I am with you always, even to the end of the age.”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2026-05-17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Deliver us, Lord, we pray, from every evil, graciously grant peace in our days, that, by the help of your mercy, we may be always free from sin and safe from all distress, as we await the blessed hope and the coming of our Savior, Jesus Christ.</a:t>
            </a:r>
          </a:p>
          <a:p>
            <a:pPr>
              <a:spcAft>
                <a:spcPts val="500"/>
              </a:spcAft>
              <a:defRPr sz="2000" b="1" i="0">
                <a:solidFill>
                  <a:srgbClr val="1A1A1E"/>
                </a:solidFill>
                <a:latin typeface="Calibri"/>
              </a:defRPr>
            </a:pPr>
            <a:r>
              <a:t>For the kingdom, the power, and the glory are yours, now and for ever. 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(Matthew 28:16-20)</a:t>
            </a:r>
          </a:p>
          <a:p>
            <a:pPr>
              <a:spcAft>
                <a:spcPts val="300"/>
              </a:spcAft>
              <a:defRPr sz="2100" b="0" i="0">
                <a:solidFill>
                  <a:srgbClr val="1A1A1E"/>
                </a:solidFill>
                <a:latin typeface="Calibri"/>
              </a:defRPr>
            </a:pPr>
            <a:r>
              <a:t>“Behold, I am with you always, even to the end of the age.”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2026-05-17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peace of the Lord be with you always.</a:t>
            </a:r>
          </a:p>
          <a:p>
            <a:pPr>
              <a:spcAft>
                <a:spcPts val="500"/>
              </a:spcAft>
              <a:defRPr sz="2000" b="1" i="0">
                <a:solidFill>
                  <a:srgbClr val="1A1A1E"/>
                </a:solidFill>
                <a:latin typeface="Calibri"/>
              </a:defRPr>
            </a:pPr>
            <a:r>
              <a:t>And with your spirit.</a:t>
            </a:r>
          </a:p>
          <a:p>
            <a:pPr>
              <a:spcAft>
                <a:spcPts val="500"/>
              </a:spcAft>
              <a:defRPr sz="1500" b="0" i="1">
                <a:solidFill>
                  <a:srgbClr val="56515A"/>
                </a:solidFill>
                <a:latin typeface="Calibri"/>
              </a:defRPr>
            </a:pPr>
            <a:r>
              <a:t>Let us offer each other the sign of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Sign of Peace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have mercy on us.</a:t>
            </a:r>
          </a:p>
          <a:p>
            <a:pPr>
              <a:spcAft>
                <a:spcPts val="500"/>
              </a:spcAft>
              <a:defRPr sz="1900" b="0"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have mercy on us.</a:t>
            </a:r>
          </a:p>
          <a:p>
            <a:pPr>
              <a:spcAft>
                <a:spcPts val="500"/>
              </a:spcAft>
              <a:defRPr sz="1900" b="0" i="0">
                <a:solidFill>
                  <a:srgbClr val="1A1A1E"/>
                </a:solidFill>
                <a:latin typeface="Calibri"/>
              </a:defRPr>
            </a:pPr>
            <a:r>
              <a:t>Lamb of God,</a:t>
            </a:r>
          </a:p>
          <a:p>
            <a:pPr>
              <a:spcAft>
                <a:spcPts val="500"/>
              </a:spcAft>
              <a:defRPr sz="1900" b="0" i="0">
                <a:solidFill>
                  <a:srgbClr val="1A1A1E"/>
                </a:solidFill>
                <a:latin typeface="Calibri"/>
              </a:defRPr>
            </a:pPr>
            <a:r>
              <a:t>you take away the sins of the world,</a:t>
            </a:r>
          </a:p>
          <a:p>
            <a:pPr>
              <a:spcAft>
                <a:spcPts val="500"/>
              </a:spcAft>
              <a:defRPr sz="1900" b="0" i="0">
                <a:solidFill>
                  <a:srgbClr val="1A1A1E"/>
                </a:solidFill>
                <a:latin typeface="Calibri"/>
              </a:defRPr>
            </a:pPr>
            <a:r>
              <a:t>grant us peace.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Lamb of God</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Behold the Lamb of God, behold him who takes away the sins of the world. Blessed are those called to the supper of the Lamb.</a:t>
            </a:r>
          </a:p>
          <a:p>
            <a:pPr>
              <a:spcAft>
                <a:spcPts val="500"/>
              </a:spcAft>
              <a:defRPr sz="2000" b="1" i="0">
                <a:solidFill>
                  <a:srgbClr val="1A1A1E"/>
                </a:solidFill>
                <a:latin typeface="Calibri"/>
              </a:defRPr>
            </a:pPr>
            <a:r>
              <a:t>Lord, I am not worthy that you should enter under my roof, but only say the word and my soul shall be healed.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(Matthew 28:16-20)</a:t>
            </a:r>
          </a:p>
          <a:p>
            <a:pPr>
              <a:spcAft>
                <a:spcPts val="300"/>
              </a:spcAft>
              <a:defRPr sz="2100" b="0" i="0">
                <a:solidFill>
                  <a:srgbClr val="1A1A1E"/>
                </a:solidFill>
                <a:latin typeface="Calibri"/>
              </a:defRPr>
            </a:pPr>
            <a:r>
              <a:t>“Behold, I am with you always, even to the end of the age.”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2026-05-17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Ang Katawan ni Kristo</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Halina Hesus Halina</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Communion (2)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Let us pray.</a:t>
            </a:r>
          </a:p>
          <a:p>
            <a:pPr>
              <a:spcAft>
                <a:spcPts val="500"/>
              </a:spcAft>
              <a:defRPr sz="1500" b="0" i="1">
                <a:solidFill>
                  <a:srgbClr val="56515A"/>
                </a:solidFill>
                <a:latin typeface="Calibri"/>
              </a:defRPr>
            </a:pPr>
            <a:r>
              <a:t>The Priest says the Post- Communion Prayer for the day in full from the Roman Missal. The people respond at the end.</a:t>
            </a:r>
          </a:p>
          <a:p>
            <a:pPr>
              <a:spcAft>
                <a:spcPts val="500"/>
              </a:spcAft>
              <a:defRPr sz="2000" b="1" i="0">
                <a:solidFill>
                  <a:srgbClr val="1A1A1E"/>
                </a:solidFill>
                <a:latin typeface="Calibri"/>
              </a:defRPr>
            </a:pPr>
            <a:r>
              <a:t>Amen.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The Communion Rite</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(Matthew 28:16-20)</a:t>
            </a:r>
          </a:p>
          <a:p>
            <a:pPr>
              <a:spcAft>
                <a:spcPts val="300"/>
              </a:spcAft>
              <a:defRPr sz="2100" b="0" i="0">
                <a:solidFill>
                  <a:srgbClr val="1A1A1E"/>
                </a:solidFill>
                <a:latin typeface="Calibri"/>
              </a:defRPr>
            </a:pPr>
            <a:r>
              <a:t>“Behold, I am with you always, even to the end of the age.”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2026-05-17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CHURCH ANNOUNCEMENTS</a:t>
            </a:r>
          </a:p>
          <a:p>
            <a:pPr>
              <a:spcAft>
                <a:spcPts val="500"/>
              </a:spcAft>
              <a:defRPr sz="1500" b="0" i="1">
                <a:solidFill>
                  <a:srgbClr val="56515A"/>
                </a:solidFill>
                <a:latin typeface="Calibri"/>
              </a:defRPr>
            </a:pPr>
            <a:r>
              <a:t>Insert bulletin points with complete sentences on the following slides or edit this deck.</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Welcome newcomers!</a:t>
            </a:r>
          </a:p>
          <a:p>
            <a:pPr>
              <a:spcAft>
                <a:spcPts val="500"/>
              </a:spcAft>
              <a:defRPr sz="1500" b="0" i="1">
                <a:solidFill>
                  <a:srgbClr val="56515A"/>
                </a:solidFill>
                <a:latin typeface="Calibri"/>
              </a:defRPr>
            </a:pPr>
            <a:r>
              <a:t>Photo collage optional.</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Sacrament of Confession</a:t>
            </a:r>
          </a:p>
          <a:p>
            <a:pPr>
              <a:spcAft>
                <a:spcPts val="500"/>
              </a:spcAft>
              <a:defRPr sz="1500" b="0" i="1">
                <a:solidFill>
                  <a:srgbClr val="56515A"/>
                </a:solidFill>
                <a:latin typeface="Calibri"/>
              </a:defRPr>
            </a:pPr>
            <a:r>
              <a:t>The Lord never tires of forgiving us; we are the ones who tire of seeking his mercy. — Pope Francis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Mass Collection</a:t>
            </a:r>
          </a:p>
          <a:p>
            <a:pPr>
              <a:spcAft>
                <a:spcPts val="500"/>
              </a:spcAft>
              <a:defRPr sz="1500" b="0" i="1">
                <a:solidFill>
                  <a:srgbClr val="56515A"/>
                </a:solidFill>
                <a:latin typeface="Calibri"/>
              </a:defRPr>
            </a:pPr>
            <a:r>
              <a:t>State the purpose and date in full words. You may add Second Letter to the Corinthians, chapter 9, verse 7 if you include the full quotation.</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Food or Mass Sponsorship</a:t>
            </a:r>
          </a:p>
          <a:p>
            <a:pPr>
              <a:spcAft>
                <a:spcPts val="500"/>
              </a:spcAft>
              <a:defRPr sz="1500" b="0" i="1">
                <a:solidFill>
                  <a:srgbClr val="56515A"/>
                </a:solidFill>
                <a:latin typeface="Calibri"/>
              </a:defRPr>
            </a:pPr>
            <a:r>
              <a:t>Give the parish coordinator’s complete contact information in words, not abbreviations.</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900" b="1" i="0">
                <a:solidFill>
                  <a:srgbClr val="1A1A1E"/>
                </a:solidFill>
                <a:latin typeface="Calibri"/>
              </a:defRPr>
            </a:pPr>
            <a:r>
              <a:t>Updates and Announcements</a:t>
            </a:r>
          </a:p>
          <a:p>
            <a:pPr>
              <a:spcAft>
                <a:spcPts val="500"/>
              </a:spcAft>
              <a:defRPr sz="1500" b="0" i="1">
                <a:solidFill>
                  <a:srgbClr val="56515A"/>
                </a:solidFill>
                <a:latin typeface="Calibri"/>
              </a:defRPr>
            </a:pPr>
            <a:r>
              <a:t>Name your community page and invitation to follow in full; add a QR code to the slide master if you wish.</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Announcements</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2000" b="1" i="0">
                <a:solidFill>
                  <a:srgbClr val="56515A"/>
                </a:solidFill>
                <a:latin typeface="Calibri"/>
              </a:defRPr>
            </a:pPr>
            <a:r>
              <a:t>The Lord be with you.</a:t>
            </a:r>
          </a:p>
          <a:p>
            <a:pPr>
              <a:spcAft>
                <a:spcPts val="500"/>
              </a:spcAft>
              <a:defRPr sz="2000" b="1" i="0">
                <a:solidFill>
                  <a:srgbClr val="1A1A1E"/>
                </a:solidFill>
                <a:latin typeface="Calibri"/>
              </a:defRPr>
            </a:pPr>
            <a:r>
              <a:t>And with your spirit.</a:t>
            </a:r>
          </a:p>
          <a:p>
            <a:pPr>
              <a:spcAft>
                <a:spcPts val="500"/>
              </a:spcAft>
              <a:defRPr sz="2000" b="1" i="0">
                <a:solidFill>
                  <a:srgbClr val="56515A"/>
                </a:solidFill>
                <a:latin typeface="Calibri"/>
              </a:defRPr>
            </a:pPr>
            <a:r>
              <a:t>May almighty God bless you, the Father, and the Son, and the Holy Spirit.</a:t>
            </a:r>
          </a:p>
          <a:p>
            <a:pPr>
              <a:spcAft>
                <a:spcPts val="500"/>
              </a:spcAft>
              <a:defRPr sz="2000" b="1" i="0">
                <a:solidFill>
                  <a:srgbClr val="1A1A1E"/>
                </a:solidFill>
                <a:latin typeface="Calibri"/>
              </a:defRPr>
            </a:pPr>
            <a:r>
              <a:t>Amen.</a:t>
            </a:r>
          </a:p>
          <a:p>
            <a:pPr>
              <a:spcAft>
                <a:spcPts val="500"/>
              </a:spcAft>
              <a:defRPr sz="2000" b="1" i="0">
                <a:solidFill>
                  <a:srgbClr val="56515A"/>
                </a:solidFill>
                <a:latin typeface="Calibri"/>
              </a:defRPr>
            </a:pPr>
            <a:r>
              <a:t>Go in peace, glorifying the Lord by your life.</a:t>
            </a:r>
          </a:p>
          <a:p>
            <a:pPr>
              <a:spcAft>
                <a:spcPts val="500"/>
              </a:spcAft>
              <a:defRPr sz="2000" b="1" i="0">
                <a:solidFill>
                  <a:srgbClr val="1A1A1E"/>
                </a:solidFill>
                <a:latin typeface="Calibri"/>
              </a:defRPr>
            </a:pPr>
            <a:r>
              <a:t>Thanks be to God.</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Final Blessing</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FFFFFF"/>
                </a:solidFill>
                <a:latin typeface="Calibri"/>
              </a:defRPr>
            </a:pPr>
            <a:r>
              <a:t>Gwangju Catholic Church Community</a:t>
            </a:r>
          </a:p>
        </p:txBody>
      </p:sp>
      <p:sp>
        <p:nvSpPr>
          <p:cNvPr id="4" name="TextBox 3"/>
          <p:cNvSpPr txBox="1"/>
          <p:nvPr/>
        </p:nvSpPr>
        <p:spPr>
          <a:xfrm>
            <a:off x="685800" y="1417320"/>
            <a:ext cx="16916400" cy="777240"/>
          </a:xfrm>
          <a:prstGeom prst="rect">
            <a:avLst/>
          </a:prstGeom>
          <a:noFill/>
        </p:spPr>
        <p:txBody>
          <a:bodyPr wrap="square" lIns="109728" rIns="109728" tIns="73152" bIns="73152">
            <a:noAutofit/>
          </a:bodyPr>
          <a:lstStyle/>
          <a:p>
            <a:pPr algn="ctr">
              <a:defRPr sz="3400" b="1" i="0">
                <a:solidFill>
                  <a:srgbClr val="FFCC4D"/>
                </a:solidFill>
                <a:latin typeface="Georgia"/>
              </a:defRPr>
            </a:pPr>
            <a:r>
              <a:t>God Be With You Till We Meet Again</a:t>
            </a:r>
          </a:p>
        </p:txBody>
      </p:sp>
      <p:sp>
        <p:nvSpPr>
          <p:cNvPr id="5" name="TextBox 4"/>
          <p:cNvSpPr txBox="1"/>
          <p:nvPr/>
        </p:nvSpPr>
        <p:spPr>
          <a:xfrm>
            <a:off x="685800" y="2331720"/>
            <a:ext cx="16916400" cy="7086600"/>
          </a:xfrm>
          <a:prstGeom prst="rect">
            <a:avLst/>
          </a:prstGeom>
          <a:noFill/>
        </p:spPr>
        <p:txBody>
          <a:bodyPr wrap="square" lIns="109728" rIns="109728" tIns="73152" bIns="73152" anchor="ctr">
            <a:noAutofit/>
          </a:bodyPr>
          <a:lstStyle/>
          <a:p>
            <a:pPr algn="ctr">
              <a:lnSpc>
                <a:spcPct val="105000"/>
              </a:lnSpc>
              <a:spcAft>
                <a:spcPts val="1000"/>
              </a:spcAft>
              <a:defRPr sz="3800" b="1" i="0">
                <a:solidFill>
                  <a:srgbClr val="FFFFFF"/>
                </a:solidFill>
                <a:latin typeface="Arial Black"/>
              </a:defRPr>
            </a:pPr>
            <a:r>
              <a:t>(NO LYRICS IN LIBRARY FOR THIS HYMN.)</a:t>
            </a:r>
          </a:p>
        </p:txBody>
      </p:sp>
      <p:sp>
        <p:nvSpPr>
          <p:cNvPr id="6" name="TextBox 5"/>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8C8C91"/>
                </a:solidFill>
                <a:latin typeface="Calibri"/>
              </a:defRPr>
            </a:pPr>
            <a:r>
              <a:t>Gwangju Catholic Church Community</a:t>
            </a:r>
          </a:p>
          <a:p>
            <a:pPr>
              <a:spcBef>
                <a:spcPts val="200"/>
              </a:spcBef>
              <a:defRPr sz="1200" b="0" i="0">
                <a:solidFill>
                  <a:srgbClr val="FFCC4D"/>
                </a:solidFill>
                <a:latin typeface="Calibri"/>
              </a:defRPr>
            </a:pPr>
            <a:r>
              <a:t>Recessional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737360"/>
            <a:ext cx="16916400" cy="5943600"/>
          </a:xfrm>
          <a:prstGeom prst="rect">
            <a:avLst/>
          </a:prstGeom>
          <a:noFill/>
        </p:spPr>
        <p:txBody>
          <a:bodyPr wrap="square" lIns="109728" rIns="109728" tIns="73152" bIns="73152">
            <a:noAutofit/>
          </a:bodyPr>
          <a:lstStyle/>
          <a:p>
            <a:pPr>
              <a:spcAft>
                <a:spcPts val="300"/>
              </a:spcAft>
              <a:defRPr sz="2100" b="1" i="0">
                <a:solidFill>
                  <a:srgbClr val="56515A"/>
                </a:solidFill>
                <a:latin typeface="Calibri"/>
              </a:defRPr>
            </a:pPr>
            <a:r>
              <a:t>MASS CELEBRANT:</a:t>
            </a:r>
          </a:p>
          <a:p>
            <a:pPr>
              <a:spcAft>
                <a:spcPts val="300"/>
              </a:spcAft>
              <a:defRPr sz="2100" b="0" i="0">
                <a:solidFill>
                  <a:srgbClr val="1A1A1E"/>
                </a:solidFill>
                <a:latin typeface="Calibri"/>
              </a:defRPr>
            </a:pPr>
            <a:r>
              <a:t>Divino Gabriel</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Gwangju</a:t>
            </a:r>
            <a:br/>
            <a:r>
              <a:t>Catholic</a:t>
            </a:r>
            <a:br/>
            <a:r>
              <a:t>Church</a:t>
            </a:r>
            <a:br/>
            <a:r>
              <a:t>Community</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Gospel (Matthew 28:16-20)</a:t>
            </a:r>
          </a:p>
          <a:p>
            <a:pPr>
              <a:spcAft>
                <a:spcPts val="300"/>
              </a:spcAft>
              <a:defRPr sz="2100" b="0" i="0">
                <a:solidFill>
                  <a:srgbClr val="1A1A1E"/>
                </a:solidFill>
                <a:latin typeface="Calibri"/>
              </a:defRPr>
            </a:pPr>
            <a:r>
              <a:t>“Behold, I am with you always, even to the end of the age.”</a:t>
            </a:r>
          </a:p>
          <a:p>
            <a:pPr>
              <a:spcAft>
                <a:spcPts val="300"/>
              </a:spcAft>
              <a:defRPr sz="2100" b="0" i="0">
                <a:solidFill>
                  <a:srgbClr val="1A1A1E"/>
                </a:solidFill>
                <a:latin typeface="Calibri"/>
              </a:defRPr>
            </a:pPr>
          </a:p>
          <a:p>
            <a:pPr>
              <a:spcAft>
                <a:spcPts val="300"/>
              </a:spcAft>
              <a:defRPr sz="2100" b="0" i="0">
                <a:solidFill>
                  <a:srgbClr val="1A1A1E"/>
                </a:solidFill>
                <a:latin typeface="Calibri"/>
              </a:defRPr>
            </a:pPr>
            <a:r>
              <a:t>YEAR A</a:t>
            </a:r>
          </a:p>
          <a:p>
            <a:pPr>
              <a:spcAft>
                <a:spcPts val="300"/>
              </a:spcAft>
              <a:defRPr sz="2100" b="0" i="0">
                <a:solidFill>
                  <a:srgbClr val="1A1A1E"/>
                </a:solidFill>
                <a:latin typeface="Calibri"/>
              </a:defRPr>
            </a:pPr>
            <a:r>
              <a:t>2026-05-17 · Eastertide</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Mass poster / divider</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0E8"/>
        </a:solidFill>
        <a:effectLst/>
      </p:bgPr>
    </p:bg>
    <p:spTree>
      <p:nvGrpSpPr>
        <p:cNvPr id="1" name=""/>
        <p:cNvGrpSpPr/>
        <p:nvPr/>
      </p:nvGrpSpPr>
      <p:grpSpPr/>
      <p:pic>
        <p:nvPicPr>
          <p:cNvPr id="2" name="Picture 1" descr="community_logo.png"/>
          <p:cNvPicPr>
            <a:picLocks noChangeAspect="1"/>
          </p:cNvPicPr>
          <p:nvPr/>
        </p:nvPicPr>
        <p:blipFill>
          <a:blip r:embed="rId2"/>
          <a:stretch>
            <a:fillRect/>
          </a:stretch>
        </p:blipFill>
        <p:spPr>
          <a:xfrm>
            <a:off x="685800" y="256032"/>
            <a:ext cx="387682" cy="384048"/>
          </a:xfrm>
          <a:prstGeom prst="rect">
            <a:avLst/>
          </a:prstGeom>
        </p:spPr>
      </p:pic>
      <p:sp>
        <p:nvSpPr>
          <p:cNvPr id="3" name="TextBox 2"/>
          <p:cNvSpPr txBox="1"/>
          <p:nvPr/>
        </p:nvSpPr>
        <p:spPr>
          <a:xfrm>
            <a:off x="1201498" y="256032"/>
            <a:ext cx="16400702" cy="384048"/>
          </a:xfrm>
          <a:prstGeom prst="rect">
            <a:avLst/>
          </a:prstGeom>
          <a:noFill/>
        </p:spPr>
        <p:txBody>
          <a:bodyPr wrap="square" lIns="109728" rIns="109728" tIns="73152" bIns="73152" anchor="ctr">
            <a:noAutofit/>
          </a:bodyPr>
          <a:lstStyle/>
          <a:p>
            <a:pPr algn="l">
              <a:defRPr sz="1500" b="1" i="0">
                <a:solidFill>
                  <a:srgbClr val="1A1A1E"/>
                </a:solidFill>
                <a:latin typeface="Calibri"/>
              </a:defRPr>
            </a:pPr>
            <a:r>
              <a:t>Gwangju Catholic Church Community</a:t>
            </a:r>
          </a:p>
        </p:txBody>
      </p:sp>
      <p:sp>
        <p:nvSpPr>
          <p:cNvPr id="4" name="TextBox 3"/>
          <p:cNvSpPr txBox="1"/>
          <p:nvPr/>
        </p:nvSpPr>
        <p:spPr>
          <a:xfrm>
            <a:off x="685800" y="1417320"/>
            <a:ext cx="16916400" cy="7863840"/>
          </a:xfrm>
          <a:prstGeom prst="rect">
            <a:avLst/>
          </a:prstGeom>
          <a:noFill/>
        </p:spPr>
        <p:txBody>
          <a:bodyPr wrap="square" lIns="109728" rIns="109728" tIns="73152" bIns="73152">
            <a:noAutofit/>
          </a:bodyPr>
          <a:lstStyle/>
          <a:p>
            <a:pPr>
              <a:spcAft>
                <a:spcPts val="500"/>
              </a:spcAft>
              <a:defRPr sz="1500" b="0" i="1">
                <a:solidFill>
                  <a:srgbClr val="56515A"/>
                </a:solidFill>
                <a:latin typeface="Calibri"/>
              </a:defRPr>
            </a:pPr>
            <a:r>
              <a:t>Below: World English Bible (WEB) fallback — verify NABRE on bible.usccb.org.</a:t>
            </a:r>
          </a:p>
        </p:txBody>
      </p:sp>
      <p:sp>
        <p:nvSpPr>
          <p:cNvPr id="5" name="TextBox 4"/>
          <p:cNvSpPr txBox="1"/>
          <p:nvPr/>
        </p:nvSpPr>
        <p:spPr>
          <a:xfrm>
            <a:off x="685800" y="9418320"/>
            <a:ext cx="16916400" cy="777240"/>
          </a:xfrm>
          <a:prstGeom prst="rect">
            <a:avLst/>
          </a:prstGeom>
          <a:noFill/>
        </p:spPr>
        <p:txBody>
          <a:bodyPr wrap="square" lIns="109728" rIns="109728" tIns="73152" bIns="73152">
            <a:noAutofit/>
          </a:bodyPr>
          <a:lstStyle/>
          <a:p>
            <a:pPr>
              <a:defRPr sz="1300" b="1" i="0">
                <a:solidFill>
                  <a:srgbClr val="5F5D68"/>
                </a:solidFill>
                <a:latin typeface="Calibri"/>
              </a:defRPr>
            </a:pPr>
            <a:r>
              <a:t>Gwangju Catholic Church Community</a:t>
            </a:r>
          </a:p>
          <a:p>
            <a:pPr>
              <a:spcBef>
                <a:spcPts val="200"/>
              </a:spcBef>
              <a:defRPr sz="1200" b="0" i="0">
                <a:solidFill>
                  <a:srgbClr val="56515A"/>
                </a:solidFill>
                <a:latin typeface="Calibri"/>
              </a:defRPr>
            </a:pPr>
            <a:r>
              <a:t>Scripture note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