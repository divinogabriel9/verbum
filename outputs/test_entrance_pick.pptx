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pic>
        <p:nvPicPr>
          <p:cNvPr id="88" name="Picture 87"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89" name="TextBox 88"/>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90" name="TextBox 89"/>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CAA5A"/>
                </a:solidFill>
                <a:latin typeface="Calibri"/>
              </a:defRPr>
            </a:pPr>
            <a:r>
              <a:t>T</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5F5F5"/>
                </a:solidFill>
                <a:latin typeface="Calibri"/>
              </a:defRPr>
            </a:pPr>
            <a:r>
              <a:t>2026-05-31</a:t>
            </a:r>
          </a:p>
          <a:p>
            <a:pPr>
              <a:spcAft>
                <a:spcPts val="500"/>
              </a:spcAft>
              <a:defRPr sz="2100" b="0" i="0">
                <a:solidFill>
                  <a:srgbClr val="F5F5F5"/>
                </a:solidFill>
                <a:latin typeface="Calibri"/>
              </a:defRPr>
            </a:pPr>
            <a:r>
              <a:t>Celebrant: F</a:t>
            </a:r>
          </a:p>
          <a:p>
            <a:pPr>
              <a:spcAft>
                <a:spcPts val="500"/>
              </a:spcAft>
              <a:defRPr sz="2100" b="0" i="0">
                <a:solidFill>
                  <a:srgbClr val="F5F5F5"/>
                </a:solidFill>
                <a:latin typeface="Calibri"/>
              </a:defRPr>
            </a:pPr>
            <a:r>
              <a:t>Gospel: J</a:t>
            </a:r>
            <a:br/>
            <a:r>
              <a:t>Season: o · Sunday Lectionary Year B</a:t>
            </a:r>
          </a:p>
          <a:p>
            <a:pPr>
              <a:spcAft>
                <a:spcPts val="500"/>
              </a:spcAft>
              <a:defRPr sz="2100" b="0" i="0">
                <a:solidFill>
                  <a:srgbClr val="F5F5F5"/>
                </a:solidFill>
                <a:latin typeface="Calibri"/>
              </a:defRPr>
            </a:pPr>
            <a:r>
              <a:t>Excerpt:</a:t>
            </a:r>
            <a:br/>
            <a:r>
              <a:t>“Q”</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Welcome to the celebration of the Holy Eucharist.</a:t>
            </a:r>
          </a:p>
          <a:p>
            <a:pPr algn="ctr">
              <a:spcAft>
                <a:spcPts val="500"/>
              </a:spcAft>
              <a:defRPr sz="1500" b="0" i="1">
                <a:solidFill>
                  <a:srgbClr val="DCAA5A"/>
                </a:solidFill>
                <a:latin typeface="Calibri"/>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914400" y="109728"/>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Sing a New Song</a:t>
            </a:r>
          </a:p>
        </p:txBody>
      </p:sp>
      <p:sp>
        <p:nvSpPr>
          <p:cNvPr id="5" name="TextBox 4"/>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LET YOUR SONG BE SUNG FROM MOUNTAINS HIGH</a:t>
            </a:r>
          </a:p>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SINGING ALLELUIA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YAHWEH'S PEOPLE DANCE FOR JOY</a:t>
            </a:r>
          </a:p>
          <a:p>
            <a:pPr algn="ctr">
              <a:lnSpc>
                <a:spcPct val="100000"/>
              </a:lnSpc>
              <a:spcAft>
                <a:spcPts val="600"/>
              </a:spcAft>
              <a:defRPr sz="5500" b="1" i="0">
                <a:solidFill>
                  <a:srgbClr val="FFFFFF"/>
                </a:solidFill>
                <a:latin typeface="Arial Black"/>
              </a:defRPr>
            </a:pPr>
            <a:r>
              <a:t>O COME BEFORE THE LORD</a:t>
            </a:r>
          </a:p>
          <a:p>
            <a:pPr algn="ctr">
              <a:lnSpc>
                <a:spcPct val="100000"/>
              </a:lnSpc>
              <a:spcAft>
                <a:spcPts val="600"/>
              </a:spcAft>
              <a:defRPr sz="5500" b="1" i="0">
                <a:solidFill>
                  <a:srgbClr val="FFFFFF"/>
                </a:solidFill>
                <a:latin typeface="Arial Black"/>
              </a:defRPr>
            </a:pPr>
            <a:r>
              <a:t>AND PLAY FOR HIM ON GLAD TAMBOURINES</a:t>
            </a:r>
          </a:p>
          <a:p>
            <a:pPr algn="ctr">
              <a:lnSpc>
                <a:spcPct val="100000"/>
              </a:lnSpc>
              <a:spcAft>
                <a:spcPts val="600"/>
              </a:spcAft>
              <a:defRPr sz="5500" b="1" i="0">
                <a:solidFill>
                  <a:srgbClr val="FFFFFF"/>
                </a:solidFill>
                <a:latin typeface="Arial Black"/>
              </a:defRPr>
            </a:pPr>
            <a: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LET YOUR SONG BE SUNG FROM MOUNTAINS HIGH</a:t>
            </a:r>
          </a:p>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SINGING ALLELUIA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RISE, O CHILDREN, FROM YOUR SLEEP;</a:t>
            </a:r>
          </a:p>
          <a:p>
            <a:pPr algn="ctr">
              <a:lnSpc>
                <a:spcPct val="100000"/>
              </a:lnSpc>
              <a:spcAft>
                <a:spcPts val="600"/>
              </a:spcAft>
              <a:defRPr sz="5500" b="1" i="0">
                <a:solidFill>
                  <a:srgbClr val="FFFFFF"/>
                </a:solidFill>
                <a:latin typeface="Arial Black"/>
              </a:defRPr>
            </a:pPr>
            <a:r>
              <a:t>YOUR SAVIOR NOW HAS COME</a:t>
            </a:r>
          </a:p>
          <a:p>
            <a:pPr algn="ctr">
              <a:lnSpc>
                <a:spcPct val="100000"/>
              </a:lnSpc>
              <a:spcAft>
                <a:spcPts val="600"/>
              </a:spcAft>
              <a:defRPr sz="5500" b="1" i="0">
                <a:solidFill>
                  <a:srgbClr val="FFFFFF"/>
                </a:solidFill>
                <a:latin typeface="Arial Black"/>
              </a:defRPr>
            </a:pPr>
            <a:r>
              <a:t>HE HAS TURNED YOUR SORROW TO JOY</a:t>
            </a:r>
          </a:p>
          <a:p>
            <a:pPr algn="ctr">
              <a:lnSpc>
                <a:spcPct val="100000"/>
              </a:lnSpc>
              <a:spcAft>
                <a:spcPts val="600"/>
              </a:spcAft>
              <a:defRPr sz="5500" b="1" i="0">
                <a:solidFill>
                  <a:srgbClr val="FFFFFF"/>
                </a:solidFill>
                <a:latin typeface="Arial Black"/>
              </a:defRPr>
            </a:pPr>
            <a:r>
              <a:t>AND FILLED YOUR SOUL WITH SONG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LET YOUR SONG BE SUNG FROM MOUNTAINS HIGH</a:t>
            </a:r>
          </a:p>
          <a:p>
            <a:pPr algn="ctr">
              <a:lnSpc>
                <a:spcPct val="100000"/>
              </a:lnSpc>
              <a:spcAft>
                <a:spcPts val="600"/>
              </a:spcAft>
              <a:defRPr sz="5500" b="1" i="0">
                <a:solidFill>
                  <a:srgbClr val="FFFFFF"/>
                </a:solidFill>
                <a:latin typeface="Arial Black"/>
              </a:defRPr>
            </a:pPr>
            <a:r>
              <a:t>SING A NEW SONG UNTO THE LORD</a:t>
            </a:r>
          </a:p>
          <a:p>
            <a:pPr algn="ctr">
              <a:lnSpc>
                <a:spcPct val="100000"/>
              </a:lnSpc>
              <a:spcAft>
                <a:spcPts val="600"/>
              </a:spcAft>
              <a:defRPr sz="5500" b="1" i="0">
                <a:solidFill>
                  <a:srgbClr val="FFFFFF"/>
                </a:solidFill>
                <a:latin typeface="Arial Black"/>
              </a:defRPr>
            </a:pPr>
            <a:r>
              <a:t>SINGING ALLELUIA</a:t>
            </a:r>
          </a:p>
          <a:p>
            <a:pPr algn="ctr">
              <a:lnSpc>
                <a:spcPct val="100000"/>
              </a:lnSpc>
              <a:spcAft>
                <a:spcPts val="600"/>
              </a:spcAft>
              <a:defRPr sz="5500" b="1" i="0">
                <a:solidFill>
                  <a:srgbClr val="FFFFFF"/>
                </a:solidFill>
                <a:latin typeface="Arial Black"/>
              </a:defRPr>
            </a:pPr>
            <a:r>
              <a:t>SINGING ALLELUIA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In the Name of the Father, and of the Son, and of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pic>
        <p:nvPicPr>
          <p:cNvPr id="151" name="Picture 150"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52" name="TextBox 151"/>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53" name="TextBox 152"/>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pic>
        <p:nvPicPr>
          <p:cNvPr id="165" name="Picture 164"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66" name="TextBox 165"/>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67" name="TextBox 16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pic>
        <p:nvPicPr>
          <p:cNvPr id="170" name="Picture 169"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71" name="TextBox 170"/>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72" name="TextBox 171"/>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Kyrie Eleison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Glory to God in the highest,</a:t>
            </a:r>
          </a:p>
          <a:p>
            <a:pPr algn="ctr">
              <a:spcAft>
                <a:spcPts val="800"/>
              </a:spcAft>
              <a:defRPr sz="5000" b="0" i="0">
                <a:solidFill>
                  <a:srgbClr val="F5F5F5"/>
                </a:solidFill>
                <a:latin typeface="Calibri"/>
              </a:defRPr>
            </a:pPr>
            <a:r>
              <a:t>and on earth peace to people of good will.</a:t>
            </a:r>
          </a:p>
          <a:p>
            <a:pPr algn="ctr">
              <a:spcAft>
                <a:spcPts val="800"/>
              </a:spcAft>
              <a:defRPr sz="5000" b="0" i="0">
                <a:solidFill>
                  <a:srgbClr val="F5F5F5"/>
                </a:solidFill>
                <a:latin typeface="Calibri"/>
              </a:defRPr>
            </a:pPr>
            <a:r>
              <a:t>We praise you, we bless you, we adore you,</a:t>
            </a:r>
          </a:p>
          <a:p>
            <a:pPr algn="ctr">
              <a:spcAft>
                <a:spcPts val="800"/>
              </a:spcAft>
              <a:defRPr sz="5000" b="0" i="0">
                <a:solidFill>
                  <a:srgbClr val="F5F5F5"/>
                </a:solidFill>
                <a:latin typeface="Calibri"/>
              </a:defRPr>
            </a:pPr>
            <a:r>
              <a:t>we glorify you, we give you thanks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your great glory,</a:t>
            </a:r>
          </a:p>
          <a:p>
            <a:pPr algn="ctr">
              <a:spcAft>
                <a:spcPts val="800"/>
              </a:spcAft>
              <a:defRPr sz="5000" b="0" i="0">
                <a:solidFill>
                  <a:srgbClr val="F5F5F5"/>
                </a:solidFill>
                <a:latin typeface="Calibri"/>
              </a:defRPr>
            </a:pPr>
            <a:r>
              <a:t>Lord God, heavenly King, O God, almighty Father.</a:t>
            </a:r>
          </a:p>
          <a:p>
            <a:pPr algn="ctr">
              <a:spcAft>
                <a:spcPts val="800"/>
              </a:spcAft>
              <a:defRPr sz="5000" b="0" i="0">
                <a:solidFill>
                  <a:srgbClr val="F5F5F5"/>
                </a:solidFill>
                <a:latin typeface="Calibri"/>
              </a:defRPr>
            </a:pPr>
            <a:r>
              <a:t>Lord Jesus Christ, Only Begotten Son,</a:t>
            </a:r>
          </a:p>
          <a:p>
            <a:pPr algn="ctr">
              <a:spcAft>
                <a:spcPts val="800"/>
              </a:spcAft>
              <a:defRPr sz="5000" b="0" i="0">
                <a:solidFill>
                  <a:srgbClr val="F5F5F5"/>
                </a:solidFill>
                <a:latin typeface="Calibri"/>
              </a:defRPr>
            </a:pPr>
            <a:r>
              <a:t>Lord God, Lamb of God, Son of the Father,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take away the sins of the world, have mercy on us;</a:t>
            </a:r>
          </a:p>
          <a:p>
            <a:pPr algn="ctr">
              <a:spcAft>
                <a:spcPts val="800"/>
              </a:spcAft>
              <a:defRPr sz="5000" b="0" i="0">
                <a:solidFill>
                  <a:srgbClr val="F5F5F5"/>
                </a:solidFill>
                <a:latin typeface="Calibri"/>
              </a:defRPr>
            </a:pPr>
            <a:r>
              <a:t>you take away the sins of the world, receive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are seated at the right hand of the Father, have mercy on us.</a:t>
            </a:r>
          </a:p>
          <a:p>
            <a:pPr algn="ctr">
              <a:spcAft>
                <a:spcPts val="800"/>
              </a:spcAft>
              <a:defRPr sz="5000" b="0" i="0">
                <a:solidFill>
                  <a:srgbClr val="F5F5F5"/>
                </a:solidFill>
                <a:latin typeface="Calibri"/>
              </a:defRPr>
            </a:pPr>
            <a:r>
              <a:t>For you alone are the Holy One,</a:t>
            </a:r>
          </a:p>
          <a:p>
            <a:pPr algn="ctr">
              <a:spcAft>
                <a:spcPts val="800"/>
              </a:spcAft>
              <a:defRPr sz="5000" b="0" i="0">
                <a:solidFill>
                  <a:srgbClr val="F5F5F5"/>
                </a:solidFill>
                <a:latin typeface="Calibri"/>
              </a:defRPr>
            </a:pPr>
            <a:r>
              <a:t>you alone are the Lord,</a:t>
            </a:r>
          </a:p>
          <a:p>
            <a:pPr algn="ctr">
              <a:spcAft>
                <a:spcPts val="800"/>
              </a:spcAft>
              <a:defRPr sz="5000" b="0" i="0">
                <a:solidFill>
                  <a:srgbClr val="F5F5F5"/>
                </a:solidFill>
                <a:latin typeface="Calibri"/>
              </a:defRPr>
            </a:pPr>
            <a:r>
              <a:t>you alone are the Most High,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Jesus Christ,</a:t>
            </a:r>
          </a:p>
          <a:p>
            <a:pPr algn="ctr">
              <a:spcAft>
                <a:spcPts val="800"/>
              </a:spcAft>
              <a:defRPr sz="5000" b="0" i="0">
                <a:solidFill>
                  <a:srgbClr val="F5F5F5"/>
                </a:solidFill>
                <a:latin typeface="Calibri"/>
              </a:defRPr>
            </a:pPr>
            <a:r>
              <a:t>with the Holy Spirit,</a:t>
            </a:r>
          </a:p>
          <a:p>
            <a:pPr algn="ctr">
              <a:spcAft>
                <a:spcPts val="800"/>
              </a:spcAft>
              <a:defRPr sz="5000" b="0" i="0">
                <a:solidFill>
                  <a:srgbClr val="F5F5F5"/>
                </a:solidFill>
                <a:latin typeface="Calibri"/>
              </a:defRPr>
            </a:pPr>
            <a:r>
              <a:t>in the glory of God the Father.</a:t>
            </a:r>
          </a:p>
          <a:p>
            <a:pPr algn="ctr">
              <a:spcAft>
                <a:spcPts val="800"/>
              </a:spcAft>
              <a:defRPr sz="5000" b="0" i="0">
                <a:solidFill>
                  <a:srgbClr val="F5F5F5"/>
                </a:solidFill>
                <a:latin typeface="Calibri"/>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(5/5)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First Reading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Responsorial Psalm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ALLELUIA! ALLELUIA! ALLELUIA! ALLELUIA!</a:t>
            </a:r>
          </a:p>
          <a:p>
            <a:pPr algn="ctr">
              <a:spcAft>
                <a:spcPts val="500"/>
              </a:spcAft>
              <a:defRPr sz="1500" b="0" i="1">
                <a:solidFill>
                  <a:srgbClr val="DCAA5A"/>
                </a:solidFill>
                <a:latin typeface="Calibri"/>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5F5F5"/>
                </a:solidFill>
                <a:latin typeface="Calibri"/>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J</a:t>
            </a:r>
          </a:p>
          <a:p>
            <a:pPr algn="ctr">
              <a:spcAft>
                <a:spcPts val="500"/>
              </a:spcAft>
              <a:defRPr sz="1500" b="0" i="1">
                <a:solidFill>
                  <a:srgbClr val="DCAA5A"/>
                </a:solidFill>
                <a:latin typeface="Calibri"/>
              </a:defRPr>
            </a:pPr>
          </a:p>
          <a:p>
            <a:pPr algn="ctr">
              <a:spcBef>
                <a:spcPts val="400"/>
              </a:spcBef>
              <a:spcAft>
                <a:spcPts val="500"/>
              </a:spcAft>
              <a:defRPr sz="2000" b="1" i="0">
                <a:solidFill>
                  <a:srgbClr val="F5F5F5"/>
                </a:solidFill>
                <a:latin typeface="Calibri"/>
              </a:defRPr>
            </a:pPr>
            <a:r>
              <a:t>All: “Q”</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CAA5A"/>
                </a:solidFill>
                <a:latin typeface="Calibri"/>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J</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Q</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Gospel of the Lord.</a:t>
            </a:r>
          </a:p>
          <a:p>
            <a:pPr algn="ctr">
              <a:spcBef>
                <a:spcPts val="400"/>
              </a:spcBef>
              <a:spcAft>
                <a:spcPts val="500"/>
              </a:spcAft>
              <a:defRPr sz="2000" b="1" i="0">
                <a:solidFill>
                  <a:srgbClr val="F5F5F5"/>
                </a:solidFill>
                <a:latin typeface="Calibri"/>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Time for the homily — Father will now preach.</a:t>
            </a:r>
          </a:p>
          <a:p>
            <a:pPr algn="ctr">
              <a:spcAft>
                <a:spcPts val="500"/>
              </a:spcAft>
              <a:defRPr sz="1500" b="0" i="1">
                <a:solidFill>
                  <a:srgbClr val="DCAA5A"/>
                </a:solidFill>
                <a:latin typeface="Calibri"/>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All: I believe in one God,</a:t>
            </a:r>
          </a:p>
          <a:p>
            <a:pPr algn="ctr">
              <a:spcAft>
                <a:spcPts val="800"/>
              </a:spcAft>
              <a:defRPr sz="5000" b="0" i="0">
                <a:solidFill>
                  <a:srgbClr val="F5F5F5"/>
                </a:solidFill>
                <a:latin typeface="Calibri"/>
              </a:defRPr>
            </a:pPr>
            <a:r>
              <a:t>the Father almighty,</a:t>
            </a:r>
          </a:p>
          <a:p>
            <a:pPr algn="ctr">
              <a:spcAft>
                <a:spcPts val="800"/>
              </a:spcAft>
              <a:defRPr sz="5000" b="0" i="0">
                <a:solidFill>
                  <a:srgbClr val="F5F5F5"/>
                </a:solidFill>
                <a:latin typeface="Calibri"/>
              </a:defRPr>
            </a:pPr>
            <a:r>
              <a:t>maker of heaven and earth,</a:t>
            </a:r>
          </a:p>
          <a:p>
            <a:pPr algn="ctr">
              <a:spcAft>
                <a:spcPts val="800"/>
              </a:spcAft>
              <a:defRPr sz="5000" b="0" i="0">
                <a:solidFill>
                  <a:srgbClr val="F5F5F5"/>
                </a:solidFill>
                <a:latin typeface="Calibri"/>
              </a:defRPr>
            </a:pPr>
            <a:r>
              <a:t>of all things visible and invisible.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Lord Jesus Christ,</a:t>
            </a:r>
          </a:p>
          <a:p>
            <a:pPr algn="ctr">
              <a:spcAft>
                <a:spcPts val="800"/>
              </a:spcAft>
              <a:defRPr sz="5000" b="0" i="0">
                <a:solidFill>
                  <a:srgbClr val="F5F5F5"/>
                </a:solidFill>
                <a:latin typeface="Calibri"/>
              </a:defRPr>
            </a:pPr>
            <a:r>
              <a:t>the Only Begotten Son of God,</a:t>
            </a:r>
          </a:p>
          <a:p>
            <a:pPr algn="ctr">
              <a:spcAft>
                <a:spcPts val="800"/>
              </a:spcAft>
              <a:defRPr sz="5000" b="0" i="0">
                <a:solidFill>
                  <a:srgbClr val="F5F5F5"/>
                </a:solidFill>
                <a:latin typeface="Calibri"/>
              </a:defRPr>
            </a:pPr>
            <a:r>
              <a:t>born of the Father before all ages.</a:t>
            </a:r>
          </a:p>
          <a:p>
            <a:pPr algn="ctr">
              <a:spcAft>
                <a:spcPts val="800"/>
              </a:spcAft>
              <a:defRPr sz="5000" b="0" i="0">
                <a:solidFill>
                  <a:srgbClr val="F5F5F5"/>
                </a:solidFill>
                <a:latin typeface="Calibri"/>
              </a:defRPr>
            </a:pPr>
            <a:r>
              <a:t>God from God, Light from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(2/10)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true God from true God,</a:t>
            </a:r>
          </a:p>
          <a:p>
            <a:pPr algn="ctr">
              <a:spcAft>
                <a:spcPts val="800"/>
              </a:spcAft>
              <a:defRPr sz="5000" b="0" i="0">
                <a:solidFill>
                  <a:srgbClr val="F5F5F5"/>
                </a:solidFill>
                <a:latin typeface="Calibri"/>
              </a:defRPr>
            </a:pPr>
            <a:r>
              <a:t>begotten, not made, consubstantial with the Father;</a:t>
            </a:r>
          </a:p>
          <a:p>
            <a:pPr algn="ctr">
              <a:spcAft>
                <a:spcPts val="800"/>
              </a:spcAft>
              <a:defRPr sz="5000" b="0" i="0">
                <a:solidFill>
                  <a:srgbClr val="F5F5F5"/>
                </a:solidFill>
                <a:latin typeface="Calibri"/>
              </a:defRPr>
            </a:pPr>
            <a:r>
              <a:t>through him all things were made.</a:t>
            </a:r>
          </a:p>
          <a:p>
            <a:pPr algn="ctr">
              <a:spcAft>
                <a:spcPts val="800"/>
              </a:spcAft>
              <a:defRPr sz="5000" b="0" i="0">
                <a:solidFill>
                  <a:srgbClr val="F5F5F5"/>
                </a:solidFill>
                <a:latin typeface="Calibri"/>
              </a:defRPr>
            </a:pPr>
            <a:r>
              <a:t>For us men and for our salvation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(3/10)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he came down from heaven,</a:t>
            </a:r>
          </a:p>
          <a:p>
            <a:pPr algn="ctr">
              <a:spcAft>
                <a:spcPts val="800"/>
              </a:spcAft>
              <a:defRPr sz="5000" b="0" i="0">
                <a:solidFill>
                  <a:srgbClr val="F5F5F5"/>
                </a:solidFill>
                <a:latin typeface="Calibri"/>
              </a:defRPr>
            </a:pPr>
            <a:r>
              <a:t>and by the Holy Spirit was incarnate of the Virgin Mary,</a:t>
            </a:r>
          </a:p>
          <a:p>
            <a:pPr algn="ctr">
              <a:spcAft>
                <a:spcPts val="800"/>
              </a:spcAft>
              <a:defRPr sz="5000" b="0" i="0">
                <a:solidFill>
                  <a:srgbClr val="F5F5F5"/>
                </a:solidFill>
                <a:latin typeface="Calibri"/>
              </a:defRPr>
            </a:pPr>
            <a:r>
              <a:t>and became man.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(4/10)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our sake he was crucified under Pontius Pilate,</a:t>
            </a:r>
          </a:p>
          <a:p>
            <a:pPr algn="ctr">
              <a:spcAft>
                <a:spcPts val="800"/>
              </a:spcAft>
              <a:defRPr sz="5000" b="0" i="0">
                <a:solidFill>
                  <a:srgbClr val="F5F5F5"/>
                </a:solidFill>
                <a:latin typeface="Calibri"/>
              </a:defRPr>
            </a:pPr>
            <a:r>
              <a:t>he suffered death and was buried,</a:t>
            </a:r>
          </a:p>
          <a:p>
            <a:pPr algn="ctr">
              <a:spcAft>
                <a:spcPts val="800"/>
              </a:spcAft>
              <a:defRPr sz="5000" b="0" i="0">
                <a:solidFill>
                  <a:srgbClr val="F5F5F5"/>
                </a:solidFill>
                <a:latin typeface="Calibri"/>
              </a:defRPr>
            </a:pPr>
            <a:r>
              <a:t>and rose again on the third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(5/10)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in accordance with the Scriptures.</a:t>
            </a:r>
          </a:p>
          <a:p>
            <a:pPr algn="ctr">
              <a:spcAft>
                <a:spcPts val="800"/>
              </a:spcAft>
              <a:defRPr sz="5000" b="0" i="0">
                <a:solidFill>
                  <a:srgbClr val="F5F5F5"/>
                </a:solidFill>
                <a:latin typeface="Calibri"/>
              </a:defRPr>
            </a:pPr>
            <a:r>
              <a:t>He ascended into heaven</a:t>
            </a:r>
          </a:p>
          <a:p>
            <a:pPr algn="ctr">
              <a:spcAft>
                <a:spcPts val="800"/>
              </a:spcAft>
              <a:defRPr sz="5000" b="0" i="0">
                <a:solidFill>
                  <a:srgbClr val="F5F5F5"/>
                </a:solidFill>
                <a:latin typeface="Calibri"/>
              </a:defRPr>
            </a:pPr>
            <a:r>
              <a:t>and is seated at the right hand of the Father.</a:t>
            </a:r>
          </a:p>
          <a:p>
            <a:pPr algn="ctr">
              <a:spcAft>
                <a:spcPts val="800"/>
              </a:spcAft>
              <a:defRPr sz="5000" b="0" i="0">
                <a:solidFill>
                  <a:srgbClr val="F5F5F5"/>
                </a:solidFill>
                <a:latin typeface="Calibri"/>
              </a:defRPr>
            </a:pPr>
            <a:r>
              <a:t>He will come again in glory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(6/10)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to judge the living and the dead</a:t>
            </a:r>
          </a:p>
          <a:p>
            <a:pPr algn="ctr">
              <a:spcAft>
                <a:spcPts val="800"/>
              </a:spcAft>
              <a:defRPr sz="5000" b="0" i="0">
                <a:solidFill>
                  <a:srgbClr val="F5F5F5"/>
                </a:solidFill>
                <a:latin typeface="Calibri"/>
              </a:defRPr>
            </a:pPr>
            <a:r>
              <a:t>and his kingdom will have no end.</a:t>
            </a:r>
          </a:p>
          <a:p>
            <a:pPr algn="ctr">
              <a:spcAft>
                <a:spcPts val="800"/>
              </a:spcAft>
              <a:defRPr sz="5000" b="0" i="0">
                <a:solidFill>
                  <a:srgbClr val="F5F5F5"/>
                </a:solidFill>
                <a:latin typeface="Calibri"/>
              </a:defRPr>
            </a:pPr>
            <a:r>
              <a:t>I believe in the Holy Spirit, the Lord, the giver of life,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(7/10)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who proceeds from the Father and the Son,</a:t>
            </a:r>
          </a:p>
          <a:p>
            <a:pPr algn="ctr">
              <a:spcAft>
                <a:spcPts val="800"/>
              </a:spcAft>
              <a:defRPr sz="5000" b="0" i="0">
                <a:solidFill>
                  <a:srgbClr val="F5F5F5"/>
                </a:solidFill>
                <a:latin typeface="Calibri"/>
              </a:defRPr>
            </a:pPr>
            <a:r>
              <a:t>who with the Father and the Son is adored and glorified,</a:t>
            </a:r>
          </a:p>
          <a:p>
            <a:pPr algn="ctr">
              <a:spcAft>
                <a:spcPts val="800"/>
              </a:spcAft>
              <a:defRPr sz="5000" b="0" i="0">
                <a:solidFill>
                  <a:srgbClr val="F5F5F5"/>
                </a:solidFill>
                <a:latin typeface="Calibri"/>
              </a:defRPr>
            </a:pPr>
            <a:r>
              <a:t>who has spoken through the prophets.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(8/10)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holy, catholic and apostolic Church.</a:t>
            </a:r>
          </a:p>
          <a:p>
            <a:pPr algn="ctr">
              <a:spcAft>
                <a:spcPts val="800"/>
              </a:spcAft>
              <a:defRPr sz="5000" b="0" i="0">
                <a:solidFill>
                  <a:srgbClr val="F5F5F5"/>
                </a:solidFill>
                <a:latin typeface="Calibri"/>
              </a:defRPr>
            </a:pPr>
            <a:r>
              <a:t>I confess one Baptism for the forgiveness of sins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(9/10)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and I look forward to the resurrection of the dead</a:t>
            </a:r>
          </a:p>
          <a:p>
            <a:pPr algn="ctr">
              <a:spcAft>
                <a:spcPts val="800"/>
              </a:spcAft>
              <a:defRPr sz="5000" b="0" i="0">
                <a:solidFill>
                  <a:srgbClr val="F5F5F5"/>
                </a:solidFill>
                <a:latin typeface="Calibri"/>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(10/10)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5F5F5"/>
                </a:solidFill>
                <a:latin typeface="Calibri"/>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Priest concludes the Prayer of the Faithful with a prayer in full, for example:</a:t>
            </a:r>
          </a:p>
          <a:p>
            <a:pPr algn="ctr">
              <a:spcBef>
                <a:spcPts val="400"/>
              </a:spcBef>
              <a:spcAft>
                <a:spcPts val="500"/>
              </a:spcAft>
              <a:defRPr sz="2000" b="1" i="0">
                <a:solidFill>
                  <a:srgbClr val="DCAA5A"/>
                </a:solidFill>
                <a:latin typeface="Calibri"/>
              </a:defRPr>
            </a:pPr>
            <a:r>
              <a:t>Priest: Heavenly Father, hear the prayers of the Church, which we make through Christ our Lord.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Offertory hymn lyrics were selected. Choose one Offertory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Offertory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Pray, brethren, that my sacrifice and yours may be acceptable to God, the almighty Father.</a:t>
            </a:r>
          </a:p>
          <a:p>
            <a:pPr algn="ctr">
              <a:spcBef>
                <a:spcPts val="400"/>
              </a:spcBef>
              <a:spcAft>
                <a:spcPts val="500"/>
              </a:spcAft>
              <a:defRPr sz="2000" b="1" i="0">
                <a:solidFill>
                  <a:srgbClr val="F5F5F5"/>
                </a:solidFill>
                <a:latin typeface="Calibri"/>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Lift up your hearts.</a:t>
            </a:r>
          </a:p>
          <a:p>
            <a:pPr algn="ctr">
              <a:spcBef>
                <a:spcPts val="400"/>
              </a:spcBef>
              <a:spcAft>
                <a:spcPts val="500"/>
              </a:spcAft>
              <a:defRPr sz="2000" b="1" i="0">
                <a:solidFill>
                  <a:srgbClr val="F5F5F5"/>
                </a:solidFill>
                <a:latin typeface="Calibri"/>
              </a:defRPr>
            </a:pPr>
            <a:r>
              <a:t>All: We lift them up to the Lord.</a:t>
            </a:r>
          </a:p>
          <a:p>
            <a:pPr algn="ctr">
              <a:spcBef>
                <a:spcPts val="400"/>
              </a:spcBef>
              <a:spcAft>
                <a:spcPts val="500"/>
              </a:spcAft>
              <a:defRPr sz="2000" b="1" i="0">
                <a:solidFill>
                  <a:srgbClr val="DCAA5A"/>
                </a:solidFill>
                <a:latin typeface="Calibri"/>
              </a:defRPr>
            </a:pPr>
            <a:r>
              <a:t>Priest: Let us give thanks to the Lord our God.</a:t>
            </a:r>
          </a:p>
          <a:p>
            <a:pPr algn="ctr">
              <a:spcBef>
                <a:spcPts val="400"/>
              </a:spcBef>
              <a:spcAft>
                <a:spcPts val="500"/>
              </a:spcAft>
              <a:defRPr sz="2000" b="1" i="0">
                <a:solidFill>
                  <a:srgbClr val="F5F5F5"/>
                </a:solidFill>
                <a:latin typeface="Calibri"/>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Holy, Holy, Holy Lord God of hosts.</a:t>
            </a:r>
          </a:p>
          <a:p>
            <a:pPr algn="ctr">
              <a:spcAft>
                <a:spcPts val="800"/>
              </a:spcAft>
              <a:defRPr sz="5000" b="0" i="0">
                <a:solidFill>
                  <a:srgbClr val="F5F5F5"/>
                </a:solidFill>
                <a:latin typeface="Calibri"/>
              </a:defRPr>
            </a:pPr>
            <a:r>
              <a:t>Heaven and earth are full of your glory.</a:t>
            </a:r>
          </a:p>
          <a:p>
            <a:pPr algn="ctr">
              <a:spcAft>
                <a:spcPts val="800"/>
              </a:spcAft>
              <a:defRPr sz="5000" b="0" i="0">
                <a:solidFill>
                  <a:srgbClr val="F5F5F5"/>
                </a:solidFill>
                <a:latin typeface="Calibri"/>
              </a:defRPr>
            </a:pPr>
            <a:r>
              <a:t>Hosanna in the highest.</a:t>
            </a:r>
          </a:p>
          <a:p>
            <a:pPr algn="ctr">
              <a:spcAft>
                <a:spcPts val="800"/>
              </a:spcAft>
              <a:defRPr sz="5000" b="0" i="0">
                <a:solidFill>
                  <a:srgbClr val="F5F5F5"/>
                </a:solidFill>
                <a:latin typeface="Calibri"/>
              </a:defRPr>
            </a:pPr>
            <a:r>
              <a:t>Blessed is he who comes in the name of the Lord.</a:t>
            </a:r>
          </a:p>
          <a:p>
            <a:pPr algn="ctr">
              <a:spcAft>
                <a:spcPts val="800"/>
              </a:spcAft>
              <a:defRPr sz="5000" b="0" i="0">
                <a:solidFill>
                  <a:srgbClr val="F5F5F5"/>
                </a:solidFill>
                <a:latin typeface="Calibri"/>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Sanctus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We proclaim your Death, O Lord,</a:t>
            </a:r>
          </a:p>
          <a:p>
            <a:pPr algn="ctr">
              <a:spcAft>
                <a:spcPts val="500"/>
              </a:spcAft>
              <a:defRPr sz="1900" b="0" i="0">
                <a:solidFill>
                  <a:srgbClr val="F5F5F5"/>
                </a:solidFill>
                <a:latin typeface="Calibri"/>
              </a:defRPr>
            </a:pPr>
            <a:r>
              <a:t>and profess your Resurrection</a:t>
            </a:r>
          </a:p>
          <a:p>
            <a:pPr algn="ctr">
              <a:spcAft>
                <a:spcPts val="500"/>
              </a:spcAft>
              <a:defRPr sz="1900" b="0" i="0">
                <a:solidFill>
                  <a:srgbClr val="F5F5F5"/>
                </a:solidFill>
                <a:latin typeface="Calibri"/>
              </a:defRPr>
            </a:pPr>
            <a:r>
              <a:t>until you come again.</a:t>
            </a:r>
          </a:p>
          <a:p>
            <a:pPr algn="ctr">
              <a:spcAft>
                <a:spcPts val="500"/>
              </a:spcAft>
              <a:defRPr sz="1500" b="0" i="1">
                <a:solidFill>
                  <a:srgbClr val="DCAA5A"/>
                </a:solidFill>
                <a:latin typeface="Calibri"/>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Eucharistic Prayer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Amen.</a:t>
            </a:r>
          </a:p>
          <a:p>
            <a:pPr algn="ctr">
              <a:spcAft>
                <a:spcPts val="500"/>
              </a:spcAft>
              <a:defRPr sz="1500" b="0" i="1">
                <a:solidFill>
                  <a:srgbClr val="DCAA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Great Amen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Our Father, who art in heaven,</a:t>
            </a:r>
          </a:p>
          <a:p>
            <a:pPr algn="ctr">
              <a:spcAft>
                <a:spcPts val="800"/>
              </a:spcAft>
              <a:defRPr sz="5000" b="0" i="0">
                <a:solidFill>
                  <a:srgbClr val="F5F5F5"/>
                </a:solidFill>
                <a:latin typeface="Calibri"/>
              </a:defRPr>
            </a:pPr>
            <a:r>
              <a:t>hallowed be thy name;</a:t>
            </a:r>
          </a:p>
          <a:p>
            <a:pPr algn="ctr">
              <a:spcAft>
                <a:spcPts val="800"/>
              </a:spcAft>
              <a:defRPr sz="5000" b="0" i="0">
                <a:solidFill>
                  <a:srgbClr val="F5F5F5"/>
                </a:solidFill>
                <a:latin typeface="Calibri"/>
              </a:defRPr>
            </a:pPr>
            <a:r>
              <a:t>thy kingdom come,</a:t>
            </a:r>
          </a:p>
          <a:p>
            <a:pPr algn="ctr">
              <a:spcAft>
                <a:spcPts val="800"/>
              </a:spcAft>
              <a:defRPr sz="5000" b="0" i="0">
                <a:solidFill>
                  <a:srgbClr val="F5F5F5"/>
                </a:solidFill>
                <a:latin typeface="Calibri"/>
              </a:defRPr>
            </a:pPr>
            <a:r>
              <a:t>thy will be done,</a:t>
            </a:r>
          </a:p>
          <a:p>
            <a:pPr algn="ctr">
              <a:spcAft>
                <a:spcPts val="800"/>
              </a:spcAft>
              <a:defRPr sz="5000" b="0" i="0">
                <a:solidFill>
                  <a:srgbClr val="F5F5F5"/>
                </a:solidFill>
                <a:latin typeface="Calibri"/>
              </a:defRPr>
            </a:pPr>
            <a:r>
              <a:t>on earth as it is in heaven.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(1/5)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Give us this day our daily bread;</a:t>
            </a:r>
          </a:p>
          <a:p>
            <a:pPr algn="ctr">
              <a:spcAft>
                <a:spcPts val="800"/>
              </a:spcAft>
              <a:defRPr sz="5000" b="0" i="0">
                <a:solidFill>
                  <a:srgbClr val="F5F5F5"/>
                </a:solidFill>
                <a:latin typeface="Calibri"/>
              </a:defRPr>
            </a:pPr>
            <a:r>
              <a:t>and forgive us our trespasses,</a:t>
            </a:r>
          </a:p>
          <a:p>
            <a:pPr algn="ctr">
              <a:spcAft>
                <a:spcPts val="800"/>
              </a:spcAft>
              <a:defRPr sz="5000" b="0" i="0">
                <a:solidFill>
                  <a:srgbClr val="F5F5F5"/>
                </a:solidFill>
                <a:latin typeface="Calibri"/>
              </a:defRPr>
            </a:pPr>
            <a:r>
              <a:t>as we forgive those who trespass against us;</a:t>
            </a:r>
          </a:p>
          <a:p>
            <a:pPr algn="ctr">
              <a:spcAft>
                <a:spcPts val="800"/>
              </a:spcAft>
              <a:defRPr sz="5000" b="0" i="0">
                <a:solidFill>
                  <a:srgbClr val="F5F5F5"/>
                </a:solidFill>
                <a:latin typeface="Calibri"/>
              </a:defRPr>
            </a:pPr>
            <a:r>
              <a:t>and lead us not into temptation,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(2/5)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but deliver us from evil.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(3/5)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(4/5)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(5/5)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5F5F5"/>
                </a:solidFill>
                <a:latin typeface="Calibri"/>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peace of the Lord be with you always.</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Sign of Peace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(1/2)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(2/2)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2000" b="1" i="0">
                <a:solidFill>
                  <a:srgbClr val="F5F5F5"/>
                </a:solidFill>
                <a:latin typeface="Calibri"/>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Communion hymn lyrics were selected. Choose up to two Communion songs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Communion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The Priest says the Post- Communion Prayer for the day in full from the Roman Missal.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MASS COLLECTION</a:t>
            </a:r>
          </a:p>
          <a:p>
            <a:pPr algn="ctr">
              <a:spcAft>
                <a:spcPts val="500"/>
              </a:spcAft>
              <a:defRPr sz="1500" b="0" i="1">
                <a:solidFill>
                  <a:srgbClr val="DCAA5A"/>
                </a:solidFill>
                <a:latin typeface="Calibri"/>
              </a:defRPr>
            </a:pPr>
            <a:r>
              <a:t>Thank you for your generosity.</a:t>
            </a:r>
          </a:p>
          <a:p>
            <a:pPr algn="ctr">
              <a:spcAft>
                <a:spcPts val="500"/>
              </a:spcAft>
              <a:defRPr sz="1500" b="0" i="1">
                <a:solidFill>
                  <a:srgbClr val="DCAA5A"/>
                </a:solidFill>
                <a:latin typeface="Calibri"/>
              </a:defRPr>
            </a:pPr>
            <a:r>
              <a:t>(Enter collection amount and date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FOOD SPONSORS</a:t>
            </a:r>
          </a:p>
          <a:p>
            <a:pPr algn="ctr">
              <a:spcAft>
                <a:spcPts val="500"/>
              </a:spcAft>
              <a:defRPr sz="1500" b="0" i="1">
                <a:solidFill>
                  <a:srgbClr val="DCAA5A"/>
                </a:solidFill>
                <a:latin typeface="Calibri"/>
              </a:defRPr>
            </a:pPr>
            <a:r>
              <a:t>The community thanks our food sponsors.</a:t>
            </a:r>
          </a:p>
          <a:p>
            <a:pPr algn="ctr">
              <a:spcAft>
                <a:spcPts val="500"/>
              </a:spcAft>
              <a:defRPr sz="1500" b="0" i="1">
                <a:solidFill>
                  <a:srgbClr val="DCAA5A"/>
                </a:solidFill>
                <a:latin typeface="Calibri"/>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Food Sponsors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CHURCH ANNOUNCEMENTS</a:t>
            </a:r>
          </a:p>
          <a:p>
            <a:pPr algn="ctr">
              <a:spcAft>
                <a:spcPts val="500"/>
              </a:spcAft>
              <a:defRPr sz="1500" b="0" i="1">
                <a:solidFill>
                  <a:srgbClr val="DCAA5A"/>
                </a:solidFill>
                <a:latin typeface="Calibri"/>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Welcome newcomers!</a:t>
            </a:r>
          </a:p>
          <a:p>
            <a:pPr algn="ctr">
              <a:spcAft>
                <a:spcPts val="500"/>
              </a:spcAft>
              <a:defRPr sz="1500" b="0" i="1">
                <a:solidFill>
                  <a:srgbClr val="DCAA5A"/>
                </a:solidFill>
                <a:latin typeface="Calibri"/>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Sacrament of Confession</a:t>
            </a:r>
          </a:p>
          <a:p>
            <a:pPr algn="ctr">
              <a:spcAft>
                <a:spcPts val="500"/>
              </a:spcAft>
              <a:defRPr sz="1500" b="0" i="1">
                <a:solidFill>
                  <a:srgbClr val="DCAA5A"/>
                </a:solidFill>
                <a:latin typeface="Calibri"/>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Updates and Announcements</a:t>
            </a:r>
          </a:p>
          <a:p>
            <a:pPr algn="ctr">
              <a:spcAft>
                <a:spcPts val="500"/>
              </a:spcAft>
              <a:defRPr sz="1500" b="0" i="1">
                <a:solidFill>
                  <a:srgbClr val="DCAA5A"/>
                </a:solidFill>
                <a:latin typeface="Calibri"/>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May almighty God bless you, the Father, and the Son, and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Go in peace, glorifying the Lord by your life.</a:t>
            </a:r>
          </a:p>
          <a:p>
            <a:pPr algn="ctr">
              <a:spcBef>
                <a:spcPts val="400"/>
              </a:spcBef>
              <a:spcAft>
                <a:spcPts val="500"/>
              </a:spcAft>
              <a:defRPr sz="2000" b="1" i="0">
                <a:solidFill>
                  <a:srgbClr val="F5F5F5"/>
                </a:solidFill>
                <a:latin typeface="Calibri"/>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Final Blessing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Recessional hymn lyrics were selected. Choose one Recessional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a:t>
            </a:r>
          </a:p>
          <a:p>
            <a:pPr>
              <a:spcAft>
                <a:spcPts val="300"/>
              </a:spcAft>
              <a:defRPr sz="2100" b="0" i="0">
                <a:solidFill>
                  <a:srgbClr val="F5F5F5"/>
                </a:solidFill>
                <a:latin typeface="Calibri"/>
              </a:defRPr>
            </a:pPr>
            <a:r>
              <a:t>“Q”</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