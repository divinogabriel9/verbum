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PUT YOUR CELLPHONE ON SILENT MODE DURING THE MASS.</a:t>
            </a:r>
          </a:p>
          <a:p>
            <a:pPr algn="ctr">
              <a:spcAft>
                <a:spcPts val="500"/>
              </a:spcAft>
              <a:defRPr sz="1500" b="0" i="1">
                <a:solidFill>
                  <a:srgbClr val="D8B4FE"/>
                </a:solidFill>
                <a:latin typeface="Georgia"/>
              </a:defRPr>
            </a:pPr>
            <a:r>
              <a:t>Thank you.</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3800" b="1" i="0">
                <a:solidFill>
                  <a:srgbClr val="D8B4FE"/>
                </a:solidFill>
                <a:latin typeface="Georgia"/>
              </a:defRPr>
            </a:pPr>
            <a:r>
              <a:t>Lent Celebration</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2100" b="0" i="0">
                <a:solidFill>
                  <a:srgbClr val="FFFFFF"/>
                </a:solidFill>
                <a:latin typeface="Georgia"/>
              </a:defRPr>
            </a:pPr>
            <a:r>
              <a:t>2026-03-01</a:t>
            </a:r>
          </a:p>
          <a:p>
            <a:pPr>
              <a:spcAft>
                <a:spcPts val="500"/>
              </a:spcAft>
              <a:defRPr sz="2100" b="0" i="0">
                <a:solidFill>
                  <a:srgbClr val="FFFFFF"/>
                </a:solidFill>
                <a:latin typeface="Georgia"/>
              </a:defRPr>
            </a:pPr>
            <a:r>
              <a:t>Celebrant: Rev. Fr. Jonrey Lauron, RCJ</a:t>
            </a:r>
          </a:p>
          <a:p>
            <a:pPr>
              <a:spcAft>
                <a:spcPts val="500"/>
              </a:spcAft>
              <a:defRPr sz="2100" b="0" i="0">
                <a:solidFill>
                  <a:srgbClr val="FFFFFF"/>
                </a:solidFill>
                <a:latin typeface="Georgia"/>
              </a:defRPr>
            </a:pPr>
            <a:r>
              <a:t>Gospel: Matthew 17:1-9</a:t>
            </a:r>
            <a:br/>
            <a:r>
              <a:t>Season: Lent · Sunday Lectionary Year A</a:t>
            </a:r>
          </a:p>
          <a:p>
            <a:pPr>
              <a:spcAft>
                <a:spcPts val="500"/>
              </a:spcAft>
              <a:defRPr sz="2100" b="0" i="0">
                <a:solidFill>
                  <a:srgbClr val="FFFFFF"/>
                </a:solidFill>
                <a:latin typeface="Georgia"/>
              </a:defRPr>
            </a:pPr>
            <a:r>
              <a:t>Excerpt:</a:t>
            </a:r>
            <a:br/>
            <a:r>
              <a:t>“Lord, it is good that we are here.”</a:t>
            </a:r>
          </a:p>
          <a:p>
            <a:pPr>
              <a:spcAft>
                <a:spcPts val="500"/>
              </a:spcAft>
              <a:defRPr sz="2100" b="0" i="0">
                <a:solidFill>
                  <a:srgbClr val="FFFFFF"/>
                </a:solidFill>
                <a:latin typeface="Georgia"/>
              </a:defRPr>
            </a:pPr>
            <a:r>
              <a:t>Liturgical color: Purple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Welcome to the celebration of the Holy Eucharist.</a:t>
            </a:r>
          </a:p>
          <a:p>
            <a:pPr algn="ctr">
              <a:spcAft>
                <a:spcPts val="500"/>
              </a:spcAft>
              <a:defRPr sz="1500" b="0" i="1">
                <a:solidFill>
                  <a:srgbClr val="D8B4FE"/>
                </a:solidFill>
                <a:latin typeface="Georgia"/>
              </a:defRPr>
            </a:pPr>
            <a:r>
              <a:t>Please stand and join in singing the Entrance hymn.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Glory and Praise to Our God</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GLORY AND PRAISE TO OUR GOD,</a:t>
            </a:r>
          </a:p>
          <a:p>
            <a:pPr algn="ctr">
              <a:lnSpc>
                <a:spcPct val="105000"/>
              </a:lnSpc>
              <a:spcAft>
                <a:spcPts val="1000"/>
              </a:spcAft>
              <a:defRPr sz="5000" b="1" i="0">
                <a:solidFill>
                  <a:srgbClr val="FFFFFF"/>
                </a:solidFill>
                <a:latin typeface="Arial Black"/>
              </a:defRPr>
            </a:pPr>
            <a:r>
              <a:t>WHO ALONE GIVES LIGHT TO OUR DAYS.</a:t>
            </a:r>
          </a:p>
          <a:p>
            <a:pPr algn="ctr">
              <a:lnSpc>
                <a:spcPct val="105000"/>
              </a:lnSpc>
              <a:spcAft>
                <a:spcPts val="1000"/>
              </a:spcAft>
              <a:defRPr sz="5000" b="1" i="0">
                <a:solidFill>
                  <a:srgbClr val="FFFFFF"/>
                </a:solidFill>
                <a:latin typeface="Arial Black"/>
              </a:defRPr>
            </a:pPr>
            <a:r>
              <a:t>MANY ARE THE BLESSINGS</a:t>
            </a:r>
          </a:p>
          <a:p>
            <a:pPr algn="ctr">
              <a:lnSpc>
                <a:spcPct val="105000"/>
              </a:lnSpc>
              <a:spcAft>
                <a:spcPts val="1000"/>
              </a:spcAft>
              <a:defRPr sz="5000" b="1" i="0">
                <a:solidFill>
                  <a:srgbClr val="FFFFFF"/>
                </a:solidFill>
                <a:latin typeface="Arial Black"/>
              </a:defRPr>
            </a:pPr>
            <a:r>
              <a:t>HE BEARS TO THOSE WHO TRUST IN HIS WAYS.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WE THE DAUGHTERS AND SONS OF HIM</a:t>
            </a:r>
          </a:p>
          <a:p>
            <a:pPr algn="ctr">
              <a:lnSpc>
                <a:spcPct val="105000"/>
              </a:lnSpc>
              <a:spcAft>
                <a:spcPts val="1000"/>
              </a:spcAft>
              <a:defRPr sz="5500" b="1" i="0">
                <a:solidFill>
                  <a:srgbClr val="FFFFFF"/>
                </a:solidFill>
                <a:latin typeface="Arial Black"/>
              </a:defRPr>
            </a:pPr>
            <a:r>
              <a:t>WHO BUILT THE VALLEYS AND PLAINS,</a:t>
            </a:r>
          </a:p>
          <a:p>
            <a:pPr algn="ctr">
              <a:lnSpc>
                <a:spcPct val="105000"/>
              </a:lnSpc>
              <a:spcAft>
                <a:spcPts val="1000"/>
              </a:spcAft>
              <a:defRPr sz="5500" b="1" i="0">
                <a:solidFill>
                  <a:srgbClr val="FFFFFF"/>
                </a:solidFill>
                <a:latin typeface="Arial Black"/>
              </a:defRPr>
            </a:pPr>
            <a:r>
              <a:t>PRAISE THE WONDERS OUR GOD HAS DONE,</a:t>
            </a:r>
          </a:p>
          <a:p>
            <a:pPr algn="ctr">
              <a:lnSpc>
                <a:spcPct val="105000"/>
              </a:lnSpc>
              <a:spcAft>
                <a:spcPts val="1000"/>
              </a:spcAft>
              <a:defRPr sz="5500" b="1" i="0">
                <a:solidFill>
                  <a:srgbClr val="FFFFFF"/>
                </a:solidFill>
                <a:latin typeface="Arial Black"/>
              </a:defRPr>
            </a:pPr>
            <a:r>
              <a:t>WHOSE MOTHER IS OVER ALL.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REMEMBER THE WORKS OF OUR GOD,</a:t>
            </a:r>
          </a:p>
          <a:p>
            <a:pPr algn="ctr">
              <a:lnSpc>
                <a:spcPct val="105000"/>
              </a:lnSpc>
              <a:spcAft>
                <a:spcPts val="1000"/>
              </a:spcAft>
              <a:defRPr sz="5000" b="1" i="0">
                <a:solidFill>
                  <a:srgbClr val="FFFFFF"/>
                </a:solidFill>
                <a:latin typeface="Arial Black"/>
              </a:defRPr>
            </a:pPr>
            <a:r>
              <a:t>FROM THE HEAVENS, THE EARTH, AND THE SEA.</a:t>
            </a:r>
          </a:p>
          <a:p>
            <a:pPr algn="ctr">
              <a:lnSpc>
                <a:spcPct val="105000"/>
              </a:lnSpc>
              <a:spcAft>
                <a:spcPts val="1000"/>
              </a:spcAft>
              <a:defRPr sz="5000" b="1" i="0">
                <a:solidFill>
                  <a:srgbClr val="FFFFFF"/>
                </a:solidFill>
                <a:latin typeface="Arial Black"/>
              </a:defRPr>
            </a:pPr>
            <a:r>
              <a:t>ALL WHO DWELL ON THE EARTH,</a:t>
            </a:r>
          </a:p>
          <a:p>
            <a:pPr algn="ctr">
              <a:lnSpc>
                <a:spcPct val="105000"/>
              </a:lnSpc>
              <a:spcAft>
                <a:spcPts val="1000"/>
              </a:spcAft>
              <a:defRPr sz="5000" b="1" i="0">
                <a:solidFill>
                  <a:srgbClr val="FFFFFF"/>
                </a:solidFill>
                <a:latin typeface="Arial Black"/>
              </a:defRPr>
            </a:pPr>
            <a:r>
              <a:t>SING PRAISE FOR HIS MARVELOUS DEEDS.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GLORY AND PRAISE TO OUR GOD,</a:t>
            </a:r>
          </a:p>
          <a:p>
            <a:pPr algn="ctr">
              <a:lnSpc>
                <a:spcPct val="105000"/>
              </a:lnSpc>
              <a:spcAft>
                <a:spcPts val="1000"/>
              </a:spcAft>
              <a:defRPr sz="5000" b="1" i="0">
                <a:solidFill>
                  <a:srgbClr val="FFFFFF"/>
                </a:solidFill>
                <a:latin typeface="Arial Black"/>
              </a:defRPr>
            </a:pPr>
            <a:r>
              <a:t>WHILE HIS PEOPLE THEIR HOMAGE PROCLAIM.</a:t>
            </a:r>
          </a:p>
          <a:p>
            <a:pPr algn="ctr">
              <a:lnSpc>
                <a:spcPct val="105000"/>
              </a:lnSpc>
              <a:spcAft>
                <a:spcPts val="1000"/>
              </a:spcAft>
              <a:defRPr sz="5000" b="1" i="0">
                <a:solidFill>
                  <a:srgbClr val="FFFFFF"/>
                </a:solidFill>
                <a:latin typeface="Arial Black"/>
              </a:defRPr>
            </a:pPr>
            <a:r>
              <a:t>HE HAS POURED OUT HIS LOVE,</a:t>
            </a:r>
          </a:p>
          <a:p>
            <a:pPr algn="ctr">
              <a:lnSpc>
                <a:spcPct val="105000"/>
              </a:lnSpc>
              <a:spcAft>
                <a:spcPts val="1000"/>
              </a:spcAft>
              <a:defRPr sz="5000" b="1" i="0">
                <a:solidFill>
                  <a:srgbClr val="FFFFFF"/>
                </a:solidFill>
                <a:latin typeface="Arial Black"/>
              </a:defRPr>
            </a:pPr>
            <a:r>
              <a:t>AND HAS SHOWN US THE STRENGTH OF HIS HAND.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FAITHFUL FATHER, WE COME TO YOU:</a:t>
            </a:r>
          </a:p>
          <a:p>
            <a:pPr algn="ctr">
              <a:lnSpc>
                <a:spcPct val="105000"/>
              </a:lnSpc>
              <a:spcAft>
                <a:spcPts val="1000"/>
              </a:spcAft>
              <a:defRPr sz="5500" b="1" i="0">
                <a:solidFill>
                  <a:srgbClr val="FFFFFF"/>
                </a:solidFill>
                <a:latin typeface="Arial Black"/>
              </a:defRPr>
            </a:pPr>
            <a:r>
              <a:t>HEAL YOUR CHILDREN, REMEMBER YOUR CARE.</a:t>
            </a:r>
          </a:p>
          <a:p>
            <a:pPr algn="ctr">
              <a:lnSpc>
                <a:spcPct val="105000"/>
              </a:lnSpc>
              <a:spcAft>
                <a:spcPts val="1000"/>
              </a:spcAft>
              <a:defRPr sz="5500" b="1" i="0">
                <a:solidFill>
                  <a:srgbClr val="FFFFFF"/>
                </a:solidFill>
                <a:latin typeface="Arial Black"/>
              </a:defRPr>
            </a:pPr>
            <a:r>
              <a:t>YOU DELIVER YOUR OWN FROM SIN;</a:t>
            </a:r>
          </a:p>
          <a:p>
            <a:pPr algn="ctr">
              <a:lnSpc>
                <a:spcPct val="105000"/>
              </a:lnSpc>
              <a:spcAft>
                <a:spcPts val="1000"/>
              </a:spcAft>
              <a:defRPr sz="5500" b="1" i="0">
                <a:solidFill>
                  <a:srgbClr val="FFFFFF"/>
                </a:solidFill>
                <a:latin typeface="Arial Black"/>
              </a:defRPr>
            </a:pPr>
            <a:r>
              <a:t>WE WILL SING OF YOUR MERCY FOR ALL.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In the Name of the Father, and of the Son, and of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Brethren (brothers and sisters), let us acknowledge our sins, and so prepare ourselves to celebrate the sacred mysteries.</a:t>
            </a:r>
          </a:p>
          <a:p>
            <a:pPr algn="ctr">
              <a:spcBef>
                <a:spcPts val="400"/>
              </a:spcBef>
              <a:spcAft>
                <a:spcPts val="500"/>
              </a:spcAft>
              <a:defRPr sz="2000" b="1" i="0">
                <a:solidFill>
                  <a:srgbClr val="FFFFFF"/>
                </a:solidFill>
                <a:latin typeface="Georgia"/>
              </a:defRPr>
            </a:pPr>
            <a:r>
              <a:t>All: I confess to almighty God</a:t>
            </a:r>
          </a:p>
          <a:p>
            <a:pPr algn="ctr">
              <a:spcAft>
                <a:spcPts val="500"/>
              </a:spcAft>
              <a:defRPr sz="1900" b="0" i="0">
                <a:solidFill>
                  <a:srgbClr val="FFFFFF"/>
                </a:solidFill>
                <a:latin typeface="Georgia"/>
              </a:defRPr>
            </a:pPr>
            <a:r>
              <a:t>and to you, my brothers and sisters,</a:t>
            </a:r>
          </a:p>
          <a:p>
            <a:pPr algn="ctr">
              <a:spcAft>
                <a:spcPts val="500"/>
              </a:spcAft>
              <a:defRPr sz="1900" b="0" i="0">
                <a:solidFill>
                  <a:srgbClr val="FFFFFF"/>
                </a:solidFill>
                <a:latin typeface="Georgia"/>
              </a:defRPr>
            </a:pPr>
            <a:r>
              <a:t>that I have greatly sinned,</a:t>
            </a:r>
          </a:p>
          <a:p>
            <a:pPr algn="ctr">
              <a:spcAft>
                <a:spcPts val="500"/>
              </a:spcAft>
              <a:defRPr sz="1900" b="0" i="0">
                <a:solidFill>
                  <a:srgbClr val="FFFFFF"/>
                </a:solidFill>
                <a:latin typeface="Georgia"/>
              </a:defRPr>
            </a:pPr>
            <a:r>
              <a:t>in my thoughts and in my words,</a:t>
            </a:r>
          </a:p>
          <a:p>
            <a:pPr algn="ctr">
              <a:spcAft>
                <a:spcPts val="500"/>
              </a:spcAft>
              <a:defRPr sz="1900" b="0" i="0">
                <a:solidFill>
                  <a:srgbClr val="FFFFFF"/>
                </a:solidFill>
                <a:latin typeface="Georgia"/>
              </a:defRPr>
            </a:pPr>
            <a:r>
              <a:t>in what I have done and in what I have failed to do,</a:t>
            </a:r>
          </a:p>
          <a:p>
            <a:pPr algn="ctr">
              <a:spcAft>
                <a:spcPts val="500"/>
              </a:spcAft>
              <a:defRPr sz="1900" b="0" i="0">
                <a:solidFill>
                  <a:srgbClr val="FFFFFF"/>
                </a:solidFill>
                <a:latin typeface="Georgia"/>
              </a:defRPr>
            </a:pPr>
            <a:r>
              <a:t>through my fault, through my fault,</a:t>
            </a:r>
          </a:p>
          <a:p>
            <a:pPr algn="ctr">
              <a:spcAft>
                <a:spcPts val="500"/>
              </a:spcAft>
              <a:defRPr sz="1900" b="0" i="0">
                <a:solidFill>
                  <a:srgbClr val="FFFFFF"/>
                </a:solidFill>
                <a:latin typeface="Georgia"/>
              </a:defRPr>
            </a:pPr>
            <a:r>
              <a:t>through my most grievous fault;</a:t>
            </a:r>
          </a:p>
          <a:p>
            <a:pPr algn="ctr">
              <a:spcAft>
                <a:spcPts val="500"/>
              </a:spcAft>
              <a:defRPr sz="1900" b="0" i="0">
                <a:solidFill>
                  <a:srgbClr val="FFFFFF"/>
                </a:solidFill>
                <a:latin typeface="Georgia"/>
              </a:defRPr>
            </a:pPr>
            <a:r>
              <a:t>therefore I ask blessed Mary ever-Virgin,</a:t>
            </a:r>
          </a:p>
          <a:p>
            <a:pPr algn="ctr">
              <a:spcAft>
                <a:spcPts val="500"/>
              </a:spcAft>
              <a:defRPr sz="1900" b="0" i="0">
                <a:solidFill>
                  <a:srgbClr val="FFFFFF"/>
                </a:solidFill>
                <a:latin typeface="Georgia"/>
              </a:defRPr>
            </a:pPr>
            <a:r>
              <a:t>all the Angels and Saints,</a:t>
            </a:r>
          </a:p>
          <a:p>
            <a:pPr algn="ctr">
              <a:spcAft>
                <a:spcPts val="500"/>
              </a:spcAft>
              <a:defRPr sz="1900" b="0" i="0">
                <a:solidFill>
                  <a:srgbClr val="FFFFFF"/>
                </a:solidFill>
                <a:latin typeface="Georgia"/>
              </a:defRPr>
            </a:pPr>
            <a:r>
              <a:t>and you, my brothers and sisters,</a:t>
            </a:r>
          </a:p>
          <a:p>
            <a:pPr algn="ctr">
              <a:spcAft>
                <a:spcPts val="500"/>
              </a:spcAft>
              <a:defRPr sz="1900" b="0" i="0">
                <a:solidFill>
                  <a:srgbClr val="FFFFFF"/>
                </a:solidFill>
                <a:latin typeface="Georgia"/>
              </a:defRPr>
            </a:pPr>
            <a:r>
              <a:t>to pray for me to the Lord our God.</a:t>
            </a:r>
          </a:p>
          <a:p>
            <a:pPr algn="ctr">
              <a:spcBef>
                <a:spcPts val="400"/>
              </a:spcBef>
              <a:spcAft>
                <a:spcPts val="500"/>
              </a:spcAft>
              <a:defRPr sz="2000" b="1" i="0">
                <a:solidFill>
                  <a:srgbClr val="D8B4FE"/>
                </a:solidFill>
                <a:latin typeface="Georgia"/>
              </a:defRPr>
            </a:pPr>
            <a:r>
              <a:t>Priest: May almighty God have mercy on us, forgive us our sins, and bring us to everlasting life.</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Penitential 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Aft>
                <a:spcPts val="500"/>
              </a:spcAft>
              <a:defRPr sz="1500" b="0" i="1">
                <a:solidFill>
                  <a:srgbClr val="D8B4FE"/>
                </a:solidFill>
                <a:latin typeface="Georgia"/>
              </a:defRPr>
            </a:pPr>
            <a:r>
              <a:t>This acclamation may also be sung, or the invocations from the Missal or approved pastoral practice may be used in full.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Glory to God in the highest,</a:t>
            </a:r>
          </a:p>
          <a:p>
            <a:pPr algn="ctr">
              <a:spcAft>
                <a:spcPts val="500"/>
              </a:spcAft>
              <a:defRPr sz="1900" b="0" i="0">
                <a:solidFill>
                  <a:srgbClr val="FFFFFF"/>
                </a:solidFill>
                <a:latin typeface="Georgia"/>
              </a:defRPr>
            </a:pPr>
            <a:r>
              <a:t>and on earth peace to people of good will.</a:t>
            </a:r>
          </a:p>
          <a:p>
            <a:pPr algn="ctr">
              <a:spcAft>
                <a:spcPts val="500"/>
              </a:spcAft>
              <a:defRPr sz="1900" b="0" i="0">
                <a:solidFill>
                  <a:srgbClr val="FFFFFF"/>
                </a:solidFill>
                <a:latin typeface="Georgia"/>
              </a:defRPr>
            </a:pPr>
            <a:r>
              <a:t>We praise you, we bless you, we adore you,</a:t>
            </a:r>
          </a:p>
          <a:p>
            <a:pPr algn="ctr">
              <a:spcAft>
                <a:spcPts val="500"/>
              </a:spcAft>
              <a:defRPr sz="1900" b="0" i="0">
                <a:solidFill>
                  <a:srgbClr val="FFFFFF"/>
                </a:solidFill>
                <a:latin typeface="Georgia"/>
              </a:defRPr>
            </a:pPr>
            <a:r>
              <a:t>we glorify you, we give you thanks</a:t>
            </a:r>
          </a:p>
          <a:p>
            <a:pPr algn="ctr">
              <a:spcAft>
                <a:spcPts val="500"/>
              </a:spcAft>
              <a:defRPr sz="1900" b="0" i="0">
                <a:solidFill>
                  <a:srgbClr val="FFFFFF"/>
                </a:solidFill>
                <a:latin typeface="Georgia"/>
              </a:defRPr>
            </a:pPr>
            <a:r>
              <a:t>for your great glory,</a:t>
            </a:r>
          </a:p>
          <a:p>
            <a:pPr algn="ctr">
              <a:spcAft>
                <a:spcPts val="500"/>
              </a:spcAft>
              <a:defRPr sz="1900" b="0" i="0">
                <a:solidFill>
                  <a:srgbClr val="FFFFFF"/>
                </a:solidFill>
                <a:latin typeface="Georgia"/>
              </a:defRPr>
            </a:pPr>
            <a:r>
              <a:t>Lord God, heavenly King, O God, almighty Father.</a:t>
            </a:r>
          </a:p>
          <a:p>
            <a:pPr algn="ctr">
              <a:spcAft>
                <a:spcPts val="500"/>
              </a:spcAft>
              <a:defRPr sz="1900" b="0" i="0">
                <a:solidFill>
                  <a:srgbClr val="FFFFFF"/>
                </a:solidFill>
                <a:latin typeface="Georgia"/>
              </a:defRPr>
            </a:pPr>
            <a:r>
              <a:t>Lord Jesus Christ, Only Begotten Son,</a:t>
            </a:r>
          </a:p>
          <a:p>
            <a:pPr algn="ctr">
              <a:spcAft>
                <a:spcPts val="500"/>
              </a:spcAft>
              <a:defRPr sz="1900" b="0" i="0">
                <a:solidFill>
                  <a:srgbClr val="FFFFFF"/>
                </a:solidFill>
                <a:latin typeface="Georgia"/>
              </a:defRPr>
            </a:pPr>
            <a:r>
              <a:t>Lord God, Lamb of God, Son of the Father,</a:t>
            </a:r>
          </a:p>
          <a:p>
            <a:pPr algn="ctr">
              <a:spcAft>
                <a:spcPts val="500"/>
              </a:spcAft>
              <a:defRPr sz="1900" b="0" i="0">
                <a:solidFill>
                  <a:srgbClr val="FFFFFF"/>
                </a:solidFill>
                <a:latin typeface="Georgia"/>
              </a:defRPr>
            </a:pPr>
            <a:r>
              <a:t>you take away the sins of the world, have mercy on us;</a:t>
            </a:r>
          </a:p>
          <a:p>
            <a:pPr algn="ctr">
              <a:spcAft>
                <a:spcPts val="500"/>
              </a:spcAft>
              <a:defRPr sz="1900" b="0" i="0">
                <a:solidFill>
                  <a:srgbClr val="FFFFFF"/>
                </a:solidFill>
                <a:latin typeface="Georgia"/>
              </a:defRPr>
            </a:pPr>
            <a:r>
              <a:t>you take away the sins of the world, receive our prayer;</a:t>
            </a:r>
          </a:p>
          <a:p>
            <a:pPr algn="ctr">
              <a:spcAft>
                <a:spcPts val="500"/>
              </a:spcAft>
              <a:defRPr sz="1900" b="0" i="0">
                <a:solidFill>
                  <a:srgbClr val="FFFFFF"/>
                </a:solidFill>
                <a:latin typeface="Georgia"/>
              </a:defRPr>
            </a:pPr>
            <a:r>
              <a:t>you are seated at the right hand of the Father, have mercy on us.</a:t>
            </a:r>
          </a:p>
          <a:p>
            <a:pPr algn="ctr">
              <a:spcAft>
                <a:spcPts val="500"/>
              </a:spcAft>
              <a:defRPr sz="1900" b="0" i="0">
                <a:solidFill>
                  <a:srgbClr val="FFFFFF"/>
                </a:solidFill>
                <a:latin typeface="Georgia"/>
              </a:defRPr>
            </a:pPr>
            <a:r>
              <a:t>For you alone are the Holy One,</a:t>
            </a:r>
          </a:p>
          <a:p>
            <a:pPr algn="ctr">
              <a:spcAft>
                <a:spcPts val="500"/>
              </a:spcAft>
              <a:defRPr sz="1900" b="0" i="0">
                <a:solidFill>
                  <a:srgbClr val="FFFFFF"/>
                </a:solidFill>
                <a:latin typeface="Georgia"/>
              </a:defRPr>
            </a:pPr>
            <a:r>
              <a:t>you alone are the Lord,</a:t>
            </a:r>
          </a:p>
          <a:p>
            <a:pPr algn="ctr">
              <a:spcAft>
                <a:spcPts val="500"/>
              </a:spcAft>
              <a:defRPr sz="1900" b="0" i="0">
                <a:solidFill>
                  <a:srgbClr val="FFFFFF"/>
                </a:solidFill>
                <a:latin typeface="Georgia"/>
              </a:defRPr>
            </a:pPr>
            <a:r>
              <a:t>you alone are the Most High,</a:t>
            </a:r>
          </a:p>
          <a:p>
            <a:pPr algn="ctr">
              <a:spcAft>
                <a:spcPts val="500"/>
              </a:spcAft>
              <a:defRPr sz="1900" b="0" i="0">
                <a:solidFill>
                  <a:srgbClr val="FFFFFF"/>
                </a:solidFill>
                <a:latin typeface="Georgia"/>
              </a:defRPr>
            </a:pPr>
            <a:r>
              <a:t>Jesus Christ,</a:t>
            </a:r>
          </a:p>
          <a:p>
            <a:pPr algn="ctr">
              <a:spcAft>
                <a:spcPts val="500"/>
              </a:spcAft>
              <a:defRPr sz="1900" b="0" i="0">
                <a:solidFill>
                  <a:srgbClr val="FFFFFF"/>
                </a:solidFill>
                <a:latin typeface="Georgia"/>
              </a:defRPr>
            </a:pPr>
            <a:r>
              <a:t>with the Holy Spirit,</a:t>
            </a:r>
          </a:p>
          <a:p>
            <a:pPr algn="ctr">
              <a:spcAft>
                <a:spcPts val="500"/>
              </a:spcAft>
              <a:defRPr sz="1900" b="0" i="0">
                <a:solidFill>
                  <a:srgbClr val="FFFFFF"/>
                </a:solidFill>
                <a:latin typeface="Georgia"/>
              </a:defRPr>
            </a:pPr>
            <a:r>
              <a:t>in the glory of God the Father.</a:t>
            </a:r>
          </a:p>
          <a:p>
            <a:pPr algn="ctr">
              <a:spcAft>
                <a:spcPts val="500"/>
              </a:spcAft>
              <a:defRPr sz="1900" b="0" i="0">
                <a:solidFill>
                  <a:srgbClr val="FFFFFF"/>
                </a:solidFill>
                <a:latin typeface="Georgia"/>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Gloria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First Reading (Genesis 12:1-4a)</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The LORD said to Abram: “Go forth from the land of your kinsfolk and from your father’s house to a land that I will show you. “I will make of you a great nation, and I will bless you; I will make your name great, so that you will be a blessing. I will bless those who bless you and curse those who curse you. All the communities of the earth shall find blessing in you.” Abram went as the LORD directed him.</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Responsorial Psalm (Psalm 33:4-5, 18-19, 20, 22.)</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Lord, let your mercy be on us, as we place our trust in you.</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Second Reading (2 Timothy 1:8b-10)</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Beloved: Bear your share of hardship for the gospel with the strength that comes from God. He saved us and called us to a holy life, not according to our works but according to his own design and the grace bestowed on us in Christ Jesus before time began, but now made manifest through the appearance of our savior Christ Jesus, who destroyed death and brought life and immortality to light through the gospel. From the shining cloud the Father’s voice is heard: This is my beloved Son, hear him.</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ALLELUIA! ALLELUIA! ALLELUIA! ALLELUIA!</a:t>
            </a:r>
          </a:p>
          <a:p>
            <a:pPr algn="ctr">
              <a:spcAft>
                <a:spcPts val="500"/>
              </a:spcAft>
              <a:defRPr sz="1500" b="0" i="1">
                <a:solidFill>
                  <a:srgbClr val="D8B4FE"/>
                </a:solidFill>
                <a:latin typeface="Georgia"/>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FFFFF"/>
                </a:solidFill>
                <a:latin typeface="Georgia"/>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Matthew 17:1-9</a:t>
            </a:r>
          </a:p>
          <a:p>
            <a:pPr algn="ctr">
              <a:spcAft>
                <a:spcPts val="500"/>
              </a:spcAft>
              <a:defRPr sz="1500" b="0" i="1">
                <a:solidFill>
                  <a:srgbClr val="D8B4FE"/>
                </a:solidFill>
                <a:latin typeface="Georgia"/>
              </a:defRPr>
            </a:pPr>
          </a:p>
          <a:p>
            <a:pPr algn="ctr">
              <a:spcBef>
                <a:spcPts val="400"/>
              </a:spcBef>
              <a:spcAft>
                <a:spcPts val="500"/>
              </a:spcAft>
              <a:defRPr sz="2000" b="1" i="0">
                <a:solidFill>
                  <a:srgbClr val="FFFFFF"/>
                </a:solidFill>
                <a:latin typeface="Georgia"/>
              </a:defRPr>
            </a:pPr>
            <a:r>
              <a:t>All: “Lord, it is good that we are here.”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Matthew 17:1-9  ·  slide 1 of 2</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Jesus took Peter, James, and John his brother, and led them up a high mountain by themselves. And he was transfigured before them; his face shone like the sun and his clothes became white as light. And behold, Moses and Elijah appeared to them, conversing with him. Then Peter said to Jesus in reply, “Lord, it is good that we are here. If you wish, I will make three tents here, one for you, one for Moses, and one for Elijah.” While he was still speaking, behold, a bright cloud cast a shadow over them, then from the cloud came a voice that said, “This is my beloved Son, with whom I am well pleased; listen to him.” When the disciples heard this, they fell prostrate and were very much afraid.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 (continued)</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Matthew 17:1-9  ·  slide 2 of 2</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But Jesus came and touched them, saying, “Rise, and do not be afraid.” And when the disciples raised their eyes, they saw no one else but Jesus alone. As they were coming down from the mountain, Jesus charged them, “Do not tell the vision to anyone until the Son of Man has been raised from the dead.”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Gospel of the Lord.</a:t>
            </a:r>
          </a:p>
          <a:p>
            <a:pPr algn="ctr">
              <a:spcBef>
                <a:spcPts val="400"/>
              </a:spcBef>
              <a:spcAft>
                <a:spcPts val="500"/>
              </a:spcAft>
              <a:defRPr sz="2000" b="1" i="0">
                <a:solidFill>
                  <a:srgbClr val="FFFFFF"/>
                </a:solidFill>
                <a:latin typeface="Georgia"/>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Time for the homily — Father will now preach.</a:t>
            </a:r>
          </a:p>
          <a:p>
            <a:pPr algn="ctr">
              <a:spcAft>
                <a:spcPts val="500"/>
              </a:spcAft>
              <a:defRPr sz="1500" b="0" i="1">
                <a:solidFill>
                  <a:srgbClr val="D8B4FE"/>
                </a:solidFill>
                <a:latin typeface="Georgia"/>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Homily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I believe in one God,</a:t>
            </a:r>
          </a:p>
          <a:p>
            <a:pPr algn="ctr">
              <a:spcAft>
                <a:spcPts val="500"/>
              </a:spcAft>
              <a:defRPr sz="1900" b="0" i="0">
                <a:solidFill>
                  <a:srgbClr val="FFFFFF"/>
                </a:solidFill>
                <a:latin typeface="Georgia"/>
              </a:defRPr>
            </a:pPr>
            <a:r>
              <a:t>the Father almighty,</a:t>
            </a:r>
          </a:p>
          <a:p>
            <a:pPr algn="ctr">
              <a:spcAft>
                <a:spcPts val="500"/>
              </a:spcAft>
              <a:defRPr sz="1900" b="0" i="0">
                <a:solidFill>
                  <a:srgbClr val="FFFFFF"/>
                </a:solidFill>
                <a:latin typeface="Georgia"/>
              </a:defRPr>
            </a:pPr>
            <a:r>
              <a:t>maker of heaven and earth,</a:t>
            </a:r>
          </a:p>
          <a:p>
            <a:pPr algn="ctr">
              <a:spcAft>
                <a:spcPts val="500"/>
              </a:spcAft>
              <a:defRPr sz="1900" b="0" i="0">
                <a:solidFill>
                  <a:srgbClr val="FFFFFF"/>
                </a:solidFill>
                <a:latin typeface="Georgia"/>
              </a:defRPr>
            </a:pPr>
            <a:r>
              <a:t>of all things visible and invisible.</a:t>
            </a:r>
          </a:p>
          <a:p>
            <a:pPr algn="ctr">
              <a:spcAft>
                <a:spcPts val="500"/>
              </a:spcAft>
              <a:defRPr sz="1900" b="0" i="0">
                <a:solidFill>
                  <a:srgbClr val="FFFFFF"/>
                </a:solidFill>
                <a:latin typeface="Georgia"/>
              </a:defRPr>
            </a:pPr>
            <a:r>
              <a:t>I believe in one Lord Jesus Christ,</a:t>
            </a:r>
          </a:p>
          <a:p>
            <a:pPr algn="ctr">
              <a:spcAft>
                <a:spcPts val="500"/>
              </a:spcAft>
              <a:defRPr sz="1900" b="0" i="0">
                <a:solidFill>
                  <a:srgbClr val="FFFFFF"/>
                </a:solidFill>
                <a:latin typeface="Georgia"/>
              </a:defRPr>
            </a:pPr>
            <a:r>
              <a:t>the Only Begotten Son of God,</a:t>
            </a:r>
          </a:p>
          <a:p>
            <a:pPr algn="ctr">
              <a:spcAft>
                <a:spcPts val="500"/>
              </a:spcAft>
              <a:defRPr sz="1900" b="0" i="0">
                <a:solidFill>
                  <a:srgbClr val="FFFFFF"/>
                </a:solidFill>
                <a:latin typeface="Georgia"/>
              </a:defRPr>
            </a:pPr>
            <a:r>
              <a:t>born of the Father before all ages.</a:t>
            </a:r>
          </a:p>
          <a:p>
            <a:pPr algn="ctr">
              <a:spcAft>
                <a:spcPts val="500"/>
              </a:spcAft>
              <a:defRPr sz="1900" b="0" i="0">
                <a:solidFill>
                  <a:srgbClr val="FFFFFF"/>
                </a:solidFill>
                <a:latin typeface="Georgia"/>
              </a:defRPr>
            </a:pPr>
            <a:r>
              <a:t>God from God, Light from Light,</a:t>
            </a:r>
          </a:p>
          <a:p>
            <a:pPr algn="ctr">
              <a:spcAft>
                <a:spcPts val="500"/>
              </a:spcAft>
              <a:defRPr sz="1900" b="0" i="0">
                <a:solidFill>
                  <a:srgbClr val="FFFFFF"/>
                </a:solidFill>
                <a:latin typeface="Georgia"/>
              </a:defRPr>
            </a:pPr>
            <a:r>
              <a:t>true God from true God,</a:t>
            </a:r>
          </a:p>
          <a:p>
            <a:pPr algn="ctr">
              <a:spcAft>
                <a:spcPts val="500"/>
              </a:spcAft>
              <a:defRPr sz="1900" b="0" i="0">
                <a:solidFill>
                  <a:srgbClr val="FFFFFF"/>
                </a:solidFill>
                <a:latin typeface="Georgia"/>
              </a:defRPr>
            </a:pPr>
            <a:r>
              <a:t>begotten, not made, consubstantial with the Father;</a:t>
            </a:r>
          </a:p>
          <a:p>
            <a:pPr algn="ctr">
              <a:spcAft>
                <a:spcPts val="500"/>
              </a:spcAft>
              <a:defRPr sz="1900" b="0" i="0">
                <a:solidFill>
                  <a:srgbClr val="FFFFFF"/>
                </a:solidFill>
                <a:latin typeface="Georgia"/>
              </a:defRPr>
            </a:pPr>
            <a:r>
              <a:t>through him all things were made.</a:t>
            </a:r>
          </a:p>
          <a:p>
            <a:pPr algn="ctr">
              <a:spcAft>
                <a:spcPts val="500"/>
              </a:spcAft>
              <a:defRPr sz="1900" b="0" i="0">
                <a:solidFill>
                  <a:srgbClr val="FFFFFF"/>
                </a:solidFill>
                <a:latin typeface="Georgia"/>
              </a:defRPr>
            </a:pPr>
            <a:r>
              <a:t>For us men and for our salvation</a:t>
            </a:r>
          </a:p>
          <a:p>
            <a:pPr algn="ctr">
              <a:spcAft>
                <a:spcPts val="500"/>
              </a:spcAft>
              <a:defRPr sz="1900" b="0" i="0">
                <a:solidFill>
                  <a:srgbClr val="FFFFFF"/>
                </a:solidFill>
                <a:latin typeface="Georgia"/>
              </a:defRPr>
            </a:pPr>
            <a:r>
              <a:t>he came down from heaven,</a:t>
            </a:r>
          </a:p>
          <a:p>
            <a:pPr algn="ctr">
              <a:spcAft>
                <a:spcPts val="500"/>
              </a:spcAft>
              <a:defRPr sz="1900" b="0" i="0">
                <a:solidFill>
                  <a:srgbClr val="FFFFFF"/>
                </a:solidFill>
                <a:latin typeface="Georgia"/>
              </a:defRPr>
            </a:pPr>
            <a:r>
              <a:t>and by the Holy Spirit was incarnate of the Virgin Mary,</a:t>
            </a:r>
          </a:p>
          <a:p>
            <a:pPr algn="ctr">
              <a:spcAft>
                <a:spcPts val="500"/>
              </a:spcAft>
              <a:defRPr sz="1900" b="0" i="0">
                <a:solidFill>
                  <a:srgbClr val="FFFFFF"/>
                </a:solidFill>
                <a:latin typeface="Georgia"/>
              </a:defRPr>
            </a:pPr>
            <a:r>
              <a:t>and became man.</a:t>
            </a:r>
          </a:p>
          <a:p>
            <a:pPr algn="ctr">
              <a:spcAft>
                <a:spcPts val="500"/>
              </a:spcAft>
              <a:defRPr sz="1900" b="0" i="0">
                <a:solidFill>
                  <a:srgbClr val="FFFFFF"/>
                </a:solidFill>
                <a:latin typeface="Georgia"/>
              </a:defRPr>
            </a:pPr>
            <a:r>
              <a:t>For our sake he was crucified under Pontius Pilate,</a:t>
            </a:r>
          </a:p>
          <a:p>
            <a:pPr algn="ctr">
              <a:spcAft>
                <a:spcPts val="500"/>
              </a:spcAft>
              <a:defRPr sz="1900" b="0" i="0">
                <a:solidFill>
                  <a:srgbClr val="FFFFFF"/>
                </a:solidFill>
                <a:latin typeface="Georgia"/>
              </a:defRPr>
            </a:pPr>
            <a:r>
              <a:t>he suffered death and was buried,</a:t>
            </a:r>
          </a:p>
          <a:p>
            <a:pPr algn="ctr">
              <a:spcAft>
                <a:spcPts val="500"/>
              </a:spcAft>
              <a:defRPr sz="1900" b="0" i="0">
                <a:solidFill>
                  <a:srgbClr val="FFFFFF"/>
                </a:solidFill>
                <a:latin typeface="Georgia"/>
              </a:defRPr>
            </a:pPr>
            <a:r>
              <a:t>and rose again on the third day</a:t>
            </a:r>
          </a:p>
          <a:p>
            <a:pPr algn="ctr">
              <a:spcAft>
                <a:spcPts val="500"/>
              </a:spcAft>
              <a:defRPr sz="1900" b="0" i="0">
                <a:solidFill>
                  <a:srgbClr val="FFFFFF"/>
                </a:solidFill>
                <a:latin typeface="Georgia"/>
              </a:defRPr>
            </a:pPr>
            <a:r>
              <a:t>in accordance with the Scriptures.</a:t>
            </a:r>
          </a:p>
          <a:p>
            <a:pPr algn="ctr">
              <a:spcAft>
                <a:spcPts val="500"/>
              </a:spcAft>
              <a:defRPr sz="1900" b="0" i="0">
                <a:solidFill>
                  <a:srgbClr val="FFFFFF"/>
                </a:solidFill>
                <a:latin typeface="Georgia"/>
              </a:defRPr>
            </a:pPr>
            <a:r>
              <a:t>He ascended into heaven</a:t>
            </a:r>
          </a:p>
          <a:p>
            <a:pPr algn="ctr">
              <a:spcAft>
                <a:spcPts val="500"/>
              </a:spcAft>
              <a:defRPr sz="1900" b="0" i="0">
                <a:solidFill>
                  <a:srgbClr val="FFFFFF"/>
                </a:solidFill>
                <a:latin typeface="Georgia"/>
              </a:defRPr>
            </a:pPr>
            <a:r>
              <a:t>and is seated at the right hand of the Father.</a:t>
            </a:r>
          </a:p>
          <a:p>
            <a:pPr algn="ctr">
              <a:spcAft>
                <a:spcPts val="500"/>
              </a:spcAft>
              <a:defRPr sz="1900" b="0" i="0">
                <a:solidFill>
                  <a:srgbClr val="FFFFFF"/>
                </a:solidFill>
                <a:latin typeface="Georgia"/>
              </a:defRPr>
            </a:pPr>
            <a:r>
              <a:t>He will come again in glory</a:t>
            </a:r>
          </a:p>
          <a:p>
            <a:pPr algn="ctr">
              <a:spcAft>
                <a:spcPts val="500"/>
              </a:spcAft>
              <a:defRPr sz="1900" b="0" i="0">
                <a:solidFill>
                  <a:srgbClr val="FFFFFF"/>
                </a:solidFill>
                <a:latin typeface="Georgia"/>
              </a:defRPr>
            </a:pPr>
            <a:r>
              <a:t>to judge the living and the dead</a:t>
            </a:r>
          </a:p>
          <a:p>
            <a:pPr algn="ctr">
              <a:spcAft>
                <a:spcPts val="500"/>
              </a:spcAft>
              <a:defRPr sz="1900" b="0" i="0">
                <a:solidFill>
                  <a:srgbClr val="FFFFFF"/>
                </a:solidFill>
                <a:latin typeface="Georgia"/>
              </a:defRPr>
            </a:pPr>
            <a:r>
              <a:t>and his kingdom will have no end.</a:t>
            </a:r>
          </a:p>
          <a:p>
            <a:pPr algn="ctr">
              <a:spcAft>
                <a:spcPts val="500"/>
              </a:spcAft>
              <a:defRPr sz="1900" b="0" i="0">
                <a:solidFill>
                  <a:srgbClr val="FFFFFF"/>
                </a:solidFill>
                <a:latin typeface="Georgia"/>
              </a:defRPr>
            </a:pPr>
            <a:r>
              <a:t>I believe in the Holy Spirit, the Lord, the giver of life,</a:t>
            </a:r>
          </a:p>
          <a:p>
            <a:pPr algn="ctr">
              <a:spcAft>
                <a:spcPts val="500"/>
              </a:spcAft>
              <a:defRPr sz="1900" b="0" i="0">
                <a:solidFill>
                  <a:srgbClr val="FFFFFF"/>
                </a:solidFill>
                <a:latin typeface="Georgia"/>
              </a:defRPr>
            </a:pPr>
            <a:r>
              <a:t>who proceeds from the Father and the Son,</a:t>
            </a:r>
          </a:p>
          <a:p>
            <a:pPr algn="ctr">
              <a:spcAft>
                <a:spcPts val="500"/>
              </a:spcAft>
              <a:defRPr sz="1900" b="0" i="0">
                <a:solidFill>
                  <a:srgbClr val="FFFFFF"/>
                </a:solidFill>
                <a:latin typeface="Georgia"/>
              </a:defRPr>
            </a:pPr>
            <a:r>
              <a:t>who with the Father and the Son is adored and glorified,</a:t>
            </a:r>
          </a:p>
          <a:p>
            <a:pPr algn="ctr">
              <a:spcAft>
                <a:spcPts val="500"/>
              </a:spcAft>
              <a:defRPr sz="1900" b="0" i="0">
                <a:solidFill>
                  <a:srgbClr val="FFFFFF"/>
                </a:solidFill>
                <a:latin typeface="Georgia"/>
              </a:defRPr>
            </a:pPr>
            <a:r>
              <a:t>who has spoken through the prophets.</a:t>
            </a:r>
          </a:p>
          <a:p>
            <a:pPr algn="ctr">
              <a:spcAft>
                <a:spcPts val="500"/>
              </a:spcAft>
              <a:defRPr sz="1900" b="0" i="0">
                <a:solidFill>
                  <a:srgbClr val="FFFFFF"/>
                </a:solidFill>
                <a:latin typeface="Georgia"/>
              </a:defRPr>
            </a:pPr>
            <a:r>
              <a:t>I believe in one, holy, catholic and apostolic Church.</a:t>
            </a:r>
          </a:p>
          <a:p>
            <a:pPr algn="ctr">
              <a:spcAft>
                <a:spcPts val="500"/>
              </a:spcAft>
              <a:defRPr sz="1900" b="0" i="0">
                <a:solidFill>
                  <a:srgbClr val="FFFFFF"/>
                </a:solidFill>
                <a:latin typeface="Georgia"/>
              </a:defRPr>
            </a:pPr>
            <a:r>
              <a:t>I confess one Baptism for the forgiveness of sins</a:t>
            </a:r>
          </a:p>
          <a:p>
            <a:pPr algn="ctr">
              <a:spcAft>
                <a:spcPts val="500"/>
              </a:spcAft>
              <a:defRPr sz="1900" b="0" i="0">
                <a:solidFill>
                  <a:srgbClr val="FFFFFF"/>
                </a:solidFill>
                <a:latin typeface="Georgia"/>
              </a:defRPr>
            </a:pPr>
            <a:r>
              <a:t>and I look forward to the resurrection of the dead</a:t>
            </a:r>
          </a:p>
          <a:p>
            <a:pPr algn="ctr">
              <a:spcAft>
                <a:spcPts val="500"/>
              </a:spcAft>
              <a:defRPr sz="1900" b="0" i="0">
                <a:solidFill>
                  <a:srgbClr val="FFFFFF"/>
                </a:solidFill>
                <a:latin typeface="Georgia"/>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Nicene Creed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D8B4FE"/>
                </a:solidFill>
                <a:latin typeface="Georgia"/>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FFFFF"/>
                </a:solidFill>
                <a:latin typeface="Georgia"/>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Priest concludes the Prayer of the Faithful with a prayer in full, for example:</a:t>
            </a:r>
          </a:p>
          <a:p>
            <a:pPr algn="ctr">
              <a:spcBef>
                <a:spcPts val="400"/>
              </a:spcBef>
              <a:spcAft>
                <a:spcPts val="500"/>
              </a:spcAft>
              <a:defRPr sz="2000" b="1" i="0">
                <a:solidFill>
                  <a:srgbClr val="D8B4FE"/>
                </a:solidFill>
                <a:latin typeface="Georgia"/>
              </a:defRPr>
            </a:pPr>
            <a:r>
              <a:t>Priest: Heavenly Father, hear the prayers of the Church, which we make through Christ our Lord.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Christify</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RAIN AND SUNSHINE, SEED AND SOIL,</a:t>
            </a:r>
          </a:p>
          <a:p>
            <a:pPr algn="ctr">
              <a:lnSpc>
                <a:spcPct val="105000"/>
              </a:lnSpc>
              <a:spcAft>
                <a:spcPts val="1000"/>
              </a:spcAft>
              <a:defRPr sz="5500" b="1" i="0">
                <a:solidFill>
                  <a:srgbClr val="FFFFFF"/>
                </a:solidFill>
                <a:latin typeface="Arial Black"/>
              </a:defRPr>
            </a:pPr>
            <a:r>
              <a:t>DRAW FROM US THIS OFFERING TOIL.</a:t>
            </a:r>
          </a:p>
          <a:p>
            <a:pPr algn="ctr">
              <a:lnSpc>
                <a:spcPct val="105000"/>
              </a:lnSpc>
              <a:spcAft>
                <a:spcPts val="1000"/>
              </a:spcAft>
              <a:defRPr sz="5500" b="1" i="0">
                <a:solidFill>
                  <a:srgbClr val="FFFFFF"/>
                </a:solidFill>
                <a:latin typeface="Arial Black"/>
              </a:defRPr>
            </a:pPr>
            <a:r>
              <a:t>MAKE US WORTHY OF YOUR NAME</a:t>
            </a:r>
          </a:p>
          <a:p>
            <a:pPr algn="ctr">
              <a:lnSpc>
                <a:spcPct val="105000"/>
              </a:lnSpc>
              <a:spcAft>
                <a:spcPts val="1000"/>
              </a:spcAft>
              <a:defRPr sz="5500" b="1" i="0">
                <a:solidFill>
                  <a:srgbClr val="FFFFFF"/>
                </a:solidFill>
                <a:latin typeface="Arial Black"/>
              </a:defRPr>
            </a:pPr>
            <a:r>
              <a:t>AS WE SHARE YOUR BREAD AND WINE.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BLESS US THIS DAY THAT WE MAY PROVE</a:t>
            </a:r>
          </a:p>
          <a:p>
            <a:pPr algn="ctr">
              <a:lnSpc>
                <a:spcPct val="105000"/>
              </a:lnSpc>
              <a:spcAft>
                <a:spcPts val="1000"/>
              </a:spcAft>
              <a:defRPr sz="5500" b="1" i="0">
                <a:solidFill>
                  <a:srgbClr val="FFFFFF"/>
                </a:solidFill>
                <a:latin typeface="Arial Black"/>
              </a:defRPr>
            </a:pPr>
            <a:r>
              <a:t>WORTHY OF THE LIFE WE HAVE IN YOU.</a:t>
            </a:r>
          </a:p>
          <a:p>
            <a:pPr algn="ctr">
              <a:lnSpc>
                <a:spcPct val="105000"/>
              </a:lnSpc>
              <a:spcAft>
                <a:spcPts val="1000"/>
              </a:spcAft>
              <a:defRPr sz="5500" b="1" i="0">
                <a:solidFill>
                  <a:srgbClr val="FFFFFF"/>
                </a:solidFill>
                <a:latin typeface="Arial Black"/>
              </a:defRPr>
            </a:pPr>
            <a:r>
              <a:t>MAKE US YOUR LIVING BODY HERE,</a:t>
            </a:r>
          </a:p>
          <a:p>
            <a:pPr algn="ctr">
              <a:lnSpc>
                <a:spcPct val="105000"/>
              </a:lnSpc>
              <a:spcAft>
                <a:spcPts val="1000"/>
              </a:spcAft>
              <a:defRPr sz="5500" b="1" i="0">
                <a:solidFill>
                  <a:srgbClr val="FFFFFF"/>
                </a:solidFill>
                <a:latin typeface="Arial Black"/>
              </a:defRPr>
            </a:pPr>
            <a:r>
              <a:t>BRINGING YOUR LOVE TO ALL WE MEET.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Pray, brethren, that my sacrifice and yours may be acceptable to God, the almighty Father.</a:t>
            </a:r>
          </a:p>
          <a:p>
            <a:pPr algn="ctr">
              <a:spcBef>
                <a:spcPts val="400"/>
              </a:spcBef>
              <a:spcAft>
                <a:spcPts val="500"/>
              </a:spcAft>
              <a:defRPr sz="2000" b="1" i="0">
                <a:solidFill>
                  <a:srgbClr val="FFFFFF"/>
                </a:solidFill>
                <a:latin typeface="Georgia"/>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Lift up your hearts.</a:t>
            </a:r>
          </a:p>
          <a:p>
            <a:pPr algn="ctr">
              <a:spcBef>
                <a:spcPts val="400"/>
              </a:spcBef>
              <a:spcAft>
                <a:spcPts val="500"/>
              </a:spcAft>
              <a:defRPr sz="2000" b="1" i="0">
                <a:solidFill>
                  <a:srgbClr val="FFFFFF"/>
                </a:solidFill>
                <a:latin typeface="Georgia"/>
              </a:defRPr>
            </a:pPr>
            <a:r>
              <a:t>All: We lift them up to the Lord.</a:t>
            </a:r>
          </a:p>
          <a:p>
            <a:pPr algn="ctr">
              <a:spcBef>
                <a:spcPts val="400"/>
              </a:spcBef>
              <a:spcAft>
                <a:spcPts val="500"/>
              </a:spcAft>
              <a:defRPr sz="2000" b="1" i="0">
                <a:solidFill>
                  <a:srgbClr val="D8B4FE"/>
                </a:solidFill>
                <a:latin typeface="Georgia"/>
              </a:defRPr>
            </a:pPr>
            <a:r>
              <a:t>Priest: Let us give thanks to the Lord our God.</a:t>
            </a:r>
          </a:p>
          <a:p>
            <a:pPr algn="ctr">
              <a:spcBef>
                <a:spcPts val="400"/>
              </a:spcBef>
              <a:spcAft>
                <a:spcPts val="500"/>
              </a:spcAft>
              <a:defRPr sz="2000" b="1" i="0">
                <a:solidFill>
                  <a:srgbClr val="FFFFFF"/>
                </a:solidFill>
                <a:latin typeface="Georgia"/>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Holy, Holy, Holy Lord God of hosts.</a:t>
            </a:r>
          </a:p>
          <a:p>
            <a:pPr algn="ctr">
              <a:spcAft>
                <a:spcPts val="500"/>
              </a:spcAft>
              <a:defRPr sz="1900" b="0" i="0">
                <a:solidFill>
                  <a:srgbClr val="FFFFFF"/>
                </a:solidFill>
                <a:latin typeface="Georgia"/>
              </a:defRPr>
            </a:pPr>
            <a:r>
              <a:t>Heaven and earth are full of your glory.</a:t>
            </a:r>
          </a:p>
          <a:p>
            <a:pPr algn="ctr">
              <a:spcAft>
                <a:spcPts val="500"/>
              </a:spcAft>
              <a:defRPr sz="1900" b="0" i="0">
                <a:solidFill>
                  <a:srgbClr val="FFFFFF"/>
                </a:solidFill>
                <a:latin typeface="Georgia"/>
              </a:defRPr>
            </a:pPr>
            <a:r>
              <a:t>Hosanna in the highest.</a:t>
            </a:r>
          </a:p>
          <a:p>
            <a:pPr algn="ctr">
              <a:spcAft>
                <a:spcPts val="500"/>
              </a:spcAft>
              <a:defRPr sz="1900" b="0" i="0">
                <a:solidFill>
                  <a:srgbClr val="FFFFFF"/>
                </a:solidFill>
                <a:latin typeface="Georgia"/>
              </a:defRPr>
            </a:pPr>
            <a:r>
              <a:t>Blessed is he who comes in the name of the Lord.</a:t>
            </a:r>
          </a:p>
          <a:p>
            <a:pPr algn="ctr">
              <a:spcAft>
                <a:spcPts val="500"/>
              </a:spcAft>
              <a:defRPr sz="1900" b="0" i="0">
                <a:solidFill>
                  <a:srgbClr val="FFFFFF"/>
                </a:solidFill>
                <a:latin typeface="Georgia"/>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Sanctus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We proclaim your Death, O Lord,</a:t>
            </a:r>
          </a:p>
          <a:p>
            <a:pPr algn="ctr">
              <a:spcAft>
                <a:spcPts val="500"/>
              </a:spcAft>
              <a:defRPr sz="1900" b="0" i="0">
                <a:solidFill>
                  <a:srgbClr val="FFFFFF"/>
                </a:solidFill>
                <a:latin typeface="Georgia"/>
              </a:defRPr>
            </a:pPr>
            <a:r>
              <a:t>and profess your Resurrection</a:t>
            </a:r>
          </a:p>
          <a:p>
            <a:pPr algn="ctr">
              <a:spcAft>
                <a:spcPts val="500"/>
              </a:spcAft>
              <a:defRPr sz="1900" b="0" i="0">
                <a:solidFill>
                  <a:srgbClr val="FFFFFF"/>
                </a:solidFill>
                <a:latin typeface="Georgia"/>
              </a:defRPr>
            </a:pPr>
            <a:r>
              <a:t>until you come again.</a:t>
            </a:r>
          </a:p>
          <a:p>
            <a:pPr algn="ctr">
              <a:spcAft>
                <a:spcPts val="500"/>
              </a:spcAft>
              <a:defRPr sz="1500" b="0" i="1">
                <a:solidFill>
                  <a:srgbClr val="D8B4FE"/>
                </a:solidFill>
                <a:latin typeface="Georgia"/>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Eucharistic Prayer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Amen.</a:t>
            </a:r>
          </a:p>
          <a:p>
            <a:pPr algn="ctr">
              <a:spcAft>
                <a:spcPts val="500"/>
              </a:spcAft>
              <a:defRPr sz="1500" b="0" i="1">
                <a:solidFill>
                  <a:srgbClr val="D8B4FE"/>
                </a:solidFill>
                <a:latin typeface="Georgia"/>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Great Amen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Our Father, who art in heaven,</a:t>
            </a:r>
          </a:p>
          <a:p>
            <a:pPr algn="ctr">
              <a:spcAft>
                <a:spcPts val="500"/>
              </a:spcAft>
              <a:defRPr sz="1900" b="0" i="0">
                <a:solidFill>
                  <a:srgbClr val="FFFFFF"/>
                </a:solidFill>
                <a:latin typeface="Georgia"/>
              </a:defRPr>
            </a:pPr>
            <a:r>
              <a:t>hallowed be thy name;</a:t>
            </a:r>
          </a:p>
          <a:p>
            <a:pPr algn="ctr">
              <a:spcAft>
                <a:spcPts val="500"/>
              </a:spcAft>
              <a:defRPr sz="1900" b="0" i="0">
                <a:solidFill>
                  <a:srgbClr val="FFFFFF"/>
                </a:solidFill>
                <a:latin typeface="Georgia"/>
              </a:defRPr>
            </a:pPr>
            <a:r>
              <a:t>thy kingdom come,</a:t>
            </a:r>
          </a:p>
          <a:p>
            <a:pPr algn="ctr">
              <a:spcAft>
                <a:spcPts val="500"/>
              </a:spcAft>
              <a:defRPr sz="1900" b="0" i="0">
                <a:solidFill>
                  <a:srgbClr val="FFFFFF"/>
                </a:solidFill>
                <a:latin typeface="Georgia"/>
              </a:defRPr>
            </a:pPr>
            <a:r>
              <a:t>thy will be done,</a:t>
            </a:r>
          </a:p>
          <a:p>
            <a:pPr algn="ctr">
              <a:spcAft>
                <a:spcPts val="500"/>
              </a:spcAft>
              <a:defRPr sz="1900" b="0" i="0">
                <a:solidFill>
                  <a:srgbClr val="FFFFFF"/>
                </a:solidFill>
                <a:latin typeface="Georgia"/>
              </a:defRPr>
            </a:pPr>
            <a:r>
              <a:t>on earth as it is in heaven.</a:t>
            </a:r>
          </a:p>
          <a:p>
            <a:pPr algn="ctr">
              <a:spcAft>
                <a:spcPts val="500"/>
              </a:spcAft>
              <a:defRPr sz="1900" b="0" i="0">
                <a:solidFill>
                  <a:srgbClr val="FFFFFF"/>
                </a:solidFill>
                <a:latin typeface="Georgia"/>
              </a:defRPr>
            </a:pPr>
            <a:r>
              <a:t>Give us this day our daily bread;</a:t>
            </a:r>
          </a:p>
          <a:p>
            <a:pPr algn="ctr">
              <a:spcAft>
                <a:spcPts val="500"/>
              </a:spcAft>
              <a:defRPr sz="1900" b="0" i="0">
                <a:solidFill>
                  <a:srgbClr val="FFFFFF"/>
                </a:solidFill>
                <a:latin typeface="Georgia"/>
              </a:defRPr>
            </a:pPr>
            <a:r>
              <a:t>and forgive us our trespasses,</a:t>
            </a:r>
          </a:p>
          <a:p>
            <a:pPr algn="ctr">
              <a:spcAft>
                <a:spcPts val="500"/>
              </a:spcAft>
              <a:defRPr sz="1900" b="0" i="0">
                <a:solidFill>
                  <a:srgbClr val="FFFFFF"/>
                </a:solidFill>
                <a:latin typeface="Georgia"/>
              </a:defRPr>
            </a:pPr>
            <a:r>
              <a:t>as we forgive those who trespass against us;</a:t>
            </a:r>
          </a:p>
          <a:p>
            <a:pPr algn="ctr">
              <a:spcAft>
                <a:spcPts val="500"/>
              </a:spcAft>
              <a:defRPr sz="1900" b="0" i="0">
                <a:solidFill>
                  <a:srgbClr val="FFFFFF"/>
                </a:solidFill>
                <a:latin typeface="Georgia"/>
              </a:defRPr>
            </a:pPr>
            <a:r>
              <a:t>and lead us not into temptation,</a:t>
            </a:r>
          </a:p>
          <a:p>
            <a:pPr algn="ctr">
              <a:spcAft>
                <a:spcPts val="500"/>
              </a:spcAft>
              <a:defRPr sz="1900" b="0" i="0">
                <a:solidFill>
                  <a:srgbClr val="FFFFFF"/>
                </a:solidFill>
                <a:latin typeface="Georgia"/>
              </a:defRPr>
            </a:pPr>
            <a:r>
              <a:t>but deliver us from evil.</a:t>
            </a:r>
          </a:p>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Our Father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peace of the Lord be with you always.</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Sign of Peace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Lamb of God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Behold the Lamb of God, behold him who takes away the sins of the world. Blessed are those called to the supper of the Lamb.</a:t>
            </a:r>
          </a:p>
          <a:p>
            <a:pPr algn="ctr">
              <a:spcBef>
                <a:spcPts val="400"/>
              </a:spcBef>
              <a:spcAft>
                <a:spcPts val="500"/>
              </a:spcAft>
              <a:defRPr sz="2000" b="1" i="0">
                <a:solidFill>
                  <a:srgbClr val="FFFFFF"/>
                </a:solidFill>
                <a:latin typeface="Georgia"/>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Pananagutan</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(NO LYRICS IN LIBRARY FOR THIS HYMN.)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Tanging Yaman</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(NO LYRICS IN LIBRARY FOR THIS HYMN.)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The Priest says the Post- Communion Prayer for the day in full from the Roman Missal.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MASS COLLECTION</a:t>
            </a:r>
          </a:p>
          <a:p>
            <a:pPr algn="ctr">
              <a:spcAft>
                <a:spcPts val="500"/>
              </a:spcAft>
              <a:defRPr sz="1500" b="0" i="1">
                <a:solidFill>
                  <a:srgbClr val="D8B4FE"/>
                </a:solidFill>
                <a:latin typeface="Georgia"/>
              </a:defRPr>
            </a:pPr>
            <a:r>
              <a:t>Thank you for your generosity.</a:t>
            </a:r>
          </a:p>
          <a:p>
            <a:pPr algn="ctr">
              <a:spcAft>
                <a:spcPts val="500"/>
              </a:spcAft>
              <a:defRPr sz="1500" b="0" i="1">
                <a:solidFill>
                  <a:srgbClr val="D8B4FE"/>
                </a:solidFill>
                <a:latin typeface="Georgia"/>
              </a:defRPr>
            </a:pPr>
            <a:r>
              <a:t>Date: Sunday, May 10, 2026</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Collection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FOOD SPONSORS</a:t>
            </a:r>
          </a:p>
          <a:p>
            <a:pPr algn="ctr">
              <a:spcAft>
                <a:spcPts val="500"/>
              </a:spcAft>
              <a:defRPr sz="1500" b="0" i="1">
                <a:solidFill>
                  <a:srgbClr val="D8B4FE"/>
                </a:solidFill>
                <a:latin typeface="Georgia"/>
              </a:defRPr>
            </a:pPr>
            <a:r>
              <a:t>The community thanks our food sponsors.</a:t>
            </a:r>
          </a:p>
          <a:p>
            <a:pPr algn="ctr">
              <a:spcAft>
                <a:spcPts val="500"/>
              </a:spcAft>
              <a:defRPr sz="1500" b="0" i="1">
                <a:solidFill>
                  <a:srgbClr val="D8B4FE"/>
                </a:solidFill>
                <a:latin typeface="Georgia"/>
              </a:defRPr>
            </a:pPr>
            <a:r>
              <a:t>• kiiijjhh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Food Sponsors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nnounce_dfaeec33b874473a88157f6cb7627d5d.jp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May almighty God bless you, the Father, and the Son, and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Go in peace, glorifying the Lord by your life.</a:t>
            </a:r>
          </a:p>
          <a:p>
            <a:pPr algn="ctr">
              <a:spcBef>
                <a:spcPts val="400"/>
              </a:spcBef>
              <a:spcAft>
                <a:spcPts val="500"/>
              </a:spcAft>
              <a:defRPr sz="2000" b="1" i="0">
                <a:solidFill>
                  <a:srgbClr val="FFFFFF"/>
                </a:solidFill>
                <a:latin typeface="Georgia"/>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Final Blessing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Lead Me, Lord</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LEAD ME, LORD, LEAD ME IN THY RIGHTEOUSNESS,</a:t>
            </a:r>
          </a:p>
          <a:p>
            <a:pPr algn="ctr">
              <a:lnSpc>
                <a:spcPct val="105000"/>
              </a:lnSpc>
              <a:spcAft>
                <a:spcPts val="1000"/>
              </a:spcAft>
              <a:defRPr sz="5000" b="1" i="0">
                <a:solidFill>
                  <a:srgbClr val="FFFFFF"/>
                </a:solidFill>
                <a:latin typeface="Arial Black"/>
              </a:defRPr>
            </a:pPr>
            <a:r>
              <a:t>MAKE THY WAY PLAIN BEFORE MY FACE.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FOR IT IS THOU, LORD, THOU, LORD ONLY,</a:t>
            </a:r>
          </a:p>
          <a:p>
            <a:pPr algn="ctr">
              <a:lnSpc>
                <a:spcPct val="105000"/>
              </a:lnSpc>
              <a:spcAft>
                <a:spcPts val="1000"/>
              </a:spcAft>
              <a:defRPr sz="5500" b="1" i="0">
                <a:solidFill>
                  <a:srgbClr val="FFFFFF"/>
                </a:solidFill>
                <a:latin typeface="Arial Black"/>
              </a:defRPr>
            </a:pPr>
            <a:r>
              <a:t>THAT MAKEST ME DWELL IN SAFETY.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GUIDE ME, LORD, GUIDE ME WHEN I AM WEARY,</a:t>
            </a:r>
          </a:p>
          <a:p>
            <a:pPr algn="ctr">
              <a:lnSpc>
                <a:spcPct val="105000"/>
              </a:lnSpc>
              <a:spcAft>
                <a:spcPts val="1000"/>
              </a:spcAft>
              <a:defRPr sz="5000" b="1" i="0">
                <a:solidFill>
                  <a:srgbClr val="FFFFFF"/>
                </a:solidFill>
                <a:latin typeface="Arial Black"/>
              </a:defRPr>
            </a:pPr>
            <a:r>
              <a:t>BE MY STRENGTH WHEN SHADOWS FALL.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TURN MY HEART TO THY HOLY WORD,</a:t>
            </a:r>
          </a:p>
          <a:p>
            <a:pPr algn="ctr">
              <a:lnSpc>
                <a:spcPct val="105000"/>
              </a:lnSpc>
              <a:spcAft>
                <a:spcPts val="1000"/>
              </a:spcAft>
              <a:defRPr sz="5500" b="1" i="0">
                <a:solidFill>
                  <a:srgbClr val="FFFFFF"/>
                </a:solidFill>
                <a:latin typeface="Arial Black"/>
              </a:defRPr>
            </a:pPr>
            <a:r>
              <a:t>BE MY KEEPER, BE MY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LEAD ME, LORD, LEAD ME IN THY RIGHTEOUSNESS,</a:t>
            </a:r>
          </a:p>
          <a:p>
            <a:pPr algn="ctr">
              <a:lnSpc>
                <a:spcPct val="105000"/>
              </a:lnSpc>
              <a:spcAft>
                <a:spcPts val="1000"/>
              </a:spcAft>
              <a:defRPr sz="5000" b="1" i="0">
                <a:solidFill>
                  <a:srgbClr val="FFFFFF"/>
                </a:solidFill>
                <a:latin typeface="Arial Black"/>
              </a:defRPr>
            </a:pPr>
            <a:r>
              <a:t>MAKE THY WAY PLAIN BEFORE MY FACE.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IN THY LIGHT WE SEE LIGHT;</a:t>
            </a:r>
          </a:p>
          <a:p>
            <a:pPr algn="ctr">
              <a:lnSpc>
                <a:spcPct val="105000"/>
              </a:lnSpc>
              <a:spcAft>
                <a:spcPts val="1000"/>
              </a:spcAft>
              <a:defRPr sz="5500" b="1" i="0">
                <a:solidFill>
                  <a:srgbClr val="FFFFFF"/>
                </a:solidFill>
                <a:latin typeface="Arial Black"/>
              </a:defRPr>
            </a:pPr>
            <a:r>
              <a:t>IN THY TRUTH WE FIND OUR WAY.</a:t>
            </a:r>
          </a:p>
          <a:p>
            <a:pPr algn="ctr">
              <a:lnSpc>
                <a:spcPct val="105000"/>
              </a:lnSpc>
              <a:spcAft>
                <a:spcPts val="1000"/>
              </a:spcAft>
              <a:defRPr sz="5500" b="1" i="0">
                <a:solidFill>
                  <a:srgbClr val="FFFFFF"/>
                </a:solidFill>
                <a:latin typeface="Arial Black"/>
              </a:defRPr>
            </a:pPr>
            <a:r>
              <a:t>BE OUR REFUGE AND OUR FORTRESS,</a:t>
            </a:r>
          </a:p>
          <a:p>
            <a:pPr algn="ctr">
              <a:lnSpc>
                <a:spcPct val="105000"/>
              </a:lnSpc>
              <a:spcAft>
                <a:spcPts val="1000"/>
              </a:spcAft>
              <a:defRPr sz="5500" b="1" i="0">
                <a:solidFill>
                  <a:srgbClr val="FFFFFF"/>
                </a:solidFill>
                <a:latin typeface="Arial Black"/>
              </a:defRPr>
            </a:pPr>
            <a:r>
              <a:t>BE OUR STRENGTH FROM DAY TO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LEAD ME, LORD, LEAD ME IN THY RIGHTEOUSNESS,</a:t>
            </a:r>
          </a:p>
          <a:p>
            <a:pPr algn="ctr">
              <a:lnSpc>
                <a:spcPct val="105000"/>
              </a:lnSpc>
              <a:spcAft>
                <a:spcPts val="1000"/>
              </a:spcAft>
              <a:defRPr sz="5000" b="1" i="0">
                <a:solidFill>
                  <a:srgbClr val="FFFFFF"/>
                </a:solidFill>
                <a:latin typeface="Arial Black"/>
              </a:defRPr>
            </a:pPr>
            <a:r>
              <a:t>MAKE THY WAY PLAIN BEFORE MY FACE.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615d01aba5c942f19da0755005480454.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17:1-9)</a:t>
            </a:r>
          </a:p>
          <a:p>
            <a:pPr>
              <a:spcAft>
                <a:spcPts val="300"/>
              </a:spcAft>
              <a:defRPr sz="2100" b="0" i="0">
                <a:solidFill>
                  <a:srgbClr val="FFFFFF"/>
                </a:solidFill>
                <a:latin typeface="Georgia"/>
              </a:defRPr>
            </a:pPr>
            <a:r>
              <a:t>“Lord, it is good that we are here.”</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2026-03-01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Mar2026_Lent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