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PUT YOUR CELLPHONE ON SILENT MODE DURING THE MASS.</a:t>
            </a:r>
          </a:p>
          <a:p>
            <a:pPr>
              <a:spcAft>
                <a:spcPts val="500"/>
              </a:spcAft>
              <a:defRPr sz="1500" b="0" i="1">
                <a:solidFill>
                  <a:srgbClr val="FFDA91"/>
                </a:solidFill>
                <a:latin typeface="Calibri"/>
              </a:defRPr>
            </a:pPr>
            <a:r>
              <a:t>Thank you.</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FFDA91"/>
                </a:solidFill>
                <a:latin typeface="Calibri"/>
              </a:defRPr>
            </a:pPr>
            <a:r>
              <a:t>Eastertide Celebration</a:t>
            </a:r>
          </a:p>
        </p:txBody>
      </p:sp>
      <p:sp>
        <p:nvSpPr>
          <p:cNvPr id="5" name="TextBox 4"/>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FAF8F4"/>
                </a:solidFill>
                <a:latin typeface="Calibri"/>
              </a:defRPr>
            </a:pPr>
            <a:r>
              <a:t>2026-05-24</a:t>
            </a:r>
          </a:p>
          <a:p>
            <a:pPr>
              <a:spcAft>
                <a:spcPts val="500"/>
              </a:spcAft>
              <a:defRPr sz="2100" b="0" i="0">
                <a:solidFill>
                  <a:srgbClr val="FAF8F4"/>
                </a:solidFill>
                <a:latin typeface="Calibri"/>
              </a:defRPr>
            </a:pPr>
            <a:r>
              <a:t>Celebrant: Divino Gabriel</a:t>
            </a:r>
          </a:p>
          <a:p>
            <a:pPr>
              <a:spcAft>
                <a:spcPts val="500"/>
              </a:spcAft>
              <a:defRPr sz="2100" b="0" i="0">
                <a:solidFill>
                  <a:srgbClr val="FAF8F4"/>
                </a:solidFill>
                <a:latin typeface="Calibri"/>
              </a:defRPr>
            </a:pPr>
            <a:r>
              <a:t>Gospel: John 20:19-23</a:t>
            </a:r>
            <a:br/>
            <a:r>
              <a:t>Season: Eastertide · Sunday Lectionary Year A</a:t>
            </a:r>
          </a:p>
          <a:p>
            <a:pPr>
              <a:spcAft>
                <a:spcPts val="500"/>
              </a:spcAft>
              <a:defRPr sz="2100" b="0" i="0">
                <a:solidFill>
                  <a:srgbClr val="FAF8F4"/>
                </a:solidFill>
                <a:latin typeface="Calibri"/>
              </a:defRPr>
            </a:pPr>
            <a:r>
              <a:t>Excerpt:</a:t>
            </a:r>
            <a:br/>
            <a:r>
              <a:t>“Receive the Holy Spirit!”</a:t>
            </a:r>
          </a:p>
          <a:p>
            <a:pPr>
              <a:spcAft>
                <a:spcPts val="500"/>
              </a:spcAft>
              <a:defRPr sz="2100" b="0" i="0">
                <a:solidFill>
                  <a:srgbClr val="FAF8F4"/>
                </a:solidFill>
                <a:latin typeface="Calibri"/>
              </a:defRPr>
            </a:pPr>
            <a:r>
              <a:t>Liturgical color: Red (pentecost)</a:t>
            </a:r>
          </a:p>
        </p:txBody>
      </p:sp>
      <p:sp>
        <p:nvSpPr>
          <p:cNvPr id="6" name="TextBox 5"/>
          <p:cNvSpPr txBox="1"/>
          <p:nvPr/>
        </p:nvSpPr>
        <p:spPr>
          <a:xfrm>
            <a:off x="685800" y="9189720"/>
            <a:ext cx="16916400" cy="685800"/>
          </a:xfrm>
          <a:prstGeom prst="rect">
            <a:avLst/>
          </a:prstGeom>
          <a:noFill/>
        </p:spPr>
        <p:txBody>
          <a:bodyPr wrap="square" lIns="109728" rIns="109728" tIns="73152" bIns="73152">
            <a:noAutofit/>
          </a:bodyPr>
          <a:lstStyle/>
          <a:p>
            <a:pPr>
              <a:spcAft>
                <a:spcPts val="500"/>
              </a:spcAft>
              <a:defRPr sz="1400" b="0" i="0">
                <a:solidFill>
                  <a:srgbClr val="BCBAC6"/>
                </a:solidFill>
                <a:latin typeface="Calibri"/>
              </a:defRPr>
            </a:pPr>
            <a:r>
              <a:t>Below: World English Bible (WEB) fallback — verify NABRE on bible.usccb.org.</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Welcome to the celebration of the Holy Eucharist.</a:t>
            </a:r>
          </a:p>
          <a:p>
            <a:pPr>
              <a:spcAft>
                <a:spcPts val="500"/>
              </a:spcAft>
              <a:defRPr sz="1500" b="0" i="1">
                <a:solidFill>
                  <a:srgbClr val="FFDA91"/>
                </a:solidFill>
                <a:latin typeface="Calibri"/>
              </a:defRPr>
            </a:pPr>
            <a:r>
              <a:t>Please stand and join in singing the Entrance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Glory and Praise to Our God</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GLORY AND PRAISE TO OUR GOD,</a:t>
            </a:r>
          </a:p>
          <a:p>
            <a:pPr algn="ctr">
              <a:lnSpc>
                <a:spcPct val="105000"/>
              </a:lnSpc>
              <a:spcAft>
                <a:spcPts val="1000"/>
              </a:spcAft>
              <a:defRPr sz="3800" b="1" i="0">
                <a:solidFill>
                  <a:srgbClr val="FFFFFF"/>
                </a:solidFill>
                <a:latin typeface="Arial Black"/>
              </a:defRPr>
            </a:pPr>
            <a:r>
              <a:t>WHO ALONE GIVES LIGHT TO OUR DAYS.</a:t>
            </a:r>
          </a:p>
          <a:p>
            <a:pPr algn="ctr">
              <a:lnSpc>
                <a:spcPct val="105000"/>
              </a:lnSpc>
              <a:spcAft>
                <a:spcPts val="1000"/>
              </a:spcAft>
              <a:defRPr sz="3800" b="1" i="0">
                <a:solidFill>
                  <a:srgbClr val="FFFFFF"/>
                </a:solidFill>
                <a:latin typeface="Arial Black"/>
              </a:defRPr>
            </a:pPr>
            <a:r>
              <a:t>MANY ARE THE BLESSINGS</a:t>
            </a:r>
          </a:p>
          <a:p>
            <a:pPr algn="ctr">
              <a:lnSpc>
                <a:spcPct val="105000"/>
              </a:lnSpc>
              <a:spcAft>
                <a:spcPts val="1000"/>
              </a:spcAft>
              <a:defRPr sz="3800" b="1" i="0">
                <a:solidFill>
                  <a:srgbClr val="FFFFFF"/>
                </a:solidFill>
                <a:latin typeface="Arial Black"/>
              </a:defRPr>
            </a:pPr>
            <a:r>
              <a:t>HE BEARS TO THOSE WHO TRUST IN HIS WAYS.</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THE DAUGHTERS AND SONS OF HIM</a:t>
            </a:r>
          </a:p>
          <a:p>
            <a:pPr algn="ctr">
              <a:lnSpc>
                <a:spcPct val="105000"/>
              </a:lnSpc>
              <a:spcAft>
                <a:spcPts val="1000"/>
              </a:spcAft>
              <a:defRPr sz="3800" b="1" i="0">
                <a:solidFill>
                  <a:srgbClr val="FFFFFF"/>
                </a:solidFill>
                <a:latin typeface="Arial Black"/>
              </a:defRPr>
            </a:pPr>
            <a:r>
              <a:t>WHO BUILT THE VALLEYS AND PLAINS,</a:t>
            </a:r>
          </a:p>
          <a:p>
            <a:pPr algn="ctr">
              <a:lnSpc>
                <a:spcPct val="105000"/>
              </a:lnSpc>
              <a:spcAft>
                <a:spcPts val="1000"/>
              </a:spcAft>
              <a:defRPr sz="3800" b="1" i="0">
                <a:solidFill>
                  <a:srgbClr val="FFFFFF"/>
                </a:solidFill>
                <a:latin typeface="Arial Black"/>
              </a:defRPr>
            </a:pPr>
            <a:r>
              <a:t>PRAISE THE WONDERS OUR GOD HAS DONE,</a:t>
            </a:r>
          </a:p>
          <a:p>
            <a:pPr algn="ctr">
              <a:lnSpc>
                <a:spcPct val="105000"/>
              </a:lnSpc>
              <a:spcAft>
                <a:spcPts val="1000"/>
              </a:spcAft>
              <a:defRPr sz="3800" b="1" i="0">
                <a:solidFill>
                  <a:srgbClr val="FFFFFF"/>
                </a:solidFill>
                <a:latin typeface="Arial Black"/>
              </a:defRPr>
            </a:pPr>
            <a:r>
              <a:t>WHOSE MOTHER IS OVER ALL.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REMEMBER THE WORKS OF OUR GOD,</a:t>
            </a:r>
          </a:p>
          <a:p>
            <a:pPr algn="ctr">
              <a:lnSpc>
                <a:spcPct val="105000"/>
              </a:lnSpc>
              <a:spcAft>
                <a:spcPts val="1000"/>
              </a:spcAft>
              <a:defRPr sz="3800" b="1" i="0">
                <a:solidFill>
                  <a:srgbClr val="FFFFFF"/>
                </a:solidFill>
                <a:latin typeface="Arial Black"/>
              </a:defRPr>
            </a:pPr>
            <a:r>
              <a:t>FROM THE HEAVENS, THE EARTH, AND THE SEA.</a:t>
            </a:r>
          </a:p>
          <a:p>
            <a:pPr algn="ctr">
              <a:lnSpc>
                <a:spcPct val="105000"/>
              </a:lnSpc>
              <a:spcAft>
                <a:spcPts val="1000"/>
              </a:spcAft>
              <a:defRPr sz="3800" b="1" i="0">
                <a:solidFill>
                  <a:srgbClr val="FFFFFF"/>
                </a:solidFill>
                <a:latin typeface="Arial Black"/>
              </a:defRPr>
            </a:pPr>
            <a:r>
              <a:t>ALL WHO DWELL ON THE EARTH,</a:t>
            </a:r>
          </a:p>
          <a:p>
            <a:pPr algn="ctr">
              <a:lnSpc>
                <a:spcPct val="105000"/>
              </a:lnSpc>
              <a:spcAft>
                <a:spcPts val="1000"/>
              </a:spcAft>
              <a:defRPr sz="3800" b="1" i="0">
                <a:solidFill>
                  <a:srgbClr val="FFFFFF"/>
                </a:solidFill>
                <a:latin typeface="Arial Black"/>
              </a:defRPr>
            </a:pPr>
            <a:r>
              <a:t>SING PRAISE FOR HIS MARVELOUS DEEDS.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GLORY AND PRAISE TO OUR GOD,</a:t>
            </a:r>
          </a:p>
          <a:p>
            <a:pPr algn="ctr">
              <a:lnSpc>
                <a:spcPct val="105000"/>
              </a:lnSpc>
              <a:spcAft>
                <a:spcPts val="1000"/>
              </a:spcAft>
              <a:defRPr sz="3400" b="1" i="0">
                <a:solidFill>
                  <a:srgbClr val="FFFFFF"/>
                </a:solidFill>
                <a:latin typeface="Arial Black"/>
              </a:defRPr>
            </a:pPr>
            <a:r>
              <a:t>WHILE HIS PEOPLE THEIR HOMAGE PROCLAIM.</a:t>
            </a:r>
          </a:p>
          <a:p>
            <a:pPr algn="ctr">
              <a:lnSpc>
                <a:spcPct val="105000"/>
              </a:lnSpc>
              <a:spcAft>
                <a:spcPts val="1000"/>
              </a:spcAft>
              <a:defRPr sz="3400" b="1" i="0">
                <a:solidFill>
                  <a:srgbClr val="FFFFFF"/>
                </a:solidFill>
                <a:latin typeface="Arial Black"/>
              </a:defRPr>
            </a:pPr>
            <a:r>
              <a:t>HE HAS POURED OUT HIS LOVE,</a:t>
            </a:r>
          </a:p>
          <a:p>
            <a:pPr algn="ctr">
              <a:lnSpc>
                <a:spcPct val="105000"/>
              </a:lnSpc>
              <a:spcAft>
                <a:spcPts val="1000"/>
              </a:spcAft>
              <a:defRPr sz="3400" b="1" i="0">
                <a:solidFill>
                  <a:srgbClr val="FFFFFF"/>
                </a:solidFill>
                <a:latin typeface="Arial Black"/>
              </a:defRPr>
            </a:pPr>
            <a:r>
              <a:t>AND HAS SHOWN US THE STRENGTH OF HIS HAND.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FAITHFUL FATHER, WE COME TO YOU:</a:t>
            </a:r>
          </a:p>
          <a:p>
            <a:pPr algn="ctr">
              <a:lnSpc>
                <a:spcPct val="105000"/>
              </a:lnSpc>
              <a:spcAft>
                <a:spcPts val="1000"/>
              </a:spcAft>
              <a:defRPr sz="3800" b="1" i="0">
                <a:solidFill>
                  <a:srgbClr val="FFFFFF"/>
                </a:solidFill>
                <a:latin typeface="Arial Black"/>
              </a:defRPr>
            </a:pPr>
            <a:r>
              <a:t>HEAL YOUR CHILDREN, REMEMBER YOUR CARE.</a:t>
            </a:r>
          </a:p>
          <a:p>
            <a:pPr algn="ctr">
              <a:lnSpc>
                <a:spcPct val="105000"/>
              </a:lnSpc>
              <a:spcAft>
                <a:spcPts val="1000"/>
              </a:spcAft>
              <a:defRPr sz="3800" b="1" i="0">
                <a:solidFill>
                  <a:srgbClr val="FFFFFF"/>
                </a:solidFill>
                <a:latin typeface="Arial Black"/>
              </a:defRPr>
            </a:pPr>
            <a:r>
              <a:t>YOU DELIVER YOUR OWN FROM SIN;</a:t>
            </a:r>
          </a:p>
          <a:p>
            <a:pPr algn="ctr">
              <a:lnSpc>
                <a:spcPct val="105000"/>
              </a:lnSpc>
              <a:spcAft>
                <a:spcPts val="1000"/>
              </a:spcAft>
              <a:defRPr sz="3800" b="1" i="0">
                <a:solidFill>
                  <a:srgbClr val="FFFFFF"/>
                </a:solidFill>
                <a:latin typeface="Arial Black"/>
              </a:defRPr>
            </a:pPr>
            <a:r>
              <a:t>WE WILL SING OF YOUR MERCY FOR ALL.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20:19-23)</a:t>
            </a:r>
          </a:p>
          <a:p>
            <a:pPr>
              <a:spcAft>
                <a:spcPts val="300"/>
              </a:spcAft>
              <a:defRPr sz="2100" b="0" i="0">
                <a:solidFill>
                  <a:srgbClr val="FAF8F4"/>
                </a:solidFill>
                <a:latin typeface="Calibri"/>
              </a:defRPr>
            </a:pPr>
            <a:r>
              <a:t>“Receive the Holy Spirit!”</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2026-05-24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In the Name of the Father, and of the Son, and of the Holy Spirit.</a:t>
            </a:r>
          </a:p>
          <a:p>
            <a:pPr>
              <a:spcAft>
                <a:spcPts val="500"/>
              </a:spcAft>
              <a:defRPr sz="2000" b="1" i="0">
                <a:solidFill>
                  <a:srgbClr val="FAF8F4"/>
                </a:solidFill>
                <a:latin typeface="Calibri"/>
              </a:defRPr>
            </a:pPr>
            <a:r>
              <a:t>Amen.</a:t>
            </a:r>
          </a:p>
          <a:p>
            <a:pPr>
              <a:spcAft>
                <a:spcPts val="500"/>
              </a:spcAft>
              <a:defRPr sz="2000" b="1" i="0">
                <a:solidFill>
                  <a:srgbClr val="FFDA91"/>
                </a:solidFill>
                <a:latin typeface="Calibri"/>
              </a:defRPr>
            </a:pPr>
            <a:r>
              <a:t>The Lord be with you.</a:t>
            </a:r>
          </a:p>
          <a:p>
            <a:pPr>
              <a:spcAft>
                <a:spcPts val="500"/>
              </a:spcAft>
              <a:defRPr sz="2000" b="1" i="0">
                <a:solidFill>
                  <a:srgbClr val="FAF8F4"/>
                </a:solidFill>
                <a:latin typeface="Calibri"/>
              </a:defRPr>
            </a:pPr>
            <a:r>
              <a:t>And with your spirit.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Introductory 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Brethren (brothers and sisters), let us acknowledge our sins, and so prepare ourselves to celebrate the sacred mysteries.</a:t>
            </a:r>
          </a:p>
          <a:p>
            <a:pPr>
              <a:spcAft>
                <a:spcPts val="500"/>
              </a:spcAft>
              <a:defRPr sz="2000" b="1" i="0">
                <a:solidFill>
                  <a:srgbClr val="FAF8F4"/>
                </a:solidFill>
                <a:latin typeface="Calibri"/>
              </a:defRPr>
            </a:pPr>
            <a:r>
              <a:t>I confess to almighty God</a:t>
            </a:r>
          </a:p>
          <a:p>
            <a:pPr>
              <a:spcAft>
                <a:spcPts val="500"/>
              </a:spcAft>
              <a:defRPr sz="1900" b="0" i="0">
                <a:solidFill>
                  <a:srgbClr val="FAF8F4"/>
                </a:solidFill>
                <a:latin typeface="Calibri"/>
              </a:defRPr>
            </a:pPr>
            <a:r>
              <a:t>and to you, my brothers and sisters,</a:t>
            </a:r>
          </a:p>
          <a:p>
            <a:pPr>
              <a:spcAft>
                <a:spcPts val="500"/>
              </a:spcAft>
              <a:defRPr sz="1900" b="0" i="0">
                <a:solidFill>
                  <a:srgbClr val="FAF8F4"/>
                </a:solidFill>
                <a:latin typeface="Calibri"/>
              </a:defRPr>
            </a:pPr>
            <a:r>
              <a:t>that I have greatly sinned,</a:t>
            </a:r>
          </a:p>
          <a:p>
            <a:pPr>
              <a:spcAft>
                <a:spcPts val="500"/>
              </a:spcAft>
              <a:defRPr sz="1900" b="0" i="0">
                <a:solidFill>
                  <a:srgbClr val="FAF8F4"/>
                </a:solidFill>
                <a:latin typeface="Calibri"/>
              </a:defRPr>
            </a:pPr>
            <a:r>
              <a:t>in my thoughts and in my words,</a:t>
            </a:r>
          </a:p>
          <a:p>
            <a:pPr>
              <a:spcAft>
                <a:spcPts val="500"/>
              </a:spcAft>
              <a:defRPr sz="1900" b="0" i="0">
                <a:solidFill>
                  <a:srgbClr val="FAF8F4"/>
                </a:solidFill>
                <a:latin typeface="Calibri"/>
              </a:defRPr>
            </a:pPr>
            <a:r>
              <a:t>in what I have done and in what I have failed to do,</a:t>
            </a:r>
          </a:p>
          <a:p>
            <a:pPr>
              <a:spcAft>
                <a:spcPts val="500"/>
              </a:spcAft>
              <a:defRPr sz="1900" b="0" i="0">
                <a:solidFill>
                  <a:srgbClr val="FAF8F4"/>
                </a:solidFill>
                <a:latin typeface="Calibri"/>
              </a:defRPr>
            </a:pPr>
            <a:r>
              <a:t>through my fault, through my fault,</a:t>
            </a:r>
          </a:p>
          <a:p>
            <a:pPr>
              <a:spcAft>
                <a:spcPts val="500"/>
              </a:spcAft>
              <a:defRPr sz="1900" b="0" i="0">
                <a:solidFill>
                  <a:srgbClr val="FAF8F4"/>
                </a:solidFill>
                <a:latin typeface="Calibri"/>
              </a:defRPr>
            </a:pPr>
            <a:r>
              <a:t>through my most grievous fault;</a:t>
            </a:r>
          </a:p>
          <a:p>
            <a:pPr>
              <a:spcAft>
                <a:spcPts val="500"/>
              </a:spcAft>
              <a:defRPr sz="1900" b="0" i="0">
                <a:solidFill>
                  <a:srgbClr val="FAF8F4"/>
                </a:solidFill>
                <a:latin typeface="Calibri"/>
              </a:defRPr>
            </a:pPr>
            <a:r>
              <a:t>therefore I ask blessed Mary ever-Virgin,</a:t>
            </a:r>
          </a:p>
          <a:p>
            <a:pPr>
              <a:spcAft>
                <a:spcPts val="500"/>
              </a:spcAft>
              <a:defRPr sz="1900" b="0" i="0">
                <a:solidFill>
                  <a:srgbClr val="FAF8F4"/>
                </a:solidFill>
                <a:latin typeface="Calibri"/>
              </a:defRPr>
            </a:pPr>
            <a:r>
              <a:t>all the Angels and Saints,</a:t>
            </a:r>
          </a:p>
          <a:p>
            <a:pPr>
              <a:spcAft>
                <a:spcPts val="500"/>
              </a:spcAft>
              <a:defRPr sz="1900" b="0" i="0">
                <a:solidFill>
                  <a:srgbClr val="FAF8F4"/>
                </a:solidFill>
                <a:latin typeface="Calibri"/>
              </a:defRPr>
            </a:pPr>
            <a:r>
              <a:t>and you, my brothers and sisters,</a:t>
            </a:r>
          </a:p>
          <a:p>
            <a:pPr>
              <a:spcAft>
                <a:spcPts val="500"/>
              </a:spcAft>
              <a:defRPr sz="1900" b="0" i="0">
                <a:solidFill>
                  <a:srgbClr val="FAF8F4"/>
                </a:solidFill>
                <a:latin typeface="Calibri"/>
              </a:defRPr>
            </a:pPr>
            <a:r>
              <a:t>to pray for me to the Lord our God.</a:t>
            </a:r>
          </a:p>
          <a:p>
            <a:pPr>
              <a:spcAft>
                <a:spcPts val="500"/>
              </a:spcAft>
              <a:defRPr sz="2000" b="1" i="0">
                <a:solidFill>
                  <a:srgbClr val="FFDA91"/>
                </a:solidFill>
                <a:latin typeface="Calibri"/>
              </a:defRPr>
            </a:pPr>
            <a:r>
              <a:t>May almighty God have mercy on us, forgive us our sins, and bring us to everlasting life.</a:t>
            </a:r>
          </a:p>
          <a:p>
            <a:pPr>
              <a:spcAft>
                <a:spcPts val="500"/>
              </a:spcAft>
              <a:defRPr sz="2000" b="1" i="0">
                <a:solidFill>
                  <a:srgbClr val="FAF8F4"/>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Penitential 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Lord, have mercy.</a:t>
            </a:r>
          </a:p>
          <a:p>
            <a:pPr>
              <a:spcAft>
                <a:spcPts val="500"/>
              </a:spcAft>
              <a:defRPr sz="2000" b="1" i="0">
                <a:solidFill>
                  <a:srgbClr val="FAF8F4"/>
                </a:solidFill>
                <a:latin typeface="Calibri"/>
              </a:defRPr>
            </a:pPr>
            <a:r>
              <a:t>Lord, have mercy.</a:t>
            </a:r>
          </a:p>
          <a:p>
            <a:pPr>
              <a:spcAft>
                <a:spcPts val="500"/>
              </a:spcAft>
              <a:defRPr sz="2000" b="1" i="0">
                <a:solidFill>
                  <a:srgbClr val="FAF8F4"/>
                </a:solidFill>
                <a:latin typeface="Calibri"/>
              </a:defRPr>
            </a:pPr>
            <a:r>
              <a:t>Christ, have mercy.</a:t>
            </a:r>
          </a:p>
          <a:p>
            <a:pPr>
              <a:spcAft>
                <a:spcPts val="500"/>
              </a:spcAft>
              <a:defRPr sz="2000" b="1" i="0">
                <a:solidFill>
                  <a:srgbClr val="FAF8F4"/>
                </a:solidFill>
                <a:latin typeface="Calibri"/>
              </a:defRPr>
            </a:pPr>
            <a:r>
              <a:t>Christ, have mercy.</a:t>
            </a:r>
          </a:p>
          <a:p>
            <a:pPr>
              <a:spcAft>
                <a:spcPts val="500"/>
              </a:spcAft>
              <a:defRPr sz="2000" b="1" i="0">
                <a:solidFill>
                  <a:srgbClr val="FAF8F4"/>
                </a:solidFill>
                <a:latin typeface="Calibri"/>
              </a:defRPr>
            </a:pPr>
            <a:r>
              <a:t>Lord, have mercy.</a:t>
            </a:r>
          </a:p>
          <a:p>
            <a:pPr>
              <a:spcAft>
                <a:spcPts val="500"/>
              </a:spcAft>
              <a:defRPr sz="2000" b="1" i="0">
                <a:solidFill>
                  <a:srgbClr val="FAF8F4"/>
                </a:solidFill>
                <a:latin typeface="Calibri"/>
              </a:defRPr>
            </a:pPr>
            <a:r>
              <a:t>Lord, have mercy.</a:t>
            </a:r>
          </a:p>
          <a:p>
            <a:pPr>
              <a:spcAft>
                <a:spcPts val="500"/>
              </a:spcAft>
              <a:defRPr sz="1500" b="0" i="1">
                <a:solidFill>
                  <a:srgbClr val="FFDA91"/>
                </a:solidFill>
                <a:latin typeface="Calibri"/>
              </a:defRPr>
            </a:pPr>
            <a:r>
              <a:t>This acclamation may also be sung, or the invocations from the Missal or approved pastoral practice may be used in full.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Glory to God in the highest,</a:t>
            </a:r>
          </a:p>
          <a:p>
            <a:pPr>
              <a:spcAft>
                <a:spcPts val="500"/>
              </a:spcAft>
              <a:defRPr sz="1900" b="0" i="0">
                <a:solidFill>
                  <a:srgbClr val="FAF8F4"/>
                </a:solidFill>
                <a:latin typeface="Calibri"/>
              </a:defRPr>
            </a:pPr>
            <a:r>
              <a:t>and on earth peace to people of good will.</a:t>
            </a:r>
          </a:p>
          <a:p>
            <a:pPr>
              <a:spcAft>
                <a:spcPts val="500"/>
              </a:spcAft>
              <a:defRPr sz="1900" b="0" i="0">
                <a:solidFill>
                  <a:srgbClr val="FAF8F4"/>
                </a:solidFill>
                <a:latin typeface="Calibri"/>
              </a:defRPr>
            </a:pPr>
            <a:r>
              <a:t>We praise you, we bless you, we adore you,</a:t>
            </a:r>
          </a:p>
          <a:p>
            <a:pPr>
              <a:spcAft>
                <a:spcPts val="500"/>
              </a:spcAft>
              <a:defRPr sz="1900" b="0" i="0">
                <a:solidFill>
                  <a:srgbClr val="FAF8F4"/>
                </a:solidFill>
                <a:latin typeface="Calibri"/>
              </a:defRPr>
            </a:pPr>
            <a:r>
              <a:t>we glorify you, we give you thanks</a:t>
            </a:r>
          </a:p>
          <a:p>
            <a:pPr>
              <a:spcAft>
                <a:spcPts val="500"/>
              </a:spcAft>
              <a:defRPr sz="1900" b="0" i="0">
                <a:solidFill>
                  <a:srgbClr val="FAF8F4"/>
                </a:solidFill>
                <a:latin typeface="Calibri"/>
              </a:defRPr>
            </a:pPr>
            <a:r>
              <a:t>for your great glory,</a:t>
            </a:r>
          </a:p>
          <a:p>
            <a:pPr>
              <a:spcAft>
                <a:spcPts val="500"/>
              </a:spcAft>
              <a:defRPr sz="1900" b="0" i="0">
                <a:solidFill>
                  <a:srgbClr val="FAF8F4"/>
                </a:solidFill>
                <a:latin typeface="Calibri"/>
              </a:defRPr>
            </a:pPr>
            <a:r>
              <a:t>Lord God, heavenly King, O God, almighty Father.</a:t>
            </a:r>
          </a:p>
          <a:p>
            <a:pPr>
              <a:spcAft>
                <a:spcPts val="500"/>
              </a:spcAft>
              <a:defRPr sz="1900" b="0" i="0">
                <a:solidFill>
                  <a:srgbClr val="FAF8F4"/>
                </a:solidFill>
                <a:latin typeface="Calibri"/>
              </a:defRPr>
            </a:pPr>
            <a:r>
              <a:t>Lord Jesus Christ, Only Begotten Son,</a:t>
            </a:r>
          </a:p>
          <a:p>
            <a:pPr>
              <a:spcAft>
                <a:spcPts val="500"/>
              </a:spcAft>
              <a:defRPr sz="1900" b="0" i="0">
                <a:solidFill>
                  <a:srgbClr val="FAF8F4"/>
                </a:solidFill>
                <a:latin typeface="Calibri"/>
              </a:defRPr>
            </a:pPr>
            <a:r>
              <a:t>Lord God, Lamb of God, Son of the Father,</a:t>
            </a:r>
          </a:p>
          <a:p>
            <a:pPr>
              <a:spcAft>
                <a:spcPts val="500"/>
              </a:spcAft>
              <a:defRPr sz="1900" b="0" i="0">
                <a:solidFill>
                  <a:srgbClr val="FAF8F4"/>
                </a:solidFill>
                <a:latin typeface="Calibri"/>
              </a:defRPr>
            </a:pPr>
            <a:r>
              <a:t>you take away the sins of the world, have mercy on us;</a:t>
            </a:r>
          </a:p>
          <a:p>
            <a:pPr>
              <a:spcAft>
                <a:spcPts val="500"/>
              </a:spcAft>
              <a:defRPr sz="1900" b="0" i="0">
                <a:solidFill>
                  <a:srgbClr val="FAF8F4"/>
                </a:solidFill>
                <a:latin typeface="Calibri"/>
              </a:defRPr>
            </a:pPr>
            <a:r>
              <a:t>you take away the sins of the world, receive our prayer;</a:t>
            </a:r>
          </a:p>
          <a:p>
            <a:pPr>
              <a:spcAft>
                <a:spcPts val="500"/>
              </a:spcAft>
              <a:defRPr sz="1900" b="0" i="0">
                <a:solidFill>
                  <a:srgbClr val="FAF8F4"/>
                </a:solidFill>
                <a:latin typeface="Calibri"/>
              </a:defRPr>
            </a:pPr>
            <a:r>
              <a:t>you are seated at the right hand of the Father, have mercy on us.</a:t>
            </a:r>
          </a:p>
          <a:p>
            <a:pPr>
              <a:spcAft>
                <a:spcPts val="500"/>
              </a:spcAft>
              <a:defRPr sz="1900" b="0" i="0">
                <a:solidFill>
                  <a:srgbClr val="FAF8F4"/>
                </a:solidFill>
                <a:latin typeface="Calibri"/>
              </a:defRPr>
            </a:pPr>
            <a:r>
              <a:t>For you alone are the Holy One,</a:t>
            </a:r>
          </a:p>
          <a:p>
            <a:pPr>
              <a:spcAft>
                <a:spcPts val="500"/>
              </a:spcAft>
              <a:defRPr sz="1900" b="0" i="0">
                <a:solidFill>
                  <a:srgbClr val="FAF8F4"/>
                </a:solidFill>
                <a:latin typeface="Calibri"/>
              </a:defRPr>
            </a:pPr>
            <a:r>
              <a:t>you alone are the Lord,</a:t>
            </a:r>
          </a:p>
          <a:p>
            <a:pPr>
              <a:spcAft>
                <a:spcPts val="500"/>
              </a:spcAft>
              <a:defRPr sz="1900" b="0" i="0">
                <a:solidFill>
                  <a:srgbClr val="FAF8F4"/>
                </a:solidFill>
                <a:latin typeface="Calibri"/>
              </a:defRPr>
            </a:pPr>
            <a:r>
              <a:t>you alone are the Most High,</a:t>
            </a:r>
          </a:p>
          <a:p>
            <a:pPr>
              <a:spcAft>
                <a:spcPts val="500"/>
              </a:spcAft>
              <a:defRPr sz="1900" b="0" i="0">
                <a:solidFill>
                  <a:srgbClr val="FAF8F4"/>
                </a:solidFill>
                <a:latin typeface="Calibri"/>
              </a:defRPr>
            </a:pPr>
            <a:r>
              <a:t>Jesus Christ,</a:t>
            </a:r>
          </a:p>
          <a:p>
            <a:pPr>
              <a:spcAft>
                <a:spcPts val="500"/>
              </a:spcAft>
              <a:defRPr sz="1900" b="0" i="0">
                <a:solidFill>
                  <a:srgbClr val="FAF8F4"/>
                </a:solidFill>
                <a:latin typeface="Calibri"/>
              </a:defRPr>
            </a:pPr>
            <a:r>
              <a:t>with the Holy Spirit,</a:t>
            </a:r>
          </a:p>
          <a:p>
            <a:pPr>
              <a:spcAft>
                <a:spcPts val="500"/>
              </a:spcAft>
              <a:defRPr sz="1900" b="0" i="0">
                <a:solidFill>
                  <a:srgbClr val="FAF8F4"/>
                </a:solidFill>
                <a:latin typeface="Calibri"/>
              </a:defRPr>
            </a:pPr>
            <a:r>
              <a:t>in the glory of God the Father.</a:t>
            </a:r>
          </a:p>
          <a:p>
            <a:pPr>
              <a:spcAft>
                <a:spcPts val="500"/>
              </a:spcAft>
              <a:defRPr sz="1900" b="0" i="0">
                <a:solidFill>
                  <a:srgbClr val="FAF8F4"/>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Gloria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Let us pray.</a:t>
            </a:r>
          </a:p>
          <a:p>
            <a:pPr>
              <a:spcAft>
                <a:spcPts val="500"/>
              </a:spcAft>
              <a:defRPr sz="1500" b="0" i="1">
                <a:solidFill>
                  <a:srgbClr val="FFDA91"/>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spcAft>
                <a:spcPts val="500"/>
              </a:spcAft>
              <a:defRPr sz="2000" b="1" i="0">
                <a:solidFill>
                  <a:srgbClr val="FAF8F4"/>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LITURGY OF</a:t>
            </a:r>
            <a:br/>
            <a:r>
              <a:t>THE WORD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FIRST</a:t>
            </a:r>
            <a:br/>
            <a:r>
              <a:t>READING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First Reading Title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FFDA91"/>
                </a:solidFill>
                <a:latin typeface="Calibri"/>
              </a:defRPr>
            </a:pPr>
            <a:r>
              <a:t>Liturgy of the Word</a:t>
            </a:r>
          </a:p>
          <a:p>
            <a:pPr>
              <a:defRPr sz="1600" b="0" i="0">
                <a:solidFill>
                  <a:srgbClr val="BCBAC6"/>
                </a:solidFill>
                <a:latin typeface="Calibri"/>
              </a:defRPr>
            </a:pPr>
            <a:r>
              <a:t>First Reading (Acts 2:1-11)</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Acts 2:1-11</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RESPONSORIAL</a:t>
            </a:r>
            <a:br/>
            <a:r>
              <a:t>PSALM</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Responsorial Psalm Title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FFDA91"/>
                </a:solidFill>
                <a:latin typeface="Calibri"/>
              </a:defRPr>
            </a:pPr>
            <a:r>
              <a:t>Liturgy of the Word</a:t>
            </a:r>
          </a:p>
          <a:p>
            <a:pPr>
              <a:defRPr sz="1600" b="0" i="0">
                <a:solidFill>
                  <a:srgbClr val="BCBAC6"/>
                </a:solidFill>
                <a:latin typeface="Calibri"/>
              </a:defRPr>
            </a:pPr>
            <a:r>
              <a:t>Responsorial Psalm (Psalm 104:1, 24, 29-30, 31, 34)</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Psalm 104:1, 24, 29-30, 31, 34</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SECOND</a:t>
            </a:r>
            <a:br/>
            <a:r>
              <a:t>READING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Second Reading Title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FFDA91"/>
                </a:solidFill>
                <a:latin typeface="Calibri"/>
              </a:defRPr>
            </a:pPr>
            <a:r>
              <a:t>Liturgy of the Word</a:t>
            </a:r>
          </a:p>
          <a:p>
            <a:pPr>
              <a:defRPr sz="1600" b="0" i="0">
                <a:solidFill>
                  <a:srgbClr val="BCBAC6"/>
                </a:solidFill>
                <a:latin typeface="Calibri"/>
              </a:defRPr>
            </a:pPr>
            <a:r>
              <a:t>Second Reading (1 Corinthians 12:3b-7, 12-13)</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1 Corinthians 12:3b-7, 12-13</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ALLELUIA! ALLELUIA! ALLELUIA! ALLELUIA!</a:t>
            </a:r>
          </a:p>
          <a:p>
            <a:pPr>
              <a:spcAft>
                <a:spcPts val="500"/>
              </a:spcAft>
              <a:defRPr sz="1500" b="0" i="1">
                <a:solidFill>
                  <a:srgbClr val="FFDA91"/>
                </a:solidFill>
                <a:latin typeface="Calibri"/>
              </a:defRPr>
            </a:pPr>
            <a:r>
              <a:t>Sing the verse of the Gospel Acclamation given in the Lectionary for this Mass in full, not shortened.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Lord be with you.</a:t>
            </a:r>
          </a:p>
          <a:p>
            <a:pPr>
              <a:spcAft>
                <a:spcPts val="500"/>
              </a:spcAft>
              <a:defRPr sz="2000" b="1" i="0">
                <a:solidFill>
                  <a:srgbClr val="FAF8F4"/>
                </a:solidFill>
                <a:latin typeface="Calibri"/>
              </a:defRPr>
            </a:pPr>
            <a:r>
              <a:t>And with your spirit.</a:t>
            </a:r>
          </a:p>
          <a:p>
            <a:pPr>
              <a:spcAft>
                <a:spcPts val="500"/>
              </a:spcAft>
              <a:defRPr sz="1500" b="0" i="1">
                <a:solidFill>
                  <a:srgbClr val="FFDA91"/>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Aft>
                <a:spcPts val="500"/>
              </a:spcAft>
              <a:defRPr sz="2000" b="1" i="0">
                <a:solidFill>
                  <a:srgbClr val="FAF8F4"/>
                </a:solidFill>
                <a:latin typeface="Calibri"/>
              </a:defRPr>
            </a:pPr>
            <a:r>
              <a:t>Glory to you, O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John 20:19-23</a:t>
            </a:r>
          </a:p>
          <a:p>
            <a:pPr>
              <a:spcAft>
                <a:spcPts val="500"/>
              </a:spcAft>
              <a:defRPr sz="1500" b="0" i="1">
                <a:solidFill>
                  <a:srgbClr val="FFDA91"/>
                </a:solidFill>
                <a:latin typeface="Calibri"/>
              </a:defRPr>
            </a:pPr>
          </a:p>
          <a:p>
            <a:pPr>
              <a:spcAft>
                <a:spcPts val="500"/>
              </a:spcAft>
              <a:defRPr sz="2000" b="1" i="0">
                <a:solidFill>
                  <a:srgbClr val="FAF8F4"/>
                </a:solidFill>
                <a:latin typeface="Calibri"/>
              </a:defRPr>
            </a:pPr>
            <a:r>
              <a:t>“Receive the Holy Spirit!”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FFDA91"/>
                </a:solidFill>
                <a:latin typeface="Calibri"/>
              </a:defRPr>
            </a:pPr>
            <a:r>
              <a:t>Gospel</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John 20:19-23</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When therefore it was evening, on that day, the first day of the week, and when the doors were locked where the disciples were assembled, for fear of the Jews, Jesus came and stood in the middle, and said to them, “Peace be to you.” When he had said this, he showed them his hands and his side. The disciples therefore were glad when they saw the Lord. Jesus therefore said to them again, “Peace be to you. As the Father has sent me, even so I send you.” When he had said this, he breathed on them, and said to them, “Receive the Holy Spirit! If you forgive anyone’s sins, they have been forgiven them. If you retain anyone’s sins, they have been retained.”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Gospel of the Lord.</a:t>
            </a:r>
          </a:p>
          <a:p>
            <a:pPr>
              <a:spcAft>
                <a:spcPts val="500"/>
              </a:spcAft>
              <a:defRPr sz="2000" b="1" i="0">
                <a:solidFill>
                  <a:srgbClr val="FAF8F4"/>
                </a:solidFill>
                <a:latin typeface="Calibri"/>
              </a:defRPr>
            </a:pPr>
            <a:r>
              <a:t>Praise to you, Lord Jesus Christ.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Time for the homily — Father will now preach.</a:t>
            </a:r>
          </a:p>
          <a:p>
            <a:pPr>
              <a:spcAft>
                <a:spcPts val="500"/>
              </a:spcAft>
              <a:defRPr sz="1500" b="0" i="1">
                <a:solidFill>
                  <a:srgbClr val="FFDA91"/>
                </a:solidFill>
                <a:latin typeface="Calibri"/>
              </a:defRPr>
            </a:pPr>
            <a:r>
              <a:t>Commentator may introduce the theme.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Homily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20:19-23)</a:t>
            </a:r>
          </a:p>
          <a:p>
            <a:pPr>
              <a:spcAft>
                <a:spcPts val="300"/>
              </a:spcAft>
              <a:defRPr sz="2100" b="0" i="0">
                <a:solidFill>
                  <a:srgbClr val="FAF8F4"/>
                </a:solidFill>
                <a:latin typeface="Calibri"/>
              </a:defRPr>
            </a:pPr>
            <a:r>
              <a:t>“Receive the Holy Spirit!”</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2026-05-24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I believe in one God,</a:t>
            </a:r>
          </a:p>
          <a:p>
            <a:pPr>
              <a:spcAft>
                <a:spcPts val="500"/>
              </a:spcAft>
              <a:defRPr sz="1900" b="0" i="0">
                <a:solidFill>
                  <a:srgbClr val="FAF8F4"/>
                </a:solidFill>
                <a:latin typeface="Calibri"/>
              </a:defRPr>
            </a:pPr>
            <a:r>
              <a:t>the Father almighty,</a:t>
            </a:r>
          </a:p>
          <a:p>
            <a:pPr>
              <a:spcAft>
                <a:spcPts val="500"/>
              </a:spcAft>
              <a:defRPr sz="1900" b="0" i="0">
                <a:solidFill>
                  <a:srgbClr val="FAF8F4"/>
                </a:solidFill>
                <a:latin typeface="Calibri"/>
              </a:defRPr>
            </a:pPr>
            <a:r>
              <a:t>maker of heaven and earth,</a:t>
            </a:r>
          </a:p>
          <a:p>
            <a:pPr>
              <a:spcAft>
                <a:spcPts val="500"/>
              </a:spcAft>
              <a:defRPr sz="1900" b="0" i="0">
                <a:solidFill>
                  <a:srgbClr val="FAF8F4"/>
                </a:solidFill>
                <a:latin typeface="Calibri"/>
              </a:defRPr>
            </a:pPr>
            <a:r>
              <a:t>of all things visible and invisible.</a:t>
            </a:r>
          </a:p>
          <a:p>
            <a:pPr>
              <a:spcAft>
                <a:spcPts val="500"/>
              </a:spcAft>
              <a:defRPr sz="1900" b="0" i="0">
                <a:solidFill>
                  <a:srgbClr val="FAF8F4"/>
                </a:solidFill>
                <a:latin typeface="Calibri"/>
              </a:defRPr>
            </a:pPr>
            <a:r>
              <a:t>I believe in one Lord Jesus Christ,</a:t>
            </a:r>
          </a:p>
          <a:p>
            <a:pPr>
              <a:spcAft>
                <a:spcPts val="500"/>
              </a:spcAft>
              <a:defRPr sz="1900" b="0" i="0">
                <a:solidFill>
                  <a:srgbClr val="FAF8F4"/>
                </a:solidFill>
                <a:latin typeface="Calibri"/>
              </a:defRPr>
            </a:pPr>
            <a:r>
              <a:t>the Only Begotten Son of God,</a:t>
            </a:r>
          </a:p>
          <a:p>
            <a:pPr>
              <a:spcAft>
                <a:spcPts val="500"/>
              </a:spcAft>
              <a:defRPr sz="1900" b="0" i="0">
                <a:solidFill>
                  <a:srgbClr val="FAF8F4"/>
                </a:solidFill>
                <a:latin typeface="Calibri"/>
              </a:defRPr>
            </a:pPr>
            <a:r>
              <a:t>born of the Father before all ages.</a:t>
            </a:r>
          </a:p>
          <a:p>
            <a:pPr>
              <a:spcAft>
                <a:spcPts val="500"/>
              </a:spcAft>
              <a:defRPr sz="1900" b="0" i="0">
                <a:solidFill>
                  <a:srgbClr val="FAF8F4"/>
                </a:solidFill>
                <a:latin typeface="Calibri"/>
              </a:defRPr>
            </a:pPr>
            <a:r>
              <a:t>God from God, Light from Light,</a:t>
            </a:r>
          </a:p>
          <a:p>
            <a:pPr>
              <a:spcAft>
                <a:spcPts val="500"/>
              </a:spcAft>
              <a:defRPr sz="1900" b="0" i="0">
                <a:solidFill>
                  <a:srgbClr val="FAF8F4"/>
                </a:solidFill>
                <a:latin typeface="Calibri"/>
              </a:defRPr>
            </a:pPr>
            <a:r>
              <a:t>true God from true God,</a:t>
            </a:r>
          </a:p>
          <a:p>
            <a:pPr>
              <a:spcAft>
                <a:spcPts val="500"/>
              </a:spcAft>
              <a:defRPr sz="1900" b="0" i="0">
                <a:solidFill>
                  <a:srgbClr val="FAF8F4"/>
                </a:solidFill>
                <a:latin typeface="Calibri"/>
              </a:defRPr>
            </a:pPr>
            <a:r>
              <a:t>begotten, not made, consubstantial with the Father;</a:t>
            </a:r>
          </a:p>
          <a:p>
            <a:pPr>
              <a:spcAft>
                <a:spcPts val="500"/>
              </a:spcAft>
              <a:defRPr sz="1900" b="0" i="0">
                <a:solidFill>
                  <a:srgbClr val="FAF8F4"/>
                </a:solidFill>
                <a:latin typeface="Calibri"/>
              </a:defRPr>
            </a:pPr>
            <a:r>
              <a:t>through him all things were made.</a:t>
            </a:r>
          </a:p>
          <a:p>
            <a:pPr>
              <a:spcAft>
                <a:spcPts val="500"/>
              </a:spcAft>
              <a:defRPr sz="1900" b="0" i="0">
                <a:solidFill>
                  <a:srgbClr val="FAF8F4"/>
                </a:solidFill>
                <a:latin typeface="Calibri"/>
              </a:defRPr>
            </a:pPr>
            <a:r>
              <a:t>For us men and for our salvation</a:t>
            </a:r>
          </a:p>
          <a:p>
            <a:pPr>
              <a:spcAft>
                <a:spcPts val="500"/>
              </a:spcAft>
              <a:defRPr sz="1900" b="0" i="0">
                <a:solidFill>
                  <a:srgbClr val="FAF8F4"/>
                </a:solidFill>
                <a:latin typeface="Calibri"/>
              </a:defRPr>
            </a:pPr>
            <a:r>
              <a:t>he came down from heaven,</a:t>
            </a:r>
          </a:p>
          <a:p>
            <a:pPr>
              <a:spcAft>
                <a:spcPts val="500"/>
              </a:spcAft>
              <a:defRPr sz="1900" b="0" i="0">
                <a:solidFill>
                  <a:srgbClr val="FAF8F4"/>
                </a:solidFill>
                <a:latin typeface="Calibri"/>
              </a:defRPr>
            </a:pPr>
            <a:r>
              <a:t>and by the Holy Spirit was incarnate of the Virgin Mary,</a:t>
            </a:r>
          </a:p>
          <a:p>
            <a:pPr>
              <a:spcAft>
                <a:spcPts val="500"/>
              </a:spcAft>
              <a:defRPr sz="1900" b="0" i="0">
                <a:solidFill>
                  <a:srgbClr val="FAF8F4"/>
                </a:solidFill>
                <a:latin typeface="Calibri"/>
              </a:defRPr>
            </a:pPr>
            <a:r>
              <a:t>and became man.</a:t>
            </a:r>
          </a:p>
          <a:p>
            <a:pPr>
              <a:spcAft>
                <a:spcPts val="500"/>
              </a:spcAft>
              <a:defRPr sz="1900" b="0" i="0">
                <a:solidFill>
                  <a:srgbClr val="FAF8F4"/>
                </a:solidFill>
                <a:latin typeface="Calibri"/>
              </a:defRPr>
            </a:pPr>
            <a:r>
              <a:t>For our sake he was crucified under Pontius Pilate,</a:t>
            </a:r>
          </a:p>
          <a:p>
            <a:pPr>
              <a:spcAft>
                <a:spcPts val="500"/>
              </a:spcAft>
              <a:defRPr sz="1900" b="0" i="0">
                <a:solidFill>
                  <a:srgbClr val="FAF8F4"/>
                </a:solidFill>
                <a:latin typeface="Calibri"/>
              </a:defRPr>
            </a:pPr>
            <a:r>
              <a:t>he suffered death and was buried,</a:t>
            </a:r>
          </a:p>
          <a:p>
            <a:pPr>
              <a:spcAft>
                <a:spcPts val="500"/>
              </a:spcAft>
              <a:defRPr sz="1900" b="0" i="0">
                <a:solidFill>
                  <a:srgbClr val="FAF8F4"/>
                </a:solidFill>
                <a:latin typeface="Calibri"/>
              </a:defRPr>
            </a:pPr>
            <a:r>
              <a:t>and rose again on the third day</a:t>
            </a:r>
          </a:p>
          <a:p>
            <a:pPr>
              <a:spcAft>
                <a:spcPts val="500"/>
              </a:spcAft>
              <a:defRPr sz="1900" b="0" i="0">
                <a:solidFill>
                  <a:srgbClr val="FAF8F4"/>
                </a:solidFill>
                <a:latin typeface="Calibri"/>
              </a:defRPr>
            </a:pPr>
            <a:r>
              <a:t>in accordance with the Scriptures.</a:t>
            </a:r>
          </a:p>
          <a:p>
            <a:pPr>
              <a:spcAft>
                <a:spcPts val="500"/>
              </a:spcAft>
              <a:defRPr sz="1900" b="0" i="0">
                <a:solidFill>
                  <a:srgbClr val="FAF8F4"/>
                </a:solidFill>
                <a:latin typeface="Calibri"/>
              </a:defRPr>
            </a:pPr>
            <a:r>
              <a:t>He ascended into heaven</a:t>
            </a:r>
          </a:p>
          <a:p>
            <a:pPr>
              <a:spcAft>
                <a:spcPts val="500"/>
              </a:spcAft>
              <a:defRPr sz="1900" b="0" i="0">
                <a:solidFill>
                  <a:srgbClr val="FAF8F4"/>
                </a:solidFill>
                <a:latin typeface="Calibri"/>
              </a:defRPr>
            </a:pPr>
            <a:r>
              <a:t>and is seated at the right hand of the Father.</a:t>
            </a:r>
          </a:p>
          <a:p>
            <a:pPr>
              <a:spcAft>
                <a:spcPts val="500"/>
              </a:spcAft>
              <a:defRPr sz="1900" b="0" i="0">
                <a:solidFill>
                  <a:srgbClr val="FAF8F4"/>
                </a:solidFill>
                <a:latin typeface="Calibri"/>
              </a:defRPr>
            </a:pPr>
            <a:r>
              <a:t>He will come again in glory</a:t>
            </a:r>
          </a:p>
          <a:p>
            <a:pPr>
              <a:spcAft>
                <a:spcPts val="500"/>
              </a:spcAft>
              <a:defRPr sz="1900" b="0" i="0">
                <a:solidFill>
                  <a:srgbClr val="FAF8F4"/>
                </a:solidFill>
                <a:latin typeface="Calibri"/>
              </a:defRPr>
            </a:pPr>
            <a:r>
              <a:t>to judge the living and the dead</a:t>
            </a:r>
          </a:p>
          <a:p>
            <a:pPr>
              <a:spcAft>
                <a:spcPts val="500"/>
              </a:spcAft>
              <a:defRPr sz="1900" b="0" i="0">
                <a:solidFill>
                  <a:srgbClr val="FAF8F4"/>
                </a:solidFill>
                <a:latin typeface="Calibri"/>
              </a:defRPr>
            </a:pPr>
            <a:r>
              <a:t>and his kingdom will have no end.</a:t>
            </a:r>
          </a:p>
          <a:p>
            <a:pPr>
              <a:spcAft>
                <a:spcPts val="500"/>
              </a:spcAft>
              <a:defRPr sz="1900" b="0" i="0">
                <a:solidFill>
                  <a:srgbClr val="FAF8F4"/>
                </a:solidFill>
                <a:latin typeface="Calibri"/>
              </a:defRPr>
            </a:pPr>
            <a:r>
              <a:t>I believe in the Holy Spirit, the Lord, the giver of life,</a:t>
            </a:r>
          </a:p>
          <a:p>
            <a:pPr>
              <a:spcAft>
                <a:spcPts val="500"/>
              </a:spcAft>
              <a:defRPr sz="1900" b="0" i="0">
                <a:solidFill>
                  <a:srgbClr val="FAF8F4"/>
                </a:solidFill>
                <a:latin typeface="Calibri"/>
              </a:defRPr>
            </a:pPr>
            <a:r>
              <a:t>who proceeds from the Father and the Son,</a:t>
            </a:r>
          </a:p>
          <a:p>
            <a:pPr>
              <a:spcAft>
                <a:spcPts val="500"/>
              </a:spcAft>
              <a:defRPr sz="1900" b="0" i="0">
                <a:solidFill>
                  <a:srgbClr val="FAF8F4"/>
                </a:solidFill>
                <a:latin typeface="Calibri"/>
              </a:defRPr>
            </a:pPr>
            <a:r>
              <a:t>who with the Father and the Son is adored and glorified,</a:t>
            </a:r>
          </a:p>
          <a:p>
            <a:pPr>
              <a:spcAft>
                <a:spcPts val="500"/>
              </a:spcAft>
              <a:defRPr sz="1900" b="0" i="0">
                <a:solidFill>
                  <a:srgbClr val="FAF8F4"/>
                </a:solidFill>
                <a:latin typeface="Calibri"/>
              </a:defRPr>
            </a:pPr>
            <a:r>
              <a:t>who has spoken through the prophets.</a:t>
            </a:r>
          </a:p>
          <a:p>
            <a:pPr>
              <a:spcAft>
                <a:spcPts val="500"/>
              </a:spcAft>
              <a:defRPr sz="1900" b="0" i="0">
                <a:solidFill>
                  <a:srgbClr val="FAF8F4"/>
                </a:solidFill>
                <a:latin typeface="Calibri"/>
              </a:defRPr>
            </a:pPr>
            <a:r>
              <a:t>I believe in one, holy, catholic and apostolic Church.</a:t>
            </a:r>
          </a:p>
          <a:p>
            <a:pPr>
              <a:spcAft>
                <a:spcPts val="500"/>
              </a:spcAft>
              <a:defRPr sz="1900" b="0" i="0">
                <a:solidFill>
                  <a:srgbClr val="FAF8F4"/>
                </a:solidFill>
                <a:latin typeface="Calibri"/>
              </a:defRPr>
            </a:pPr>
            <a:r>
              <a:t>I confess one Baptism for the forgiveness of sins</a:t>
            </a:r>
          </a:p>
          <a:p>
            <a:pPr>
              <a:spcAft>
                <a:spcPts val="500"/>
              </a:spcAft>
              <a:defRPr sz="1900" b="0" i="0">
                <a:solidFill>
                  <a:srgbClr val="FAF8F4"/>
                </a:solidFill>
                <a:latin typeface="Calibri"/>
              </a:defRPr>
            </a:pPr>
            <a:r>
              <a:t>and I look forward to the resurrection of the dead</a:t>
            </a:r>
          </a:p>
          <a:p>
            <a:pPr>
              <a:spcAft>
                <a:spcPts val="500"/>
              </a:spcAft>
              <a:defRPr sz="1900" b="0" i="0">
                <a:solidFill>
                  <a:srgbClr val="FAF8F4"/>
                </a:solidFill>
                <a:latin typeface="Calibri"/>
              </a:defRPr>
            </a:pPr>
            <a:r>
              <a:t>and the life of the world to come.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Nicene Creed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20:19-23)</a:t>
            </a:r>
          </a:p>
          <a:p>
            <a:pPr>
              <a:spcAft>
                <a:spcPts val="300"/>
              </a:spcAft>
              <a:defRPr sz="2100" b="0" i="0">
                <a:solidFill>
                  <a:srgbClr val="FAF8F4"/>
                </a:solidFill>
                <a:latin typeface="Calibri"/>
              </a:defRPr>
            </a:pPr>
            <a:r>
              <a:t>“Receive the Holy Spirit!”</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2026-05-24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The Universal Prayer is led so that each petition is spoken in full and each response by the people is sung or said in full (for example, “Lord, hear our prayer”), never abbreviated.</a:t>
            </a:r>
          </a:p>
          <a:p>
            <a:pPr>
              <a:spcAft>
                <a:spcPts val="500"/>
              </a:spcAft>
              <a:defRPr sz="2000" b="1" i="0">
                <a:solidFill>
                  <a:srgbClr val="FFDA91"/>
                </a:solidFill>
                <a:latin typeface="Calibri"/>
              </a:defRPr>
            </a:pPr>
            <a:r>
              <a:t>For the holy Church of God throughout the world, that the Lord may guard her and grant her peace and unity according to his will: let us pray to the Lord.</a:t>
            </a:r>
          </a:p>
          <a:p>
            <a:pPr>
              <a:spcAft>
                <a:spcPts val="500"/>
              </a:spcAft>
              <a:defRPr sz="2000" b="1" i="0">
                <a:solidFill>
                  <a:srgbClr val="FAF8F4"/>
                </a:solidFill>
                <a:latin typeface="Calibri"/>
              </a:defRPr>
            </a:pPr>
            <a:r>
              <a:t>Lord, hear our prayer.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Prayer of the Faithful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Priest concludes the Prayer of the Faithful with a prayer in full, for example:</a:t>
            </a:r>
          </a:p>
          <a:p>
            <a:pPr>
              <a:spcAft>
                <a:spcPts val="500"/>
              </a:spcAft>
              <a:defRPr sz="2000" b="1" i="0">
                <a:solidFill>
                  <a:srgbClr val="FFDA91"/>
                </a:solidFill>
                <a:latin typeface="Calibri"/>
              </a:defRPr>
            </a:pPr>
            <a:r>
              <a:t>Heavenly Father, hear the prayers of the Church, which we make through Christ our Lord.</a:t>
            </a:r>
          </a:p>
          <a:p>
            <a:pPr>
              <a:spcAft>
                <a:spcPts val="500"/>
              </a:spcAft>
              <a:defRPr sz="2000" b="1" i="0">
                <a:solidFill>
                  <a:srgbClr val="FAF8F4"/>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Prayer of the Faithful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20:19-23)</a:t>
            </a:r>
          </a:p>
          <a:p>
            <a:pPr>
              <a:spcAft>
                <a:spcPts val="300"/>
              </a:spcAft>
              <a:defRPr sz="2100" b="0" i="0">
                <a:solidFill>
                  <a:srgbClr val="FAF8F4"/>
                </a:solidFill>
                <a:latin typeface="Calibri"/>
              </a:defRPr>
            </a:pPr>
            <a:r>
              <a:t>“Receive the Holy Spirit!”</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2026-05-24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Christify</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CHRISTIFY THE GIFTS WE BRING TO YOU</a:t>
            </a:r>
          </a:p>
          <a:p>
            <a:pPr algn="ctr">
              <a:lnSpc>
                <a:spcPct val="105000"/>
              </a:lnSpc>
              <a:spcAft>
                <a:spcPts val="1000"/>
              </a:spcAft>
              <a:defRPr sz="3800" b="1" i="0">
                <a:solidFill>
                  <a:srgbClr val="FFFFFF"/>
                </a:solidFill>
                <a:latin typeface="Arial Black"/>
              </a:defRPr>
            </a:pPr>
            <a:r>
              <a:t>BOUNTY OF THE EARTH RECEIVE ANEW</a:t>
            </a:r>
          </a:p>
          <a:p>
            <a:pPr algn="ctr">
              <a:lnSpc>
                <a:spcPct val="105000"/>
              </a:lnSpc>
              <a:spcAft>
                <a:spcPts val="1000"/>
              </a:spcAft>
              <a:defRPr sz="3800" b="1" i="0">
                <a:solidFill>
                  <a:srgbClr val="FFFFFF"/>
                </a:solidFill>
                <a:latin typeface="Arial Black"/>
              </a:defRPr>
            </a:pPr>
            <a:r>
              <a:t>TAKE AND BLESS THE WORK OF OUR HANDS</a:t>
            </a:r>
          </a:p>
          <a:p>
            <a:pPr algn="ctr">
              <a:lnSpc>
                <a:spcPct val="105000"/>
              </a:lnSpc>
              <a:spcAft>
                <a:spcPts val="1000"/>
              </a:spcAft>
              <a:defRPr sz="3800" b="1" i="0">
                <a:solidFill>
                  <a:srgbClr val="FFFFFF"/>
                </a:solidFill>
                <a:latin typeface="Arial Black"/>
              </a:defRPr>
            </a:pPr>
            <a:r>
              <a:t>CHRISTIFY THESE GIFTS AT YOUR COMMAND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RAIN AND SUNSHINE, SEED AND SOIL,</a:t>
            </a:r>
          </a:p>
          <a:p>
            <a:pPr algn="ctr">
              <a:lnSpc>
                <a:spcPct val="105000"/>
              </a:lnSpc>
              <a:spcAft>
                <a:spcPts val="1000"/>
              </a:spcAft>
              <a:defRPr sz="3800" b="1" i="0">
                <a:solidFill>
                  <a:srgbClr val="FFFFFF"/>
                </a:solidFill>
                <a:latin typeface="Arial Black"/>
              </a:defRPr>
            </a:pPr>
            <a:r>
              <a:t>DRAW FROM US THIS OFFERING TOIL.</a:t>
            </a:r>
          </a:p>
          <a:p>
            <a:pPr algn="ctr">
              <a:lnSpc>
                <a:spcPct val="105000"/>
              </a:lnSpc>
              <a:spcAft>
                <a:spcPts val="1000"/>
              </a:spcAft>
              <a:defRPr sz="3800" b="1" i="0">
                <a:solidFill>
                  <a:srgbClr val="FFFFFF"/>
                </a:solidFill>
                <a:latin typeface="Arial Black"/>
              </a:defRPr>
            </a:pPr>
            <a:r>
              <a:t>MAKE US WORTHY OF YOUR NAME</a:t>
            </a:r>
          </a:p>
          <a:p>
            <a:pPr algn="ctr">
              <a:lnSpc>
                <a:spcPct val="105000"/>
              </a:lnSpc>
              <a:spcAft>
                <a:spcPts val="1000"/>
              </a:spcAft>
              <a:defRPr sz="3800" b="1" i="0">
                <a:solidFill>
                  <a:srgbClr val="FFFFFF"/>
                </a:solidFill>
                <a:latin typeface="Arial Black"/>
              </a:defRPr>
            </a:pPr>
            <a:r>
              <a:t>AS WE SHARE YOUR BREAD AND WINE.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CHRISTIFY THE GIFTS WE BRING TO YOU</a:t>
            </a:r>
          </a:p>
          <a:p>
            <a:pPr algn="ctr">
              <a:lnSpc>
                <a:spcPct val="105000"/>
              </a:lnSpc>
              <a:spcAft>
                <a:spcPts val="1000"/>
              </a:spcAft>
              <a:defRPr sz="3800" b="1" i="0">
                <a:solidFill>
                  <a:srgbClr val="FFFFFF"/>
                </a:solidFill>
                <a:latin typeface="Arial Black"/>
              </a:defRPr>
            </a:pPr>
            <a:r>
              <a:t>BOUNTY OF THE EARTH RECEIVE ANEW</a:t>
            </a:r>
          </a:p>
          <a:p>
            <a:pPr algn="ctr">
              <a:lnSpc>
                <a:spcPct val="105000"/>
              </a:lnSpc>
              <a:spcAft>
                <a:spcPts val="1000"/>
              </a:spcAft>
              <a:defRPr sz="3800" b="1" i="0">
                <a:solidFill>
                  <a:srgbClr val="FFFFFF"/>
                </a:solidFill>
                <a:latin typeface="Arial Black"/>
              </a:defRPr>
            </a:pPr>
            <a:r>
              <a:t>TAKE AND BLESS THE WORK OF OUR HANDS</a:t>
            </a:r>
          </a:p>
          <a:p>
            <a:pPr algn="ctr">
              <a:lnSpc>
                <a:spcPct val="105000"/>
              </a:lnSpc>
              <a:spcAft>
                <a:spcPts val="1000"/>
              </a:spcAft>
              <a:defRPr sz="3800" b="1" i="0">
                <a:solidFill>
                  <a:srgbClr val="FFFFFF"/>
                </a:solidFill>
                <a:latin typeface="Arial Black"/>
              </a:defRPr>
            </a:pPr>
            <a:r>
              <a:t>CHRISTIFY THESE GIFTS AT YOUR COMMAND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BLESS US THIS DAY THAT WE MAY PROVE</a:t>
            </a:r>
          </a:p>
          <a:p>
            <a:pPr algn="ctr">
              <a:lnSpc>
                <a:spcPct val="105000"/>
              </a:lnSpc>
              <a:spcAft>
                <a:spcPts val="1000"/>
              </a:spcAft>
              <a:defRPr sz="3800" b="1" i="0">
                <a:solidFill>
                  <a:srgbClr val="FFFFFF"/>
                </a:solidFill>
                <a:latin typeface="Arial Black"/>
              </a:defRPr>
            </a:pPr>
            <a:r>
              <a:t>WORTHY OF THE LIFE WE HAVE IN YOU.</a:t>
            </a:r>
          </a:p>
          <a:p>
            <a:pPr algn="ctr">
              <a:lnSpc>
                <a:spcPct val="105000"/>
              </a:lnSpc>
              <a:spcAft>
                <a:spcPts val="1000"/>
              </a:spcAft>
              <a:defRPr sz="3800" b="1" i="0">
                <a:solidFill>
                  <a:srgbClr val="FFFFFF"/>
                </a:solidFill>
                <a:latin typeface="Arial Black"/>
              </a:defRPr>
            </a:pPr>
            <a:r>
              <a:t>MAKE US YOUR LIVING BODY HERE,</a:t>
            </a:r>
          </a:p>
          <a:p>
            <a:pPr algn="ctr">
              <a:lnSpc>
                <a:spcPct val="105000"/>
              </a:lnSpc>
              <a:spcAft>
                <a:spcPts val="1000"/>
              </a:spcAft>
              <a:defRPr sz="3800" b="1" i="0">
                <a:solidFill>
                  <a:srgbClr val="FFFFFF"/>
                </a:solidFill>
                <a:latin typeface="Arial Black"/>
              </a:defRPr>
            </a:pPr>
            <a:r>
              <a:t>BRINGING YOUR LOVE TO ALL WE MEET.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CHRISTIFY THE GIFTS WE BRING TO YOU</a:t>
            </a:r>
          </a:p>
          <a:p>
            <a:pPr algn="ctr">
              <a:lnSpc>
                <a:spcPct val="105000"/>
              </a:lnSpc>
              <a:spcAft>
                <a:spcPts val="1000"/>
              </a:spcAft>
              <a:defRPr sz="3800" b="1" i="0">
                <a:solidFill>
                  <a:srgbClr val="FFFFFF"/>
                </a:solidFill>
                <a:latin typeface="Arial Black"/>
              </a:defRPr>
            </a:pPr>
            <a:r>
              <a:t>BOUNTY OF THE EARTH RECEIVE ANEW</a:t>
            </a:r>
          </a:p>
          <a:p>
            <a:pPr algn="ctr">
              <a:lnSpc>
                <a:spcPct val="105000"/>
              </a:lnSpc>
              <a:spcAft>
                <a:spcPts val="1000"/>
              </a:spcAft>
              <a:defRPr sz="3800" b="1" i="0">
                <a:solidFill>
                  <a:srgbClr val="FFFFFF"/>
                </a:solidFill>
                <a:latin typeface="Arial Black"/>
              </a:defRPr>
            </a:pPr>
            <a:r>
              <a:t>TAKE AND BLESS THE WORK OF OUR HANDS</a:t>
            </a:r>
          </a:p>
          <a:p>
            <a:pPr algn="ctr">
              <a:lnSpc>
                <a:spcPct val="105000"/>
              </a:lnSpc>
              <a:spcAft>
                <a:spcPts val="1000"/>
              </a:spcAft>
              <a:defRPr sz="3800" b="1" i="0">
                <a:solidFill>
                  <a:srgbClr val="FFFFFF"/>
                </a:solidFill>
                <a:latin typeface="Arial Black"/>
              </a:defRPr>
            </a:pPr>
            <a:r>
              <a:t>CHRISTIFY THESE GIFTS AT YOUR COMMAND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Pray, brethren, that my sacrifice and yours may be acceptable to God, the almighty Father.</a:t>
            </a:r>
          </a:p>
          <a:p>
            <a:pPr>
              <a:spcAft>
                <a:spcPts val="500"/>
              </a:spcAft>
              <a:defRPr sz="2000" b="1" i="0">
                <a:solidFill>
                  <a:srgbClr val="FAF8F4"/>
                </a:solidFill>
                <a:latin typeface="Calibri"/>
              </a:defRPr>
            </a:pPr>
            <a:r>
              <a:t>May the Lord accept the sacrifice at your hands, for the praise and glory of his name, for our good and the good of all his holy Church.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Lord be with you.</a:t>
            </a:r>
          </a:p>
          <a:p>
            <a:pPr>
              <a:spcAft>
                <a:spcPts val="500"/>
              </a:spcAft>
              <a:defRPr sz="2000" b="1" i="0">
                <a:solidFill>
                  <a:srgbClr val="FAF8F4"/>
                </a:solidFill>
                <a:latin typeface="Calibri"/>
              </a:defRPr>
            </a:pPr>
            <a:r>
              <a:t>And with your spirit.</a:t>
            </a:r>
          </a:p>
          <a:p>
            <a:pPr>
              <a:spcAft>
                <a:spcPts val="500"/>
              </a:spcAft>
              <a:defRPr sz="2000" b="1" i="0">
                <a:solidFill>
                  <a:srgbClr val="FFDA91"/>
                </a:solidFill>
                <a:latin typeface="Calibri"/>
              </a:defRPr>
            </a:pPr>
            <a:r>
              <a:t>Lift up your hearts.</a:t>
            </a:r>
          </a:p>
          <a:p>
            <a:pPr>
              <a:spcAft>
                <a:spcPts val="500"/>
              </a:spcAft>
              <a:defRPr sz="2000" b="1" i="0">
                <a:solidFill>
                  <a:srgbClr val="FAF8F4"/>
                </a:solidFill>
                <a:latin typeface="Calibri"/>
              </a:defRPr>
            </a:pPr>
            <a:r>
              <a:t>We lift them up to the Lord.</a:t>
            </a:r>
          </a:p>
          <a:p>
            <a:pPr>
              <a:spcAft>
                <a:spcPts val="500"/>
              </a:spcAft>
              <a:defRPr sz="2000" b="1" i="0">
                <a:solidFill>
                  <a:srgbClr val="FFDA91"/>
                </a:solidFill>
                <a:latin typeface="Calibri"/>
              </a:defRPr>
            </a:pPr>
            <a:r>
              <a:t>Let us give thanks to the Lord our God.</a:t>
            </a:r>
          </a:p>
          <a:p>
            <a:pPr>
              <a:spcAft>
                <a:spcPts val="500"/>
              </a:spcAft>
              <a:defRPr sz="2000" b="1" i="0">
                <a:solidFill>
                  <a:srgbClr val="FAF8F4"/>
                </a:solidFill>
                <a:latin typeface="Calibri"/>
              </a:defRPr>
            </a:pPr>
            <a:r>
              <a:t>It is right and just.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Holy, Holy, Holy Lord God of hosts.</a:t>
            </a:r>
          </a:p>
          <a:p>
            <a:pPr>
              <a:spcAft>
                <a:spcPts val="500"/>
              </a:spcAft>
              <a:defRPr sz="1900" b="0" i="0">
                <a:solidFill>
                  <a:srgbClr val="FAF8F4"/>
                </a:solidFill>
                <a:latin typeface="Calibri"/>
              </a:defRPr>
            </a:pPr>
            <a:r>
              <a:t>Heaven and earth are full of your glory.</a:t>
            </a:r>
          </a:p>
          <a:p>
            <a:pPr>
              <a:spcAft>
                <a:spcPts val="500"/>
              </a:spcAft>
              <a:defRPr sz="1900" b="0" i="0">
                <a:solidFill>
                  <a:srgbClr val="FAF8F4"/>
                </a:solidFill>
                <a:latin typeface="Calibri"/>
              </a:defRPr>
            </a:pPr>
            <a:r>
              <a:t>Hosanna in the highest.</a:t>
            </a:r>
          </a:p>
          <a:p>
            <a:pPr>
              <a:spcAft>
                <a:spcPts val="500"/>
              </a:spcAft>
              <a:defRPr sz="1900" b="0" i="0">
                <a:solidFill>
                  <a:srgbClr val="FAF8F4"/>
                </a:solidFill>
                <a:latin typeface="Calibri"/>
              </a:defRPr>
            </a:pPr>
            <a:r>
              <a:t>Blessed is he who comes in the name of the Lord.</a:t>
            </a:r>
          </a:p>
          <a:p>
            <a:pPr>
              <a:spcAft>
                <a:spcPts val="500"/>
              </a:spcAft>
              <a:defRPr sz="1900" b="0" i="0">
                <a:solidFill>
                  <a:srgbClr val="FAF8F4"/>
                </a:solidFill>
                <a:latin typeface="Calibri"/>
              </a:defRPr>
            </a:pPr>
            <a:r>
              <a:t>Hosanna in the highest.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Sanctus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We proclaim your Death, O Lord,</a:t>
            </a:r>
          </a:p>
          <a:p>
            <a:pPr>
              <a:spcAft>
                <a:spcPts val="500"/>
              </a:spcAft>
              <a:defRPr sz="1900" b="0" i="0">
                <a:solidFill>
                  <a:srgbClr val="FAF8F4"/>
                </a:solidFill>
                <a:latin typeface="Calibri"/>
              </a:defRPr>
            </a:pPr>
            <a:r>
              <a:t>and profess your Resurrection</a:t>
            </a:r>
          </a:p>
          <a:p>
            <a:pPr>
              <a:spcAft>
                <a:spcPts val="500"/>
              </a:spcAft>
              <a:defRPr sz="1900" b="0" i="0">
                <a:solidFill>
                  <a:srgbClr val="FAF8F4"/>
                </a:solidFill>
                <a:latin typeface="Calibri"/>
              </a:defRPr>
            </a:pPr>
            <a:r>
              <a:t>until you come again.</a:t>
            </a:r>
          </a:p>
          <a:p>
            <a:pPr>
              <a:spcAft>
                <a:spcPts val="500"/>
              </a:spcAft>
              <a:defRPr sz="1500" b="0" i="1">
                <a:solidFill>
                  <a:srgbClr val="FFDA91"/>
                </a:solidFill>
                <a:latin typeface="Calibri"/>
              </a:defRPr>
            </a:pPr>
            <a:r>
              <a:t>(Alternate forms may be used as approved by the Conference of Bishops.)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The Eucharistic Prayer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Amen.</a:t>
            </a:r>
          </a:p>
          <a:p>
            <a:pPr>
              <a:spcAft>
                <a:spcPts val="500"/>
              </a:spcAft>
              <a:defRPr sz="1500" b="0" i="1">
                <a:solidFill>
                  <a:srgbClr val="FFDA91"/>
                </a:solidFill>
                <a:latin typeface="Calibri"/>
              </a:defRPr>
            </a:pPr>
            <a:r>
              <a:t>The people respond “Amen” once to the doxology at the end of the Eucharistic Prayer, unless local solemn custom repeats 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Great Amen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Our Father, who art in heaven,</a:t>
            </a:r>
          </a:p>
          <a:p>
            <a:pPr>
              <a:spcAft>
                <a:spcPts val="500"/>
              </a:spcAft>
              <a:defRPr sz="1900" b="0" i="0">
                <a:solidFill>
                  <a:srgbClr val="FAF8F4"/>
                </a:solidFill>
                <a:latin typeface="Calibri"/>
              </a:defRPr>
            </a:pPr>
            <a:r>
              <a:t>hallowed be thy name;</a:t>
            </a:r>
          </a:p>
          <a:p>
            <a:pPr>
              <a:spcAft>
                <a:spcPts val="500"/>
              </a:spcAft>
              <a:defRPr sz="1900" b="0" i="0">
                <a:solidFill>
                  <a:srgbClr val="FAF8F4"/>
                </a:solidFill>
                <a:latin typeface="Calibri"/>
              </a:defRPr>
            </a:pPr>
            <a:r>
              <a:t>thy kingdom come,</a:t>
            </a:r>
          </a:p>
          <a:p>
            <a:pPr>
              <a:spcAft>
                <a:spcPts val="500"/>
              </a:spcAft>
              <a:defRPr sz="1900" b="0" i="0">
                <a:solidFill>
                  <a:srgbClr val="FAF8F4"/>
                </a:solidFill>
                <a:latin typeface="Calibri"/>
              </a:defRPr>
            </a:pPr>
            <a:r>
              <a:t>thy will be done,</a:t>
            </a:r>
          </a:p>
          <a:p>
            <a:pPr>
              <a:spcAft>
                <a:spcPts val="500"/>
              </a:spcAft>
              <a:defRPr sz="1900" b="0" i="0">
                <a:solidFill>
                  <a:srgbClr val="FAF8F4"/>
                </a:solidFill>
                <a:latin typeface="Calibri"/>
              </a:defRPr>
            </a:pPr>
            <a:r>
              <a:t>on earth as it is in heaven.</a:t>
            </a:r>
          </a:p>
          <a:p>
            <a:pPr>
              <a:spcAft>
                <a:spcPts val="500"/>
              </a:spcAft>
              <a:defRPr sz="1900" b="0" i="0">
                <a:solidFill>
                  <a:srgbClr val="FAF8F4"/>
                </a:solidFill>
                <a:latin typeface="Calibri"/>
              </a:defRPr>
            </a:pPr>
            <a:r>
              <a:t>Give us this day our daily bread;</a:t>
            </a:r>
          </a:p>
          <a:p>
            <a:pPr>
              <a:spcAft>
                <a:spcPts val="500"/>
              </a:spcAft>
              <a:defRPr sz="1900" b="0" i="0">
                <a:solidFill>
                  <a:srgbClr val="FAF8F4"/>
                </a:solidFill>
                <a:latin typeface="Calibri"/>
              </a:defRPr>
            </a:pPr>
            <a:r>
              <a:t>and forgive us our trespasses,</a:t>
            </a:r>
          </a:p>
          <a:p>
            <a:pPr>
              <a:spcAft>
                <a:spcPts val="500"/>
              </a:spcAft>
              <a:defRPr sz="1900" b="0" i="0">
                <a:solidFill>
                  <a:srgbClr val="FAF8F4"/>
                </a:solidFill>
                <a:latin typeface="Calibri"/>
              </a:defRPr>
            </a:pPr>
            <a:r>
              <a:t>as we forgive those who trespass against us;</a:t>
            </a:r>
          </a:p>
          <a:p>
            <a:pPr>
              <a:spcAft>
                <a:spcPts val="500"/>
              </a:spcAft>
              <a:defRPr sz="1900" b="0" i="0">
                <a:solidFill>
                  <a:srgbClr val="FAF8F4"/>
                </a:solidFill>
                <a:latin typeface="Calibri"/>
              </a:defRPr>
            </a:pPr>
            <a:r>
              <a:t>and lead us not into temptation,</a:t>
            </a:r>
          </a:p>
          <a:p>
            <a:pPr>
              <a:spcAft>
                <a:spcPts val="500"/>
              </a:spcAft>
              <a:defRPr sz="1900" b="0" i="0">
                <a:solidFill>
                  <a:srgbClr val="FAF8F4"/>
                </a:solidFill>
                <a:latin typeface="Calibri"/>
              </a:defRPr>
            </a:pPr>
            <a:r>
              <a:t>but deliver us from evil.</a:t>
            </a:r>
          </a:p>
          <a:p>
            <a:pPr>
              <a:spcAft>
                <a:spcPts val="500"/>
              </a:spcAft>
              <a:defRPr sz="2000" b="1" i="0">
                <a:solidFill>
                  <a:srgbClr val="FFDA91"/>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FAF8F4"/>
                </a:solidFill>
                <a:latin typeface="Calibri"/>
              </a:defRPr>
            </a:pPr>
            <a:r>
              <a:t>For the kingdom, the power, and the glory are yours now and for ever.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Our Father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20:19-23)</a:t>
            </a:r>
          </a:p>
          <a:p>
            <a:pPr>
              <a:spcAft>
                <a:spcPts val="300"/>
              </a:spcAft>
              <a:defRPr sz="2100" b="0" i="0">
                <a:solidFill>
                  <a:srgbClr val="FAF8F4"/>
                </a:solidFill>
                <a:latin typeface="Calibri"/>
              </a:defRPr>
            </a:pPr>
            <a:r>
              <a:t>“Receive the Holy Spirit!”</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2026-05-24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FAF8F4"/>
                </a:solidFill>
                <a:latin typeface="Calibri"/>
              </a:defRPr>
            </a:pPr>
            <a:r>
              <a:t>For the kingdom, the power, and the glory are yours, now and for ever.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The Communion Rite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20:19-23)</a:t>
            </a:r>
          </a:p>
          <a:p>
            <a:pPr>
              <a:spcAft>
                <a:spcPts val="300"/>
              </a:spcAft>
              <a:defRPr sz="2100" b="0" i="0">
                <a:solidFill>
                  <a:srgbClr val="FAF8F4"/>
                </a:solidFill>
                <a:latin typeface="Calibri"/>
              </a:defRPr>
            </a:pPr>
            <a:r>
              <a:t>“Receive the Holy Spirit!”</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2026-05-24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peace of the Lord be with you always.</a:t>
            </a:r>
          </a:p>
          <a:p>
            <a:pPr>
              <a:spcAft>
                <a:spcPts val="500"/>
              </a:spcAft>
              <a:defRPr sz="2000" b="1" i="0">
                <a:solidFill>
                  <a:srgbClr val="FAF8F4"/>
                </a:solidFill>
                <a:latin typeface="Calibri"/>
              </a:defRPr>
            </a:pPr>
            <a:r>
              <a:t>And with your spirit.</a:t>
            </a:r>
          </a:p>
          <a:p>
            <a:pPr>
              <a:spcAft>
                <a:spcPts val="500"/>
              </a:spcAft>
              <a:defRPr sz="1500" b="0" i="1">
                <a:solidFill>
                  <a:srgbClr val="FFDA91"/>
                </a:solidFill>
                <a:latin typeface="Calibri"/>
              </a:defRPr>
            </a:pPr>
            <a:r>
              <a:t>Let us offer each other the sign of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Sign of Peace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Lamb of God,</a:t>
            </a:r>
          </a:p>
          <a:p>
            <a:pPr>
              <a:spcAft>
                <a:spcPts val="500"/>
              </a:spcAft>
              <a:defRPr sz="1900" b="0" i="0">
                <a:solidFill>
                  <a:srgbClr val="FAF8F4"/>
                </a:solidFill>
                <a:latin typeface="Calibri"/>
              </a:defRPr>
            </a:pPr>
            <a:r>
              <a:t>you take away the sins of the world,</a:t>
            </a:r>
          </a:p>
          <a:p>
            <a:pPr>
              <a:spcAft>
                <a:spcPts val="500"/>
              </a:spcAft>
              <a:defRPr sz="1900" b="0" i="0">
                <a:solidFill>
                  <a:srgbClr val="FAF8F4"/>
                </a:solidFill>
                <a:latin typeface="Calibri"/>
              </a:defRPr>
            </a:pPr>
            <a:r>
              <a:t>have mercy on us.</a:t>
            </a:r>
          </a:p>
          <a:p>
            <a:pPr>
              <a:spcAft>
                <a:spcPts val="500"/>
              </a:spcAft>
              <a:defRPr sz="1900" b="0" i="0">
                <a:solidFill>
                  <a:srgbClr val="FAF8F4"/>
                </a:solidFill>
                <a:latin typeface="Calibri"/>
              </a:defRPr>
            </a:pPr>
            <a:r>
              <a:t>Lamb of God,</a:t>
            </a:r>
          </a:p>
          <a:p>
            <a:pPr>
              <a:spcAft>
                <a:spcPts val="500"/>
              </a:spcAft>
              <a:defRPr sz="1900" b="0" i="0">
                <a:solidFill>
                  <a:srgbClr val="FAF8F4"/>
                </a:solidFill>
                <a:latin typeface="Calibri"/>
              </a:defRPr>
            </a:pPr>
            <a:r>
              <a:t>you take away the sins of the world,</a:t>
            </a:r>
          </a:p>
          <a:p>
            <a:pPr>
              <a:spcAft>
                <a:spcPts val="500"/>
              </a:spcAft>
              <a:defRPr sz="1900" b="0" i="0">
                <a:solidFill>
                  <a:srgbClr val="FAF8F4"/>
                </a:solidFill>
                <a:latin typeface="Calibri"/>
              </a:defRPr>
            </a:pPr>
            <a:r>
              <a:t>have mercy on us.</a:t>
            </a:r>
          </a:p>
          <a:p>
            <a:pPr>
              <a:spcAft>
                <a:spcPts val="500"/>
              </a:spcAft>
              <a:defRPr sz="1900" b="0" i="0">
                <a:solidFill>
                  <a:srgbClr val="FAF8F4"/>
                </a:solidFill>
                <a:latin typeface="Calibri"/>
              </a:defRPr>
            </a:pPr>
            <a:r>
              <a:t>Lamb of God,</a:t>
            </a:r>
          </a:p>
          <a:p>
            <a:pPr>
              <a:spcAft>
                <a:spcPts val="500"/>
              </a:spcAft>
              <a:defRPr sz="1900" b="0" i="0">
                <a:solidFill>
                  <a:srgbClr val="FAF8F4"/>
                </a:solidFill>
                <a:latin typeface="Calibri"/>
              </a:defRPr>
            </a:pPr>
            <a:r>
              <a:t>you take away the sins of the world,</a:t>
            </a:r>
          </a:p>
          <a:p>
            <a:pPr>
              <a:spcAft>
                <a:spcPts val="500"/>
              </a:spcAft>
              <a:defRPr sz="1900" b="0" i="0">
                <a:solidFill>
                  <a:srgbClr val="FAF8F4"/>
                </a:solidFill>
                <a:latin typeface="Calibri"/>
              </a:defRPr>
            </a:pPr>
            <a:r>
              <a:t>grant us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Lamb of God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Behold the Lamb of God, behold him who takes away the sins of the world. Blessed are those called to the supper of the Lamb.</a:t>
            </a:r>
          </a:p>
          <a:p>
            <a:pPr>
              <a:spcAft>
                <a:spcPts val="500"/>
              </a:spcAft>
              <a:defRPr sz="2000" b="1" i="0">
                <a:solidFill>
                  <a:srgbClr val="FAF8F4"/>
                </a:solidFill>
                <a:latin typeface="Calibri"/>
              </a:defRPr>
            </a:pPr>
            <a:r>
              <a:t>Lord, I am not worthy that you should enter under my roof, but only say the word and my soul shall be healed.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The Communion Rite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20:19-23)</a:t>
            </a:r>
          </a:p>
          <a:p>
            <a:pPr>
              <a:spcAft>
                <a:spcPts val="300"/>
              </a:spcAft>
              <a:defRPr sz="2100" b="0" i="0">
                <a:solidFill>
                  <a:srgbClr val="FAF8F4"/>
                </a:solidFill>
                <a:latin typeface="Calibri"/>
              </a:defRPr>
            </a:pPr>
            <a:r>
              <a:t>“Receive the Holy Spirit!”</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2026-05-24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Pananagutan</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Tanging Yaman</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Let us pray.</a:t>
            </a:r>
          </a:p>
          <a:p>
            <a:pPr>
              <a:spcAft>
                <a:spcPts val="500"/>
              </a:spcAft>
              <a:defRPr sz="1500" b="0" i="1">
                <a:solidFill>
                  <a:srgbClr val="FFDA91"/>
                </a:solidFill>
                <a:latin typeface="Calibri"/>
              </a:defRPr>
            </a:pPr>
            <a:r>
              <a:t>The Priest says the Post- Communion Prayer for the day in full from the Roman Missal. The people respond at the end.</a:t>
            </a:r>
          </a:p>
          <a:p>
            <a:pPr>
              <a:spcAft>
                <a:spcPts val="500"/>
              </a:spcAft>
              <a:defRPr sz="2000" b="1" i="0">
                <a:solidFill>
                  <a:srgbClr val="FAF8F4"/>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The Communion Rite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20:19-23)</a:t>
            </a:r>
          </a:p>
          <a:p>
            <a:pPr>
              <a:spcAft>
                <a:spcPts val="300"/>
              </a:spcAft>
              <a:defRPr sz="2100" b="0" i="0">
                <a:solidFill>
                  <a:srgbClr val="FAF8F4"/>
                </a:solidFill>
                <a:latin typeface="Calibri"/>
              </a:defRPr>
            </a:pPr>
            <a:r>
              <a:t>“Receive the Holy Spirit!”</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2026-05-24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CHURCH ANNOUNCEMENTS</a:t>
            </a:r>
          </a:p>
          <a:p>
            <a:pPr>
              <a:spcAft>
                <a:spcPts val="500"/>
              </a:spcAft>
              <a:defRPr sz="1500" b="0" i="1">
                <a:solidFill>
                  <a:srgbClr val="FFDA91"/>
                </a:solidFill>
                <a:latin typeface="Calibri"/>
              </a:defRPr>
            </a:pPr>
            <a:r>
              <a:t>Insert bulletin points with complete sentences on the following slides or edit this deck.</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Welcome newcomers!</a:t>
            </a:r>
          </a:p>
          <a:p>
            <a:pPr>
              <a:spcAft>
                <a:spcPts val="500"/>
              </a:spcAft>
              <a:defRPr sz="1500" b="0" i="1">
                <a:solidFill>
                  <a:srgbClr val="FFDA91"/>
                </a:solidFill>
                <a:latin typeface="Calibri"/>
              </a:defRPr>
            </a:pPr>
            <a:r>
              <a:t>Photo collage optional.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Sacrament of Confession</a:t>
            </a:r>
          </a:p>
          <a:p>
            <a:pPr>
              <a:spcAft>
                <a:spcPts val="500"/>
              </a:spcAft>
              <a:defRPr sz="1500" b="0" i="1">
                <a:solidFill>
                  <a:srgbClr val="FFDA91"/>
                </a:solidFill>
                <a:latin typeface="Calibri"/>
              </a:defRPr>
            </a:pPr>
            <a:r>
              <a:t>The Lord never tires of forgiving us; we are the ones who tire of seeking his mercy. — Pope Francis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Mass Collection</a:t>
            </a:r>
          </a:p>
          <a:p>
            <a:pPr>
              <a:spcAft>
                <a:spcPts val="500"/>
              </a:spcAft>
              <a:defRPr sz="1500" b="0" i="1">
                <a:solidFill>
                  <a:srgbClr val="FFDA91"/>
                </a:solidFill>
                <a:latin typeface="Calibri"/>
              </a:defRPr>
            </a:pPr>
            <a:r>
              <a:t>State the purpose and date in full words. You may add Second Letter to the Corinthians, chapter 9, verse 7 if you include the full quotation.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Food or Mass Sponsorship</a:t>
            </a:r>
          </a:p>
          <a:p>
            <a:pPr>
              <a:spcAft>
                <a:spcPts val="500"/>
              </a:spcAft>
              <a:defRPr sz="1500" b="0" i="1">
                <a:solidFill>
                  <a:srgbClr val="FFDA91"/>
                </a:solidFill>
                <a:latin typeface="Calibri"/>
              </a:defRPr>
            </a:pPr>
            <a:r>
              <a:t>Give the parish coordinator’s complete contact information in words, not abbreviations.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Updates and Announcements</a:t>
            </a:r>
          </a:p>
          <a:p>
            <a:pPr>
              <a:spcAft>
                <a:spcPts val="500"/>
              </a:spcAft>
              <a:defRPr sz="1500" b="0" i="1">
                <a:solidFill>
                  <a:srgbClr val="FFDA91"/>
                </a:solidFill>
                <a:latin typeface="Calibri"/>
              </a:defRPr>
            </a:pPr>
            <a:r>
              <a:t>Name your community page and invitation to follow in full; add a QR code to the slide master if you wish.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Lord be with you.</a:t>
            </a:r>
          </a:p>
          <a:p>
            <a:pPr>
              <a:spcAft>
                <a:spcPts val="500"/>
              </a:spcAft>
              <a:defRPr sz="2000" b="1" i="0">
                <a:solidFill>
                  <a:srgbClr val="FAF8F4"/>
                </a:solidFill>
                <a:latin typeface="Calibri"/>
              </a:defRPr>
            </a:pPr>
            <a:r>
              <a:t>And with your spirit.</a:t>
            </a:r>
          </a:p>
          <a:p>
            <a:pPr>
              <a:spcAft>
                <a:spcPts val="500"/>
              </a:spcAft>
              <a:defRPr sz="2000" b="1" i="0">
                <a:solidFill>
                  <a:srgbClr val="FFDA91"/>
                </a:solidFill>
                <a:latin typeface="Calibri"/>
              </a:defRPr>
            </a:pPr>
            <a:r>
              <a:t>May almighty God bless you, the Father, and the Son, and the Holy Spirit.</a:t>
            </a:r>
          </a:p>
          <a:p>
            <a:pPr>
              <a:spcAft>
                <a:spcPts val="500"/>
              </a:spcAft>
              <a:defRPr sz="2000" b="1" i="0">
                <a:solidFill>
                  <a:srgbClr val="FAF8F4"/>
                </a:solidFill>
                <a:latin typeface="Calibri"/>
              </a:defRPr>
            </a:pPr>
            <a:r>
              <a:t>Amen.</a:t>
            </a:r>
          </a:p>
          <a:p>
            <a:pPr>
              <a:spcAft>
                <a:spcPts val="500"/>
              </a:spcAft>
              <a:defRPr sz="2000" b="1" i="0">
                <a:solidFill>
                  <a:srgbClr val="FFDA91"/>
                </a:solidFill>
                <a:latin typeface="Calibri"/>
              </a:defRPr>
            </a:pPr>
            <a:r>
              <a:t>Go in peace, glorifying the Lord by your life.</a:t>
            </a:r>
          </a:p>
          <a:p>
            <a:pPr>
              <a:spcAft>
                <a:spcPts val="500"/>
              </a:spcAft>
              <a:defRPr sz="2000" b="1" i="0">
                <a:solidFill>
                  <a:srgbClr val="FAF8F4"/>
                </a:solidFill>
                <a:latin typeface="Calibri"/>
              </a:defRPr>
            </a:pPr>
            <a:r>
              <a:t>Thanks be to God.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Final Blessing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Go Make a Difference</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GO MAKE A DIFFERENCE;</a:t>
            </a:r>
          </a:p>
          <a:p>
            <a:pPr algn="ctr">
              <a:lnSpc>
                <a:spcPct val="105000"/>
              </a:lnSpc>
              <a:spcAft>
                <a:spcPts val="1000"/>
              </a:spcAft>
              <a:defRPr sz="3800" b="1" i="0">
                <a:solidFill>
                  <a:srgbClr val="FFFFFF"/>
                </a:solidFill>
                <a:latin typeface="Arial Black"/>
              </a:defRPr>
            </a:pPr>
            <a:r>
              <a:t>WE CAN MAKE A DIFFERENCE</a:t>
            </a:r>
          </a:p>
          <a:p>
            <a:pPr algn="ctr">
              <a:lnSpc>
                <a:spcPct val="105000"/>
              </a:lnSpc>
              <a:spcAft>
                <a:spcPts val="1000"/>
              </a:spcAft>
              <a:defRPr sz="3800" b="1" i="0">
                <a:solidFill>
                  <a:srgbClr val="FFFFFF"/>
                </a:solidFill>
                <a:latin typeface="Arial Black"/>
              </a:defRPr>
            </a:pPr>
            <a:r>
              <a:t>IN THE NAME OF THE LORD.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ARE SENT IN THE POWER OF LOVE,</a:t>
            </a:r>
          </a:p>
          <a:p>
            <a:pPr algn="ctr">
              <a:lnSpc>
                <a:spcPct val="105000"/>
              </a:lnSpc>
              <a:spcAft>
                <a:spcPts val="1000"/>
              </a:spcAft>
              <a:defRPr sz="3800" b="1" i="0">
                <a:solidFill>
                  <a:srgbClr val="FFFFFF"/>
                </a:solidFill>
                <a:latin typeface="Arial Black"/>
              </a:defRPr>
            </a:pPr>
            <a:r>
              <a:t>BEARING PEACE LIKE A PURE, HOLY DOVE</a:t>
            </a:r>
          </a:p>
          <a:p>
            <a:pPr algn="ctr">
              <a:lnSpc>
                <a:spcPct val="105000"/>
              </a:lnSpc>
              <a:spcAft>
                <a:spcPts val="1000"/>
              </a:spcAft>
              <a:defRPr sz="3800" b="1" i="0">
                <a:solidFill>
                  <a:srgbClr val="FFFFFF"/>
                </a:solidFill>
                <a:latin typeface="Arial Black"/>
              </a:defRPr>
            </a:pPr>
            <a:r>
              <a:t>TO EVERY NATION, EVERY LAND.</a:t>
            </a:r>
          </a:p>
          <a:p>
            <a:pPr algn="ctr">
              <a:lnSpc>
                <a:spcPct val="105000"/>
              </a:lnSpc>
              <a:spcAft>
                <a:spcPts val="1000"/>
              </a:spcAft>
              <a:defRPr sz="3800" b="1" i="0">
                <a:solidFill>
                  <a:srgbClr val="FFFFFF"/>
                </a:solidFill>
                <a:latin typeface="Arial Black"/>
              </a:defRPr>
            </a:pPr>
            <a:r>
              <a:t>GO MAKE A DIFFERENCE.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GO MAKE A DIFFERENCE;</a:t>
            </a:r>
          </a:p>
          <a:p>
            <a:pPr algn="ctr">
              <a:lnSpc>
                <a:spcPct val="105000"/>
              </a:lnSpc>
              <a:spcAft>
                <a:spcPts val="1000"/>
              </a:spcAft>
              <a:defRPr sz="3800" b="1" i="0">
                <a:solidFill>
                  <a:srgbClr val="FFFFFF"/>
                </a:solidFill>
                <a:latin typeface="Arial Black"/>
              </a:defRPr>
            </a:pPr>
            <a:r>
              <a:t>WE CAN MAKE A DIFFERENCE</a:t>
            </a:r>
          </a:p>
          <a:p>
            <a:pPr algn="ctr">
              <a:lnSpc>
                <a:spcPct val="105000"/>
              </a:lnSpc>
              <a:spcAft>
                <a:spcPts val="1000"/>
              </a:spcAft>
              <a:defRPr sz="3800" b="1" i="0">
                <a:solidFill>
                  <a:srgbClr val="FFFFFF"/>
                </a:solidFill>
                <a:latin typeface="Arial Black"/>
              </a:defRPr>
            </a:pPr>
            <a:r>
              <a:t>IN THE NAME OF THE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ARE THE SALT OF THE EARTH,</a:t>
            </a:r>
          </a:p>
          <a:p>
            <a:pPr algn="ctr">
              <a:lnSpc>
                <a:spcPct val="105000"/>
              </a:lnSpc>
              <a:spcAft>
                <a:spcPts val="1000"/>
              </a:spcAft>
              <a:defRPr sz="3800" b="1" i="0">
                <a:solidFill>
                  <a:srgbClr val="FFFFFF"/>
                </a:solidFill>
                <a:latin typeface="Arial Black"/>
              </a:defRPr>
            </a:pPr>
            <a:r>
              <a:t>CALLED TO GIVE THE WORLD A NEW TASTE:</a:t>
            </a:r>
          </a:p>
          <a:p>
            <a:pPr algn="ctr">
              <a:lnSpc>
                <a:spcPct val="105000"/>
              </a:lnSpc>
              <a:spcAft>
                <a:spcPts val="1000"/>
              </a:spcAft>
              <a:defRPr sz="3800" b="1" i="0">
                <a:solidFill>
                  <a:srgbClr val="FFFFFF"/>
                </a:solidFill>
                <a:latin typeface="Arial Black"/>
              </a:defRPr>
            </a:pPr>
            <a:r>
              <a:t>LOVE, JUSTICE, MERCY, AND PRAISE.</a:t>
            </a:r>
          </a:p>
          <a:p>
            <a:pPr algn="ctr">
              <a:lnSpc>
                <a:spcPct val="105000"/>
              </a:lnSpc>
              <a:spcAft>
                <a:spcPts val="1000"/>
              </a:spcAft>
              <a:defRPr sz="3800" b="1" i="0">
                <a:solidFill>
                  <a:srgbClr val="FFFFFF"/>
                </a:solidFill>
                <a:latin typeface="Arial Black"/>
              </a:defRPr>
            </a:pPr>
            <a:r>
              <a:t>GO MAKE A DIFFERENCE.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GO MAKE A DIFFERENCE;</a:t>
            </a:r>
          </a:p>
          <a:p>
            <a:pPr algn="ctr">
              <a:lnSpc>
                <a:spcPct val="105000"/>
              </a:lnSpc>
              <a:spcAft>
                <a:spcPts val="1000"/>
              </a:spcAft>
              <a:defRPr sz="3800" b="1" i="0">
                <a:solidFill>
                  <a:srgbClr val="FFFFFF"/>
                </a:solidFill>
                <a:latin typeface="Arial Black"/>
              </a:defRPr>
            </a:pPr>
            <a:r>
              <a:t>WE CAN MAKE A DIFFERENCE</a:t>
            </a:r>
          </a:p>
          <a:p>
            <a:pPr algn="ctr">
              <a:lnSpc>
                <a:spcPct val="105000"/>
              </a:lnSpc>
              <a:spcAft>
                <a:spcPts val="1000"/>
              </a:spcAft>
              <a:defRPr sz="3800" b="1" i="0">
                <a:solidFill>
                  <a:srgbClr val="FFFFFF"/>
                </a:solidFill>
                <a:latin typeface="Arial Black"/>
              </a:defRPr>
            </a:pPr>
            <a:r>
              <a:t>IN THE NAME OF THE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ARE A LIGHT ON THE HILL,</a:t>
            </a:r>
          </a:p>
          <a:p>
            <a:pPr algn="ctr">
              <a:lnSpc>
                <a:spcPct val="105000"/>
              </a:lnSpc>
              <a:spcAft>
                <a:spcPts val="1000"/>
              </a:spcAft>
              <a:defRPr sz="3800" b="1" i="0">
                <a:solidFill>
                  <a:srgbClr val="FFFFFF"/>
                </a:solidFill>
                <a:latin typeface="Arial Black"/>
              </a:defRPr>
            </a:pPr>
            <a:r>
              <a:t>MAY OUR GOOD DEEDS SHINE, LORD, UNTIL</a:t>
            </a:r>
          </a:p>
          <a:p>
            <a:pPr algn="ctr">
              <a:lnSpc>
                <a:spcPct val="105000"/>
              </a:lnSpc>
              <a:spcAft>
                <a:spcPts val="1000"/>
              </a:spcAft>
              <a:defRPr sz="3800" b="1" i="0">
                <a:solidFill>
                  <a:srgbClr val="FFFFFF"/>
                </a:solidFill>
                <a:latin typeface="Arial Black"/>
              </a:defRPr>
            </a:pPr>
            <a:r>
              <a:t>ALL KNOW YOUR KINGDOM IS NEAR.</a:t>
            </a:r>
          </a:p>
          <a:p>
            <a:pPr algn="ctr">
              <a:lnSpc>
                <a:spcPct val="105000"/>
              </a:lnSpc>
              <a:spcAft>
                <a:spcPts val="1000"/>
              </a:spcAft>
              <a:defRPr sz="3800" b="1" i="0">
                <a:solidFill>
                  <a:srgbClr val="FFFFFF"/>
                </a:solidFill>
                <a:latin typeface="Arial Black"/>
              </a:defRPr>
            </a:pPr>
            <a:r>
              <a:t>GO MAKE A DIFFERENCE.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20:19-23)</a:t>
            </a:r>
          </a:p>
          <a:p>
            <a:pPr>
              <a:spcAft>
                <a:spcPts val="300"/>
              </a:spcAft>
              <a:defRPr sz="2100" b="0" i="0">
                <a:solidFill>
                  <a:srgbClr val="FAF8F4"/>
                </a:solidFill>
                <a:latin typeface="Calibri"/>
              </a:defRPr>
            </a:pPr>
            <a:r>
              <a:t>“Receive the Holy Spirit!”</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2026-05-24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CCC24May2026_Eastertid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B22222"/>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Below: World English Bible (WEB) fallback — verify NABRE on bible.usccb.org.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Scripture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