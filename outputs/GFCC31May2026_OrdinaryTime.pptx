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 id="290" r:id="rId41"/>
    <p:sldId id="291" r:id="rId42"/>
    <p:sldId id="292" r:id="rId43"/>
    <p:sldId id="293" r:id="rId44"/>
    <p:sldId id="294" r:id="rId45"/>
    <p:sldId id="295" r:id="rId46"/>
    <p:sldId id="296" r:id="rId47"/>
    <p:sldId id="297" r:id="rId48"/>
    <p:sldId id="298" r:id="rId49"/>
    <p:sldId id="299" r:id="rId50"/>
    <p:sldId id="300" r:id="rId51"/>
    <p:sldId id="301" r:id="rId52"/>
    <p:sldId id="302" r:id="rId53"/>
    <p:sldId id="303" r:id="rId54"/>
    <p:sldId id="304" r:id="rId55"/>
    <p:sldId id="305" r:id="rId56"/>
    <p:sldId id="306" r:id="rId57"/>
    <p:sldId id="307" r:id="rId58"/>
    <p:sldId id="308" r:id="rId59"/>
    <p:sldId id="309" r:id="rId60"/>
    <p:sldId id="310" r:id="rId61"/>
    <p:sldId id="311" r:id="rId62"/>
    <p:sldId id="312" r:id="rId63"/>
    <p:sldId id="313" r:id="rId64"/>
    <p:sldId id="314" r:id="rId65"/>
    <p:sldId id="315" r:id="rId66"/>
    <p:sldId id="316" r:id="rId67"/>
    <p:sldId id="317" r:id="rId68"/>
    <p:sldId id="318" r:id="rId69"/>
    <p:sldId id="319" r:id="rId70"/>
    <p:sldId id="320" r:id="rId71"/>
    <p:sldId id="321" r:id="rId72"/>
    <p:sldId id="322" r:id="rId73"/>
    <p:sldId id="323" r:id="rId74"/>
    <p:sldId id="324" r:id="rId75"/>
    <p:sldId id="325" r:id="rId76"/>
    <p:sldId id="326" r:id="rId77"/>
    <p:sldId id="327" r:id="rId78"/>
    <p:sldId id="328" r:id="rId79"/>
    <p:sldId id="329" r:id="rId80"/>
    <p:sldId id="330" r:id="rId81"/>
    <p:sldId id="331" r:id="rId82"/>
    <p:sldId id="332" r:id="rId83"/>
    <p:sldId id="333" r:id="rId84"/>
    <p:sldId id="334" r:id="rId85"/>
    <p:sldId id="335" r:id="rId86"/>
    <p:sldId id="336" r:id="rId87"/>
    <p:sldId id="337" r:id="rId88"/>
    <p:sldId id="338" r:id="rId89"/>
    <p:sldId id="339" r:id="rId90"/>
    <p:sldId id="340" r:id="rId91"/>
    <p:sldId id="341" r:id="rId92"/>
    <p:sldId id="342" r:id="rId93"/>
    <p:sldId id="343" r:id="rId94"/>
    <p:sldId id="344" r:id="rId95"/>
    <p:sldId id="345" r:id="rId96"/>
    <p:sldId id="346" r:id="rId97"/>
    <p:sldId id="347" r:id="rId98"/>
    <p:sldId id="348" r:id="rId99"/>
    <p:sldId id="349" r:id="rId100"/>
    <p:sldId id="350" r:id="rId101"/>
  </p:sldIdLst>
  <p:sldSz cx="18288000" cy="10287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 Id="rId31" Type="http://schemas.openxmlformats.org/officeDocument/2006/relationships/slide" Target="slides/slide25.xml"/><Relationship Id="rId32" Type="http://schemas.openxmlformats.org/officeDocument/2006/relationships/slide" Target="slides/slide26.xml"/><Relationship Id="rId33" Type="http://schemas.openxmlformats.org/officeDocument/2006/relationships/slide" Target="slides/slide27.xml"/><Relationship Id="rId34" Type="http://schemas.openxmlformats.org/officeDocument/2006/relationships/slide" Target="slides/slide28.xml"/><Relationship Id="rId35" Type="http://schemas.openxmlformats.org/officeDocument/2006/relationships/slide" Target="slides/slide29.xml"/><Relationship Id="rId36" Type="http://schemas.openxmlformats.org/officeDocument/2006/relationships/slide" Target="slides/slide30.xml"/><Relationship Id="rId37" Type="http://schemas.openxmlformats.org/officeDocument/2006/relationships/slide" Target="slides/slide31.xml"/><Relationship Id="rId38" Type="http://schemas.openxmlformats.org/officeDocument/2006/relationships/slide" Target="slides/slide32.xml"/><Relationship Id="rId39" Type="http://schemas.openxmlformats.org/officeDocument/2006/relationships/slide" Target="slides/slide33.xml"/><Relationship Id="rId40" Type="http://schemas.openxmlformats.org/officeDocument/2006/relationships/slide" Target="slides/slide34.xml"/><Relationship Id="rId41" Type="http://schemas.openxmlformats.org/officeDocument/2006/relationships/slide" Target="slides/slide35.xml"/><Relationship Id="rId42" Type="http://schemas.openxmlformats.org/officeDocument/2006/relationships/slide" Target="slides/slide36.xml"/><Relationship Id="rId43" Type="http://schemas.openxmlformats.org/officeDocument/2006/relationships/slide" Target="slides/slide37.xml"/><Relationship Id="rId44" Type="http://schemas.openxmlformats.org/officeDocument/2006/relationships/slide" Target="slides/slide38.xml"/><Relationship Id="rId45" Type="http://schemas.openxmlformats.org/officeDocument/2006/relationships/slide" Target="slides/slide39.xml"/><Relationship Id="rId46" Type="http://schemas.openxmlformats.org/officeDocument/2006/relationships/slide" Target="slides/slide40.xml"/><Relationship Id="rId47" Type="http://schemas.openxmlformats.org/officeDocument/2006/relationships/slide" Target="slides/slide41.xml"/><Relationship Id="rId48" Type="http://schemas.openxmlformats.org/officeDocument/2006/relationships/slide" Target="slides/slide42.xml"/><Relationship Id="rId49" Type="http://schemas.openxmlformats.org/officeDocument/2006/relationships/slide" Target="slides/slide43.xml"/><Relationship Id="rId50" Type="http://schemas.openxmlformats.org/officeDocument/2006/relationships/slide" Target="slides/slide44.xml"/><Relationship Id="rId51" Type="http://schemas.openxmlformats.org/officeDocument/2006/relationships/slide" Target="slides/slide45.xml"/><Relationship Id="rId52" Type="http://schemas.openxmlformats.org/officeDocument/2006/relationships/slide" Target="slides/slide46.xml"/><Relationship Id="rId53" Type="http://schemas.openxmlformats.org/officeDocument/2006/relationships/slide" Target="slides/slide47.xml"/><Relationship Id="rId54" Type="http://schemas.openxmlformats.org/officeDocument/2006/relationships/slide" Target="slides/slide48.xml"/><Relationship Id="rId55" Type="http://schemas.openxmlformats.org/officeDocument/2006/relationships/slide" Target="slides/slide49.xml"/><Relationship Id="rId56" Type="http://schemas.openxmlformats.org/officeDocument/2006/relationships/slide" Target="slides/slide50.xml"/><Relationship Id="rId57" Type="http://schemas.openxmlformats.org/officeDocument/2006/relationships/slide" Target="slides/slide51.xml"/><Relationship Id="rId58" Type="http://schemas.openxmlformats.org/officeDocument/2006/relationships/slide" Target="slides/slide52.xml"/><Relationship Id="rId59" Type="http://schemas.openxmlformats.org/officeDocument/2006/relationships/slide" Target="slides/slide53.xml"/><Relationship Id="rId60" Type="http://schemas.openxmlformats.org/officeDocument/2006/relationships/slide" Target="slides/slide54.xml"/><Relationship Id="rId61" Type="http://schemas.openxmlformats.org/officeDocument/2006/relationships/slide" Target="slides/slide55.xml"/><Relationship Id="rId62" Type="http://schemas.openxmlformats.org/officeDocument/2006/relationships/slide" Target="slides/slide56.xml"/><Relationship Id="rId63" Type="http://schemas.openxmlformats.org/officeDocument/2006/relationships/slide" Target="slides/slide57.xml"/><Relationship Id="rId64" Type="http://schemas.openxmlformats.org/officeDocument/2006/relationships/slide" Target="slides/slide58.xml"/><Relationship Id="rId65" Type="http://schemas.openxmlformats.org/officeDocument/2006/relationships/slide" Target="slides/slide59.xml"/><Relationship Id="rId66" Type="http://schemas.openxmlformats.org/officeDocument/2006/relationships/slide" Target="slides/slide60.xml"/><Relationship Id="rId67" Type="http://schemas.openxmlformats.org/officeDocument/2006/relationships/slide" Target="slides/slide61.xml"/><Relationship Id="rId68" Type="http://schemas.openxmlformats.org/officeDocument/2006/relationships/slide" Target="slides/slide62.xml"/><Relationship Id="rId69" Type="http://schemas.openxmlformats.org/officeDocument/2006/relationships/slide" Target="slides/slide63.xml"/><Relationship Id="rId70" Type="http://schemas.openxmlformats.org/officeDocument/2006/relationships/slide" Target="slides/slide64.xml"/><Relationship Id="rId71" Type="http://schemas.openxmlformats.org/officeDocument/2006/relationships/slide" Target="slides/slide65.xml"/><Relationship Id="rId72" Type="http://schemas.openxmlformats.org/officeDocument/2006/relationships/slide" Target="slides/slide66.xml"/><Relationship Id="rId73" Type="http://schemas.openxmlformats.org/officeDocument/2006/relationships/slide" Target="slides/slide67.xml"/><Relationship Id="rId74" Type="http://schemas.openxmlformats.org/officeDocument/2006/relationships/slide" Target="slides/slide68.xml"/><Relationship Id="rId75" Type="http://schemas.openxmlformats.org/officeDocument/2006/relationships/slide" Target="slides/slide69.xml"/><Relationship Id="rId76" Type="http://schemas.openxmlformats.org/officeDocument/2006/relationships/slide" Target="slides/slide70.xml"/><Relationship Id="rId77" Type="http://schemas.openxmlformats.org/officeDocument/2006/relationships/slide" Target="slides/slide71.xml"/><Relationship Id="rId78" Type="http://schemas.openxmlformats.org/officeDocument/2006/relationships/slide" Target="slides/slide72.xml"/><Relationship Id="rId79" Type="http://schemas.openxmlformats.org/officeDocument/2006/relationships/slide" Target="slides/slide73.xml"/><Relationship Id="rId80" Type="http://schemas.openxmlformats.org/officeDocument/2006/relationships/slide" Target="slides/slide74.xml"/><Relationship Id="rId81" Type="http://schemas.openxmlformats.org/officeDocument/2006/relationships/slide" Target="slides/slide75.xml"/><Relationship Id="rId82" Type="http://schemas.openxmlformats.org/officeDocument/2006/relationships/slide" Target="slides/slide76.xml"/><Relationship Id="rId83" Type="http://schemas.openxmlformats.org/officeDocument/2006/relationships/slide" Target="slides/slide77.xml"/><Relationship Id="rId84" Type="http://schemas.openxmlformats.org/officeDocument/2006/relationships/slide" Target="slides/slide78.xml"/><Relationship Id="rId85" Type="http://schemas.openxmlformats.org/officeDocument/2006/relationships/slide" Target="slides/slide79.xml"/><Relationship Id="rId86" Type="http://schemas.openxmlformats.org/officeDocument/2006/relationships/slide" Target="slides/slide80.xml"/><Relationship Id="rId87" Type="http://schemas.openxmlformats.org/officeDocument/2006/relationships/slide" Target="slides/slide81.xml"/><Relationship Id="rId88" Type="http://schemas.openxmlformats.org/officeDocument/2006/relationships/slide" Target="slides/slide82.xml"/><Relationship Id="rId89" Type="http://schemas.openxmlformats.org/officeDocument/2006/relationships/slide" Target="slides/slide83.xml"/><Relationship Id="rId90" Type="http://schemas.openxmlformats.org/officeDocument/2006/relationships/slide" Target="slides/slide84.xml"/><Relationship Id="rId91" Type="http://schemas.openxmlformats.org/officeDocument/2006/relationships/slide" Target="slides/slide85.xml"/><Relationship Id="rId92" Type="http://schemas.openxmlformats.org/officeDocument/2006/relationships/slide" Target="slides/slide86.xml"/><Relationship Id="rId93" Type="http://schemas.openxmlformats.org/officeDocument/2006/relationships/slide" Target="slides/slide87.xml"/><Relationship Id="rId94" Type="http://schemas.openxmlformats.org/officeDocument/2006/relationships/slide" Target="slides/slide88.xml"/><Relationship Id="rId95" Type="http://schemas.openxmlformats.org/officeDocument/2006/relationships/slide" Target="slides/slide89.xml"/><Relationship Id="rId96" Type="http://schemas.openxmlformats.org/officeDocument/2006/relationships/slide" Target="slides/slide90.xml"/><Relationship Id="rId97" Type="http://schemas.openxmlformats.org/officeDocument/2006/relationships/slide" Target="slides/slide91.xml"/><Relationship Id="rId98" Type="http://schemas.openxmlformats.org/officeDocument/2006/relationships/slide" Target="slides/slide92.xml"/><Relationship Id="rId99" Type="http://schemas.openxmlformats.org/officeDocument/2006/relationships/slide" Target="slides/slide93.xml"/><Relationship Id="rId100" Type="http://schemas.openxmlformats.org/officeDocument/2006/relationships/slide" Target="slides/slide94.xml"/><Relationship Id="rId101" Type="http://schemas.openxmlformats.org/officeDocument/2006/relationships/slide" Target="slides/slide95.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0251C"/>
        </a:solidFill>
        <a:effectLst/>
      </p:bgPr>
    </p:bg>
    <p:spTree>
      <p:nvGrpSpPr>
        <p:cNvPr id="1" name=""/>
        <p:cNvGrpSpPr/>
        <p:nvPr/>
      </p:nvGrpSpPr>
      <p:grpSpPr/>
      <p:sp>
        <p:nvSpPr>
          <p:cNvPr id="87" name="Google Shape;87;p13"/>
          <p:cNvSpPr txBox="1"/>
          <p:nvPr/>
        </p:nvSpPr>
        <p:spPr>
          <a:xfrm>
            <a:off x="685800" y="3428995"/>
            <a:ext cx="16916400" cy="1720500"/>
          </a:xfrm>
          <a:prstGeom prst="rect">
            <a:avLst/>
          </a:prstGeom>
          <a:noFill/>
          <a:ln>
            <a:noFill/>
          </a:ln>
          <a:effectLst>
            <a:outerShdw blurRad="57150" rotWithShape="0" algn="bl" dir="5400000" dist="19050">
              <a:srgbClr val="000000">
                <a:alpha val="50000"/>
              </a:srgbClr>
            </a:outerShdw>
          </a:effectLst>
        </p:spPr>
        <p:txBody>
          <a:bodyPr anchorCtr="0" anchor="t" bIns="73150" lIns="109725" spcFirstLastPara="1" rIns="109725" wrap="square" tIns="73150">
            <a:spAutoFit/>
          </a:bodyPr>
          <a:lstStyle/>
          <a:p>
            <a:pPr indent="0" lvl="0" marL="0" marR="0" rtl="0" algn="ctr">
              <a:spcBef>
                <a:spcPts val="0"/>
              </a:spcBef>
              <a:spcAft>
                <a:spcPts val="0"/>
              </a:spcAft>
              <a:buNone/>
            </a:pPr>
            <a:r>
              <a:rPr b="1" i="0" lang="en-US" sz="5100" u="none" cap="none" strike="noStrike">
                <a:solidFill>
                  <a:srgbClr val="FAF8F4"/>
                </a:solidFill>
                <a:latin typeface="Calibri"/>
                <a:ea typeface="Calibri"/>
                <a:cs typeface="Calibri"/>
                <a:sym typeface="Calibri"/>
              </a:rPr>
              <a:t>PUT YOUR CELLPHONE ON SILENT MODE DURING THE MASS.</a:t>
            </a:r>
            <a:endParaRPr sz="4600"/>
          </a:p>
          <a:p>
            <a:pPr indent="0" lvl="0" marL="0" marR="0" rtl="0" algn="ctr">
              <a:spcBef>
                <a:spcPts val="500"/>
              </a:spcBef>
              <a:spcAft>
                <a:spcPts val="0"/>
              </a:spcAft>
              <a:buNone/>
            </a:pPr>
            <a:r>
              <a:rPr b="0" i="1" lang="en-US" sz="4700" u="none" cap="none" strike="noStrike">
                <a:solidFill>
                  <a:srgbClr val="FFDA91"/>
                </a:solidFill>
                <a:latin typeface="Calibri"/>
                <a:ea typeface="Calibri"/>
                <a:cs typeface="Calibri"/>
                <a:sym typeface="Calibri"/>
              </a:rPr>
              <a:t>Thank you.</a:t>
            </a:r>
            <a:endParaRPr sz="4600"/>
          </a:p>
        </p:txBody>
      </p:sp>
      <p:sp>
        <p:nvSpPr>
          <p:cNvPr id="88" name="TextBox 87"/>
          <p:cNvSpPr txBox="1"/>
          <p:nvPr/>
        </p:nvSpPr>
        <p:spPr>
          <a:xfrm>
            <a:off x="914400" y="9418320"/>
            <a:ext cx="16459200" cy="777240"/>
          </a:xfrm>
          <a:prstGeom prst="rect">
            <a:avLst/>
          </a:prstGeom>
          <a:noFill/>
        </p:spPr>
        <p:txBody>
          <a:bodyPr wrap="square" lIns="109728" rIns="109728" tIns="73152" bIns="73152">
            <a:noAutofit/>
          </a:bodyPr>
          <a:lstStyle/>
          <a:p/>
          <a:p>
            <a:pPr>
              <a:spcBef>
                <a:spcPts val="200"/>
              </a:spcBef>
              <a:defRPr sz="1200" b="0" i="0">
                <a:solidFill>
                  <a:srgbClr val="86EFAC"/>
                </a:solidFill>
                <a:latin typeface="Inter"/>
              </a:defRPr>
            </a:pPr>
            <a:r>
              <a:t>Pre-Mass</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10251C"/>
        </a:solidFill>
        <a:effectLst/>
      </p:bgPr>
    </p:bg>
    <p:spTree>
      <p:nvGrpSpPr>
        <p:cNvPr id="1" name=""/>
        <p:cNvGrpSpPr/>
        <p:nvPr/>
      </p:nvGrpSpPr>
      <p:grpSpPr/>
      <p:sp>
        <p:nvSpPr>
          <p:cNvPr id="2" name="TextBox 1"/>
          <p:cNvSpPr txBox="1"/>
          <p:nvPr/>
        </p:nvSpPr>
        <p:spPr>
          <a:xfrm>
            <a:off x="914400" y="667512"/>
            <a:ext cx="16459200" cy="960120"/>
          </a:xfrm>
          <a:prstGeom prst="rect">
            <a:avLst/>
          </a:prstGeom>
          <a:noFill/>
        </p:spPr>
        <p:txBody>
          <a:bodyPr wrap="square" lIns="109728" rIns="109728" tIns="73152" bIns="73152">
            <a:noAutofit/>
          </a:bodyPr>
          <a:lstStyle/>
          <a:p>
            <a:pPr algn="ctr">
              <a:defRPr sz="3800" b="1" i="0">
                <a:solidFill>
                  <a:srgbClr val="86EFAC"/>
                </a:solidFill>
                <a:latin typeface="Inter"/>
              </a:defRPr>
            </a:pPr>
            <a:r>
              <a:t>Ordinary Time Celebration</a:t>
            </a:r>
          </a:p>
        </p:txBody>
      </p:sp>
      <p:sp>
        <p:nvSpPr>
          <p:cNvPr id="3" name="TextBox 2"/>
          <p:cNvSpPr txBox="1"/>
          <p:nvPr/>
        </p:nvSpPr>
        <p:spPr>
          <a:xfrm>
            <a:off x="914400" y="1719072"/>
            <a:ext cx="16459200" cy="3108960"/>
          </a:xfrm>
          <a:prstGeom prst="rect">
            <a:avLst/>
          </a:prstGeom>
          <a:noFill/>
        </p:spPr>
        <p:txBody>
          <a:bodyPr wrap="square" lIns="109728" rIns="109728" tIns="73152" bIns="73152">
            <a:noAutofit/>
          </a:bodyPr>
          <a:lstStyle/>
          <a:p>
            <a:pPr>
              <a:spcAft>
                <a:spcPts val="500"/>
              </a:spcAft>
              <a:defRPr sz="2100" b="0" i="0">
                <a:solidFill>
                  <a:srgbClr val="F0FDF4"/>
                </a:solidFill>
                <a:latin typeface="Inter"/>
              </a:defRPr>
            </a:pPr>
            <a:r>
              <a:t>2026-05-31</a:t>
            </a:r>
          </a:p>
          <a:p>
            <a:pPr>
              <a:spcAft>
                <a:spcPts val="500"/>
              </a:spcAft>
              <a:defRPr sz="2100" b="0" i="0">
                <a:solidFill>
                  <a:srgbClr val="F0FDF4"/>
                </a:solidFill>
                <a:latin typeface="Inter"/>
              </a:defRPr>
            </a:pPr>
            <a:r>
              <a:t>Celebrant: Rev. Fr. Jonrey Lauron, RCJ</a:t>
            </a:r>
          </a:p>
          <a:p>
            <a:pPr>
              <a:spcAft>
                <a:spcPts val="500"/>
              </a:spcAft>
              <a:defRPr sz="2100" b="0" i="0">
                <a:solidFill>
                  <a:srgbClr val="F0FDF4"/>
                </a:solidFill>
                <a:latin typeface="Inter"/>
              </a:defRPr>
            </a:pPr>
            <a:r>
              <a:t>Gospel: John 3:16-18</a:t>
            </a:r>
            <a:br/>
            <a:r>
              <a:t>Season: Ordinary Time · Sunday Lectionary Year A</a:t>
            </a:r>
          </a:p>
          <a:p>
            <a:pPr>
              <a:spcAft>
                <a:spcPts val="500"/>
              </a:spcAft>
              <a:defRPr sz="2100" b="0" i="0">
                <a:solidFill>
                  <a:srgbClr val="F0FDF4"/>
                </a:solidFill>
                <a:latin typeface="Inter"/>
              </a:defRPr>
            </a:pPr>
            <a:r>
              <a:t>Excerpt:</a:t>
            </a:r>
            <a:br/>
            <a:r>
              <a:t>“For God so loved the world, that he gave his one and only Son, that whoever believes in him should not perish, but have eternal life.”</a:t>
            </a:r>
          </a:p>
          <a:p>
            <a:pPr>
              <a:spcAft>
                <a:spcPts val="500"/>
              </a:spcAft>
              <a:defRPr sz="2100" b="0" i="0">
                <a:solidFill>
                  <a:srgbClr val="F0FDF4"/>
                </a:solidFill>
                <a:latin typeface="Inter"/>
              </a:defRPr>
            </a:pPr>
            <a:r>
              <a:t>Liturgical color: Green (ordinary_time)</a:t>
            </a:r>
          </a:p>
        </p:txBody>
      </p:sp>
      <p:sp>
        <p:nvSpPr>
          <p:cNvPr id="4" name="TextBox 3"/>
          <p:cNvSpPr txBox="1"/>
          <p:nvPr/>
        </p:nvSpPr>
        <p:spPr>
          <a:xfrm>
            <a:off x="914400" y="9189720"/>
            <a:ext cx="16459200" cy="685800"/>
          </a:xfrm>
          <a:prstGeom prst="rect">
            <a:avLst/>
          </a:prstGeom>
          <a:noFill/>
        </p:spPr>
        <p:txBody>
          <a:bodyPr wrap="square" lIns="109728" rIns="109728" tIns="73152" bIns="73152">
            <a:noAutofit/>
          </a:bodyPr>
          <a:lstStyle/>
          <a:p>
            <a:pPr>
              <a:spcAft>
                <a:spcPts val="500"/>
              </a:spcAft>
              <a:defRPr sz="1400" b="0" i="0">
                <a:solidFill>
                  <a:srgbClr val="22C55E"/>
                </a:solidFill>
                <a:latin typeface="Inter"/>
              </a:defRPr>
            </a:pPr>
            <a:r>
              <a:t>Below: World English Bible (WEB) fallback — verify NABRE on bible.usccb.org.</a:t>
            </a:r>
          </a:p>
        </p:txBody>
      </p:sp>
      <p:sp>
        <p:nvSpPr>
          <p:cNvPr id="5" name="TextBox 4"/>
          <p:cNvSpPr txBox="1"/>
          <p:nvPr/>
        </p:nvSpPr>
        <p:spPr>
          <a:xfrm>
            <a:off x="914400" y="9418320"/>
            <a:ext cx="16459200" cy="777240"/>
          </a:xfrm>
          <a:prstGeom prst="rect">
            <a:avLst/>
          </a:prstGeom>
          <a:noFill/>
        </p:spPr>
        <p:txBody>
          <a:bodyPr wrap="square" lIns="109728" rIns="109728" tIns="73152" bIns="73152">
            <a:noAutofit/>
          </a:bodyPr>
          <a:lstStyle/>
          <a:p/>
          <a:p>
            <a:pPr>
              <a:spcBef>
                <a:spcPts val="200"/>
              </a:spcBef>
              <a:defRPr sz="1200" b="0" i="0">
                <a:solidFill>
                  <a:srgbClr val="86EFAC"/>
                </a:solidFill>
                <a:latin typeface="Inter"/>
              </a:defRPr>
            </a:pPr>
            <a:r>
              <a:t>Title</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10251C"/>
        </a:solidFill>
        <a:effectLst/>
      </p:bgPr>
    </p:bg>
    <p:spTree>
      <p:nvGrpSpPr>
        <p:cNvPr id="1" name=""/>
        <p:cNvGrpSpPr/>
        <p:nvPr/>
      </p:nvGrpSpPr>
      <p:grpSpPr/>
      <p:sp>
        <p:nvSpPr>
          <p:cNvPr id="2" name="TextBox 1"/>
          <p:cNvSpPr txBox="1"/>
          <p:nvPr/>
        </p:nvSpPr>
        <p:spPr>
          <a:xfrm>
            <a:off x="914400" y="530352"/>
            <a:ext cx="16459200" cy="8750808"/>
          </a:xfrm>
          <a:prstGeom prst="rect">
            <a:avLst/>
          </a:prstGeom>
          <a:noFill/>
        </p:spPr>
        <p:txBody>
          <a:bodyPr wrap="square" lIns="109728" rIns="109728" tIns="73152" bIns="73152">
            <a:noAutofit/>
          </a:bodyPr>
          <a:lstStyle/>
          <a:p>
            <a:pPr algn="ctr">
              <a:spcAft>
                <a:spcPts val="500"/>
              </a:spcAft>
              <a:defRPr sz="1500" b="0" i="1">
                <a:solidFill>
                  <a:srgbClr val="86EFAC"/>
                </a:solidFill>
                <a:latin typeface="Inter"/>
              </a:defRPr>
            </a:pPr>
            <a:r>
              <a:t>Welcome to the celebration of the Holy Eucharist.</a:t>
            </a:r>
          </a:p>
          <a:p>
            <a:pPr algn="ctr">
              <a:spcAft>
                <a:spcPts val="500"/>
              </a:spcAft>
              <a:defRPr sz="1500" b="0" i="1">
                <a:solidFill>
                  <a:srgbClr val="86EFAC"/>
                </a:solidFill>
                <a:latin typeface="Inter"/>
              </a:defRPr>
            </a:pPr>
            <a:r>
              <a:t>Please stand and join in singing the Entrance hymn.</a:t>
            </a:r>
          </a:p>
        </p:txBody>
      </p:sp>
      <p:sp>
        <p:nvSpPr>
          <p:cNvPr id="3" name="TextBox 2"/>
          <p:cNvSpPr txBox="1"/>
          <p:nvPr/>
        </p:nvSpPr>
        <p:spPr>
          <a:xfrm>
            <a:off x="914400" y="9418320"/>
            <a:ext cx="16459200" cy="777240"/>
          </a:xfrm>
          <a:prstGeom prst="rect">
            <a:avLst/>
          </a:prstGeom>
          <a:noFill/>
        </p:spPr>
        <p:txBody>
          <a:bodyPr wrap="square" lIns="109728" rIns="109728" tIns="73152" bIns="73152">
            <a:noAutofit/>
          </a:bodyPr>
          <a:lstStyle/>
          <a:p/>
          <a:p>
            <a:pPr>
              <a:spcBef>
                <a:spcPts val="200"/>
              </a:spcBef>
              <a:defRPr sz="1200" b="0" i="0">
                <a:solidFill>
                  <a:srgbClr val="86EFAC"/>
                </a:solidFill>
                <a:latin typeface="Inter"/>
              </a:defRPr>
            </a:pPr>
            <a:r>
              <a:t>Intro</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Box 1"/>
          <p:cNvSpPr txBox="1"/>
          <p:nvPr/>
        </p:nvSpPr>
        <p:spPr>
          <a:xfrm>
            <a:off x="914400" y="109728"/>
            <a:ext cx="16459200" cy="868680"/>
          </a:xfrm>
          <a:prstGeom prst="rect">
            <a:avLst/>
          </a:prstGeom>
          <a:noFill/>
        </p:spPr>
        <p:txBody>
          <a:bodyPr wrap="square" lIns="109728" rIns="109728" tIns="73152" bIns="73152">
            <a:noAutofit/>
          </a:bodyPr>
          <a:lstStyle/>
          <a:p>
            <a:pPr algn="ctr">
              <a:defRPr sz="3600" b="1" i="0">
                <a:solidFill>
                  <a:srgbClr val="FFCC4D"/>
                </a:solidFill>
                <a:latin typeface="Georgia"/>
              </a:defRPr>
            </a:pPr>
            <a:r>
              <a:t>Sing a New Song</a:t>
            </a:r>
          </a:p>
        </p:txBody>
      </p:sp>
      <p:sp>
        <p:nvSpPr>
          <p:cNvPr id="3" name="TextBox 2"/>
          <p:cNvSpPr txBox="1"/>
          <p:nvPr/>
        </p:nvSpPr>
        <p:spPr>
          <a:xfrm>
            <a:off x="0" y="1069848"/>
            <a:ext cx="18288000" cy="8348472"/>
          </a:xfrm>
          <a:prstGeom prst="rect">
            <a:avLst/>
          </a:prstGeom>
          <a:noFill/>
        </p:spPr>
        <p:txBody>
          <a:bodyPr wrap="square" lIns="0" rIns="0" tIns="73152" bIns="73152" anchor="ctr">
            <a:noAutofit/>
          </a:bodyPr>
          <a:lstStyle/>
          <a:p>
            <a:pPr algn="ctr">
              <a:lnSpc>
                <a:spcPct val="100000"/>
              </a:lnSpc>
              <a:spcAft>
                <a:spcPts val="600"/>
              </a:spcAft>
              <a:defRPr sz="5200" b="1" i="0">
                <a:solidFill>
                  <a:srgbClr val="FFFFFF"/>
                </a:solidFill>
                <a:latin typeface="Arial Black"/>
              </a:defRPr>
            </a:pPr>
            <a:r>
              <a:t>SING A NEW SONG UNTO THE LORD;</a:t>
            </a:r>
          </a:p>
          <a:p>
            <a:pPr algn="ctr">
              <a:lnSpc>
                <a:spcPct val="100000"/>
              </a:lnSpc>
              <a:spcAft>
                <a:spcPts val="600"/>
              </a:spcAft>
              <a:defRPr sz="5200" b="1" i="0">
                <a:solidFill>
                  <a:srgbClr val="FFFFFF"/>
                </a:solidFill>
                <a:latin typeface="Arial Black"/>
              </a:defRPr>
            </a:pPr>
            <a:r>
              <a:t>LET YOUR SONG BE SUNG FROM MOUNTAINS HIGH</a:t>
            </a:r>
          </a:p>
          <a:p>
            <a:pPr algn="ctr">
              <a:lnSpc>
                <a:spcPct val="100000"/>
              </a:lnSpc>
              <a:spcAft>
                <a:spcPts val="600"/>
              </a:spcAft>
              <a:defRPr sz="5200" b="1" i="0">
                <a:solidFill>
                  <a:srgbClr val="FFFFFF"/>
                </a:solidFill>
                <a:latin typeface="Arial Black"/>
              </a:defRPr>
            </a:pPr>
            <a:r>
              <a:t>SING A NEW SONG UNTO THE LORD</a:t>
            </a:r>
          </a:p>
          <a:p>
            <a:pPr algn="ctr">
              <a:lnSpc>
                <a:spcPct val="100000"/>
              </a:lnSpc>
              <a:spcAft>
                <a:spcPts val="600"/>
              </a:spcAft>
              <a:defRPr sz="5200" b="1" i="0">
                <a:solidFill>
                  <a:srgbClr val="FFFFFF"/>
                </a:solidFill>
                <a:latin typeface="Arial Black"/>
              </a:defRPr>
            </a:pPr>
            <a:r>
              <a:t>SINGING ALLELUIA</a:t>
            </a:r>
          </a:p>
        </p:txBody>
      </p:sp>
      <p:sp>
        <p:nvSpPr>
          <p:cNvPr id="4" name="TextBox 3"/>
          <p:cNvSpPr txBox="1"/>
          <p:nvPr/>
        </p:nvSpPr>
        <p:spPr>
          <a:xfrm>
            <a:off x="914400" y="9418320"/>
            <a:ext cx="16459200" cy="777240"/>
          </a:xfrm>
          <a:prstGeom prst="rect">
            <a:avLst/>
          </a:prstGeom>
          <a:noFill/>
        </p:spPr>
        <p:txBody>
          <a:bodyPr wrap="square" lIns="109728" rIns="109728" tIns="73152" bIns="73152">
            <a:noAutofit/>
          </a:bodyPr>
          <a:lstStyle/>
          <a:p/>
          <a:p>
            <a:pPr>
              <a:spcBef>
                <a:spcPts val="200"/>
              </a:spcBef>
              <a:defRPr sz="1200" b="0" i="0">
                <a:solidFill>
                  <a:srgbClr val="FFCC4D"/>
                </a:solidFill>
                <a:latin typeface="Inter"/>
              </a:defRPr>
            </a:pPr>
            <a:r>
              <a:t>Entrance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Box 1"/>
          <p:cNvSpPr txBox="1"/>
          <p:nvPr/>
        </p:nvSpPr>
        <p:spPr>
          <a:xfrm>
            <a:off x="0" y="0"/>
            <a:ext cx="18288000" cy="10287000"/>
          </a:xfrm>
          <a:prstGeom prst="rect">
            <a:avLst/>
          </a:prstGeom>
          <a:noFill/>
        </p:spPr>
        <p:txBody>
          <a:bodyPr wrap="square" lIns="0" rIns="0" tIns="0" bIns="0" anchor="ctr">
            <a:noAutofit/>
          </a:bodyPr>
          <a:lstStyle/>
          <a:p>
            <a:pPr algn="ctr">
              <a:lnSpc>
                <a:spcPct val="100000"/>
              </a:lnSpc>
              <a:spcAft>
                <a:spcPts val="600"/>
              </a:spcAft>
              <a:defRPr sz="5200" b="1" i="0">
                <a:solidFill>
                  <a:srgbClr val="FFFFFF"/>
                </a:solidFill>
                <a:latin typeface="Arial Black"/>
              </a:defRPr>
            </a:pPr>
            <a:r>
              <a:t>YAHWEH'S PEOPLE DANCE FOR JOY</a:t>
            </a:r>
          </a:p>
          <a:p>
            <a:pPr algn="ctr">
              <a:lnSpc>
                <a:spcPct val="100000"/>
              </a:lnSpc>
              <a:spcAft>
                <a:spcPts val="600"/>
              </a:spcAft>
              <a:defRPr sz="5200" b="1" i="0">
                <a:solidFill>
                  <a:srgbClr val="FFFFFF"/>
                </a:solidFill>
                <a:latin typeface="Arial Black"/>
              </a:defRPr>
            </a:pPr>
            <a:r>
              <a:t>O COME BEFORE THE LORD</a:t>
            </a:r>
          </a:p>
          <a:p>
            <a:pPr algn="ctr">
              <a:lnSpc>
                <a:spcPct val="100000"/>
              </a:lnSpc>
              <a:spcAft>
                <a:spcPts val="600"/>
              </a:spcAft>
              <a:defRPr sz="5200" b="1" i="0">
                <a:solidFill>
                  <a:srgbClr val="FFFFFF"/>
                </a:solidFill>
                <a:latin typeface="Arial Black"/>
              </a:defRPr>
            </a:pPr>
            <a:r>
              <a:t>AND PLAY FOR HIM ON GLAD TAMBOURINES</a:t>
            </a:r>
          </a:p>
          <a:p>
            <a:pPr algn="ctr">
              <a:lnSpc>
                <a:spcPct val="100000"/>
              </a:lnSpc>
              <a:spcAft>
                <a:spcPts val="600"/>
              </a:spcAft>
              <a:defRPr sz="5200" b="1" i="0">
                <a:solidFill>
                  <a:srgbClr val="FFFFFF"/>
                </a:solidFill>
                <a:latin typeface="Arial Black"/>
              </a:defRPr>
            </a:pPr>
            <a:r>
              <a:t>AND LET YOUR TRUMPET SOUND</a:t>
            </a:r>
          </a:p>
        </p:txBody>
      </p:sp>
      <p:sp>
        <p:nvSpPr>
          <p:cNvPr id="3" name="TextBox 2"/>
          <p:cNvSpPr txBox="1"/>
          <p:nvPr/>
        </p:nvSpPr>
        <p:spPr>
          <a:xfrm>
            <a:off x="914400" y="9418320"/>
            <a:ext cx="16459200" cy="777240"/>
          </a:xfrm>
          <a:prstGeom prst="rect">
            <a:avLst/>
          </a:prstGeom>
          <a:noFill/>
        </p:spPr>
        <p:txBody>
          <a:bodyPr wrap="square" lIns="109728" rIns="109728" tIns="73152" bIns="73152">
            <a:noAutofit/>
          </a:bodyPr>
          <a:lstStyle/>
          <a:p/>
          <a:p>
            <a:pPr>
              <a:spcBef>
                <a:spcPts val="200"/>
              </a:spcBef>
              <a:defRPr sz="1200" b="0" i="0">
                <a:solidFill>
                  <a:srgbClr val="FFCC4D"/>
                </a:solidFill>
                <a:latin typeface="Inter"/>
              </a:defRPr>
            </a:pPr>
            <a:r>
              <a:t>Entrance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Box 1"/>
          <p:cNvSpPr txBox="1"/>
          <p:nvPr/>
        </p:nvSpPr>
        <p:spPr>
          <a:xfrm>
            <a:off x="0" y="0"/>
            <a:ext cx="18288000" cy="10287000"/>
          </a:xfrm>
          <a:prstGeom prst="rect">
            <a:avLst/>
          </a:prstGeom>
          <a:noFill/>
        </p:spPr>
        <p:txBody>
          <a:bodyPr wrap="square" lIns="0" rIns="0" tIns="0" bIns="0" anchor="ctr">
            <a:noAutofit/>
          </a:bodyPr>
          <a:lstStyle/>
          <a:p>
            <a:pPr algn="ctr">
              <a:lnSpc>
                <a:spcPct val="100000"/>
              </a:lnSpc>
              <a:spcAft>
                <a:spcPts val="600"/>
              </a:spcAft>
              <a:defRPr sz="5200" b="1" i="0">
                <a:solidFill>
                  <a:srgbClr val="FFFFFF"/>
                </a:solidFill>
                <a:latin typeface="Arial Black"/>
              </a:defRPr>
            </a:pPr>
            <a:r>
              <a:t>SING A NEW SONG UNTO THE LORD;</a:t>
            </a:r>
          </a:p>
          <a:p>
            <a:pPr algn="ctr">
              <a:lnSpc>
                <a:spcPct val="100000"/>
              </a:lnSpc>
              <a:spcAft>
                <a:spcPts val="600"/>
              </a:spcAft>
              <a:defRPr sz="5200" b="1" i="0">
                <a:solidFill>
                  <a:srgbClr val="FFFFFF"/>
                </a:solidFill>
                <a:latin typeface="Arial Black"/>
              </a:defRPr>
            </a:pPr>
            <a:r>
              <a:t>LET YOUR SONG BE SUNG FROM MOUNTAINS HIGH</a:t>
            </a:r>
          </a:p>
          <a:p>
            <a:pPr algn="ctr">
              <a:lnSpc>
                <a:spcPct val="100000"/>
              </a:lnSpc>
              <a:spcAft>
                <a:spcPts val="600"/>
              </a:spcAft>
              <a:defRPr sz="5200" b="1" i="0">
                <a:solidFill>
                  <a:srgbClr val="FFFFFF"/>
                </a:solidFill>
                <a:latin typeface="Arial Black"/>
              </a:defRPr>
            </a:pPr>
            <a:r>
              <a:t>SING A NEW SONG UNTO THE LORD</a:t>
            </a:r>
          </a:p>
          <a:p>
            <a:pPr algn="ctr">
              <a:lnSpc>
                <a:spcPct val="100000"/>
              </a:lnSpc>
              <a:spcAft>
                <a:spcPts val="600"/>
              </a:spcAft>
              <a:defRPr sz="5200" b="1" i="0">
                <a:solidFill>
                  <a:srgbClr val="FFFFFF"/>
                </a:solidFill>
                <a:latin typeface="Arial Black"/>
              </a:defRPr>
            </a:pPr>
            <a:r>
              <a:t>SINGING ALLELUIA</a:t>
            </a:r>
          </a:p>
        </p:txBody>
      </p:sp>
      <p:sp>
        <p:nvSpPr>
          <p:cNvPr id="3" name="TextBox 2"/>
          <p:cNvSpPr txBox="1"/>
          <p:nvPr/>
        </p:nvSpPr>
        <p:spPr>
          <a:xfrm>
            <a:off x="914400" y="9418320"/>
            <a:ext cx="16459200" cy="777240"/>
          </a:xfrm>
          <a:prstGeom prst="rect">
            <a:avLst/>
          </a:prstGeom>
          <a:noFill/>
        </p:spPr>
        <p:txBody>
          <a:bodyPr wrap="square" lIns="109728" rIns="109728" tIns="73152" bIns="73152">
            <a:noAutofit/>
          </a:bodyPr>
          <a:lstStyle/>
          <a:p/>
          <a:p>
            <a:pPr>
              <a:spcBef>
                <a:spcPts val="200"/>
              </a:spcBef>
              <a:defRPr sz="1200" b="0" i="0">
                <a:solidFill>
                  <a:srgbClr val="FFCC4D"/>
                </a:solidFill>
                <a:latin typeface="Inter"/>
              </a:defRPr>
            </a:pPr>
            <a:r>
              <a:t>Entrance</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Box 1"/>
          <p:cNvSpPr txBox="1"/>
          <p:nvPr/>
        </p:nvSpPr>
        <p:spPr>
          <a:xfrm>
            <a:off x="0" y="0"/>
            <a:ext cx="18288000" cy="10287000"/>
          </a:xfrm>
          <a:prstGeom prst="rect">
            <a:avLst/>
          </a:prstGeom>
          <a:noFill/>
        </p:spPr>
        <p:txBody>
          <a:bodyPr wrap="square" lIns="0" rIns="0" tIns="0" bIns="0" anchor="ctr">
            <a:noAutofit/>
          </a:bodyPr>
          <a:lstStyle/>
          <a:p>
            <a:pPr algn="ctr">
              <a:lnSpc>
                <a:spcPct val="100000"/>
              </a:lnSpc>
              <a:spcAft>
                <a:spcPts val="600"/>
              </a:spcAft>
              <a:defRPr sz="5200" b="1" i="0">
                <a:solidFill>
                  <a:srgbClr val="FFFFFF"/>
                </a:solidFill>
                <a:latin typeface="Arial Black"/>
              </a:defRPr>
            </a:pPr>
            <a:r>
              <a:t>RISE, O CHILDREN, FROM YOUR SLEEP;</a:t>
            </a:r>
          </a:p>
          <a:p>
            <a:pPr algn="ctr">
              <a:lnSpc>
                <a:spcPct val="100000"/>
              </a:lnSpc>
              <a:spcAft>
                <a:spcPts val="600"/>
              </a:spcAft>
              <a:defRPr sz="5200" b="1" i="0">
                <a:solidFill>
                  <a:srgbClr val="FFFFFF"/>
                </a:solidFill>
                <a:latin typeface="Arial Black"/>
              </a:defRPr>
            </a:pPr>
            <a:r>
              <a:t>YOUR SAVIOR NOW HAS COME</a:t>
            </a:r>
          </a:p>
          <a:p>
            <a:pPr algn="ctr">
              <a:lnSpc>
                <a:spcPct val="100000"/>
              </a:lnSpc>
              <a:spcAft>
                <a:spcPts val="600"/>
              </a:spcAft>
              <a:defRPr sz="5200" b="1" i="0">
                <a:solidFill>
                  <a:srgbClr val="FFFFFF"/>
                </a:solidFill>
                <a:latin typeface="Arial Black"/>
              </a:defRPr>
            </a:pPr>
            <a:r>
              <a:t>HE HAS TURNED YOUR SORROW TO JOY</a:t>
            </a:r>
          </a:p>
          <a:p>
            <a:pPr algn="ctr">
              <a:lnSpc>
                <a:spcPct val="100000"/>
              </a:lnSpc>
              <a:spcAft>
                <a:spcPts val="600"/>
              </a:spcAft>
              <a:defRPr sz="5200" b="1" i="0">
                <a:solidFill>
                  <a:srgbClr val="FFFFFF"/>
                </a:solidFill>
                <a:latin typeface="Arial Black"/>
              </a:defRPr>
            </a:pPr>
            <a:r>
              <a:t>AND FILLED YOUR SOUL WITH SONG</a:t>
            </a:r>
          </a:p>
        </p:txBody>
      </p:sp>
      <p:sp>
        <p:nvSpPr>
          <p:cNvPr id="3" name="TextBox 2"/>
          <p:cNvSpPr txBox="1"/>
          <p:nvPr/>
        </p:nvSpPr>
        <p:spPr>
          <a:xfrm>
            <a:off x="914400" y="9418320"/>
            <a:ext cx="16459200" cy="777240"/>
          </a:xfrm>
          <a:prstGeom prst="rect">
            <a:avLst/>
          </a:prstGeom>
          <a:noFill/>
        </p:spPr>
        <p:txBody>
          <a:bodyPr wrap="square" lIns="109728" rIns="109728" tIns="73152" bIns="73152">
            <a:noAutofit/>
          </a:bodyPr>
          <a:lstStyle/>
          <a:p/>
          <a:p>
            <a:pPr>
              <a:spcBef>
                <a:spcPts val="200"/>
              </a:spcBef>
              <a:defRPr sz="1200" b="0" i="0">
                <a:solidFill>
                  <a:srgbClr val="FFCC4D"/>
                </a:solidFill>
                <a:latin typeface="Inter"/>
              </a:defRPr>
            </a:pPr>
            <a:r>
              <a:t>Entrance</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Box 1"/>
          <p:cNvSpPr txBox="1"/>
          <p:nvPr/>
        </p:nvSpPr>
        <p:spPr>
          <a:xfrm>
            <a:off x="0" y="0"/>
            <a:ext cx="18288000" cy="10287000"/>
          </a:xfrm>
          <a:prstGeom prst="rect">
            <a:avLst/>
          </a:prstGeom>
          <a:noFill/>
        </p:spPr>
        <p:txBody>
          <a:bodyPr wrap="square" lIns="0" rIns="0" tIns="0" bIns="0" anchor="ctr">
            <a:noAutofit/>
          </a:bodyPr>
          <a:lstStyle/>
          <a:p>
            <a:pPr algn="ctr">
              <a:lnSpc>
                <a:spcPct val="100000"/>
              </a:lnSpc>
              <a:spcAft>
                <a:spcPts val="600"/>
              </a:spcAft>
              <a:defRPr sz="5200" b="1" i="0">
                <a:solidFill>
                  <a:srgbClr val="FFFFFF"/>
                </a:solidFill>
                <a:latin typeface="Arial Black"/>
              </a:defRPr>
            </a:pPr>
            <a:r>
              <a:t>SING A NEW SONG UNTO THE LORD;</a:t>
            </a:r>
          </a:p>
          <a:p>
            <a:pPr algn="ctr">
              <a:lnSpc>
                <a:spcPct val="100000"/>
              </a:lnSpc>
              <a:spcAft>
                <a:spcPts val="600"/>
              </a:spcAft>
              <a:defRPr sz="5200" b="1" i="0">
                <a:solidFill>
                  <a:srgbClr val="FFFFFF"/>
                </a:solidFill>
                <a:latin typeface="Arial Black"/>
              </a:defRPr>
            </a:pPr>
            <a:r>
              <a:t>LET YOUR SONG BE SUNG FROM MOUNTAINS HIGH</a:t>
            </a:r>
          </a:p>
          <a:p>
            <a:pPr algn="ctr">
              <a:lnSpc>
                <a:spcPct val="100000"/>
              </a:lnSpc>
              <a:spcAft>
                <a:spcPts val="600"/>
              </a:spcAft>
              <a:defRPr sz="5200" b="1" i="0">
                <a:solidFill>
                  <a:srgbClr val="FFFFFF"/>
                </a:solidFill>
                <a:latin typeface="Arial Black"/>
              </a:defRPr>
            </a:pPr>
            <a:r>
              <a:t>SING A NEW SONG UNTO THE LORD</a:t>
            </a:r>
          </a:p>
          <a:p>
            <a:pPr algn="ctr">
              <a:lnSpc>
                <a:spcPct val="100000"/>
              </a:lnSpc>
              <a:spcAft>
                <a:spcPts val="600"/>
              </a:spcAft>
              <a:defRPr sz="5200" b="1" i="0">
                <a:solidFill>
                  <a:srgbClr val="FFFFFF"/>
                </a:solidFill>
                <a:latin typeface="Arial Black"/>
              </a:defRPr>
            </a:pPr>
            <a:r>
              <a:t>SINGING ALLELUIA</a:t>
            </a:r>
          </a:p>
          <a:p>
            <a:pPr algn="ctr">
              <a:lnSpc>
                <a:spcPct val="100000"/>
              </a:lnSpc>
              <a:spcAft>
                <a:spcPts val="600"/>
              </a:spcAft>
              <a:defRPr sz="5200" b="1" i="0">
                <a:solidFill>
                  <a:srgbClr val="FFFFFF"/>
                </a:solidFill>
                <a:latin typeface="Arial Black"/>
              </a:defRPr>
            </a:pPr>
            <a:r>
              <a:t>SINGING ALLELUIA</a:t>
            </a:r>
          </a:p>
        </p:txBody>
      </p:sp>
      <p:sp>
        <p:nvSpPr>
          <p:cNvPr id="3" name="TextBox 2"/>
          <p:cNvSpPr txBox="1"/>
          <p:nvPr/>
        </p:nvSpPr>
        <p:spPr>
          <a:xfrm>
            <a:off x="914400" y="9418320"/>
            <a:ext cx="16459200" cy="777240"/>
          </a:xfrm>
          <a:prstGeom prst="rect">
            <a:avLst/>
          </a:prstGeom>
          <a:noFill/>
        </p:spPr>
        <p:txBody>
          <a:bodyPr wrap="square" lIns="109728" rIns="109728" tIns="73152" bIns="73152">
            <a:noAutofit/>
          </a:bodyPr>
          <a:lstStyle/>
          <a:p/>
          <a:p>
            <a:pPr>
              <a:spcBef>
                <a:spcPts val="200"/>
              </a:spcBef>
              <a:defRPr sz="1200" b="0" i="0">
                <a:solidFill>
                  <a:srgbClr val="FFCC4D"/>
                </a:solidFill>
                <a:latin typeface="Inter"/>
              </a:defRPr>
            </a:pPr>
            <a:r>
              <a:t>Entrance</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GFCC31May2026_OrdinaryTime_16x9.png"/>
          <p:cNvPicPr>
            <a:picLocks noChangeAspect="1"/>
          </p:cNvPicPr>
          <p:nvPr/>
        </p:nvPicPr>
        <p:blipFill>
          <a:blip r:embed="rId2"/>
          <a:stretch>
            <a:fillRect/>
          </a:stretch>
        </p:blipFill>
        <p:spPr>
          <a:xfrm>
            <a:off x="0" y="0"/>
            <a:ext cx="18288000" cy="10287000"/>
          </a:xfrm>
          <a:prstGeom prst="rect">
            <a:avLst/>
          </a:prstGeom>
        </p:spPr>
      </p:pic>
      <p:sp>
        <p:nvSpPr>
          <p:cNvPr id="3" name="TextBox 2"/>
          <p:cNvSpPr txBox="1"/>
          <p:nvPr/>
        </p:nvSpPr>
        <p:spPr>
          <a:xfrm>
            <a:off x="914400" y="850392"/>
            <a:ext cx="16459200" cy="5943600"/>
          </a:xfrm>
          <a:prstGeom prst="rect">
            <a:avLst/>
          </a:prstGeom>
          <a:noFill/>
        </p:spPr>
        <p:txBody>
          <a:bodyPr wrap="square" lIns="109728" rIns="109728" tIns="73152" bIns="73152">
            <a:noAutofit/>
          </a:bodyPr>
          <a:lstStyle/>
          <a:p>
            <a:pPr>
              <a:spcAft>
                <a:spcPts val="300"/>
              </a:spcAft>
              <a:defRPr sz="2100" b="1" i="0">
                <a:solidFill>
                  <a:srgbClr val="86EFAC"/>
                </a:solidFill>
                <a:latin typeface="Inter"/>
              </a:defRPr>
            </a:pPr>
            <a:r>
              <a:t>MASS CELEBRANT:</a:t>
            </a:r>
          </a:p>
          <a:p>
            <a:pPr>
              <a:spcAft>
                <a:spcPts val="300"/>
              </a:spcAft>
              <a:defRPr sz="2100" b="0" i="0">
                <a:solidFill>
                  <a:srgbClr val="F0FDF4"/>
                </a:solidFill>
                <a:latin typeface="Inter"/>
              </a:defRPr>
            </a:pPr>
            <a:r>
              <a:t>Rev. Fr. Jonrey Lauron, RCJ</a:t>
            </a:r>
          </a:p>
          <a:p>
            <a:pPr>
              <a:spcAft>
                <a:spcPts val="300"/>
              </a:spcAft>
              <a:defRPr sz="2100" b="0" i="0">
                <a:solidFill>
                  <a:srgbClr val="F0FDF4"/>
                </a:solidFill>
                <a:latin typeface="Inter"/>
              </a:defRPr>
            </a:pPr>
          </a:p>
          <a:p>
            <a:pPr>
              <a:spcAft>
                <a:spcPts val="300"/>
              </a:spcAft>
              <a:defRPr sz="2100" b="0" i="0">
                <a:solidFill>
                  <a:srgbClr val="F0FDF4"/>
                </a:solidFill>
                <a:latin typeface="Inter"/>
              </a:defRPr>
            </a:pPr>
            <a:r>
              <a:t>Gospel (John 3:16-18)</a:t>
            </a:r>
          </a:p>
          <a:p>
            <a:pPr>
              <a:spcAft>
                <a:spcPts val="300"/>
              </a:spcAft>
              <a:defRPr sz="2100" b="0" i="0">
                <a:solidFill>
                  <a:srgbClr val="F0FDF4"/>
                </a:solidFill>
                <a:latin typeface="Inter"/>
              </a:defRPr>
            </a:pPr>
            <a:r>
              <a:t>“For God so loved the world, that he gave his one and only Son, that whoever believes in him should not perish, but have eternal life.”</a:t>
            </a:r>
          </a:p>
          <a:p>
            <a:pPr>
              <a:spcAft>
                <a:spcPts val="300"/>
              </a:spcAft>
              <a:defRPr sz="2100" b="0" i="0">
                <a:solidFill>
                  <a:srgbClr val="F0FDF4"/>
                </a:solidFill>
                <a:latin typeface="Inter"/>
              </a:defRPr>
            </a:pPr>
          </a:p>
          <a:p>
            <a:pPr>
              <a:spcAft>
                <a:spcPts val="300"/>
              </a:spcAft>
              <a:defRPr sz="2100" b="0" i="0">
                <a:solidFill>
                  <a:srgbClr val="F0FDF4"/>
                </a:solidFill>
                <a:latin typeface="Inter"/>
              </a:defRPr>
            </a:pPr>
            <a:r>
              <a:t>YEAR A</a:t>
            </a:r>
          </a:p>
          <a:p>
            <a:pPr>
              <a:spcAft>
                <a:spcPts val="300"/>
              </a:spcAft>
              <a:defRPr sz="2100" b="0" i="0">
                <a:solidFill>
                  <a:srgbClr val="F0FDF4"/>
                </a:solidFill>
                <a:latin typeface="Inter"/>
              </a:defRPr>
            </a:pPr>
            <a:r>
              <a:t>2026-05-31 · Ordinary Time</a:t>
            </a:r>
          </a:p>
        </p:txBody>
      </p:sp>
      <p:sp>
        <p:nvSpPr>
          <p:cNvPr id="4" name="TextBox 3"/>
          <p:cNvSpPr txBox="1"/>
          <p:nvPr/>
        </p:nvSpPr>
        <p:spPr>
          <a:xfrm>
            <a:off x="914400" y="9418320"/>
            <a:ext cx="16459200" cy="777240"/>
          </a:xfrm>
          <a:prstGeom prst="rect">
            <a:avLst/>
          </a:prstGeom>
          <a:noFill/>
        </p:spPr>
        <p:txBody>
          <a:bodyPr wrap="square" lIns="109728" rIns="109728" tIns="73152" bIns="73152">
            <a:noAutofit/>
          </a:bodyPr>
          <a:lstStyle/>
          <a:p/>
          <a:p>
            <a:pPr>
              <a:spcBef>
                <a:spcPts val="200"/>
              </a:spcBef>
              <a:defRPr sz="1200" b="0" i="0">
                <a:solidFill>
                  <a:srgbClr val="86EFAC"/>
                </a:solidFill>
                <a:latin typeface="Inter"/>
              </a:defRPr>
            </a:pPr>
            <a:r>
              <a:t>Mass poster / divider</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10251C"/>
        </a:solidFill>
        <a:effectLst/>
      </p:bgPr>
    </p:bg>
    <p:spTree>
      <p:nvGrpSpPr>
        <p:cNvPr id="1" name=""/>
        <p:cNvGrpSpPr/>
        <p:nvPr/>
      </p:nvGrpSpPr>
      <p:grpSpPr/>
      <p:sp>
        <p:nvSpPr>
          <p:cNvPr id="2" name="TextBox 1"/>
          <p:cNvSpPr txBox="1"/>
          <p:nvPr/>
        </p:nvSpPr>
        <p:spPr>
          <a:xfrm>
            <a:off x="914400" y="530352"/>
            <a:ext cx="16459200" cy="8750808"/>
          </a:xfrm>
          <a:prstGeom prst="rect">
            <a:avLst/>
          </a:prstGeom>
          <a:noFill/>
        </p:spPr>
        <p:txBody>
          <a:bodyPr wrap="square" lIns="109728" rIns="109728" tIns="73152" bIns="73152">
            <a:noAutofit/>
          </a:bodyPr>
          <a:lstStyle/>
          <a:p>
            <a:pPr algn="ctr">
              <a:spcBef>
                <a:spcPts val="400"/>
              </a:spcBef>
              <a:spcAft>
                <a:spcPts val="500"/>
              </a:spcAft>
              <a:defRPr sz="2000" b="1" i="0">
                <a:solidFill>
                  <a:srgbClr val="86EFAC"/>
                </a:solidFill>
                <a:latin typeface="Inter"/>
              </a:defRPr>
            </a:pPr>
            <a:r>
              <a:t>Priest: In the Name of the Father, and of the Son, and of the Holy Spirit.</a:t>
            </a:r>
          </a:p>
          <a:p>
            <a:pPr algn="ctr">
              <a:spcBef>
                <a:spcPts val="400"/>
              </a:spcBef>
              <a:spcAft>
                <a:spcPts val="500"/>
              </a:spcAft>
              <a:defRPr sz="2000" b="1" i="0">
                <a:solidFill>
                  <a:srgbClr val="F0FDF4"/>
                </a:solidFill>
                <a:latin typeface="Inter"/>
              </a:defRPr>
            </a:pPr>
            <a:r>
              <a:t>All: Amen.</a:t>
            </a:r>
          </a:p>
          <a:p>
            <a:pPr algn="ctr">
              <a:spcBef>
                <a:spcPts val="400"/>
              </a:spcBef>
              <a:spcAft>
                <a:spcPts val="500"/>
              </a:spcAft>
              <a:defRPr sz="2000" b="1" i="0">
                <a:solidFill>
                  <a:srgbClr val="86EFAC"/>
                </a:solidFill>
                <a:latin typeface="Inter"/>
              </a:defRPr>
            </a:pPr>
            <a:r>
              <a:t>Priest: The Lord be with you.</a:t>
            </a:r>
          </a:p>
          <a:p>
            <a:pPr algn="ctr">
              <a:spcBef>
                <a:spcPts val="400"/>
              </a:spcBef>
              <a:spcAft>
                <a:spcPts val="500"/>
              </a:spcAft>
              <a:defRPr sz="2000" b="1" i="0">
                <a:solidFill>
                  <a:srgbClr val="F0FDF4"/>
                </a:solidFill>
                <a:latin typeface="Inter"/>
              </a:defRPr>
            </a:pPr>
            <a:r>
              <a:t>All: And with your spirit.</a:t>
            </a:r>
          </a:p>
        </p:txBody>
      </p:sp>
      <p:sp>
        <p:nvSpPr>
          <p:cNvPr id="3" name="TextBox 2"/>
          <p:cNvSpPr txBox="1"/>
          <p:nvPr/>
        </p:nvSpPr>
        <p:spPr>
          <a:xfrm>
            <a:off x="914400" y="9418320"/>
            <a:ext cx="16459200" cy="777240"/>
          </a:xfrm>
          <a:prstGeom prst="rect">
            <a:avLst/>
          </a:prstGeom>
          <a:noFill/>
        </p:spPr>
        <p:txBody>
          <a:bodyPr wrap="square" lIns="109728" rIns="109728" tIns="73152" bIns="73152">
            <a:noAutofit/>
          </a:bodyPr>
          <a:lstStyle/>
          <a:p/>
          <a:p>
            <a:pPr>
              <a:spcBef>
                <a:spcPts val="200"/>
              </a:spcBef>
              <a:defRPr sz="1200" b="0" i="0">
                <a:solidFill>
                  <a:srgbClr val="86EFAC"/>
                </a:solidFill>
                <a:latin typeface="Inter"/>
              </a:defRPr>
            </a:pPr>
            <a:r>
              <a:t>Introductory Rites</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10251C"/>
        </a:solidFill>
        <a:effectLst/>
      </p:bgPr>
    </p:bg>
    <p:spTree>
      <p:nvGrpSpPr>
        <p:cNvPr id="1" name=""/>
        <p:cNvGrpSpPr/>
        <p:nvPr/>
      </p:nvGrpSpPr>
      <p:grpSpPr/>
      <p:sp>
        <p:nvSpPr>
          <p:cNvPr id="150" name="Google Shape;150;p20"/>
          <p:cNvSpPr txBox="1"/>
          <p:nvPr/>
        </p:nvSpPr>
        <p:spPr>
          <a:xfrm>
            <a:off x="0" y="790775"/>
            <a:ext cx="18288000" cy="5326800"/>
          </a:xfrm>
          <a:prstGeom prst="rect">
            <a:avLst/>
          </a:prstGeom>
          <a:noFill/>
          <a:ln>
            <a:noFill/>
          </a:ln>
        </p:spPr>
        <p:txBody>
          <a:bodyPr anchorCtr="0" anchor="t" bIns="73150" lIns="109725" spcFirstLastPara="1" rIns="109725" wrap="square" tIns="73150">
            <a:noAutofit/>
          </a:bodyPr>
          <a:lstStyle/>
          <a:p>
            <a:pPr indent="0" lvl="0" marL="0" marR="0" rtl="0" algn="ctr">
              <a:spcBef>
                <a:spcPts val="0"/>
              </a:spcBef>
              <a:spcAft>
                <a:spcPts val="0"/>
              </a:spcAft>
              <a:buNone/>
            </a:pPr>
            <a:r>
              <a:rPr b="1" lang="en-US" sz="5100">
                <a:solidFill>
                  <a:srgbClr val="FFDA91"/>
                </a:solidFill>
                <a:latin typeface="Calibri"/>
                <a:ea typeface="Calibri"/>
                <a:cs typeface="Calibri"/>
                <a:sym typeface="Calibri"/>
              </a:rPr>
              <a:t>Priest: </a:t>
            </a:r>
            <a:r>
              <a:rPr b="1" i="0" lang="en-US" sz="5100" u="none" cap="none" strike="noStrike">
                <a:solidFill>
                  <a:srgbClr val="FFDA91"/>
                </a:solidFill>
                <a:latin typeface="Calibri"/>
                <a:ea typeface="Calibri"/>
                <a:cs typeface="Calibri"/>
                <a:sym typeface="Calibri"/>
              </a:rPr>
              <a:t>Brethren (brothers and sisters),</a:t>
            </a:r>
            <a:endParaRPr b="1" sz="5100">
              <a:solidFill>
                <a:srgbClr val="FFDA91"/>
              </a:solidFill>
              <a:latin typeface="Calibri"/>
              <a:ea typeface="Calibri"/>
              <a:cs typeface="Calibri"/>
              <a:sym typeface="Calibri"/>
            </a:endParaRPr>
          </a:p>
          <a:p>
            <a:pPr indent="0" lvl="0" marL="0" marR="0" rtl="0" algn="ctr">
              <a:spcBef>
                <a:spcPts val="0"/>
              </a:spcBef>
              <a:spcAft>
                <a:spcPts val="0"/>
              </a:spcAft>
              <a:buNone/>
            </a:pPr>
            <a:r>
              <a:rPr b="1" i="0" lang="en-US" sz="5100" u="none" cap="none" strike="noStrike">
                <a:solidFill>
                  <a:srgbClr val="FFDA91"/>
                </a:solidFill>
                <a:latin typeface="Calibri"/>
                <a:ea typeface="Calibri"/>
                <a:cs typeface="Calibri"/>
                <a:sym typeface="Calibri"/>
              </a:rPr>
              <a:t>let us acknowledge our sins, </a:t>
            </a:r>
            <a:endParaRPr b="1" sz="5100">
              <a:solidFill>
                <a:srgbClr val="FFDA91"/>
              </a:solidFill>
              <a:latin typeface="Calibri"/>
              <a:ea typeface="Calibri"/>
              <a:cs typeface="Calibri"/>
              <a:sym typeface="Calibri"/>
            </a:endParaRPr>
          </a:p>
          <a:p>
            <a:pPr indent="0" lvl="0" marL="0" marR="0" rtl="0" algn="ctr">
              <a:spcBef>
                <a:spcPts val="0"/>
              </a:spcBef>
              <a:spcAft>
                <a:spcPts val="0"/>
              </a:spcAft>
              <a:buNone/>
            </a:pPr>
            <a:r>
              <a:rPr b="1" lang="en-US" sz="5100">
                <a:solidFill>
                  <a:srgbClr val="FAF8F4"/>
                </a:solidFill>
                <a:latin typeface="Calibri"/>
                <a:ea typeface="Calibri"/>
                <a:cs typeface="Calibri"/>
                <a:sym typeface="Calibri"/>
              </a:rPr>
              <a:t>ALL: </a:t>
            </a:r>
            <a:r>
              <a:rPr b="1" i="0" lang="en-US" sz="5100" u="none" cap="none" strike="noStrike">
                <a:solidFill>
                  <a:srgbClr val="FAF8F4"/>
                </a:solidFill>
                <a:latin typeface="Calibri"/>
                <a:ea typeface="Calibri"/>
                <a:cs typeface="Calibri"/>
                <a:sym typeface="Calibri"/>
              </a:rPr>
              <a:t>I confess to almighty God</a:t>
            </a:r>
            <a:r>
              <a:rPr lang="en-US" sz="4500"/>
              <a:t> </a:t>
            </a:r>
            <a:r>
              <a:rPr b="0" i="0" lang="en-US" sz="5000" u="none" cap="none" strike="noStrike">
                <a:solidFill>
                  <a:srgbClr val="FAF8F4"/>
                </a:solidFill>
                <a:latin typeface="Calibri"/>
                <a:ea typeface="Calibri"/>
                <a:cs typeface="Calibri"/>
                <a:sym typeface="Calibri"/>
              </a:rPr>
              <a:t>and to you, my brothers and sisters,</a:t>
            </a:r>
            <a:endParaRPr sz="4500"/>
          </a:p>
          <a:p>
            <a:pPr indent="0" lvl="0" marL="0" marR="0" rtl="0" algn="ctr">
              <a:spcBef>
                <a:spcPts val="500"/>
              </a:spcBef>
              <a:spcAft>
                <a:spcPts val="0"/>
              </a:spcAft>
              <a:buNone/>
            </a:pPr>
            <a:r>
              <a:rPr b="0" i="0" lang="en-US" sz="5000" u="none" cap="none" strike="noStrike">
                <a:solidFill>
                  <a:srgbClr val="FAF8F4"/>
                </a:solidFill>
                <a:latin typeface="Calibri"/>
                <a:ea typeface="Calibri"/>
                <a:cs typeface="Calibri"/>
                <a:sym typeface="Calibri"/>
              </a:rPr>
              <a:t>that I have greatly sinned,</a:t>
            </a:r>
            <a:r>
              <a:rPr lang="en-US" sz="4500"/>
              <a:t> </a:t>
            </a:r>
            <a:r>
              <a:rPr b="0" i="0" lang="en-US" sz="5000" u="none" cap="none" strike="noStrike">
                <a:solidFill>
                  <a:srgbClr val="FAF8F4"/>
                </a:solidFill>
                <a:latin typeface="Calibri"/>
                <a:ea typeface="Calibri"/>
                <a:cs typeface="Calibri"/>
                <a:sym typeface="Calibri"/>
              </a:rPr>
              <a:t>in my thoughts and in my words,</a:t>
            </a:r>
            <a:endParaRPr sz="4500"/>
          </a:p>
          <a:p>
            <a:pPr indent="0" lvl="0" marL="0" marR="0" rtl="0" algn="ctr">
              <a:spcBef>
                <a:spcPts val="500"/>
              </a:spcBef>
              <a:spcAft>
                <a:spcPts val="0"/>
              </a:spcAft>
              <a:buNone/>
            </a:pPr>
            <a:r>
              <a:rPr b="0" i="0" lang="en-US" sz="5000" u="none" cap="none" strike="noStrike">
                <a:solidFill>
                  <a:srgbClr val="FAF8F4"/>
                </a:solidFill>
                <a:latin typeface="Calibri"/>
                <a:ea typeface="Calibri"/>
                <a:cs typeface="Calibri"/>
                <a:sym typeface="Calibri"/>
              </a:rPr>
              <a:t>in what I have done and in what I have failed to do,</a:t>
            </a:r>
            <a:endParaRPr b="0" i="0" sz="5000" u="none" cap="none" strike="noStrike">
              <a:solidFill>
                <a:srgbClr val="FAF8F4"/>
              </a:solidFill>
              <a:latin typeface="Calibri"/>
              <a:ea typeface="Calibri"/>
              <a:cs typeface="Calibri"/>
              <a:sym typeface="Calibri"/>
            </a:endParaRPr>
          </a:p>
          <a:p>
            <a:pPr indent="0" lvl="0" marL="0" marR="0" rtl="0" algn="ctr">
              <a:spcBef>
                <a:spcPts val="500"/>
              </a:spcBef>
              <a:spcAft>
                <a:spcPts val="0"/>
              </a:spcAft>
              <a:buNone/>
            </a:pPr>
            <a:r>
              <a:rPr lang="en-US" sz="5000">
                <a:solidFill>
                  <a:srgbClr val="FFDA91"/>
                </a:solidFill>
                <a:latin typeface="Calibri"/>
                <a:ea typeface="Calibri"/>
                <a:cs typeface="Calibri"/>
                <a:sym typeface="Calibri"/>
              </a:rPr>
              <a:t>(strike chest)</a:t>
            </a:r>
            <a:endParaRPr sz="5000">
              <a:solidFill>
                <a:srgbClr val="FFDA91"/>
              </a:solidFill>
              <a:latin typeface="Calibri"/>
              <a:ea typeface="Calibri"/>
              <a:cs typeface="Calibri"/>
              <a:sym typeface="Calibri"/>
            </a:endParaRPr>
          </a:p>
          <a:p>
            <a:pPr indent="0" lvl="0" marL="0" marR="0" rtl="0" algn="ctr">
              <a:spcBef>
                <a:spcPts val="500"/>
              </a:spcBef>
              <a:spcAft>
                <a:spcPts val="0"/>
              </a:spcAft>
              <a:buNone/>
            </a:pPr>
            <a:r>
              <a:rPr b="0" i="0" lang="en-US" sz="5000" u="none" cap="none" strike="noStrike">
                <a:solidFill>
                  <a:srgbClr val="FAF8F4"/>
                </a:solidFill>
                <a:latin typeface="Calibri"/>
                <a:ea typeface="Calibri"/>
                <a:cs typeface="Calibri"/>
                <a:sym typeface="Calibri"/>
              </a:rPr>
              <a:t>through my fault, through my fault,</a:t>
            </a:r>
            <a:r>
              <a:rPr lang="en-US" sz="4500"/>
              <a:t> </a:t>
            </a:r>
            <a:r>
              <a:rPr b="0" i="0" lang="en-US" sz="5000" u="none" cap="none" strike="noStrike">
                <a:solidFill>
                  <a:srgbClr val="FAF8F4"/>
                </a:solidFill>
                <a:latin typeface="Calibri"/>
                <a:ea typeface="Calibri"/>
                <a:cs typeface="Calibri"/>
                <a:sym typeface="Calibri"/>
              </a:rPr>
              <a:t>through my most grievous fault;</a:t>
            </a:r>
            <a:endParaRPr sz="4500"/>
          </a:p>
          <a:p>
            <a:pPr indent="0" lvl="0" marL="0" marR="0" rtl="0" algn="ctr">
              <a:spcBef>
                <a:spcPts val="500"/>
              </a:spcBef>
              <a:spcAft>
                <a:spcPts val="0"/>
              </a:spcAft>
              <a:buNone/>
            </a:pPr>
            <a:r>
              <a:rPr b="0" i="0" lang="en-US" sz="5000" u="none" cap="none" strike="noStrike">
                <a:solidFill>
                  <a:srgbClr val="FAF8F4"/>
                </a:solidFill>
                <a:latin typeface="Calibri"/>
                <a:ea typeface="Calibri"/>
                <a:cs typeface="Calibri"/>
                <a:sym typeface="Calibri"/>
              </a:rPr>
              <a:t>therefore I ask blessed Mary ever-Virgin,</a:t>
            </a:r>
            <a:r>
              <a:rPr lang="en-US" sz="4500"/>
              <a:t> </a:t>
            </a:r>
            <a:r>
              <a:rPr b="0" i="0" lang="en-US" sz="5000" u="none" cap="none" strike="noStrike">
                <a:solidFill>
                  <a:srgbClr val="FAF8F4"/>
                </a:solidFill>
                <a:latin typeface="Calibri"/>
                <a:ea typeface="Calibri"/>
                <a:cs typeface="Calibri"/>
                <a:sym typeface="Calibri"/>
              </a:rPr>
              <a:t>all the Angels and Saints,</a:t>
            </a:r>
            <a:endParaRPr sz="4500"/>
          </a:p>
          <a:p>
            <a:pPr indent="0" lvl="0" marL="0" marR="0" rtl="0" algn="ctr">
              <a:spcBef>
                <a:spcPts val="500"/>
              </a:spcBef>
              <a:spcAft>
                <a:spcPts val="0"/>
              </a:spcAft>
              <a:buNone/>
            </a:pPr>
            <a:r>
              <a:rPr b="0" i="0" lang="en-US" sz="5000" u="none" cap="none" strike="noStrike">
                <a:solidFill>
                  <a:srgbClr val="FAF8F4"/>
                </a:solidFill>
                <a:latin typeface="Calibri"/>
                <a:ea typeface="Calibri"/>
                <a:cs typeface="Calibri"/>
                <a:sym typeface="Calibri"/>
              </a:rPr>
              <a:t>and you, my brothers and sisters,</a:t>
            </a:r>
            <a:r>
              <a:rPr lang="en-US" sz="4500"/>
              <a:t> </a:t>
            </a:r>
            <a:r>
              <a:rPr b="0" i="0" lang="en-US" sz="5000" u="none" cap="none" strike="noStrike">
                <a:solidFill>
                  <a:srgbClr val="FAF8F4"/>
                </a:solidFill>
                <a:latin typeface="Calibri"/>
                <a:ea typeface="Calibri"/>
                <a:cs typeface="Calibri"/>
                <a:sym typeface="Calibri"/>
              </a:rPr>
              <a:t>to pray for me to the Lord our God.</a:t>
            </a:r>
            <a:endParaRPr sz="4500"/>
          </a:p>
          <a:p>
            <a:pPr indent="0" lvl="0" marL="0" marR="0" rtl="0" algn="l">
              <a:spcBef>
                <a:spcPts val="500"/>
              </a:spcBef>
              <a:spcAft>
                <a:spcPts val="0"/>
              </a:spcAft>
              <a:buNone/>
            </a:pPr>
            <a:r>
              <a:t/>
            </a:r>
            <a:endParaRPr sz="4500"/>
          </a:p>
        </p:txBody>
      </p:sp>
      <p:sp>
        <p:nvSpPr>
          <p:cNvPr id="151" name="TextBox 150"/>
          <p:cNvSpPr txBox="1"/>
          <p:nvPr/>
        </p:nvSpPr>
        <p:spPr>
          <a:xfrm>
            <a:off x="914400" y="9418320"/>
            <a:ext cx="16459200" cy="777240"/>
          </a:xfrm>
          <a:prstGeom prst="rect">
            <a:avLst/>
          </a:prstGeom>
          <a:noFill/>
        </p:spPr>
        <p:txBody>
          <a:bodyPr wrap="square" lIns="109728" rIns="109728" tIns="73152" bIns="73152">
            <a:noAutofit/>
          </a:bodyPr>
          <a:lstStyle/>
          <a:p/>
          <a:p>
            <a:pPr>
              <a:spcBef>
                <a:spcPts val="200"/>
              </a:spcBef>
              <a:defRPr sz="1200" b="0" i="0">
                <a:solidFill>
                  <a:srgbClr val="86EFAC"/>
                </a:solidFill>
                <a:latin typeface="Inter"/>
              </a:defRPr>
            </a:pPr>
            <a:r>
              <a:t>Penitential Act (1/2)</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10251C"/>
        </a:solidFill>
        <a:effectLst/>
      </p:bgPr>
    </p:bg>
    <p:spTree>
      <p:nvGrpSpPr>
        <p:cNvPr id="1" name=""/>
        <p:cNvGrpSpPr/>
        <p:nvPr/>
      </p:nvGrpSpPr>
      <p:grpSpPr/>
      <p:sp>
        <p:nvSpPr>
          <p:cNvPr id="159" name="Google Shape;159;p21"/>
          <p:cNvSpPr txBox="1"/>
          <p:nvPr/>
        </p:nvSpPr>
        <p:spPr>
          <a:xfrm>
            <a:off x="0" y="1603800"/>
            <a:ext cx="18288000" cy="3323700"/>
          </a:xfrm>
          <a:prstGeom prst="rect">
            <a:avLst/>
          </a:prstGeom>
          <a:noFill/>
          <a:ln>
            <a:noFill/>
          </a:ln>
        </p:spPr>
        <p:txBody>
          <a:bodyPr anchorCtr="0" anchor="t" bIns="73150" lIns="109725" spcFirstLastPara="1" rIns="109725" wrap="square" tIns="73150">
            <a:spAutoFit/>
          </a:bodyPr>
          <a:lstStyle/>
          <a:p>
            <a:pPr indent="0" lvl="0" marL="0" rtl="0" algn="ctr">
              <a:spcBef>
                <a:spcPts val="500"/>
              </a:spcBef>
              <a:spcAft>
                <a:spcPts val="0"/>
              </a:spcAft>
              <a:buNone/>
            </a:pPr>
            <a:r>
              <a:rPr b="1" lang="en-US" sz="6600">
                <a:solidFill>
                  <a:srgbClr val="FFDA91"/>
                </a:solidFill>
                <a:latin typeface="Calibri"/>
                <a:ea typeface="Calibri"/>
                <a:cs typeface="Calibri"/>
                <a:sym typeface="Calibri"/>
              </a:rPr>
              <a:t>Priest:</a:t>
            </a:r>
            <a:endParaRPr b="1" sz="6600">
              <a:solidFill>
                <a:srgbClr val="FFDA91"/>
              </a:solidFill>
              <a:latin typeface="Calibri"/>
              <a:ea typeface="Calibri"/>
              <a:cs typeface="Calibri"/>
              <a:sym typeface="Calibri"/>
            </a:endParaRPr>
          </a:p>
          <a:p>
            <a:pPr indent="0" lvl="0" marL="0" rtl="0" algn="ctr">
              <a:spcBef>
                <a:spcPts val="500"/>
              </a:spcBef>
              <a:spcAft>
                <a:spcPts val="0"/>
              </a:spcAft>
              <a:buNone/>
            </a:pPr>
            <a:r>
              <a:rPr b="1" lang="en-US" sz="6600">
                <a:solidFill>
                  <a:schemeClr val="lt1"/>
                </a:solidFill>
                <a:latin typeface="Calibri"/>
                <a:ea typeface="Calibri"/>
                <a:cs typeface="Calibri"/>
                <a:sym typeface="Calibri"/>
              </a:rPr>
              <a:t>May almighty God have mercy on us,</a:t>
            </a:r>
            <a:endParaRPr b="1" sz="6600">
              <a:solidFill>
                <a:schemeClr val="lt1"/>
              </a:solidFill>
              <a:latin typeface="Calibri"/>
              <a:ea typeface="Calibri"/>
              <a:cs typeface="Calibri"/>
              <a:sym typeface="Calibri"/>
            </a:endParaRPr>
          </a:p>
          <a:p>
            <a:pPr indent="0" lvl="0" marL="0" rtl="0" algn="ctr">
              <a:spcBef>
                <a:spcPts val="500"/>
              </a:spcBef>
              <a:spcAft>
                <a:spcPts val="0"/>
              </a:spcAft>
              <a:buClr>
                <a:schemeClr val="dk1"/>
              </a:buClr>
              <a:buFont typeface="Arial"/>
              <a:buNone/>
            </a:pPr>
            <a:r>
              <a:rPr b="1" lang="en-US" sz="6600">
                <a:solidFill>
                  <a:schemeClr val="lt1"/>
                </a:solidFill>
                <a:latin typeface="Calibri"/>
                <a:ea typeface="Calibri"/>
                <a:cs typeface="Calibri"/>
                <a:sym typeface="Calibri"/>
              </a:rPr>
              <a:t>forgive us our sins, and bring us to everlasting life</a:t>
            </a:r>
            <a:r>
              <a:rPr b="1" lang="en-US" sz="6600">
                <a:solidFill>
                  <a:srgbClr val="FFDA91"/>
                </a:solidFill>
                <a:latin typeface="Calibri"/>
                <a:ea typeface="Calibri"/>
                <a:cs typeface="Calibri"/>
                <a:sym typeface="Calibri"/>
              </a:rPr>
              <a:t>.</a:t>
            </a:r>
            <a:endParaRPr b="1" sz="7900">
              <a:solidFill>
                <a:srgbClr val="FFDA91"/>
              </a:solidFill>
              <a:latin typeface="Calibri"/>
              <a:ea typeface="Calibri"/>
              <a:cs typeface="Calibri"/>
              <a:sym typeface="Calibri"/>
            </a:endParaRPr>
          </a:p>
        </p:txBody>
      </p:sp>
      <p:sp>
        <p:nvSpPr>
          <p:cNvPr id="164" name="Google Shape;164;p21"/>
          <p:cNvSpPr txBox="1"/>
          <p:nvPr/>
        </p:nvSpPr>
        <p:spPr>
          <a:xfrm>
            <a:off x="0" y="6256725"/>
            <a:ext cx="18288000" cy="1225200"/>
          </a:xfrm>
          <a:prstGeom prst="rect">
            <a:avLst/>
          </a:prstGeom>
          <a:noFill/>
          <a:ln>
            <a:noFill/>
          </a:ln>
        </p:spPr>
        <p:txBody>
          <a:bodyPr anchorCtr="0" anchor="t" bIns="73150" lIns="109725" spcFirstLastPara="1" rIns="109725" wrap="square" tIns="73150">
            <a:spAutoFit/>
          </a:bodyPr>
          <a:lstStyle/>
          <a:p>
            <a:pPr indent="0" lvl="0" marL="0" rtl="0" algn="ctr">
              <a:spcBef>
                <a:spcPts val="500"/>
              </a:spcBef>
              <a:spcAft>
                <a:spcPts val="0"/>
              </a:spcAft>
              <a:buNone/>
            </a:pPr>
            <a:r>
              <a:rPr b="1" lang="en-US" sz="7000">
                <a:solidFill>
                  <a:srgbClr val="FFDA91"/>
                </a:solidFill>
                <a:latin typeface="Calibri"/>
                <a:ea typeface="Calibri"/>
                <a:cs typeface="Calibri"/>
                <a:sym typeface="Calibri"/>
              </a:rPr>
              <a:t>ALL: </a:t>
            </a:r>
            <a:r>
              <a:rPr b="1" lang="en-US" sz="7000">
                <a:solidFill>
                  <a:schemeClr val="lt1"/>
                </a:solidFill>
                <a:latin typeface="Calibri"/>
                <a:ea typeface="Calibri"/>
                <a:cs typeface="Calibri"/>
                <a:sym typeface="Calibri"/>
              </a:rPr>
              <a:t>AMEN</a:t>
            </a:r>
            <a:r>
              <a:rPr b="1" lang="en-US" sz="7000">
                <a:solidFill>
                  <a:srgbClr val="FFDA91"/>
                </a:solidFill>
                <a:latin typeface="Calibri"/>
                <a:ea typeface="Calibri"/>
                <a:cs typeface="Calibri"/>
                <a:sym typeface="Calibri"/>
              </a:rPr>
              <a:t>!</a:t>
            </a:r>
            <a:endParaRPr b="1" sz="7000">
              <a:solidFill>
                <a:srgbClr val="FFDA91"/>
              </a:solidFill>
              <a:latin typeface="Calibri"/>
              <a:ea typeface="Calibri"/>
              <a:cs typeface="Calibri"/>
              <a:sym typeface="Calibri"/>
            </a:endParaRPr>
          </a:p>
        </p:txBody>
      </p:sp>
      <p:sp>
        <p:nvSpPr>
          <p:cNvPr id="165" name="TextBox 164"/>
          <p:cNvSpPr txBox="1"/>
          <p:nvPr/>
        </p:nvSpPr>
        <p:spPr>
          <a:xfrm>
            <a:off x="914400" y="9418320"/>
            <a:ext cx="16459200" cy="777240"/>
          </a:xfrm>
          <a:prstGeom prst="rect">
            <a:avLst/>
          </a:prstGeom>
          <a:noFill/>
        </p:spPr>
        <p:txBody>
          <a:bodyPr wrap="square" lIns="109728" rIns="109728" tIns="73152" bIns="73152">
            <a:noAutofit/>
          </a:bodyPr>
          <a:lstStyle/>
          <a:p/>
          <a:p>
            <a:pPr>
              <a:spcBef>
                <a:spcPts val="200"/>
              </a:spcBef>
              <a:defRPr sz="1200" b="0" i="0">
                <a:solidFill>
                  <a:srgbClr val="86EFAC"/>
                </a:solidFill>
                <a:latin typeface="Inter"/>
              </a:defRPr>
            </a:pPr>
            <a:r>
              <a:t>Penitential Act (2/2)</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10251C"/>
        </a:solidFill>
        <a:effectLst/>
      </p:bgPr>
    </p:bg>
    <p:spTree>
      <p:nvGrpSpPr>
        <p:cNvPr id="1" name=""/>
        <p:cNvGrpSpPr/>
        <p:nvPr/>
      </p:nvGrpSpPr>
      <p:grpSpPr/>
      <p:sp>
        <p:nvSpPr>
          <p:cNvPr id="169" name="Google Shape;169;p22"/>
          <p:cNvSpPr txBox="1"/>
          <p:nvPr/>
        </p:nvSpPr>
        <p:spPr>
          <a:xfrm>
            <a:off x="3772800" y="1201100"/>
            <a:ext cx="10742400" cy="8097900"/>
          </a:xfrm>
          <a:prstGeom prst="rect">
            <a:avLst/>
          </a:prstGeom>
          <a:noFill/>
          <a:ln>
            <a:noFill/>
          </a:ln>
        </p:spPr>
        <p:txBody>
          <a:bodyPr anchorCtr="0" anchor="t" bIns="73150" lIns="109725" spcFirstLastPara="1" rIns="109725" wrap="square" tIns="73150">
            <a:spAutoFit/>
          </a:bodyPr>
          <a:lstStyle/>
          <a:p>
            <a:pPr indent="0" lvl="0" marL="0" marR="0" rtl="0" algn="l">
              <a:spcBef>
                <a:spcPts val="0"/>
              </a:spcBef>
              <a:spcAft>
                <a:spcPts val="0"/>
              </a:spcAft>
              <a:buNone/>
            </a:pPr>
            <a:r>
              <a:rPr b="1" i="0" lang="en-US" sz="8400" u="none" cap="none" strike="noStrike">
                <a:solidFill>
                  <a:srgbClr val="FAF8F4"/>
                </a:solidFill>
                <a:latin typeface="Calibri"/>
                <a:ea typeface="Calibri"/>
                <a:cs typeface="Calibri"/>
                <a:sym typeface="Calibri"/>
              </a:rPr>
              <a:t>Lord, have mercy.</a:t>
            </a:r>
            <a:endParaRPr sz="8400"/>
          </a:p>
          <a:p>
            <a:pPr indent="457200" lvl="0" marL="914400" marR="0" rtl="0" algn="l">
              <a:spcBef>
                <a:spcPts val="0"/>
              </a:spcBef>
              <a:spcAft>
                <a:spcPts val="0"/>
              </a:spcAft>
              <a:buNone/>
            </a:pPr>
            <a:r>
              <a:rPr b="1" i="0" lang="en-US" sz="8400" u="none" cap="none" strike="noStrike">
                <a:solidFill>
                  <a:srgbClr val="FAF8F4"/>
                </a:solidFill>
                <a:latin typeface="Calibri"/>
                <a:ea typeface="Calibri"/>
                <a:cs typeface="Calibri"/>
                <a:sym typeface="Calibri"/>
              </a:rPr>
              <a:t>Lord, have mercy.</a:t>
            </a:r>
            <a:endParaRPr sz="8400"/>
          </a:p>
          <a:p>
            <a:pPr indent="0" lvl="0" marL="0" marR="0" rtl="0" algn="l">
              <a:spcBef>
                <a:spcPts val="0"/>
              </a:spcBef>
              <a:spcAft>
                <a:spcPts val="0"/>
              </a:spcAft>
              <a:buNone/>
            </a:pPr>
            <a:r>
              <a:rPr b="1" i="0" lang="en-US" sz="8400" u="none" cap="none" strike="noStrike">
                <a:solidFill>
                  <a:srgbClr val="FAF8F4"/>
                </a:solidFill>
                <a:latin typeface="Calibri"/>
                <a:ea typeface="Calibri"/>
                <a:cs typeface="Calibri"/>
                <a:sym typeface="Calibri"/>
              </a:rPr>
              <a:t>Christ, have mercy.</a:t>
            </a:r>
            <a:endParaRPr sz="8400"/>
          </a:p>
          <a:p>
            <a:pPr indent="457200" lvl="0" marL="914400" marR="0" rtl="0" algn="l">
              <a:spcBef>
                <a:spcPts val="500"/>
              </a:spcBef>
              <a:spcAft>
                <a:spcPts val="0"/>
              </a:spcAft>
              <a:buNone/>
            </a:pPr>
            <a:r>
              <a:rPr b="1" i="0" lang="en-US" sz="8400" u="none" cap="none" strike="noStrike">
                <a:solidFill>
                  <a:srgbClr val="FAF8F4"/>
                </a:solidFill>
                <a:latin typeface="Calibri"/>
                <a:ea typeface="Calibri"/>
                <a:cs typeface="Calibri"/>
                <a:sym typeface="Calibri"/>
              </a:rPr>
              <a:t>Christ, have mercy.</a:t>
            </a:r>
            <a:endParaRPr sz="8400"/>
          </a:p>
          <a:p>
            <a:pPr indent="0" lvl="0" marL="0" marR="0" rtl="0" algn="l">
              <a:spcBef>
                <a:spcPts val="500"/>
              </a:spcBef>
              <a:spcAft>
                <a:spcPts val="0"/>
              </a:spcAft>
              <a:buNone/>
            </a:pPr>
            <a:r>
              <a:rPr b="1" i="0" lang="en-US" sz="8400" u="none" cap="none" strike="noStrike">
                <a:solidFill>
                  <a:srgbClr val="FAF8F4"/>
                </a:solidFill>
                <a:latin typeface="Calibri"/>
                <a:ea typeface="Calibri"/>
                <a:cs typeface="Calibri"/>
                <a:sym typeface="Calibri"/>
              </a:rPr>
              <a:t>Lord, have mercy.</a:t>
            </a:r>
            <a:endParaRPr sz="8400"/>
          </a:p>
          <a:p>
            <a:pPr indent="457200" lvl="0" marL="914400" marR="0" rtl="0" algn="l">
              <a:spcBef>
                <a:spcPts val="500"/>
              </a:spcBef>
              <a:spcAft>
                <a:spcPts val="0"/>
              </a:spcAft>
              <a:buNone/>
            </a:pPr>
            <a:r>
              <a:rPr b="1" i="0" lang="en-US" sz="8400" u="none" cap="none" strike="noStrike">
                <a:solidFill>
                  <a:srgbClr val="FAF8F4"/>
                </a:solidFill>
                <a:latin typeface="Calibri"/>
                <a:ea typeface="Calibri"/>
                <a:cs typeface="Calibri"/>
                <a:sym typeface="Calibri"/>
              </a:rPr>
              <a:t>Lord, have mercy.</a:t>
            </a:r>
            <a:endParaRPr sz="8400"/>
          </a:p>
        </p:txBody>
      </p:sp>
      <p:sp>
        <p:nvSpPr>
          <p:cNvPr id="170" name="TextBox 169"/>
          <p:cNvSpPr txBox="1"/>
          <p:nvPr/>
        </p:nvSpPr>
        <p:spPr>
          <a:xfrm>
            <a:off x="914400" y="9418320"/>
            <a:ext cx="16459200" cy="777240"/>
          </a:xfrm>
          <a:prstGeom prst="rect">
            <a:avLst/>
          </a:prstGeom>
          <a:noFill/>
        </p:spPr>
        <p:txBody>
          <a:bodyPr wrap="square" lIns="109728" rIns="109728" tIns="73152" bIns="73152">
            <a:noAutofit/>
          </a:bodyPr>
          <a:lstStyle/>
          <a:p/>
          <a:p>
            <a:pPr>
              <a:spcBef>
                <a:spcPts val="200"/>
              </a:spcBef>
              <a:defRPr sz="1200" b="0" i="0">
                <a:solidFill>
                  <a:srgbClr val="86EFAC"/>
                </a:solidFill>
                <a:latin typeface="Inter"/>
              </a:defRPr>
            </a:pPr>
            <a:r>
              <a:t>Kyrie Eleison</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10251C"/>
        </a:solidFill>
        <a:effectLst/>
      </p:bgPr>
    </p:bg>
    <p:spTree>
      <p:nvGrpSpPr>
        <p:cNvPr id="1" name=""/>
        <p:cNvGrpSpPr/>
        <p:nvPr/>
      </p:nvGrpSpPr>
      <p:grpSpPr/>
      <p:sp>
        <p:nvSpPr>
          <p:cNvPr id="2" name="TextBox 1"/>
          <p:cNvSpPr txBox="1"/>
          <p:nvPr/>
        </p:nvSpPr>
        <p:spPr>
          <a:xfrm>
            <a:off x="914400" y="530352"/>
            <a:ext cx="16459200" cy="8750808"/>
          </a:xfrm>
          <a:prstGeom prst="rect">
            <a:avLst/>
          </a:prstGeom>
          <a:noFill/>
        </p:spPr>
        <p:txBody>
          <a:bodyPr wrap="square" lIns="109728" rIns="109728" tIns="73152" bIns="73152" anchor="ctr">
            <a:noAutofit/>
          </a:bodyPr>
          <a:lstStyle/>
          <a:p>
            <a:pPr algn="ctr">
              <a:spcBef>
                <a:spcPts val="400"/>
              </a:spcBef>
              <a:spcAft>
                <a:spcPts val="800"/>
              </a:spcAft>
              <a:defRPr sz="5000" b="1" i="0">
                <a:solidFill>
                  <a:srgbClr val="F0FDF4"/>
                </a:solidFill>
                <a:latin typeface="Inter"/>
              </a:defRPr>
            </a:pPr>
            <a:r>
              <a:t>Glory to God in the highest,</a:t>
            </a:r>
          </a:p>
          <a:p>
            <a:pPr algn="ctr">
              <a:spcAft>
                <a:spcPts val="800"/>
              </a:spcAft>
              <a:defRPr sz="5000" b="0" i="0">
                <a:solidFill>
                  <a:srgbClr val="F0FDF4"/>
                </a:solidFill>
                <a:latin typeface="Inter"/>
              </a:defRPr>
            </a:pPr>
            <a:r>
              <a:t>and on earth peace to people of good will.</a:t>
            </a:r>
          </a:p>
          <a:p>
            <a:pPr algn="ctr">
              <a:spcAft>
                <a:spcPts val="800"/>
              </a:spcAft>
              <a:defRPr sz="5000" b="0" i="0">
                <a:solidFill>
                  <a:srgbClr val="F0FDF4"/>
                </a:solidFill>
                <a:latin typeface="Inter"/>
              </a:defRPr>
            </a:pPr>
            <a:r>
              <a:t>We praise you, we bless you, we adore you,</a:t>
            </a:r>
          </a:p>
          <a:p>
            <a:pPr algn="ctr">
              <a:spcAft>
                <a:spcPts val="800"/>
              </a:spcAft>
              <a:defRPr sz="5000" b="0" i="0">
                <a:solidFill>
                  <a:srgbClr val="F0FDF4"/>
                </a:solidFill>
                <a:latin typeface="Inter"/>
              </a:defRPr>
            </a:pPr>
            <a:r>
              <a:t>we glorify you, we give you thanks</a:t>
            </a:r>
          </a:p>
          <a:p>
            <a:pPr algn="ctr">
              <a:spcAft>
                <a:spcPts val="800"/>
              </a:spcAft>
              <a:defRPr sz="5000" b="0" i="0">
                <a:solidFill>
                  <a:srgbClr val="F0FDF4"/>
                </a:solidFill>
                <a:latin typeface="Inter"/>
              </a:defRPr>
            </a:pPr>
            <a:r>
              <a:t>for your great glory,</a:t>
            </a:r>
          </a:p>
        </p:txBody>
      </p:sp>
      <p:sp>
        <p:nvSpPr>
          <p:cNvPr id="3" name="TextBox 2"/>
          <p:cNvSpPr txBox="1"/>
          <p:nvPr/>
        </p:nvSpPr>
        <p:spPr>
          <a:xfrm>
            <a:off x="914400" y="9418320"/>
            <a:ext cx="16459200" cy="777240"/>
          </a:xfrm>
          <a:prstGeom prst="rect">
            <a:avLst/>
          </a:prstGeom>
          <a:noFill/>
        </p:spPr>
        <p:txBody>
          <a:bodyPr wrap="square" lIns="109728" rIns="109728" tIns="73152" bIns="73152">
            <a:noAutofit/>
          </a:bodyPr>
          <a:lstStyle/>
          <a:p/>
          <a:p>
            <a:pPr>
              <a:spcBef>
                <a:spcPts val="200"/>
              </a:spcBef>
              <a:defRPr sz="1200" b="0" i="0">
                <a:solidFill>
                  <a:srgbClr val="86EFAC"/>
                </a:solidFill>
                <a:latin typeface="Inter"/>
              </a:defRPr>
            </a:pPr>
            <a:r>
              <a:t>Gloria (1/4)</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10251C"/>
        </a:solidFill>
        <a:effectLst/>
      </p:bgPr>
    </p:bg>
    <p:spTree>
      <p:nvGrpSpPr>
        <p:cNvPr id="1" name=""/>
        <p:cNvGrpSpPr/>
        <p:nvPr/>
      </p:nvGrpSpPr>
      <p:grpSpPr/>
      <p:sp>
        <p:nvSpPr>
          <p:cNvPr id="2" name="TextBox 1"/>
          <p:cNvSpPr txBox="1"/>
          <p:nvPr/>
        </p:nvSpPr>
        <p:spPr>
          <a:xfrm>
            <a:off x="914400" y="530352"/>
            <a:ext cx="16459200" cy="8750808"/>
          </a:xfrm>
          <a:prstGeom prst="rect">
            <a:avLst/>
          </a:prstGeom>
          <a:noFill/>
        </p:spPr>
        <p:txBody>
          <a:bodyPr wrap="square" lIns="109728" rIns="109728" tIns="73152" bIns="73152" anchor="ctr">
            <a:noAutofit/>
          </a:bodyPr>
          <a:lstStyle/>
          <a:p>
            <a:pPr algn="ctr">
              <a:spcAft>
                <a:spcPts val="800"/>
              </a:spcAft>
              <a:defRPr sz="5000" b="0" i="0">
                <a:solidFill>
                  <a:srgbClr val="F0FDF4"/>
                </a:solidFill>
                <a:latin typeface="Inter"/>
              </a:defRPr>
            </a:pPr>
            <a:r>
              <a:t>Lord God, heavenly King, O God, almighty Father.</a:t>
            </a:r>
          </a:p>
          <a:p>
            <a:pPr algn="ctr">
              <a:spcAft>
                <a:spcPts val="800"/>
              </a:spcAft>
              <a:defRPr sz="5000" b="0" i="0">
                <a:solidFill>
                  <a:srgbClr val="F0FDF4"/>
                </a:solidFill>
                <a:latin typeface="Inter"/>
              </a:defRPr>
            </a:pPr>
            <a:r>
              <a:t>Lord Jesus Christ, Only Begotten Son,</a:t>
            </a:r>
          </a:p>
          <a:p>
            <a:pPr algn="ctr">
              <a:spcAft>
                <a:spcPts val="800"/>
              </a:spcAft>
              <a:defRPr sz="5000" b="0" i="0">
                <a:solidFill>
                  <a:srgbClr val="F0FDF4"/>
                </a:solidFill>
                <a:latin typeface="Inter"/>
              </a:defRPr>
            </a:pPr>
            <a:r>
              <a:t>Lord God, Lamb of God, Son of the Father,</a:t>
            </a:r>
          </a:p>
          <a:p>
            <a:pPr algn="ctr">
              <a:spcAft>
                <a:spcPts val="800"/>
              </a:spcAft>
              <a:defRPr sz="5000" b="0" i="0">
                <a:solidFill>
                  <a:srgbClr val="F0FDF4"/>
                </a:solidFill>
                <a:latin typeface="Inter"/>
              </a:defRPr>
            </a:pPr>
            <a:r>
              <a:t>you take away the sins of the world, have mercy on us;</a:t>
            </a:r>
          </a:p>
        </p:txBody>
      </p:sp>
      <p:sp>
        <p:nvSpPr>
          <p:cNvPr id="3" name="TextBox 2"/>
          <p:cNvSpPr txBox="1"/>
          <p:nvPr/>
        </p:nvSpPr>
        <p:spPr>
          <a:xfrm>
            <a:off x="914400" y="9418320"/>
            <a:ext cx="16459200" cy="777240"/>
          </a:xfrm>
          <a:prstGeom prst="rect">
            <a:avLst/>
          </a:prstGeom>
          <a:noFill/>
        </p:spPr>
        <p:txBody>
          <a:bodyPr wrap="square" lIns="109728" rIns="109728" tIns="73152" bIns="73152">
            <a:noAutofit/>
          </a:bodyPr>
          <a:lstStyle/>
          <a:p/>
          <a:p>
            <a:pPr>
              <a:spcBef>
                <a:spcPts val="200"/>
              </a:spcBef>
              <a:defRPr sz="1200" b="0" i="0">
                <a:solidFill>
                  <a:srgbClr val="86EFAC"/>
                </a:solidFill>
                <a:latin typeface="Inter"/>
              </a:defRPr>
            </a:pPr>
            <a:r>
              <a:t>Gloria (2/4)</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10251C"/>
        </a:solidFill>
        <a:effectLst/>
      </p:bgPr>
    </p:bg>
    <p:spTree>
      <p:nvGrpSpPr>
        <p:cNvPr id="1" name=""/>
        <p:cNvGrpSpPr/>
        <p:nvPr/>
      </p:nvGrpSpPr>
      <p:grpSpPr/>
      <p:sp>
        <p:nvSpPr>
          <p:cNvPr id="2" name="TextBox 1"/>
          <p:cNvSpPr txBox="1"/>
          <p:nvPr/>
        </p:nvSpPr>
        <p:spPr>
          <a:xfrm>
            <a:off x="914400" y="530352"/>
            <a:ext cx="16459200" cy="8750808"/>
          </a:xfrm>
          <a:prstGeom prst="rect">
            <a:avLst/>
          </a:prstGeom>
          <a:noFill/>
        </p:spPr>
        <p:txBody>
          <a:bodyPr wrap="square" lIns="109728" rIns="109728" tIns="73152" bIns="73152" anchor="ctr">
            <a:noAutofit/>
          </a:bodyPr>
          <a:lstStyle/>
          <a:p>
            <a:pPr algn="ctr">
              <a:spcAft>
                <a:spcPts val="800"/>
              </a:spcAft>
              <a:defRPr sz="5000" b="0" i="0">
                <a:solidFill>
                  <a:srgbClr val="F0FDF4"/>
                </a:solidFill>
                <a:latin typeface="Inter"/>
              </a:defRPr>
            </a:pPr>
            <a:r>
              <a:t>you take away the sins of the world, receive our prayer;</a:t>
            </a:r>
          </a:p>
          <a:p>
            <a:pPr algn="ctr">
              <a:spcAft>
                <a:spcPts val="800"/>
              </a:spcAft>
              <a:defRPr sz="5000" b="0" i="0">
                <a:solidFill>
                  <a:srgbClr val="F0FDF4"/>
                </a:solidFill>
                <a:latin typeface="Inter"/>
              </a:defRPr>
            </a:pPr>
            <a:r>
              <a:t>you are seated at the right hand of the Father, have mercy on us.</a:t>
            </a:r>
          </a:p>
          <a:p>
            <a:pPr algn="ctr">
              <a:spcAft>
                <a:spcPts val="800"/>
              </a:spcAft>
              <a:defRPr sz="5000" b="0" i="0">
                <a:solidFill>
                  <a:srgbClr val="F0FDF4"/>
                </a:solidFill>
                <a:latin typeface="Inter"/>
              </a:defRPr>
            </a:pPr>
            <a:r>
              <a:t>For you alone are the Holy One,</a:t>
            </a:r>
          </a:p>
          <a:p>
            <a:pPr algn="ctr">
              <a:spcAft>
                <a:spcPts val="800"/>
              </a:spcAft>
              <a:defRPr sz="5000" b="0" i="0">
                <a:solidFill>
                  <a:srgbClr val="F0FDF4"/>
                </a:solidFill>
                <a:latin typeface="Inter"/>
              </a:defRPr>
            </a:pPr>
            <a:r>
              <a:t>you alone are the Lord,</a:t>
            </a:r>
          </a:p>
        </p:txBody>
      </p:sp>
      <p:sp>
        <p:nvSpPr>
          <p:cNvPr id="3" name="TextBox 2"/>
          <p:cNvSpPr txBox="1"/>
          <p:nvPr/>
        </p:nvSpPr>
        <p:spPr>
          <a:xfrm>
            <a:off x="914400" y="9418320"/>
            <a:ext cx="16459200" cy="777240"/>
          </a:xfrm>
          <a:prstGeom prst="rect">
            <a:avLst/>
          </a:prstGeom>
          <a:noFill/>
        </p:spPr>
        <p:txBody>
          <a:bodyPr wrap="square" lIns="109728" rIns="109728" tIns="73152" bIns="73152">
            <a:noAutofit/>
          </a:bodyPr>
          <a:lstStyle/>
          <a:p/>
          <a:p>
            <a:pPr>
              <a:spcBef>
                <a:spcPts val="200"/>
              </a:spcBef>
              <a:defRPr sz="1200" b="0" i="0">
                <a:solidFill>
                  <a:srgbClr val="86EFAC"/>
                </a:solidFill>
                <a:latin typeface="Inter"/>
              </a:defRPr>
            </a:pPr>
            <a:r>
              <a:t>Gloria (3/4)</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10251C"/>
        </a:solidFill>
        <a:effectLst/>
      </p:bgPr>
    </p:bg>
    <p:spTree>
      <p:nvGrpSpPr>
        <p:cNvPr id="1" name=""/>
        <p:cNvGrpSpPr/>
        <p:nvPr/>
      </p:nvGrpSpPr>
      <p:grpSpPr/>
      <p:sp>
        <p:nvSpPr>
          <p:cNvPr id="2" name="TextBox 1"/>
          <p:cNvSpPr txBox="1"/>
          <p:nvPr/>
        </p:nvSpPr>
        <p:spPr>
          <a:xfrm>
            <a:off x="914400" y="530352"/>
            <a:ext cx="16459200" cy="8750808"/>
          </a:xfrm>
          <a:prstGeom prst="rect">
            <a:avLst/>
          </a:prstGeom>
          <a:noFill/>
        </p:spPr>
        <p:txBody>
          <a:bodyPr wrap="square" lIns="109728" rIns="109728" tIns="73152" bIns="73152" anchor="ctr">
            <a:noAutofit/>
          </a:bodyPr>
          <a:lstStyle/>
          <a:p>
            <a:pPr algn="ctr">
              <a:spcAft>
                <a:spcPts val="800"/>
              </a:spcAft>
              <a:defRPr sz="5000" b="0" i="0">
                <a:solidFill>
                  <a:srgbClr val="F0FDF4"/>
                </a:solidFill>
                <a:latin typeface="Inter"/>
              </a:defRPr>
            </a:pPr>
            <a:r>
              <a:t>you alone are the Most High,</a:t>
            </a:r>
          </a:p>
          <a:p>
            <a:pPr algn="ctr">
              <a:spcAft>
                <a:spcPts val="800"/>
              </a:spcAft>
              <a:defRPr sz="5000" b="0" i="0">
                <a:solidFill>
                  <a:srgbClr val="F0FDF4"/>
                </a:solidFill>
                <a:latin typeface="Inter"/>
              </a:defRPr>
            </a:pPr>
            <a:r>
              <a:t>Jesus Christ,</a:t>
            </a:r>
          </a:p>
          <a:p>
            <a:pPr algn="ctr">
              <a:spcAft>
                <a:spcPts val="800"/>
              </a:spcAft>
              <a:defRPr sz="5000" b="0" i="0">
                <a:solidFill>
                  <a:srgbClr val="F0FDF4"/>
                </a:solidFill>
                <a:latin typeface="Inter"/>
              </a:defRPr>
            </a:pPr>
            <a:r>
              <a:t>with the Holy Spirit,</a:t>
            </a:r>
          </a:p>
          <a:p>
            <a:pPr algn="ctr">
              <a:spcAft>
                <a:spcPts val="800"/>
              </a:spcAft>
              <a:defRPr sz="5000" b="0" i="0">
                <a:solidFill>
                  <a:srgbClr val="F0FDF4"/>
                </a:solidFill>
                <a:latin typeface="Inter"/>
              </a:defRPr>
            </a:pPr>
            <a:r>
              <a:t>in the glory of God the Father.</a:t>
            </a:r>
          </a:p>
          <a:p>
            <a:pPr algn="ctr">
              <a:spcAft>
                <a:spcPts val="800"/>
              </a:spcAft>
              <a:defRPr sz="5000" b="0" i="0">
                <a:solidFill>
                  <a:srgbClr val="F0FDF4"/>
                </a:solidFill>
                <a:latin typeface="Inter"/>
              </a:defRPr>
            </a:pPr>
            <a:r>
              <a:t>Amen.</a:t>
            </a:r>
          </a:p>
        </p:txBody>
      </p:sp>
      <p:sp>
        <p:nvSpPr>
          <p:cNvPr id="3" name="TextBox 2"/>
          <p:cNvSpPr txBox="1"/>
          <p:nvPr/>
        </p:nvSpPr>
        <p:spPr>
          <a:xfrm>
            <a:off x="914400" y="9418320"/>
            <a:ext cx="16459200" cy="777240"/>
          </a:xfrm>
          <a:prstGeom prst="rect">
            <a:avLst/>
          </a:prstGeom>
          <a:noFill/>
        </p:spPr>
        <p:txBody>
          <a:bodyPr wrap="square" lIns="109728" rIns="109728" tIns="73152" bIns="73152">
            <a:noAutofit/>
          </a:bodyPr>
          <a:lstStyle/>
          <a:p/>
          <a:p>
            <a:pPr>
              <a:spcBef>
                <a:spcPts val="200"/>
              </a:spcBef>
              <a:defRPr sz="1200" b="0" i="0">
                <a:solidFill>
                  <a:srgbClr val="86EFAC"/>
                </a:solidFill>
                <a:latin typeface="Inter"/>
              </a:defRPr>
            </a:pPr>
            <a:r>
              <a:t>Gloria (4/4)</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10251C"/>
        </a:solidFill>
        <a:effectLst/>
      </p:bgPr>
    </p:bg>
    <p:spTree>
      <p:nvGrpSpPr>
        <p:cNvPr id="1" name=""/>
        <p:cNvGrpSpPr/>
        <p:nvPr/>
      </p:nvGrpSpPr>
      <p:grpSpPr/>
      <p:sp>
        <p:nvSpPr>
          <p:cNvPr id="2" name="TextBox 1"/>
          <p:cNvSpPr txBox="1"/>
          <p:nvPr/>
        </p:nvSpPr>
        <p:spPr>
          <a:xfrm>
            <a:off x="914400" y="530352"/>
            <a:ext cx="16459200" cy="8750808"/>
          </a:xfrm>
          <a:prstGeom prst="rect">
            <a:avLst/>
          </a:prstGeom>
          <a:noFill/>
        </p:spPr>
        <p:txBody>
          <a:bodyPr wrap="square" lIns="109728" rIns="109728" tIns="73152" bIns="73152">
            <a:noAutofit/>
          </a:bodyPr>
          <a:lstStyle/>
          <a:p>
            <a:pPr algn="ctr">
              <a:spcBef>
                <a:spcPts val="400"/>
              </a:spcBef>
              <a:spcAft>
                <a:spcPts val="500"/>
              </a:spcAft>
              <a:defRPr sz="2000" b="1" i="0">
                <a:solidFill>
                  <a:srgbClr val="86EFAC"/>
                </a:solidFill>
                <a:latin typeface="Inter"/>
              </a:defRPr>
            </a:pPr>
            <a:r>
              <a:t>Priest: Let us pray.</a:t>
            </a:r>
          </a:p>
          <a:p>
            <a:pPr algn="ctr">
              <a:spcAft>
                <a:spcPts val="500"/>
              </a:spcAft>
              <a:defRPr sz="1500" b="0" i="1">
                <a:solidFill>
                  <a:srgbClr val="86EFAC"/>
                </a:solidFill>
                <a:latin typeface="Inter"/>
              </a:defRPr>
            </a:pPr>
            <a:r>
              <a:t>All pray silently with the Priest for a moment. Then the Priest says the Collect for the day, that is, the Opening Prayer, in full from the Roman Missal for this celebration—nothing abbreviated. The people respond at the end.</a:t>
            </a:r>
          </a:p>
          <a:p>
            <a:pPr algn="ctr">
              <a:spcBef>
                <a:spcPts val="400"/>
              </a:spcBef>
              <a:spcAft>
                <a:spcPts val="500"/>
              </a:spcAft>
              <a:defRPr sz="2000" b="1" i="0">
                <a:solidFill>
                  <a:srgbClr val="F0FDF4"/>
                </a:solidFill>
                <a:latin typeface="Inter"/>
              </a:defRPr>
            </a:pPr>
            <a:r>
              <a:t>All: Amen.</a:t>
            </a:r>
          </a:p>
        </p:txBody>
      </p:sp>
      <p:sp>
        <p:nvSpPr>
          <p:cNvPr id="3" name="TextBox 2"/>
          <p:cNvSpPr txBox="1"/>
          <p:nvPr/>
        </p:nvSpPr>
        <p:spPr>
          <a:xfrm>
            <a:off x="914400" y="9418320"/>
            <a:ext cx="16459200" cy="777240"/>
          </a:xfrm>
          <a:prstGeom prst="rect">
            <a:avLst/>
          </a:prstGeom>
          <a:noFill/>
        </p:spPr>
        <p:txBody>
          <a:bodyPr wrap="square" lIns="109728" rIns="109728" tIns="73152" bIns="73152">
            <a:noAutofit/>
          </a:bodyPr>
          <a:lstStyle/>
          <a:p/>
          <a:p>
            <a:pPr>
              <a:spcBef>
                <a:spcPts val="200"/>
              </a:spcBef>
              <a:defRPr sz="1200" b="0" i="0">
                <a:solidFill>
                  <a:srgbClr val="86EFAC"/>
                </a:solidFill>
                <a:latin typeface="Inter"/>
              </a:defRPr>
            </a:pPr>
            <a:r>
              <a:t>Liturgy of the Word</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10251C"/>
        </a:solidFill>
        <a:effectLst/>
      </p:bgPr>
    </p:bg>
    <p:spTree>
      <p:nvGrpSpPr>
        <p:cNvPr id="1" name=""/>
        <p:cNvGrpSpPr/>
        <p:nvPr/>
      </p:nvGrpSpPr>
      <p:grpSpPr/>
      <p:sp>
        <p:nvSpPr>
          <p:cNvPr id="2" name="TextBox 1"/>
          <p:cNvSpPr txBox="1"/>
          <p:nvPr/>
        </p:nvSpPr>
        <p:spPr>
          <a:xfrm>
            <a:off x="914400" y="758952"/>
            <a:ext cx="16459200" cy="4114800"/>
          </a:xfrm>
          <a:prstGeom prst="rect">
            <a:avLst/>
          </a:prstGeom>
          <a:noFill/>
        </p:spPr>
        <p:txBody>
          <a:bodyPr wrap="square" lIns="109728" rIns="109728" tIns="73152" bIns="73152">
            <a:noAutofit/>
          </a:bodyPr>
          <a:lstStyle/>
          <a:p>
            <a:pPr algn="ctr">
              <a:defRPr sz="4400" b="1" i="0">
                <a:solidFill>
                  <a:srgbClr val="86EFAC"/>
                </a:solidFill>
                <a:latin typeface="Inter"/>
              </a:defRPr>
            </a:pPr>
            <a:r>
              <a:t>LITURGY OF</a:t>
            </a:r>
            <a:br/>
            <a:r>
              <a:t>THE WORD</a:t>
            </a:r>
          </a:p>
        </p:txBody>
      </p:sp>
      <p:sp>
        <p:nvSpPr>
          <p:cNvPr id="3" name="TextBox 2"/>
          <p:cNvSpPr txBox="1"/>
          <p:nvPr/>
        </p:nvSpPr>
        <p:spPr>
          <a:xfrm>
            <a:off x="914400" y="9418320"/>
            <a:ext cx="16459200" cy="777240"/>
          </a:xfrm>
          <a:prstGeom prst="rect">
            <a:avLst/>
          </a:prstGeom>
          <a:noFill/>
        </p:spPr>
        <p:txBody>
          <a:bodyPr wrap="square" lIns="109728" rIns="109728" tIns="73152" bIns="73152">
            <a:noAutofit/>
          </a:bodyPr>
          <a:lstStyle/>
          <a:p/>
          <a:p>
            <a:pPr>
              <a:spcBef>
                <a:spcPts val="200"/>
              </a:spcBef>
              <a:defRPr sz="1200" b="0" i="0">
                <a:solidFill>
                  <a:srgbClr val="86EFAC"/>
                </a:solidFill>
                <a:latin typeface="Inter"/>
              </a:defRPr>
            </a:pPr>
            <a:r>
              <a:t>Liturgy of the Word</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10251C"/>
        </a:solidFill>
        <a:effectLst/>
      </p:bgPr>
    </p:bg>
    <p:spTree>
      <p:nvGrpSpPr>
        <p:cNvPr id="1" name=""/>
        <p:cNvGrpSpPr/>
        <p:nvPr/>
      </p:nvGrpSpPr>
      <p:grpSpPr/>
      <p:sp>
        <p:nvSpPr>
          <p:cNvPr id="2" name="TextBox 1"/>
          <p:cNvSpPr txBox="1"/>
          <p:nvPr/>
        </p:nvSpPr>
        <p:spPr>
          <a:xfrm>
            <a:off x="914400" y="530352"/>
            <a:ext cx="16459200" cy="1024128"/>
          </a:xfrm>
          <a:prstGeom prst="rect">
            <a:avLst/>
          </a:prstGeom>
          <a:noFill/>
        </p:spPr>
        <p:txBody>
          <a:bodyPr wrap="square" lIns="109728" rIns="109728" tIns="73152" bIns="73152">
            <a:noAutofit/>
          </a:bodyPr>
          <a:lstStyle/>
          <a:p>
            <a:pPr>
              <a:defRPr sz="2800" b="1" i="0">
                <a:solidFill>
                  <a:srgbClr val="86EFAC"/>
                </a:solidFill>
                <a:latin typeface="Inter"/>
              </a:defRPr>
            </a:pPr>
            <a:r>
              <a:t>Liturgy of the Word</a:t>
            </a:r>
          </a:p>
          <a:p>
            <a:pPr>
              <a:defRPr sz="1600" b="0" i="0">
                <a:solidFill>
                  <a:srgbClr val="22C55E"/>
                </a:solidFill>
                <a:latin typeface="Inter"/>
              </a:defRPr>
            </a:pPr>
            <a:r>
              <a:t>First Reading (Exodus 34:4b-6, 8-9)</a:t>
            </a:r>
          </a:p>
        </p:txBody>
      </p:sp>
      <p:sp>
        <p:nvSpPr>
          <p:cNvPr id="3" name="TextBox 2"/>
          <p:cNvSpPr txBox="1"/>
          <p:nvPr/>
        </p:nvSpPr>
        <p:spPr>
          <a:xfrm>
            <a:off x="914400" y="1609344"/>
            <a:ext cx="16459200" cy="438912"/>
          </a:xfrm>
          <a:prstGeom prst="rect">
            <a:avLst/>
          </a:prstGeom>
          <a:noFill/>
        </p:spPr>
        <p:txBody>
          <a:bodyPr wrap="square" lIns="109728" rIns="109728" tIns="73152" bIns="73152">
            <a:noAutofit/>
          </a:bodyPr>
          <a:lstStyle/>
          <a:p>
            <a:pPr>
              <a:defRPr sz="1400" b="0" i="0">
                <a:solidFill>
                  <a:srgbClr val="22C55E"/>
                </a:solidFill>
                <a:latin typeface="Inter"/>
              </a:defRPr>
            </a:pPr>
            <a:r>
              <a:t>Exodus 34:4b-6, 8-9</a:t>
            </a:r>
          </a:p>
        </p:txBody>
      </p:sp>
      <p:sp>
        <p:nvSpPr>
          <p:cNvPr id="4" name="TextBox 3"/>
          <p:cNvSpPr txBox="1"/>
          <p:nvPr/>
        </p:nvSpPr>
        <p:spPr>
          <a:xfrm>
            <a:off x="914400" y="2157984"/>
            <a:ext cx="16459200" cy="7214616"/>
          </a:xfrm>
          <a:prstGeom prst="rect">
            <a:avLst/>
          </a:prstGeom>
          <a:noFill/>
        </p:spPr>
        <p:txBody>
          <a:bodyPr wrap="square" lIns="109728" rIns="109728" tIns="73152" bIns="73152">
            <a:noAutofit/>
          </a:bodyPr>
          <a:lstStyle/>
          <a:p>
            <a:pPr>
              <a:spcAft>
                <a:spcPts val="500"/>
              </a:spcAft>
              <a:defRPr sz="1900" b="0" i="0">
                <a:solidFill>
                  <a:srgbClr val="F0FDF4"/>
                </a:solidFill>
                <a:latin typeface="Inter"/>
              </a:defRPr>
            </a:pPr>
            <a:r>
              <a:t>Full text was not loaded from bible.usccb.org. Open today’s readings for this date and paste if needed.</a:t>
            </a:r>
          </a:p>
        </p:txBody>
      </p:sp>
      <p:sp>
        <p:nvSpPr>
          <p:cNvPr id="5" name="TextBox 4"/>
          <p:cNvSpPr txBox="1"/>
          <p:nvPr/>
        </p:nvSpPr>
        <p:spPr>
          <a:xfrm>
            <a:off x="914400" y="9418320"/>
            <a:ext cx="16459200" cy="777240"/>
          </a:xfrm>
          <a:prstGeom prst="rect">
            <a:avLst/>
          </a:prstGeom>
          <a:noFill/>
        </p:spPr>
        <p:txBody>
          <a:bodyPr wrap="square" lIns="109728" rIns="109728" tIns="73152" bIns="73152">
            <a:noAutofit/>
          </a:bodyPr>
          <a:lstStyle/>
          <a:p/>
          <a:p>
            <a:pPr>
              <a:spcBef>
                <a:spcPts val="200"/>
              </a:spcBef>
              <a:defRPr sz="1200" b="0" i="0">
                <a:solidFill>
                  <a:srgbClr val="86EFAC"/>
                </a:solidFill>
                <a:latin typeface="Inter"/>
              </a:defRPr>
            </a:pPr>
            <a:r>
              <a:t>Liturgy of the Word</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10251C"/>
        </a:solidFill>
        <a:effectLst/>
      </p:bgPr>
    </p:bg>
    <p:spTree>
      <p:nvGrpSpPr>
        <p:cNvPr id="1" name=""/>
        <p:cNvGrpSpPr/>
        <p:nvPr/>
      </p:nvGrpSpPr>
      <p:grpSpPr/>
      <p:sp>
        <p:nvSpPr>
          <p:cNvPr id="2" name="TextBox 1"/>
          <p:cNvSpPr txBox="1"/>
          <p:nvPr/>
        </p:nvSpPr>
        <p:spPr>
          <a:xfrm>
            <a:off x="914400" y="530352"/>
            <a:ext cx="16459200" cy="1024128"/>
          </a:xfrm>
          <a:prstGeom prst="rect">
            <a:avLst/>
          </a:prstGeom>
          <a:noFill/>
        </p:spPr>
        <p:txBody>
          <a:bodyPr wrap="square" lIns="109728" rIns="109728" tIns="73152" bIns="73152">
            <a:noAutofit/>
          </a:bodyPr>
          <a:lstStyle/>
          <a:p>
            <a:pPr>
              <a:defRPr sz="2800" b="1" i="0">
                <a:solidFill>
                  <a:srgbClr val="86EFAC"/>
                </a:solidFill>
                <a:latin typeface="Inter"/>
              </a:defRPr>
            </a:pPr>
            <a:r>
              <a:t>Liturgy of the Word</a:t>
            </a:r>
          </a:p>
          <a:p>
            <a:pPr>
              <a:defRPr sz="1600" b="0" i="0">
                <a:solidFill>
                  <a:srgbClr val="22C55E"/>
                </a:solidFill>
                <a:latin typeface="Inter"/>
              </a:defRPr>
            </a:pPr>
            <a:r>
              <a:t>Responsorial Psalm (Daniel 3:52, 53, 54, 55, 56)</a:t>
            </a:r>
          </a:p>
        </p:txBody>
      </p:sp>
      <p:sp>
        <p:nvSpPr>
          <p:cNvPr id="3" name="TextBox 2"/>
          <p:cNvSpPr txBox="1"/>
          <p:nvPr/>
        </p:nvSpPr>
        <p:spPr>
          <a:xfrm>
            <a:off x="914400" y="1609344"/>
            <a:ext cx="16459200" cy="438912"/>
          </a:xfrm>
          <a:prstGeom prst="rect">
            <a:avLst/>
          </a:prstGeom>
          <a:noFill/>
        </p:spPr>
        <p:txBody>
          <a:bodyPr wrap="square" lIns="109728" rIns="109728" tIns="73152" bIns="73152">
            <a:noAutofit/>
          </a:bodyPr>
          <a:lstStyle/>
          <a:p>
            <a:pPr>
              <a:defRPr sz="1400" b="0" i="0">
                <a:solidFill>
                  <a:srgbClr val="22C55E"/>
                </a:solidFill>
                <a:latin typeface="Inter"/>
              </a:defRPr>
            </a:pPr>
            <a:r>
              <a:t>Daniel 3:52, 53, 54, 55, 56</a:t>
            </a:r>
          </a:p>
        </p:txBody>
      </p:sp>
      <p:sp>
        <p:nvSpPr>
          <p:cNvPr id="4" name="TextBox 3"/>
          <p:cNvSpPr txBox="1"/>
          <p:nvPr/>
        </p:nvSpPr>
        <p:spPr>
          <a:xfrm>
            <a:off x="914400" y="2157984"/>
            <a:ext cx="16459200" cy="7214616"/>
          </a:xfrm>
          <a:prstGeom prst="rect">
            <a:avLst/>
          </a:prstGeom>
          <a:noFill/>
        </p:spPr>
        <p:txBody>
          <a:bodyPr wrap="square" lIns="109728" rIns="109728" tIns="73152" bIns="73152">
            <a:noAutofit/>
          </a:bodyPr>
          <a:lstStyle/>
          <a:p>
            <a:pPr>
              <a:spcAft>
                <a:spcPts val="500"/>
              </a:spcAft>
              <a:defRPr sz="1900" b="0" i="0">
                <a:solidFill>
                  <a:srgbClr val="F0FDF4"/>
                </a:solidFill>
                <a:latin typeface="Inter"/>
              </a:defRPr>
            </a:pPr>
            <a:r>
              <a:t>Full text was not loaded from bible.usccb.org. Open today’s readings for this date and paste if needed.</a:t>
            </a:r>
          </a:p>
        </p:txBody>
      </p:sp>
      <p:sp>
        <p:nvSpPr>
          <p:cNvPr id="5" name="TextBox 4"/>
          <p:cNvSpPr txBox="1"/>
          <p:nvPr/>
        </p:nvSpPr>
        <p:spPr>
          <a:xfrm>
            <a:off x="914400" y="9418320"/>
            <a:ext cx="16459200" cy="777240"/>
          </a:xfrm>
          <a:prstGeom prst="rect">
            <a:avLst/>
          </a:prstGeom>
          <a:noFill/>
        </p:spPr>
        <p:txBody>
          <a:bodyPr wrap="square" lIns="109728" rIns="109728" tIns="73152" bIns="73152">
            <a:noAutofit/>
          </a:bodyPr>
          <a:lstStyle/>
          <a:p/>
          <a:p>
            <a:pPr>
              <a:spcBef>
                <a:spcPts val="200"/>
              </a:spcBef>
              <a:defRPr sz="1200" b="0" i="0">
                <a:solidFill>
                  <a:srgbClr val="86EFAC"/>
                </a:solidFill>
                <a:latin typeface="Inter"/>
              </a:defRPr>
            </a:pPr>
            <a:r>
              <a:t>Liturgy of the Word</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10251C"/>
        </a:solidFill>
        <a:effectLst/>
      </p:bgPr>
    </p:bg>
    <p:spTree>
      <p:nvGrpSpPr>
        <p:cNvPr id="1" name=""/>
        <p:cNvGrpSpPr/>
        <p:nvPr/>
      </p:nvGrpSpPr>
      <p:grpSpPr/>
      <p:sp>
        <p:nvSpPr>
          <p:cNvPr id="2" name="TextBox 1"/>
          <p:cNvSpPr txBox="1"/>
          <p:nvPr/>
        </p:nvSpPr>
        <p:spPr>
          <a:xfrm>
            <a:off x="914400" y="530352"/>
            <a:ext cx="16459200" cy="1024128"/>
          </a:xfrm>
          <a:prstGeom prst="rect">
            <a:avLst/>
          </a:prstGeom>
          <a:noFill/>
        </p:spPr>
        <p:txBody>
          <a:bodyPr wrap="square" lIns="109728" rIns="109728" tIns="73152" bIns="73152">
            <a:noAutofit/>
          </a:bodyPr>
          <a:lstStyle/>
          <a:p>
            <a:pPr>
              <a:defRPr sz="2800" b="1" i="0">
                <a:solidFill>
                  <a:srgbClr val="86EFAC"/>
                </a:solidFill>
                <a:latin typeface="Inter"/>
              </a:defRPr>
            </a:pPr>
            <a:r>
              <a:t>Liturgy of the Word</a:t>
            </a:r>
          </a:p>
          <a:p>
            <a:pPr>
              <a:defRPr sz="1600" b="0" i="0">
                <a:solidFill>
                  <a:srgbClr val="22C55E"/>
                </a:solidFill>
                <a:latin typeface="Inter"/>
              </a:defRPr>
            </a:pPr>
            <a:r>
              <a:t>Second Reading (2 Corinthians 13:11-13)</a:t>
            </a:r>
          </a:p>
        </p:txBody>
      </p:sp>
      <p:sp>
        <p:nvSpPr>
          <p:cNvPr id="3" name="TextBox 2"/>
          <p:cNvSpPr txBox="1"/>
          <p:nvPr/>
        </p:nvSpPr>
        <p:spPr>
          <a:xfrm>
            <a:off x="914400" y="1609344"/>
            <a:ext cx="16459200" cy="438912"/>
          </a:xfrm>
          <a:prstGeom prst="rect">
            <a:avLst/>
          </a:prstGeom>
          <a:noFill/>
        </p:spPr>
        <p:txBody>
          <a:bodyPr wrap="square" lIns="109728" rIns="109728" tIns="73152" bIns="73152">
            <a:noAutofit/>
          </a:bodyPr>
          <a:lstStyle/>
          <a:p>
            <a:pPr>
              <a:defRPr sz="1400" b="0" i="0">
                <a:solidFill>
                  <a:srgbClr val="22C55E"/>
                </a:solidFill>
                <a:latin typeface="Inter"/>
              </a:defRPr>
            </a:pPr>
            <a:r>
              <a:t>2 Corinthians 13:11-13</a:t>
            </a:r>
          </a:p>
        </p:txBody>
      </p:sp>
      <p:sp>
        <p:nvSpPr>
          <p:cNvPr id="4" name="TextBox 3"/>
          <p:cNvSpPr txBox="1"/>
          <p:nvPr/>
        </p:nvSpPr>
        <p:spPr>
          <a:xfrm>
            <a:off x="914400" y="2157984"/>
            <a:ext cx="16459200" cy="7214616"/>
          </a:xfrm>
          <a:prstGeom prst="rect">
            <a:avLst/>
          </a:prstGeom>
          <a:noFill/>
        </p:spPr>
        <p:txBody>
          <a:bodyPr wrap="square" lIns="109728" rIns="109728" tIns="73152" bIns="73152">
            <a:noAutofit/>
          </a:bodyPr>
          <a:lstStyle/>
          <a:p>
            <a:pPr>
              <a:spcAft>
                <a:spcPts val="500"/>
              </a:spcAft>
              <a:defRPr sz="1900" b="0" i="0">
                <a:solidFill>
                  <a:srgbClr val="F0FDF4"/>
                </a:solidFill>
                <a:latin typeface="Inter"/>
              </a:defRPr>
            </a:pPr>
            <a:r>
              <a:t>Full text was not loaded from bible.usccb.org. Open today’s readings for this date and paste if needed.</a:t>
            </a:r>
          </a:p>
        </p:txBody>
      </p:sp>
      <p:sp>
        <p:nvSpPr>
          <p:cNvPr id="5" name="TextBox 4"/>
          <p:cNvSpPr txBox="1"/>
          <p:nvPr/>
        </p:nvSpPr>
        <p:spPr>
          <a:xfrm>
            <a:off x="914400" y="9418320"/>
            <a:ext cx="16459200" cy="777240"/>
          </a:xfrm>
          <a:prstGeom prst="rect">
            <a:avLst/>
          </a:prstGeom>
          <a:noFill/>
        </p:spPr>
        <p:txBody>
          <a:bodyPr wrap="square" lIns="109728" rIns="109728" tIns="73152" bIns="73152">
            <a:noAutofit/>
          </a:bodyPr>
          <a:lstStyle/>
          <a:p/>
          <a:p>
            <a:pPr>
              <a:spcBef>
                <a:spcPts val="200"/>
              </a:spcBef>
              <a:defRPr sz="1200" b="0" i="0">
                <a:solidFill>
                  <a:srgbClr val="86EFAC"/>
                </a:solidFill>
                <a:latin typeface="Inter"/>
              </a:defRPr>
            </a:pPr>
            <a:r>
              <a:t>Liturgy of the Word</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10251C"/>
        </a:solidFill>
        <a:effectLst/>
      </p:bgPr>
    </p:bg>
    <p:spTree>
      <p:nvGrpSpPr>
        <p:cNvPr id="1" name=""/>
        <p:cNvGrpSpPr/>
        <p:nvPr/>
      </p:nvGrpSpPr>
      <p:grpSpPr/>
      <p:sp>
        <p:nvSpPr>
          <p:cNvPr id="2" name="TextBox 1"/>
          <p:cNvSpPr txBox="1"/>
          <p:nvPr/>
        </p:nvSpPr>
        <p:spPr>
          <a:xfrm>
            <a:off x="914400" y="530352"/>
            <a:ext cx="16459200" cy="8750808"/>
          </a:xfrm>
          <a:prstGeom prst="rect">
            <a:avLst/>
          </a:prstGeom>
          <a:noFill/>
        </p:spPr>
        <p:txBody>
          <a:bodyPr wrap="square" lIns="109728" rIns="109728" tIns="73152" bIns="73152">
            <a:noAutofit/>
          </a:bodyPr>
          <a:lstStyle/>
          <a:p>
            <a:pPr algn="ctr">
              <a:spcAft>
                <a:spcPts val="500"/>
              </a:spcAft>
              <a:defRPr sz="1900" b="1" i="0">
                <a:solidFill>
                  <a:srgbClr val="F0FDF4"/>
                </a:solidFill>
                <a:latin typeface="Inter"/>
              </a:defRPr>
            </a:pPr>
            <a:r>
              <a:t>ALLELUIA! ALLELUIA! ALLELUIA! ALLELUIA!</a:t>
            </a:r>
          </a:p>
          <a:p>
            <a:pPr algn="ctr">
              <a:spcAft>
                <a:spcPts val="500"/>
              </a:spcAft>
              <a:defRPr sz="1500" b="0" i="1">
                <a:solidFill>
                  <a:srgbClr val="86EFAC"/>
                </a:solidFill>
                <a:latin typeface="Inter"/>
              </a:defRPr>
            </a:pPr>
            <a:r>
              <a:t>Sing the verse of the Gospel Acclamation given in the Lectionary for this Mass in full, not shortened.</a:t>
            </a:r>
          </a:p>
        </p:txBody>
      </p:sp>
      <p:sp>
        <p:nvSpPr>
          <p:cNvPr id="3" name="TextBox 2"/>
          <p:cNvSpPr txBox="1"/>
          <p:nvPr/>
        </p:nvSpPr>
        <p:spPr>
          <a:xfrm>
            <a:off x="914400" y="9418320"/>
            <a:ext cx="16459200" cy="777240"/>
          </a:xfrm>
          <a:prstGeom prst="rect">
            <a:avLst/>
          </a:prstGeom>
          <a:noFill/>
        </p:spPr>
        <p:txBody>
          <a:bodyPr wrap="square" lIns="109728" rIns="109728" tIns="73152" bIns="73152">
            <a:noAutofit/>
          </a:bodyPr>
          <a:lstStyle/>
          <a:p/>
          <a:p>
            <a:pPr>
              <a:spcBef>
                <a:spcPts val="200"/>
              </a:spcBef>
              <a:defRPr sz="1200" b="0" i="0">
                <a:solidFill>
                  <a:srgbClr val="86EFAC"/>
                </a:solidFill>
                <a:latin typeface="Inter"/>
              </a:defRPr>
            </a:pPr>
            <a:r>
              <a:t>Gospel Acclamation</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10251C"/>
        </a:solidFill>
        <a:effectLst/>
      </p:bgPr>
    </p:bg>
    <p:spTree>
      <p:nvGrpSpPr>
        <p:cNvPr id="1" name=""/>
        <p:cNvGrpSpPr/>
        <p:nvPr/>
      </p:nvGrpSpPr>
      <p:grpSpPr/>
      <p:sp>
        <p:nvSpPr>
          <p:cNvPr id="2" name="TextBox 1"/>
          <p:cNvSpPr txBox="1"/>
          <p:nvPr/>
        </p:nvSpPr>
        <p:spPr>
          <a:xfrm>
            <a:off x="914400" y="530352"/>
            <a:ext cx="16459200" cy="8750808"/>
          </a:xfrm>
          <a:prstGeom prst="rect">
            <a:avLst/>
          </a:prstGeom>
          <a:noFill/>
        </p:spPr>
        <p:txBody>
          <a:bodyPr wrap="square" lIns="109728" rIns="109728" tIns="73152" bIns="73152">
            <a:noAutofit/>
          </a:bodyPr>
          <a:lstStyle/>
          <a:p>
            <a:pPr algn="ctr">
              <a:spcAft>
                <a:spcPts val="500"/>
              </a:spcAft>
              <a:defRPr sz="1500" b="0" i="1">
                <a:solidFill>
                  <a:srgbClr val="86EFAC"/>
                </a:solidFill>
                <a:latin typeface="Inter"/>
              </a:defRPr>
            </a:pPr>
            <a:r>
              <a:t>If a commentator announces the verse before the Gospel Acclamation, the verse from the Lectionary is spoken in full, and then the assembly sings the Alleluia and response without abbreviation.</a:t>
            </a:r>
          </a:p>
        </p:txBody>
      </p:sp>
      <p:sp>
        <p:nvSpPr>
          <p:cNvPr id="3" name="TextBox 2"/>
          <p:cNvSpPr txBox="1"/>
          <p:nvPr/>
        </p:nvSpPr>
        <p:spPr>
          <a:xfrm>
            <a:off x="914400" y="9418320"/>
            <a:ext cx="16459200" cy="777240"/>
          </a:xfrm>
          <a:prstGeom prst="rect">
            <a:avLst/>
          </a:prstGeom>
          <a:noFill/>
        </p:spPr>
        <p:txBody>
          <a:bodyPr wrap="square" lIns="109728" rIns="109728" tIns="73152" bIns="73152">
            <a:noAutofit/>
          </a:bodyPr>
          <a:lstStyle/>
          <a:p/>
          <a:p>
            <a:pPr>
              <a:spcBef>
                <a:spcPts val="200"/>
              </a:spcBef>
              <a:defRPr sz="1200" b="0" i="0">
                <a:solidFill>
                  <a:srgbClr val="86EFAC"/>
                </a:solidFill>
                <a:latin typeface="Inter"/>
              </a:defRPr>
            </a:pPr>
            <a:r>
              <a:t>Gospel Acclamation</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10251C"/>
        </a:solidFill>
        <a:effectLst/>
      </p:bgPr>
    </p:bg>
    <p:spTree>
      <p:nvGrpSpPr>
        <p:cNvPr id="1" name=""/>
        <p:cNvGrpSpPr/>
        <p:nvPr/>
      </p:nvGrpSpPr>
      <p:grpSpPr/>
      <p:sp>
        <p:nvSpPr>
          <p:cNvPr id="2" name="TextBox 1"/>
          <p:cNvSpPr txBox="1"/>
          <p:nvPr/>
        </p:nvSpPr>
        <p:spPr>
          <a:xfrm>
            <a:off x="914400" y="530352"/>
            <a:ext cx="16459200" cy="8750808"/>
          </a:xfrm>
          <a:prstGeom prst="rect">
            <a:avLst/>
          </a:prstGeom>
          <a:noFill/>
        </p:spPr>
        <p:txBody>
          <a:bodyPr wrap="square" lIns="109728" rIns="109728" tIns="73152" bIns="73152">
            <a:noAutofit/>
          </a:bodyPr>
          <a:lstStyle/>
          <a:p>
            <a:pPr algn="ctr">
              <a:spcBef>
                <a:spcPts val="400"/>
              </a:spcBef>
              <a:spcAft>
                <a:spcPts val="500"/>
              </a:spcAft>
              <a:defRPr sz="2000" b="1" i="0">
                <a:solidFill>
                  <a:srgbClr val="86EFAC"/>
                </a:solidFill>
                <a:latin typeface="Inter"/>
              </a:defRPr>
            </a:pPr>
            <a:r>
              <a:t>Priest: The Lord be with you.</a:t>
            </a:r>
          </a:p>
          <a:p>
            <a:pPr algn="ctr">
              <a:spcBef>
                <a:spcPts val="400"/>
              </a:spcBef>
              <a:spcAft>
                <a:spcPts val="500"/>
              </a:spcAft>
              <a:defRPr sz="2000" b="1" i="0">
                <a:solidFill>
                  <a:srgbClr val="F0FDF4"/>
                </a:solidFill>
                <a:latin typeface="Inter"/>
              </a:defRPr>
            </a:pPr>
            <a:r>
              <a:t>All: And with your spirit.</a:t>
            </a:r>
          </a:p>
          <a:p>
            <a:pPr algn="ctr">
              <a:spcAft>
                <a:spcPts val="500"/>
              </a:spcAft>
              <a:defRPr sz="1500" b="0" i="1">
                <a:solidFill>
                  <a:srgbClr val="86EFAC"/>
                </a:solidFill>
                <a:latin typeface="Inter"/>
              </a:defRPr>
            </a:pPr>
            <a:r>
              <a:t>The Priest says the full introductory dialogue from the Roman Missal, using the complete sentence from the Lectionary for this Mass, beginning “A reading from the holy Gospel according to [name the evangelist or book in full, as printed in the Lectionary—never abbreviated].”</a:t>
            </a:r>
          </a:p>
          <a:p>
            <a:pPr algn="ctr">
              <a:spcBef>
                <a:spcPts val="400"/>
              </a:spcBef>
              <a:spcAft>
                <a:spcPts val="500"/>
              </a:spcAft>
              <a:defRPr sz="2000" b="1" i="0">
                <a:solidFill>
                  <a:srgbClr val="F0FDF4"/>
                </a:solidFill>
                <a:latin typeface="Inter"/>
              </a:defRPr>
            </a:pPr>
            <a:r>
              <a:t>All: Glory to you, O Lord.</a:t>
            </a:r>
          </a:p>
        </p:txBody>
      </p:sp>
      <p:sp>
        <p:nvSpPr>
          <p:cNvPr id="3" name="TextBox 2"/>
          <p:cNvSpPr txBox="1"/>
          <p:nvPr/>
        </p:nvSpPr>
        <p:spPr>
          <a:xfrm>
            <a:off x="914400" y="9418320"/>
            <a:ext cx="16459200" cy="777240"/>
          </a:xfrm>
          <a:prstGeom prst="rect">
            <a:avLst/>
          </a:prstGeom>
          <a:noFill/>
        </p:spPr>
        <p:txBody>
          <a:bodyPr wrap="square" lIns="109728" rIns="109728" tIns="73152" bIns="73152">
            <a:noAutofit/>
          </a:bodyPr>
          <a:lstStyle/>
          <a:p/>
          <a:p>
            <a:pPr>
              <a:spcBef>
                <a:spcPts val="200"/>
              </a:spcBef>
              <a:defRPr sz="1200" b="0" i="0">
                <a:solidFill>
                  <a:srgbClr val="86EFAC"/>
                </a:solidFill>
                <a:latin typeface="Inter"/>
              </a:defRPr>
            </a:pPr>
            <a:r>
              <a:t>Gospel Acclamation</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10251C"/>
        </a:solidFill>
        <a:effectLst/>
      </p:bgPr>
    </p:bg>
    <p:spTree>
      <p:nvGrpSpPr>
        <p:cNvPr id="1" name=""/>
        <p:cNvGrpSpPr/>
        <p:nvPr/>
      </p:nvGrpSpPr>
      <p:grpSpPr/>
      <p:sp>
        <p:nvSpPr>
          <p:cNvPr id="2" name="TextBox 1"/>
          <p:cNvSpPr txBox="1"/>
          <p:nvPr/>
        </p:nvSpPr>
        <p:spPr>
          <a:xfrm>
            <a:off x="914400" y="530352"/>
            <a:ext cx="16459200" cy="8750808"/>
          </a:xfrm>
          <a:prstGeom prst="rect">
            <a:avLst/>
          </a:prstGeom>
          <a:noFill/>
        </p:spPr>
        <p:txBody>
          <a:bodyPr wrap="square" lIns="109728" rIns="109728" tIns="73152" bIns="73152">
            <a:noAutofit/>
          </a:bodyPr>
          <a:lstStyle/>
          <a:p>
            <a:pPr algn="ctr">
              <a:spcAft>
                <a:spcPts val="500"/>
              </a:spcAft>
              <a:defRPr sz="1500" b="0" i="1">
                <a:solidFill>
                  <a:srgbClr val="86EFAC"/>
                </a:solidFill>
                <a:latin typeface="Inter"/>
              </a:defRPr>
            </a:pPr>
            <a:r>
              <a:t>John 3:16-18</a:t>
            </a:r>
          </a:p>
          <a:p>
            <a:pPr algn="ctr">
              <a:spcAft>
                <a:spcPts val="500"/>
              </a:spcAft>
              <a:defRPr sz="1500" b="0" i="1">
                <a:solidFill>
                  <a:srgbClr val="86EFAC"/>
                </a:solidFill>
                <a:latin typeface="Inter"/>
              </a:defRPr>
            </a:pPr>
          </a:p>
          <a:p>
            <a:pPr algn="ctr">
              <a:spcBef>
                <a:spcPts val="400"/>
              </a:spcBef>
              <a:spcAft>
                <a:spcPts val="500"/>
              </a:spcAft>
              <a:defRPr sz="2000" b="1" i="0">
                <a:solidFill>
                  <a:srgbClr val="F0FDF4"/>
                </a:solidFill>
                <a:latin typeface="Inter"/>
              </a:defRPr>
            </a:pPr>
            <a:r>
              <a:t>All: “For God so loved the world, that he gave his one and only Son, that whoever believes in him should not perish, but have eternal life.”</a:t>
            </a:r>
          </a:p>
        </p:txBody>
      </p:sp>
      <p:sp>
        <p:nvSpPr>
          <p:cNvPr id="3" name="TextBox 2"/>
          <p:cNvSpPr txBox="1"/>
          <p:nvPr/>
        </p:nvSpPr>
        <p:spPr>
          <a:xfrm>
            <a:off x="914400" y="9418320"/>
            <a:ext cx="16459200" cy="777240"/>
          </a:xfrm>
          <a:prstGeom prst="rect">
            <a:avLst/>
          </a:prstGeom>
          <a:noFill/>
        </p:spPr>
        <p:txBody>
          <a:bodyPr wrap="square" lIns="109728" rIns="109728" tIns="73152" bIns="73152">
            <a:noAutofit/>
          </a:bodyPr>
          <a:lstStyle/>
          <a:p/>
          <a:p>
            <a:pPr>
              <a:spcBef>
                <a:spcPts val="200"/>
              </a:spcBef>
              <a:defRPr sz="1200" b="0" i="0">
                <a:solidFill>
                  <a:srgbClr val="86EFAC"/>
                </a:solidFill>
                <a:latin typeface="Inter"/>
              </a:defRPr>
            </a:pPr>
            <a:r>
              <a:t>Gospel</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10251C"/>
        </a:solidFill>
        <a:effectLst/>
      </p:bgPr>
    </p:bg>
    <p:spTree>
      <p:nvGrpSpPr>
        <p:cNvPr id="1" name=""/>
        <p:cNvGrpSpPr/>
        <p:nvPr/>
      </p:nvGrpSpPr>
      <p:grpSpPr/>
      <p:sp>
        <p:nvSpPr>
          <p:cNvPr id="2" name="TextBox 1"/>
          <p:cNvSpPr txBox="1"/>
          <p:nvPr/>
        </p:nvSpPr>
        <p:spPr>
          <a:xfrm>
            <a:off x="914400" y="530352"/>
            <a:ext cx="16459200" cy="841248"/>
          </a:xfrm>
          <a:prstGeom prst="rect">
            <a:avLst/>
          </a:prstGeom>
          <a:noFill/>
        </p:spPr>
        <p:txBody>
          <a:bodyPr wrap="square" lIns="109728" rIns="109728" tIns="73152" bIns="73152">
            <a:noAutofit/>
          </a:bodyPr>
          <a:lstStyle/>
          <a:p>
            <a:pPr>
              <a:defRPr sz="3000" b="1" i="0">
                <a:solidFill>
                  <a:srgbClr val="86EFAC"/>
                </a:solidFill>
                <a:latin typeface="Inter"/>
              </a:defRPr>
            </a:pPr>
            <a:r>
              <a:t>Gospel</a:t>
            </a:r>
          </a:p>
        </p:txBody>
      </p:sp>
      <p:sp>
        <p:nvSpPr>
          <p:cNvPr id="3" name="TextBox 2"/>
          <p:cNvSpPr txBox="1"/>
          <p:nvPr/>
        </p:nvSpPr>
        <p:spPr>
          <a:xfrm>
            <a:off x="914400" y="1426464"/>
            <a:ext cx="16459200" cy="438912"/>
          </a:xfrm>
          <a:prstGeom prst="rect">
            <a:avLst/>
          </a:prstGeom>
          <a:noFill/>
        </p:spPr>
        <p:txBody>
          <a:bodyPr wrap="square" lIns="109728" rIns="109728" tIns="73152" bIns="73152">
            <a:noAutofit/>
          </a:bodyPr>
          <a:lstStyle/>
          <a:p>
            <a:pPr>
              <a:defRPr sz="1400" b="0" i="0">
                <a:solidFill>
                  <a:srgbClr val="22C55E"/>
                </a:solidFill>
                <a:latin typeface="Inter"/>
              </a:defRPr>
            </a:pPr>
            <a:r>
              <a:t>John 3:16-18</a:t>
            </a:r>
          </a:p>
        </p:txBody>
      </p:sp>
      <p:sp>
        <p:nvSpPr>
          <p:cNvPr id="4" name="TextBox 3"/>
          <p:cNvSpPr txBox="1"/>
          <p:nvPr/>
        </p:nvSpPr>
        <p:spPr>
          <a:xfrm>
            <a:off x="914400" y="1975104"/>
            <a:ext cx="16459200" cy="7397496"/>
          </a:xfrm>
          <a:prstGeom prst="rect">
            <a:avLst/>
          </a:prstGeom>
          <a:noFill/>
        </p:spPr>
        <p:txBody>
          <a:bodyPr wrap="square" lIns="109728" rIns="109728" tIns="73152" bIns="73152">
            <a:noAutofit/>
          </a:bodyPr>
          <a:lstStyle/>
          <a:p>
            <a:pPr>
              <a:spcAft>
                <a:spcPts val="500"/>
              </a:spcAft>
              <a:defRPr sz="1900" b="0" i="0">
                <a:solidFill>
                  <a:srgbClr val="F0FDF4"/>
                </a:solidFill>
                <a:latin typeface="Inter"/>
              </a:defRPr>
            </a:pPr>
            <a:r>
              <a:t>For God so loved the world, that he gave his one and only Son, that whoever believes in him should not perish, but have eternal life. For God didn’t send his Son into the world to judge the world, but that the world should be saved through him. He who believes in him is not judged. He who doesn’t believe has been judged already, because he has not believed in the name of the one and only Son of God.</a:t>
            </a:r>
          </a:p>
        </p:txBody>
      </p:sp>
      <p:sp>
        <p:nvSpPr>
          <p:cNvPr id="5" name="TextBox 4"/>
          <p:cNvSpPr txBox="1"/>
          <p:nvPr/>
        </p:nvSpPr>
        <p:spPr>
          <a:xfrm>
            <a:off x="914400" y="9418320"/>
            <a:ext cx="16459200" cy="777240"/>
          </a:xfrm>
          <a:prstGeom prst="rect">
            <a:avLst/>
          </a:prstGeom>
          <a:noFill/>
        </p:spPr>
        <p:txBody>
          <a:bodyPr wrap="square" lIns="109728" rIns="109728" tIns="73152" bIns="73152">
            <a:noAutofit/>
          </a:bodyPr>
          <a:lstStyle/>
          <a:p/>
          <a:p>
            <a:pPr>
              <a:spcBef>
                <a:spcPts val="200"/>
              </a:spcBef>
              <a:defRPr sz="1200" b="0" i="0">
                <a:solidFill>
                  <a:srgbClr val="86EFAC"/>
                </a:solidFill>
                <a:latin typeface="Inter"/>
              </a:defRPr>
            </a:pPr>
            <a:r>
              <a:t>Gospel</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10251C"/>
        </a:solidFill>
        <a:effectLst/>
      </p:bgPr>
    </p:bg>
    <p:spTree>
      <p:nvGrpSpPr>
        <p:cNvPr id="1" name=""/>
        <p:cNvGrpSpPr/>
        <p:nvPr/>
      </p:nvGrpSpPr>
      <p:grpSpPr/>
      <p:sp>
        <p:nvSpPr>
          <p:cNvPr id="2" name="TextBox 1"/>
          <p:cNvSpPr txBox="1"/>
          <p:nvPr/>
        </p:nvSpPr>
        <p:spPr>
          <a:xfrm>
            <a:off x="914400" y="530352"/>
            <a:ext cx="16459200" cy="8750808"/>
          </a:xfrm>
          <a:prstGeom prst="rect">
            <a:avLst/>
          </a:prstGeom>
          <a:noFill/>
        </p:spPr>
        <p:txBody>
          <a:bodyPr wrap="square" lIns="109728" rIns="109728" tIns="73152" bIns="73152">
            <a:noAutofit/>
          </a:bodyPr>
          <a:lstStyle/>
          <a:p>
            <a:pPr algn="ctr">
              <a:spcBef>
                <a:spcPts val="400"/>
              </a:spcBef>
              <a:spcAft>
                <a:spcPts val="500"/>
              </a:spcAft>
              <a:defRPr sz="2000" b="1" i="0">
                <a:solidFill>
                  <a:srgbClr val="86EFAC"/>
                </a:solidFill>
                <a:latin typeface="Inter"/>
              </a:defRPr>
            </a:pPr>
            <a:r>
              <a:t>Priest: The Gospel of the Lord.</a:t>
            </a:r>
          </a:p>
          <a:p>
            <a:pPr algn="ctr">
              <a:spcBef>
                <a:spcPts val="400"/>
              </a:spcBef>
              <a:spcAft>
                <a:spcPts val="500"/>
              </a:spcAft>
              <a:defRPr sz="2000" b="1" i="0">
                <a:solidFill>
                  <a:srgbClr val="F0FDF4"/>
                </a:solidFill>
                <a:latin typeface="Inter"/>
              </a:defRPr>
            </a:pPr>
            <a:r>
              <a:t>All: Praise to you, Lord Jesus Christ.</a:t>
            </a:r>
          </a:p>
        </p:txBody>
      </p:sp>
      <p:sp>
        <p:nvSpPr>
          <p:cNvPr id="3" name="TextBox 2"/>
          <p:cNvSpPr txBox="1"/>
          <p:nvPr/>
        </p:nvSpPr>
        <p:spPr>
          <a:xfrm>
            <a:off x="914400" y="9418320"/>
            <a:ext cx="16459200" cy="777240"/>
          </a:xfrm>
          <a:prstGeom prst="rect">
            <a:avLst/>
          </a:prstGeom>
          <a:noFill/>
        </p:spPr>
        <p:txBody>
          <a:bodyPr wrap="square" lIns="109728" rIns="109728" tIns="73152" bIns="73152">
            <a:noAutofit/>
          </a:bodyPr>
          <a:lstStyle/>
          <a:p/>
          <a:p>
            <a:pPr>
              <a:spcBef>
                <a:spcPts val="200"/>
              </a:spcBef>
              <a:defRPr sz="1200" b="0" i="0">
                <a:solidFill>
                  <a:srgbClr val="86EFAC"/>
                </a:solidFill>
                <a:latin typeface="Inter"/>
              </a:defRPr>
            </a:pPr>
            <a:r>
              <a:t>Gospel Acclamation</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10251C"/>
        </a:solidFill>
        <a:effectLst/>
      </p:bgPr>
    </p:bg>
    <p:spTree>
      <p:nvGrpSpPr>
        <p:cNvPr id="1" name=""/>
        <p:cNvGrpSpPr/>
        <p:nvPr/>
      </p:nvGrpSpPr>
      <p:grpSpPr/>
      <p:sp>
        <p:nvSpPr>
          <p:cNvPr id="2" name="TextBox 1"/>
          <p:cNvSpPr txBox="1"/>
          <p:nvPr/>
        </p:nvSpPr>
        <p:spPr>
          <a:xfrm>
            <a:off x="914400" y="530352"/>
            <a:ext cx="16459200" cy="8750808"/>
          </a:xfrm>
          <a:prstGeom prst="rect">
            <a:avLst/>
          </a:prstGeom>
          <a:noFill/>
        </p:spPr>
        <p:txBody>
          <a:bodyPr wrap="square" lIns="109728" rIns="109728" tIns="73152" bIns="73152">
            <a:noAutofit/>
          </a:bodyPr>
          <a:lstStyle/>
          <a:p>
            <a:pPr algn="ctr">
              <a:spcAft>
                <a:spcPts val="500"/>
              </a:spcAft>
              <a:defRPr sz="1500" b="0" i="1">
                <a:solidFill>
                  <a:srgbClr val="86EFAC"/>
                </a:solidFill>
                <a:latin typeface="Inter"/>
              </a:defRPr>
            </a:pPr>
            <a:r>
              <a:t>Time for the homily — Father will now preach.</a:t>
            </a:r>
          </a:p>
          <a:p>
            <a:pPr algn="ctr">
              <a:spcAft>
                <a:spcPts val="500"/>
              </a:spcAft>
              <a:defRPr sz="1500" b="0" i="1">
                <a:solidFill>
                  <a:srgbClr val="86EFAC"/>
                </a:solidFill>
                <a:latin typeface="Inter"/>
              </a:defRPr>
            </a:pPr>
            <a:r>
              <a:t>Commentator may introduce the theme.</a:t>
            </a:r>
          </a:p>
        </p:txBody>
      </p:sp>
      <p:sp>
        <p:nvSpPr>
          <p:cNvPr id="3" name="TextBox 2"/>
          <p:cNvSpPr txBox="1"/>
          <p:nvPr/>
        </p:nvSpPr>
        <p:spPr>
          <a:xfrm>
            <a:off x="914400" y="9418320"/>
            <a:ext cx="16459200" cy="777240"/>
          </a:xfrm>
          <a:prstGeom prst="rect">
            <a:avLst/>
          </a:prstGeom>
          <a:noFill/>
        </p:spPr>
        <p:txBody>
          <a:bodyPr wrap="square" lIns="109728" rIns="109728" tIns="73152" bIns="73152">
            <a:noAutofit/>
          </a:bodyPr>
          <a:lstStyle/>
          <a:p/>
          <a:p>
            <a:pPr>
              <a:spcBef>
                <a:spcPts val="200"/>
              </a:spcBef>
              <a:defRPr sz="1200" b="0" i="0">
                <a:solidFill>
                  <a:srgbClr val="86EFAC"/>
                </a:solidFill>
                <a:latin typeface="Inter"/>
              </a:defRPr>
            </a:pPr>
            <a:r>
              <a:t>Homily</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GFCC31May2026_OrdinaryTime_16x9.png"/>
          <p:cNvPicPr>
            <a:picLocks noChangeAspect="1"/>
          </p:cNvPicPr>
          <p:nvPr/>
        </p:nvPicPr>
        <p:blipFill>
          <a:blip r:embed="rId2"/>
          <a:stretch>
            <a:fillRect/>
          </a:stretch>
        </p:blipFill>
        <p:spPr>
          <a:xfrm>
            <a:off x="0" y="0"/>
            <a:ext cx="18288000" cy="10287000"/>
          </a:xfrm>
          <a:prstGeom prst="rect">
            <a:avLst/>
          </a:prstGeom>
        </p:spPr>
      </p:pic>
      <p:sp>
        <p:nvSpPr>
          <p:cNvPr id="3" name="TextBox 2"/>
          <p:cNvSpPr txBox="1"/>
          <p:nvPr/>
        </p:nvSpPr>
        <p:spPr>
          <a:xfrm>
            <a:off x="914400" y="850392"/>
            <a:ext cx="16459200" cy="5943600"/>
          </a:xfrm>
          <a:prstGeom prst="rect">
            <a:avLst/>
          </a:prstGeom>
          <a:noFill/>
        </p:spPr>
        <p:txBody>
          <a:bodyPr wrap="square" lIns="109728" rIns="109728" tIns="73152" bIns="73152">
            <a:noAutofit/>
          </a:bodyPr>
          <a:lstStyle/>
          <a:p>
            <a:pPr>
              <a:spcAft>
                <a:spcPts val="300"/>
              </a:spcAft>
              <a:defRPr sz="2100" b="1" i="0">
                <a:solidFill>
                  <a:srgbClr val="86EFAC"/>
                </a:solidFill>
                <a:latin typeface="Inter"/>
              </a:defRPr>
            </a:pPr>
            <a:r>
              <a:t>MASS CELEBRANT:</a:t>
            </a:r>
          </a:p>
          <a:p>
            <a:pPr>
              <a:spcAft>
                <a:spcPts val="300"/>
              </a:spcAft>
              <a:defRPr sz="2100" b="0" i="0">
                <a:solidFill>
                  <a:srgbClr val="F0FDF4"/>
                </a:solidFill>
                <a:latin typeface="Inter"/>
              </a:defRPr>
            </a:pPr>
            <a:r>
              <a:t>Rev. Fr. Jonrey Lauron, RCJ</a:t>
            </a:r>
          </a:p>
          <a:p>
            <a:pPr>
              <a:spcAft>
                <a:spcPts val="300"/>
              </a:spcAft>
              <a:defRPr sz="2100" b="0" i="0">
                <a:solidFill>
                  <a:srgbClr val="F0FDF4"/>
                </a:solidFill>
                <a:latin typeface="Inter"/>
              </a:defRPr>
            </a:pPr>
          </a:p>
          <a:p>
            <a:pPr>
              <a:spcAft>
                <a:spcPts val="300"/>
              </a:spcAft>
              <a:defRPr sz="2100" b="0" i="0">
                <a:solidFill>
                  <a:srgbClr val="F0FDF4"/>
                </a:solidFill>
                <a:latin typeface="Inter"/>
              </a:defRPr>
            </a:pPr>
            <a:r>
              <a:t>Gospel (John 3:16-18)</a:t>
            </a:r>
          </a:p>
          <a:p>
            <a:pPr>
              <a:spcAft>
                <a:spcPts val="300"/>
              </a:spcAft>
              <a:defRPr sz="2100" b="0" i="0">
                <a:solidFill>
                  <a:srgbClr val="F0FDF4"/>
                </a:solidFill>
                <a:latin typeface="Inter"/>
              </a:defRPr>
            </a:pPr>
            <a:r>
              <a:t>“For God so loved the world, that he gave his one and only Son, that whoever believes in him should not perish, but have eternal life.”</a:t>
            </a:r>
          </a:p>
          <a:p>
            <a:pPr>
              <a:spcAft>
                <a:spcPts val="300"/>
              </a:spcAft>
              <a:defRPr sz="2100" b="0" i="0">
                <a:solidFill>
                  <a:srgbClr val="F0FDF4"/>
                </a:solidFill>
                <a:latin typeface="Inter"/>
              </a:defRPr>
            </a:pPr>
          </a:p>
          <a:p>
            <a:pPr>
              <a:spcAft>
                <a:spcPts val="300"/>
              </a:spcAft>
              <a:defRPr sz="2100" b="0" i="0">
                <a:solidFill>
                  <a:srgbClr val="F0FDF4"/>
                </a:solidFill>
                <a:latin typeface="Inter"/>
              </a:defRPr>
            </a:pPr>
            <a:r>
              <a:t>YEAR A</a:t>
            </a:r>
          </a:p>
          <a:p>
            <a:pPr>
              <a:spcAft>
                <a:spcPts val="300"/>
              </a:spcAft>
              <a:defRPr sz="2100" b="0" i="0">
                <a:solidFill>
                  <a:srgbClr val="F0FDF4"/>
                </a:solidFill>
                <a:latin typeface="Inter"/>
              </a:defRPr>
            </a:pPr>
            <a:r>
              <a:t>2026-05-31 · Ordinary Time</a:t>
            </a:r>
          </a:p>
        </p:txBody>
      </p:sp>
      <p:sp>
        <p:nvSpPr>
          <p:cNvPr id="4" name="TextBox 3"/>
          <p:cNvSpPr txBox="1"/>
          <p:nvPr/>
        </p:nvSpPr>
        <p:spPr>
          <a:xfrm>
            <a:off x="914400" y="9418320"/>
            <a:ext cx="16459200" cy="777240"/>
          </a:xfrm>
          <a:prstGeom prst="rect">
            <a:avLst/>
          </a:prstGeom>
          <a:noFill/>
        </p:spPr>
        <p:txBody>
          <a:bodyPr wrap="square" lIns="109728" rIns="109728" tIns="73152" bIns="73152">
            <a:noAutofit/>
          </a:bodyPr>
          <a:lstStyle/>
          <a:p/>
          <a:p>
            <a:pPr>
              <a:spcBef>
                <a:spcPts val="200"/>
              </a:spcBef>
              <a:defRPr sz="1200" b="0" i="0">
                <a:solidFill>
                  <a:srgbClr val="86EFAC"/>
                </a:solidFill>
                <a:latin typeface="Inter"/>
              </a:defRPr>
            </a:pPr>
            <a:r>
              <a:t>Mass poster / divider</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bg>
      <p:bgPr>
        <a:solidFill>
          <a:srgbClr val="10251C"/>
        </a:solidFill>
        <a:effectLst/>
      </p:bgPr>
    </p:bg>
    <p:spTree>
      <p:nvGrpSpPr>
        <p:cNvPr id="1" name=""/>
        <p:cNvGrpSpPr/>
        <p:nvPr/>
      </p:nvGrpSpPr>
      <p:grpSpPr/>
      <p:sp>
        <p:nvSpPr>
          <p:cNvPr id="2" name="TextBox 1"/>
          <p:cNvSpPr txBox="1"/>
          <p:nvPr/>
        </p:nvSpPr>
        <p:spPr>
          <a:xfrm>
            <a:off x="914400" y="530352"/>
            <a:ext cx="16459200" cy="8750808"/>
          </a:xfrm>
          <a:prstGeom prst="rect">
            <a:avLst/>
          </a:prstGeom>
          <a:noFill/>
        </p:spPr>
        <p:txBody>
          <a:bodyPr wrap="square" lIns="109728" rIns="109728" tIns="73152" bIns="73152" anchor="ctr">
            <a:noAutofit/>
          </a:bodyPr>
          <a:lstStyle/>
          <a:p>
            <a:pPr algn="ctr">
              <a:spcBef>
                <a:spcPts val="400"/>
              </a:spcBef>
              <a:spcAft>
                <a:spcPts val="800"/>
              </a:spcAft>
              <a:defRPr sz="5000" b="1" i="0">
                <a:solidFill>
                  <a:srgbClr val="F0FDF4"/>
                </a:solidFill>
                <a:latin typeface="Inter"/>
              </a:defRPr>
            </a:pPr>
            <a:r>
              <a:t>All: I believe in one God,</a:t>
            </a:r>
          </a:p>
          <a:p>
            <a:pPr algn="ctr">
              <a:spcAft>
                <a:spcPts val="800"/>
              </a:spcAft>
              <a:defRPr sz="5000" b="0" i="0">
                <a:solidFill>
                  <a:srgbClr val="F0FDF4"/>
                </a:solidFill>
                <a:latin typeface="Inter"/>
              </a:defRPr>
            </a:pPr>
            <a:r>
              <a:t>the Father almighty,</a:t>
            </a:r>
          </a:p>
          <a:p>
            <a:pPr algn="ctr">
              <a:spcAft>
                <a:spcPts val="800"/>
              </a:spcAft>
              <a:defRPr sz="5000" b="0" i="0">
                <a:solidFill>
                  <a:srgbClr val="F0FDF4"/>
                </a:solidFill>
                <a:latin typeface="Inter"/>
              </a:defRPr>
            </a:pPr>
            <a:r>
              <a:t>maker of heaven and earth,</a:t>
            </a:r>
          </a:p>
          <a:p>
            <a:pPr algn="ctr">
              <a:spcAft>
                <a:spcPts val="800"/>
              </a:spcAft>
              <a:defRPr sz="5000" b="0" i="0">
                <a:solidFill>
                  <a:srgbClr val="F0FDF4"/>
                </a:solidFill>
                <a:latin typeface="Inter"/>
              </a:defRPr>
            </a:pPr>
            <a:r>
              <a:t>of all things visible and invisible.</a:t>
            </a:r>
          </a:p>
          <a:p>
            <a:pPr algn="ctr">
              <a:spcAft>
                <a:spcPts val="800"/>
              </a:spcAft>
              <a:defRPr sz="5000" b="0" i="0">
                <a:solidFill>
                  <a:srgbClr val="F0FDF4"/>
                </a:solidFill>
                <a:latin typeface="Inter"/>
              </a:defRPr>
            </a:pPr>
            <a:r>
              <a:t>I believe in one Lord Jesus Christ,</a:t>
            </a:r>
          </a:p>
        </p:txBody>
      </p:sp>
      <p:sp>
        <p:nvSpPr>
          <p:cNvPr id="3" name="TextBox 2"/>
          <p:cNvSpPr txBox="1"/>
          <p:nvPr/>
        </p:nvSpPr>
        <p:spPr>
          <a:xfrm>
            <a:off x="914400" y="9418320"/>
            <a:ext cx="16459200" cy="777240"/>
          </a:xfrm>
          <a:prstGeom prst="rect">
            <a:avLst/>
          </a:prstGeom>
          <a:noFill/>
        </p:spPr>
        <p:txBody>
          <a:bodyPr wrap="square" lIns="109728" rIns="109728" tIns="73152" bIns="73152">
            <a:noAutofit/>
          </a:bodyPr>
          <a:lstStyle/>
          <a:p/>
          <a:p>
            <a:pPr>
              <a:spcBef>
                <a:spcPts val="200"/>
              </a:spcBef>
              <a:defRPr sz="1200" b="0" i="0">
                <a:solidFill>
                  <a:srgbClr val="86EFAC"/>
                </a:solidFill>
                <a:latin typeface="Inter"/>
              </a:defRPr>
            </a:pPr>
            <a:r>
              <a:t>Nicene Creed (1/8)</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bg>
      <p:bgPr>
        <a:solidFill>
          <a:srgbClr val="10251C"/>
        </a:solidFill>
        <a:effectLst/>
      </p:bgPr>
    </p:bg>
    <p:spTree>
      <p:nvGrpSpPr>
        <p:cNvPr id="1" name=""/>
        <p:cNvGrpSpPr/>
        <p:nvPr/>
      </p:nvGrpSpPr>
      <p:grpSpPr/>
      <p:sp>
        <p:nvSpPr>
          <p:cNvPr id="2" name="TextBox 1"/>
          <p:cNvSpPr txBox="1"/>
          <p:nvPr/>
        </p:nvSpPr>
        <p:spPr>
          <a:xfrm>
            <a:off x="914400" y="530352"/>
            <a:ext cx="16459200" cy="8750808"/>
          </a:xfrm>
          <a:prstGeom prst="rect">
            <a:avLst/>
          </a:prstGeom>
          <a:noFill/>
        </p:spPr>
        <p:txBody>
          <a:bodyPr wrap="square" lIns="109728" rIns="109728" tIns="73152" bIns="73152" anchor="ctr">
            <a:noAutofit/>
          </a:bodyPr>
          <a:lstStyle/>
          <a:p>
            <a:pPr algn="ctr">
              <a:spcAft>
                <a:spcPts val="800"/>
              </a:spcAft>
              <a:defRPr sz="5000" b="0" i="0">
                <a:solidFill>
                  <a:srgbClr val="F0FDF4"/>
                </a:solidFill>
                <a:latin typeface="Inter"/>
              </a:defRPr>
            </a:pPr>
            <a:r>
              <a:t>the Only Begotten Son of God,</a:t>
            </a:r>
          </a:p>
          <a:p>
            <a:pPr algn="ctr">
              <a:spcAft>
                <a:spcPts val="800"/>
              </a:spcAft>
              <a:defRPr sz="5000" b="0" i="0">
                <a:solidFill>
                  <a:srgbClr val="F0FDF4"/>
                </a:solidFill>
                <a:latin typeface="Inter"/>
              </a:defRPr>
            </a:pPr>
            <a:r>
              <a:t>born of the Father before all ages.</a:t>
            </a:r>
          </a:p>
          <a:p>
            <a:pPr algn="ctr">
              <a:spcAft>
                <a:spcPts val="800"/>
              </a:spcAft>
              <a:defRPr sz="5000" b="0" i="0">
                <a:solidFill>
                  <a:srgbClr val="F0FDF4"/>
                </a:solidFill>
                <a:latin typeface="Inter"/>
              </a:defRPr>
            </a:pPr>
            <a:r>
              <a:t>God from God, Light from Light,</a:t>
            </a:r>
          </a:p>
          <a:p>
            <a:pPr algn="ctr">
              <a:spcAft>
                <a:spcPts val="800"/>
              </a:spcAft>
              <a:defRPr sz="5000" b="0" i="0">
                <a:solidFill>
                  <a:srgbClr val="F0FDF4"/>
                </a:solidFill>
                <a:latin typeface="Inter"/>
              </a:defRPr>
            </a:pPr>
            <a:r>
              <a:t>true God from true God,</a:t>
            </a:r>
          </a:p>
        </p:txBody>
      </p:sp>
      <p:sp>
        <p:nvSpPr>
          <p:cNvPr id="3" name="TextBox 2"/>
          <p:cNvSpPr txBox="1"/>
          <p:nvPr/>
        </p:nvSpPr>
        <p:spPr>
          <a:xfrm>
            <a:off x="914400" y="9418320"/>
            <a:ext cx="16459200" cy="777240"/>
          </a:xfrm>
          <a:prstGeom prst="rect">
            <a:avLst/>
          </a:prstGeom>
          <a:noFill/>
        </p:spPr>
        <p:txBody>
          <a:bodyPr wrap="square" lIns="109728" rIns="109728" tIns="73152" bIns="73152">
            <a:noAutofit/>
          </a:bodyPr>
          <a:lstStyle/>
          <a:p/>
          <a:p>
            <a:pPr>
              <a:spcBef>
                <a:spcPts val="200"/>
              </a:spcBef>
              <a:defRPr sz="1200" b="0" i="0">
                <a:solidFill>
                  <a:srgbClr val="86EFAC"/>
                </a:solidFill>
                <a:latin typeface="Inter"/>
              </a:defRPr>
            </a:pPr>
            <a:r>
              <a:t>Nicene Creed (2/8)</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bg>
      <p:bgPr>
        <a:solidFill>
          <a:srgbClr val="10251C"/>
        </a:solidFill>
        <a:effectLst/>
      </p:bgPr>
    </p:bg>
    <p:spTree>
      <p:nvGrpSpPr>
        <p:cNvPr id="1" name=""/>
        <p:cNvGrpSpPr/>
        <p:nvPr/>
      </p:nvGrpSpPr>
      <p:grpSpPr/>
      <p:sp>
        <p:nvSpPr>
          <p:cNvPr id="2" name="TextBox 1"/>
          <p:cNvSpPr txBox="1"/>
          <p:nvPr/>
        </p:nvSpPr>
        <p:spPr>
          <a:xfrm>
            <a:off x="914400" y="530352"/>
            <a:ext cx="16459200" cy="8750808"/>
          </a:xfrm>
          <a:prstGeom prst="rect">
            <a:avLst/>
          </a:prstGeom>
          <a:noFill/>
        </p:spPr>
        <p:txBody>
          <a:bodyPr wrap="square" lIns="109728" rIns="109728" tIns="73152" bIns="73152" anchor="ctr">
            <a:noAutofit/>
          </a:bodyPr>
          <a:lstStyle/>
          <a:p>
            <a:pPr algn="ctr">
              <a:spcAft>
                <a:spcPts val="800"/>
              </a:spcAft>
              <a:defRPr sz="5000" b="0" i="0">
                <a:solidFill>
                  <a:srgbClr val="F0FDF4"/>
                </a:solidFill>
                <a:latin typeface="Inter"/>
              </a:defRPr>
            </a:pPr>
            <a:r>
              <a:t>begotten, not made, consubstantial with the Father;</a:t>
            </a:r>
          </a:p>
          <a:p>
            <a:pPr algn="ctr">
              <a:spcAft>
                <a:spcPts val="800"/>
              </a:spcAft>
              <a:defRPr sz="5000" b="0" i="0">
                <a:solidFill>
                  <a:srgbClr val="F0FDF4"/>
                </a:solidFill>
                <a:latin typeface="Inter"/>
              </a:defRPr>
            </a:pPr>
            <a:r>
              <a:t>through him all things were made.</a:t>
            </a:r>
          </a:p>
          <a:p>
            <a:pPr algn="ctr">
              <a:spcAft>
                <a:spcPts val="800"/>
              </a:spcAft>
              <a:defRPr sz="5000" b="0" i="0">
                <a:solidFill>
                  <a:srgbClr val="F0FDF4"/>
                </a:solidFill>
                <a:latin typeface="Inter"/>
              </a:defRPr>
            </a:pPr>
            <a:r>
              <a:t>For us men and for our salvation</a:t>
            </a:r>
          </a:p>
          <a:p>
            <a:pPr algn="ctr">
              <a:spcAft>
                <a:spcPts val="800"/>
              </a:spcAft>
              <a:defRPr sz="5000" b="0" i="0">
                <a:solidFill>
                  <a:srgbClr val="F0FDF4"/>
                </a:solidFill>
                <a:latin typeface="Inter"/>
              </a:defRPr>
            </a:pPr>
            <a:r>
              <a:t>he came down from heaven,</a:t>
            </a:r>
          </a:p>
        </p:txBody>
      </p:sp>
      <p:sp>
        <p:nvSpPr>
          <p:cNvPr id="3" name="TextBox 2"/>
          <p:cNvSpPr txBox="1"/>
          <p:nvPr/>
        </p:nvSpPr>
        <p:spPr>
          <a:xfrm>
            <a:off x="914400" y="9418320"/>
            <a:ext cx="16459200" cy="777240"/>
          </a:xfrm>
          <a:prstGeom prst="rect">
            <a:avLst/>
          </a:prstGeom>
          <a:noFill/>
        </p:spPr>
        <p:txBody>
          <a:bodyPr wrap="square" lIns="109728" rIns="109728" tIns="73152" bIns="73152">
            <a:noAutofit/>
          </a:bodyPr>
          <a:lstStyle/>
          <a:p/>
          <a:p>
            <a:pPr>
              <a:spcBef>
                <a:spcPts val="200"/>
              </a:spcBef>
              <a:defRPr sz="1200" b="0" i="0">
                <a:solidFill>
                  <a:srgbClr val="86EFAC"/>
                </a:solidFill>
                <a:latin typeface="Inter"/>
              </a:defRPr>
            </a:pPr>
            <a:r>
              <a:t>Nicene Creed (3/8)</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bg>
      <p:bgPr>
        <a:solidFill>
          <a:srgbClr val="10251C"/>
        </a:solidFill>
        <a:effectLst/>
      </p:bgPr>
    </p:bg>
    <p:spTree>
      <p:nvGrpSpPr>
        <p:cNvPr id="1" name=""/>
        <p:cNvGrpSpPr/>
        <p:nvPr/>
      </p:nvGrpSpPr>
      <p:grpSpPr/>
      <p:sp>
        <p:nvSpPr>
          <p:cNvPr id="2" name="TextBox 1"/>
          <p:cNvSpPr txBox="1"/>
          <p:nvPr/>
        </p:nvSpPr>
        <p:spPr>
          <a:xfrm>
            <a:off x="914400" y="530352"/>
            <a:ext cx="16459200" cy="8750808"/>
          </a:xfrm>
          <a:prstGeom prst="rect">
            <a:avLst/>
          </a:prstGeom>
          <a:noFill/>
        </p:spPr>
        <p:txBody>
          <a:bodyPr wrap="square" lIns="109728" rIns="109728" tIns="73152" bIns="73152" anchor="ctr">
            <a:noAutofit/>
          </a:bodyPr>
          <a:lstStyle/>
          <a:p>
            <a:pPr algn="ctr">
              <a:spcAft>
                <a:spcPts val="800"/>
              </a:spcAft>
              <a:defRPr sz="5000" b="0" i="0">
                <a:solidFill>
                  <a:srgbClr val="F0FDF4"/>
                </a:solidFill>
                <a:latin typeface="Inter"/>
              </a:defRPr>
            </a:pPr>
            <a:r>
              <a:t>and by the Holy Spirit was incarnate of the Virgin Mary,</a:t>
            </a:r>
          </a:p>
          <a:p>
            <a:pPr algn="ctr">
              <a:spcAft>
                <a:spcPts val="800"/>
              </a:spcAft>
              <a:defRPr sz="5000" b="0" i="0">
                <a:solidFill>
                  <a:srgbClr val="F0FDF4"/>
                </a:solidFill>
                <a:latin typeface="Inter"/>
              </a:defRPr>
            </a:pPr>
            <a:r>
              <a:t>and became man.</a:t>
            </a:r>
          </a:p>
          <a:p>
            <a:pPr algn="ctr">
              <a:spcAft>
                <a:spcPts val="800"/>
              </a:spcAft>
              <a:defRPr sz="5000" b="0" i="0">
                <a:solidFill>
                  <a:srgbClr val="F0FDF4"/>
                </a:solidFill>
                <a:latin typeface="Inter"/>
              </a:defRPr>
            </a:pPr>
            <a:r>
              <a:t>For our sake he was crucified under Pontius Pilate,</a:t>
            </a:r>
          </a:p>
          <a:p>
            <a:pPr algn="ctr">
              <a:spcAft>
                <a:spcPts val="800"/>
              </a:spcAft>
              <a:defRPr sz="5000" b="0" i="0">
                <a:solidFill>
                  <a:srgbClr val="F0FDF4"/>
                </a:solidFill>
                <a:latin typeface="Inter"/>
              </a:defRPr>
            </a:pPr>
            <a:r>
              <a:t>he suffered death and was buried,</a:t>
            </a:r>
          </a:p>
        </p:txBody>
      </p:sp>
      <p:sp>
        <p:nvSpPr>
          <p:cNvPr id="3" name="TextBox 2"/>
          <p:cNvSpPr txBox="1"/>
          <p:nvPr/>
        </p:nvSpPr>
        <p:spPr>
          <a:xfrm>
            <a:off x="914400" y="9418320"/>
            <a:ext cx="16459200" cy="777240"/>
          </a:xfrm>
          <a:prstGeom prst="rect">
            <a:avLst/>
          </a:prstGeom>
          <a:noFill/>
        </p:spPr>
        <p:txBody>
          <a:bodyPr wrap="square" lIns="109728" rIns="109728" tIns="73152" bIns="73152">
            <a:noAutofit/>
          </a:bodyPr>
          <a:lstStyle/>
          <a:p/>
          <a:p>
            <a:pPr>
              <a:spcBef>
                <a:spcPts val="200"/>
              </a:spcBef>
              <a:defRPr sz="1200" b="0" i="0">
                <a:solidFill>
                  <a:srgbClr val="86EFAC"/>
                </a:solidFill>
                <a:latin typeface="Inter"/>
              </a:defRPr>
            </a:pPr>
            <a:r>
              <a:t>Nicene Creed (4/8)</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bg>
      <p:bgPr>
        <a:solidFill>
          <a:srgbClr val="10251C"/>
        </a:solidFill>
        <a:effectLst/>
      </p:bgPr>
    </p:bg>
    <p:spTree>
      <p:nvGrpSpPr>
        <p:cNvPr id="1" name=""/>
        <p:cNvGrpSpPr/>
        <p:nvPr/>
      </p:nvGrpSpPr>
      <p:grpSpPr/>
      <p:sp>
        <p:nvSpPr>
          <p:cNvPr id="2" name="TextBox 1"/>
          <p:cNvSpPr txBox="1"/>
          <p:nvPr/>
        </p:nvSpPr>
        <p:spPr>
          <a:xfrm>
            <a:off x="914400" y="530352"/>
            <a:ext cx="16459200" cy="8750808"/>
          </a:xfrm>
          <a:prstGeom prst="rect">
            <a:avLst/>
          </a:prstGeom>
          <a:noFill/>
        </p:spPr>
        <p:txBody>
          <a:bodyPr wrap="square" lIns="109728" rIns="109728" tIns="73152" bIns="73152" anchor="ctr">
            <a:noAutofit/>
          </a:bodyPr>
          <a:lstStyle/>
          <a:p>
            <a:pPr algn="ctr">
              <a:spcAft>
                <a:spcPts val="800"/>
              </a:spcAft>
              <a:defRPr sz="5000" b="0" i="0">
                <a:solidFill>
                  <a:srgbClr val="F0FDF4"/>
                </a:solidFill>
                <a:latin typeface="Inter"/>
              </a:defRPr>
            </a:pPr>
            <a:r>
              <a:t>and rose again on the third day</a:t>
            </a:r>
          </a:p>
          <a:p>
            <a:pPr algn="ctr">
              <a:spcAft>
                <a:spcPts val="800"/>
              </a:spcAft>
              <a:defRPr sz="5000" b="0" i="0">
                <a:solidFill>
                  <a:srgbClr val="F0FDF4"/>
                </a:solidFill>
                <a:latin typeface="Inter"/>
              </a:defRPr>
            </a:pPr>
            <a:r>
              <a:t>in accordance with the Scriptures.</a:t>
            </a:r>
          </a:p>
          <a:p>
            <a:pPr algn="ctr">
              <a:spcAft>
                <a:spcPts val="800"/>
              </a:spcAft>
              <a:defRPr sz="5000" b="0" i="0">
                <a:solidFill>
                  <a:srgbClr val="F0FDF4"/>
                </a:solidFill>
                <a:latin typeface="Inter"/>
              </a:defRPr>
            </a:pPr>
            <a:r>
              <a:t>He ascended into heaven</a:t>
            </a:r>
          </a:p>
          <a:p>
            <a:pPr algn="ctr">
              <a:spcAft>
                <a:spcPts val="800"/>
              </a:spcAft>
              <a:defRPr sz="5000" b="0" i="0">
                <a:solidFill>
                  <a:srgbClr val="F0FDF4"/>
                </a:solidFill>
                <a:latin typeface="Inter"/>
              </a:defRPr>
            </a:pPr>
            <a:r>
              <a:t>and is seated at the right hand of the Father.</a:t>
            </a:r>
          </a:p>
          <a:p>
            <a:pPr algn="ctr">
              <a:spcAft>
                <a:spcPts val="800"/>
              </a:spcAft>
              <a:defRPr sz="5000" b="0" i="0">
                <a:solidFill>
                  <a:srgbClr val="F0FDF4"/>
                </a:solidFill>
                <a:latin typeface="Inter"/>
              </a:defRPr>
            </a:pPr>
            <a:r>
              <a:t>He will come again in glory</a:t>
            </a:r>
          </a:p>
        </p:txBody>
      </p:sp>
      <p:sp>
        <p:nvSpPr>
          <p:cNvPr id="3" name="TextBox 2"/>
          <p:cNvSpPr txBox="1"/>
          <p:nvPr/>
        </p:nvSpPr>
        <p:spPr>
          <a:xfrm>
            <a:off x="914400" y="9418320"/>
            <a:ext cx="16459200" cy="777240"/>
          </a:xfrm>
          <a:prstGeom prst="rect">
            <a:avLst/>
          </a:prstGeom>
          <a:noFill/>
        </p:spPr>
        <p:txBody>
          <a:bodyPr wrap="square" lIns="109728" rIns="109728" tIns="73152" bIns="73152">
            <a:noAutofit/>
          </a:bodyPr>
          <a:lstStyle/>
          <a:p/>
          <a:p>
            <a:pPr>
              <a:spcBef>
                <a:spcPts val="200"/>
              </a:spcBef>
              <a:defRPr sz="1200" b="0" i="0">
                <a:solidFill>
                  <a:srgbClr val="86EFAC"/>
                </a:solidFill>
                <a:latin typeface="Inter"/>
              </a:defRPr>
            </a:pPr>
            <a:r>
              <a:t>Nicene Creed (5/8)</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bg>
      <p:bgPr>
        <a:solidFill>
          <a:srgbClr val="10251C"/>
        </a:solidFill>
        <a:effectLst/>
      </p:bgPr>
    </p:bg>
    <p:spTree>
      <p:nvGrpSpPr>
        <p:cNvPr id="1" name=""/>
        <p:cNvGrpSpPr/>
        <p:nvPr/>
      </p:nvGrpSpPr>
      <p:grpSpPr/>
      <p:sp>
        <p:nvSpPr>
          <p:cNvPr id="2" name="TextBox 1"/>
          <p:cNvSpPr txBox="1"/>
          <p:nvPr/>
        </p:nvSpPr>
        <p:spPr>
          <a:xfrm>
            <a:off x="914400" y="530352"/>
            <a:ext cx="16459200" cy="8750808"/>
          </a:xfrm>
          <a:prstGeom prst="rect">
            <a:avLst/>
          </a:prstGeom>
          <a:noFill/>
        </p:spPr>
        <p:txBody>
          <a:bodyPr wrap="square" lIns="109728" rIns="109728" tIns="73152" bIns="73152" anchor="ctr">
            <a:noAutofit/>
          </a:bodyPr>
          <a:lstStyle/>
          <a:p>
            <a:pPr algn="ctr">
              <a:spcAft>
                <a:spcPts val="800"/>
              </a:spcAft>
              <a:defRPr sz="5000" b="0" i="0">
                <a:solidFill>
                  <a:srgbClr val="F0FDF4"/>
                </a:solidFill>
                <a:latin typeface="Inter"/>
              </a:defRPr>
            </a:pPr>
            <a:r>
              <a:t>to judge the living and the dead</a:t>
            </a:r>
          </a:p>
          <a:p>
            <a:pPr algn="ctr">
              <a:spcAft>
                <a:spcPts val="800"/>
              </a:spcAft>
              <a:defRPr sz="5000" b="0" i="0">
                <a:solidFill>
                  <a:srgbClr val="F0FDF4"/>
                </a:solidFill>
                <a:latin typeface="Inter"/>
              </a:defRPr>
            </a:pPr>
            <a:r>
              <a:t>and his kingdom will have no end.</a:t>
            </a:r>
          </a:p>
          <a:p>
            <a:pPr algn="ctr">
              <a:spcAft>
                <a:spcPts val="800"/>
              </a:spcAft>
              <a:defRPr sz="5000" b="0" i="0">
                <a:solidFill>
                  <a:srgbClr val="F0FDF4"/>
                </a:solidFill>
                <a:latin typeface="Inter"/>
              </a:defRPr>
            </a:pPr>
            <a:r>
              <a:t>I believe in the Holy Spirit, the Lord, the giver of life,</a:t>
            </a:r>
          </a:p>
          <a:p>
            <a:pPr algn="ctr">
              <a:spcAft>
                <a:spcPts val="800"/>
              </a:spcAft>
              <a:defRPr sz="5000" b="0" i="0">
                <a:solidFill>
                  <a:srgbClr val="F0FDF4"/>
                </a:solidFill>
                <a:latin typeface="Inter"/>
              </a:defRPr>
            </a:pPr>
            <a:r>
              <a:t>who proceeds from the Father and the Son,</a:t>
            </a:r>
          </a:p>
        </p:txBody>
      </p:sp>
      <p:sp>
        <p:nvSpPr>
          <p:cNvPr id="3" name="TextBox 2"/>
          <p:cNvSpPr txBox="1"/>
          <p:nvPr/>
        </p:nvSpPr>
        <p:spPr>
          <a:xfrm>
            <a:off x="914400" y="9418320"/>
            <a:ext cx="16459200" cy="777240"/>
          </a:xfrm>
          <a:prstGeom prst="rect">
            <a:avLst/>
          </a:prstGeom>
          <a:noFill/>
        </p:spPr>
        <p:txBody>
          <a:bodyPr wrap="square" lIns="109728" rIns="109728" tIns="73152" bIns="73152">
            <a:noAutofit/>
          </a:bodyPr>
          <a:lstStyle/>
          <a:p/>
          <a:p>
            <a:pPr>
              <a:spcBef>
                <a:spcPts val="200"/>
              </a:spcBef>
              <a:defRPr sz="1200" b="0" i="0">
                <a:solidFill>
                  <a:srgbClr val="86EFAC"/>
                </a:solidFill>
                <a:latin typeface="Inter"/>
              </a:defRPr>
            </a:pPr>
            <a:r>
              <a:t>Nicene Creed (6/8)</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bg>
      <p:bgPr>
        <a:solidFill>
          <a:srgbClr val="10251C"/>
        </a:solidFill>
        <a:effectLst/>
      </p:bgPr>
    </p:bg>
    <p:spTree>
      <p:nvGrpSpPr>
        <p:cNvPr id="1" name=""/>
        <p:cNvGrpSpPr/>
        <p:nvPr/>
      </p:nvGrpSpPr>
      <p:grpSpPr/>
      <p:sp>
        <p:nvSpPr>
          <p:cNvPr id="2" name="TextBox 1"/>
          <p:cNvSpPr txBox="1"/>
          <p:nvPr/>
        </p:nvSpPr>
        <p:spPr>
          <a:xfrm>
            <a:off x="914400" y="530352"/>
            <a:ext cx="16459200" cy="8750808"/>
          </a:xfrm>
          <a:prstGeom prst="rect">
            <a:avLst/>
          </a:prstGeom>
          <a:noFill/>
        </p:spPr>
        <p:txBody>
          <a:bodyPr wrap="square" lIns="109728" rIns="109728" tIns="73152" bIns="73152" anchor="ctr">
            <a:noAutofit/>
          </a:bodyPr>
          <a:lstStyle/>
          <a:p>
            <a:pPr algn="ctr">
              <a:spcAft>
                <a:spcPts val="800"/>
              </a:spcAft>
              <a:defRPr sz="5000" b="0" i="0">
                <a:solidFill>
                  <a:srgbClr val="F0FDF4"/>
                </a:solidFill>
                <a:latin typeface="Inter"/>
              </a:defRPr>
            </a:pPr>
            <a:r>
              <a:t>who with the Father and the Son is adored and glorified,</a:t>
            </a:r>
          </a:p>
          <a:p>
            <a:pPr algn="ctr">
              <a:spcAft>
                <a:spcPts val="800"/>
              </a:spcAft>
              <a:defRPr sz="5000" b="0" i="0">
                <a:solidFill>
                  <a:srgbClr val="F0FDF4"/>
                </a:solidFill>
                <a:latin typeface="Inter"/>
              </a:defRPr>
            </a:pPr>
            <a:r>
              <a:t>who has spoken through the prophets.</a:t>
            </a:r>
          </a:p>
          <a:p>
            <a:pPr algn="ctr">
              <a:spcAft>
                <a:spcPts val="800"/>
              </a:spcAft>
              <a:defRPr sz="5000" b="0" i="0">
                <a:solidFill>
                  <a:srgbClr val="F0FDF4"/>
                </a:solidFill>
                <a:latin typeface="Inter"/>
              </a:defRPr>
            </a:pPr>
            <a:r>
              <a:t>I believe in one, holy, catholic and apostolic Church.</a:t>
            </a:r>
          </a:p>
        </p:txBody>
      </p:sp>
      <p:sp>
        <p:nvSpPr>
          <p:cNvPr id="3" name="TextBox 2"/>
          <p:cNvSpPr txBox="1"/>
          <p:nvPr/>
        </p:nvSpPr>
        <p:spPr>
          <a:xfrm>
            <a:off x="914400" y="9418320"/>
            <a:ext cx="16459200" cy="777240"/>
          </a:xfrm>
          <a:prstGeom prst="rect">
            <a:avLst/>
          </a:prstGeom>
          <a:noFill/>
        </p:spPr>
        <p:txBody>
          <a:bodyPr wrap="square" lIns="109728" rIns="109728" tIns="73152" bIns="73152">
            <a:noAutofit/>
          </a:bodyPr>
          <a:lstStyle/>
          <a:p/>
          <a:p>
            <a:pPr>
              <a:spcBef>
                <a:spcPts val="200"/>
              </a:spcBef>
              <a:defRPr sz="1200" b="0" i="0">
                <a:solidFill>
                  <a:srgbClr val="86EFAC"/>
                </a:solidFill>
                <a:latin typeface="Inter"/>
              </a:defRPr>
            </a:pPr>
            <a:r>
              <a:t>Nicene Creed (7/8)</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bg>
      <p:bgPr>
        <a:solidFill>
          <a:srgbClr val="10251C"/>
        </a:solidFill>
        <a:effectLst/>
      </p:bgPr>
    </p:bg>
    <p:spTree>
      <p:nvGrpSpPr>
        <p:cNvPr id="1" name=""/>
        <p:cNvGrpSpPr/>
        <p:nvPr/>
      </p:nvGrpSpPr>
      <p:grpSpPr/>
      <p:sp>
        <p:nvSpPr>
          <p:cNvPr id="2" name="TextBox 1"/>
          <p:cNvSpPr txBox="1"/>
          <p:nvPr/>
        </p:nvSpPr>
        <p:spPr>
          <a:xfrm>
            <a:off x="914400" y="530352"/>
            <a:ext cx="16459200" cy="8750808"/>
          </a:xfrm>
          <a:prstGeom prst="rect">
            <a:avLst/>
          </a:prstGeom>
          <a:noFill/>
        </p:spPr>
        <p:txBody>
          <a:bodyPr wrap="square" lIns="109728" rIns="109728" tIns="73152" bIns="73152" anchor="ctr">
            <a:noAutofit/>
          </a:bodyPr>
          <a:lstStyle/>
          <a:p>
            <a:pPr algn="ctr">
              <a:spcAft>
                <a:spcPts val="800"/>
              </a:spcAft>
              <a:defRPr sz="5000" b="0" i="0">
                <a:solidFill>
                  <a:srgbClr val="F0FDF4"/>
                </a:solidFill>
                <a:latin typeface="Inter"/>
              </a:defRPr>
            </a:pPr>
            <a:r>
              <a:t>I confess one Baptism for the forgiveness of sins</a:t>
            </a:r>
          </a:p>
          <a:p>
            <a:pPr algn="ctr">
              <a:spcAft>
                <a:spcPts val="800"/>
              </a:spcAft>
              <a:defRPr sz="5000" b="0" i="0">
                <a:solidFill>
                  <a:srgbClr val="F0FDF4"/>
                </a:solidFill>
                <a:latin typeface="Inter"/>
              </a:defRPr>
            </a:pPr>
            <a:r>
              <a:t>and I look forward to the resurrection of the dead</a:t>
            </a:r>
          </a:p>
          <a:p>
            <a:pPr algn="ctr">
              <a:spcAft>
                <a:spcPts val="800"/>
              </a:spcAft>
              <a:defRPr sz="5000" b="0" i="0">
                <a:solidFill>
                  <a:srgbClr val="F0FDF4"/>
                </a:solidFill>
                <a:latin typeface="Inter"/>
              </a:defRPr>
            </a:pPr>
            <a:r>
              <a:t>and the life of the world to come. Amen.</a:t>
            </a:r>
          </a:p>
        </p:txBody>
      </p:sp>
      <p:sp>
        <p:nvSpPr>
          <p:cNvPr id="3" name="TextBox 2"/>
          <p:cNvSpPr txBox="1"/>
          <p:nvPr/>
        </p:nvSpPr>
        <p:spPr>
          <a:xfrm>
            <a:off x="914400" y="9418320"/>
            <a:ext cx="16459200" cy="777240"/>
          </a:xfrm>
          <a:prstGeom prst="rect">
            <a:avLst/>
          </a:prstGeom>
          <a:noFill/>
        </p:spPr>
        <p:txBody>
          <a:bodyPr wrap="square" lIns="109728" rIns="109728" tIns="73152" bIns="73152">
            <a:noAutofit/>
          </a:bodyPr>
          <a:lstStyle/>
          <a:p/>
          <a:p>
            <a:pPr>
              <a:spcBef>
                <a:spcPts val="200"/>
              </a:spcBef>
              <a:defRPr sz="1200" b="0" i="0">
                <a:solidFill>
                  <a:srgbClr val="86EFAC"/>
                </a:solidFill>
                <a:latin typeface="Inter"/>
              </a:defRPr>
            </a:pPr>
            <a:r>
              <a:t>Nicene Creed (8/8)</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GFCC31May2026_OrdinaryTime_16x9.png"/>
          <p:cNvPicPr>
            <a:picLocks noChangeAspect="1"/>
          </p:cNvPicPr>
          <p:nvPr/>
        </p:nvPicPr>
        <p:blipFill>
          <a:blip r:embed="rId2"/>
          <a:stretch>
            <a:fillRect/>
          </a:stretch>
        </p:blipFill>
        <p:spPr>
          <a:xfrm>
            <a:off x="0" y="0"/>
            <a:ext cx="18288000" cy="10287000"/>
          </a:xfrm>
          <a:prstGeom prst="rect">
            <a:avLst/>
          </a:prstGeom>
        </p:spPr>
      </p:pic>
      <p:sp>
        <p:nvSpPr>
          <p:cNvPr id="3" name="TextBox 2"/>
          <p:cNvSpPr txBox="1"/>
          <p:nvPr/>
        </p:nvSpPr>
        <p:spPr>
          <a:xfrm>
            <a:off x="914400" y="850392"/>
            <a:ext cx="16459200" cy="5943600"/>
          </a:xfrm>
          <a:prstGeom prst="rect">
            <a:avLst/>
          </a:prstGeom>
          <a:noFill/>
        </p:spPr>
        <p:txBody>
          <a:bodyPr wrap="square" lIns="109728" rIns="109728" tIns="73152" bIns="73152">
            <a:noAutofit/>
          </a:bodyPr>
          <a:lstStyle/>
          <a:p>
            <a:pPr>
              <a:spcAft>
                <a:spcPts val="300"/>
              </a:spcAft>
              <a:defRPr sz="2100" b="1" i="0">
                <a:solidFill>
                  <a:srgbClr val="86EFAC"/>
                </a:solidFill>
                <a:latin typeface="Inter"/>
              </a:defRPr>
            </a:pPr>
            <a:r>
              <a:t>MASS CELEBRANT:</a:t>
            </a:r>
          </a:p>
          <a:p>
            <a:pPr>
              <a:spcAft>
                <a:spcPts val="300"/>
              </a:spcAft>
              <a:defRPr sz="2100" b="0" i="0">
                <a:solidFill>
                  <a:srgbClr val="F0FDF4"/>
                </a:solidFill>
                <a:latin typeface="Inter"/>
              </a:defRPr>
            </a:pPr>
            <a:r>
              <a:t>Rev. Fr. Jonrey Lauron, RCJ</a:t>
            </a:r>
          </a:p>
          <a:p>
            <a:pPr>
              <a:spcAft>
                <a:spcPts val="300"/>
              </a:spcAft>
              <a:defRPr sz="2100" b="0" i="0">
                <a:solidFill>
                  <a:srgbClr val="F0FDF4"/>
                </a:solidFill>
                <a:latin typeface="Inter"/>
              </a:defRPr>
            </a:pPr>
          </a:p>
          <a:p>
            <a:pPr>
              <a:spcAft>
                <a:spcPts val="300"/>
              </a:spcAft>
              <a:defRPr sz="2100" b="0" i="0">
                <a:solidFill>
                  <a:srgbClr val="F0FDF4"/>
                </a:solidFill>
                <a:latin typeface="Inter"/>
              </a:defRPr>
            </a:pPr>
            <a:r>
              <a:t>Gospel (John 3:16-18)</a:t>
            </a:r>
          </a:p>
          <a:p>
            <a:pPr>
              <a:spcAft>
                <a:spcPts val="300"/>
              </a:spcAft>
              <a:defRPr sz="2100" b="0" i="0">
                <a:solidFill>
                  <a:srgbClr val="F0FDF4"/>
                </a:solidFill>
                <a:latin typeface="Inter"/>
              </a:defRPr>
            </a:pPr>
            <a:r>
              <a:t>“For God so loved the world, that he gave his one and only Son, that whoever believes in him should not perish, but have eternal life.”</a:t>
            </a:r>
          </a:p>
          <a:p>
            <a:pPr>
              <a:spcAft>
                <a:spcPts val="300"/>
              </a:spcAft>
              <a:defRPr sz="2100" b="0" i="0">
                <a:solidFill>
                  <a:srgbClr val="F0FDF4"/>
                </a:solidFill>
                <a:latin typeface="Inter"/>
              </a:defRPr>
            </a:pPr>
          </a:p>
          <a:p>
            <a:pPr>
              <a:spcAft>
                <a:spcPts val="300"/>
              </a:spcAft>
              <a:defRPr sz="2100" b="0" i="0">
                <a:solidFill>
                  <a:srgbClr val="F0FDF4"/>
                </a:solidFill>
                <a:latin typeface="Inter"/>
              </a:defRPr>
            </a:pPr>
            <a:r>
              <a:t>YEAR A</a:t>
            </a:r>
          </a:p>
          <a:p>
            <a:pPr>
              <a:spcAft>
                <a:spcPts val="300"/>
              </a:spcAft>
              <a:defRPr sz="2100" b="0" i="0">
                <a:solidFill>
                  <a:srgbClr val="F0FDF4"/>
                </a:solidFill>
                <a:latin typeface="Inter"/>
              </a:defRPr>
            </a:pPr>
            <a:r>
              <a:t>2026-05-31 · Ordinary Time</a:t>
            </a:r>
          </a:p>
        </p:txBody>
      </p:sp>
      <p:sp>
        <p:nvSpPr>
          <p:cNvPr id="4" name="TextBox 3"/>
          <p:cNvSpPr txBox="1"/>
          <p:nvPr/>
        </p:nvSpPr>
        <p:spPr>
          <a:xfrm>
            <a:off x="914400" y="9418320"/>
            <a:ext cx="16459200" cy="777240"/>
          </a:xfrm>
          <a:prstGeom prst="rect">
            <a:avLst/>
          </a:prstGeom>
          <a:noFill/>
        </p:spPr>
        <p:txBody>
          <a:bodyPr wrap="square" lIns="109728" rIns="109728" tIns="73152" bIns="73152">
            <a:noAutofit/>
          </a:bodyPr>
          <a:lstStyle/>
          <a:p/>
          <a:p>
            <a:pPr>
              <a:spcBef>
                <a:spcPts val="200"/>
              </a:spcBef>
              <a:defRPr sz="1200" b="0" i="0">
                <a:solidFill>
                  <a:srgbClr val="86EFAC"/>
                </a:solidFill>
                <a:latin typeface="Inter"/>
              </a:defRPr>
            </a:pPr>
            <a:r>
              <a:t>Mass poster / divider</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bg>
      <p:bgPr>
        <a:solidFill>
          <a:srgbClr val="10251C"/>
        </a:solidFill>
        <a:effectLst/>
      </p:bgPr>
    </p:bg>
    <p:spTree>
      <p:nvGrpSpPr>
        <p:cNvPr id="1" name=""/>
        <p:cNvGrpSpPr/>
        <p:nvPr/>
      </p:nvGrpSpPr>
      <p:grpSpPr/>
      <p:sp>
        <p:nvSpPr>
          <p:cNvPr id="2" name="TextBox 1"/>
          <p:cNvSpPr txBox="1"/>
          <p:nvPr/>
        </p:nvSpPr>
        <p:spPr>
          <a:xfrm>
            <a:off x="914400" y="530352"/>
            <a:ext cx="16459200" cy="8750808"/>
          </a:xfrm>
          <a:prstGeom prst="rect">
            <a:avLst/>
          </a:prstGeom>
          <a:noFill/>
        </p:spPr>
        <p:txBody>
          <a:bodyPr wrap="square" lIns="109728" rIns="109728" tIns="73152" bIns="73152">
            <a:noAutofit/>
          </a:bodyPr>
          <a:lstStyle/>
          <a:p>
            <a:pPr algn="ctr">
              <a:spcAft>
                <a:spcPts val="500"/>
              </a:spcAft>
              <a:defRPr sz="1500" b="0" i="1">
                <a:solidFill>
                  <a:srgbClr val="86EFAC"/>
                </a:solidFill>
                <a:latin typeface="Inter"/>
              </a:defRPr>
            </a:pPr>
            <a:r>
              <a:t>The Universal Prayer is led so that each petition is spoken in full and each response by the people is sung or said in full (for example, “Lord, hear our prayer”), never abbreviated.</a:t>
            </a:r>
          </a:p>
          <a:p>
            <a:pPr algn="ctr">
              <a:spcBef>
                <a:spcPts val="400"/>
              </a:spcBef>
              <a:spcAft>
                <a:spcPts val="500"/>
              </a:spcAft>
              <a:defRPr sz="2000" b="1" i="0">
                <a:solidFill>
                  <a:srgbClr val="86EFAC"/>
                </a:solidFill>
                <a:latin typeface="Inter"/>
              </a:defRPr>
            </a:pPr>
            <a:r>
              <a:t>Priest: For the holy Church of God throughout the world, that the Lord may guard her and grant her peace and unity according to his will: let us pray to the Lord.</a:t>
            </a:r>
          </a:p>
          <a:p>
            <a:pPr algn="ctr">
              <a:spcBef>
                <a:spcPts val="400"/>
              </a:spcBef>
              <a:spcAft>
                <a:spcPts val="500"/>
              </a:spcAft>
              <a:defRPr sz="2000" b="1" i="0">
                <a:solidFill>
                  <a:srgbClr val="F0FDF4"/>
                </a:solidFill>
                <a:latin typeface="Inter"/>
              </a:defRPr>
            </a:pPr>
            <a:r>
              <a:t>All: Lord, hear our prayer.</a:t>
            </a:r>
          </a:p>
        </p:txBody>
      </p:sp>
      <p:sp>
        <p:nvSpPr>
          <p:cNvPr id="3" name="TextBox 2"/>
          <p:cNvSpPr txBox="1"/>
          <p:nvPr/>
        </p:nvSpPr>
        <p:spPr>
          <a:xfrm>
            <a:off x="914400" y="9418320"/>
            <a:ext cx="16459200" cy="777240"/>
          </a:xfrm>
          <a:prstGeom prst="rect">
            <a:avLst/>
          </a:prstGeom>
          <a:noFill/>
        </p:spPr>
        <p:txBody>
          <a:bodyPr wrap="square" lIns="109728" rIns="109728" tIns="73152" bIns="73152">
            <a:noAutofit/>
          </a:bodyPr>
          <a:lstStyle/>
          <a:p/>
          <a:p>
            <a:pPr>
              <a:spcBef>
                <a:spcPts val="200"/>
              </a:spcBef>
              <a:defRPr sz="1200" b="0" i="0">
                <a:solidFill>
                  <a:srgbClr val="86EFAC"/>
                </a:solidFill>
                <a:latin typeface="Inter"/>
              </a:defRPr>
            </a:pPr>
            <a:r>
              <a:t>Prayer of the Faithful</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bg>
      <p:bgPr>
        <a:solidFill>
          <a:srgbClr val="10251C"/>
        </a:solidFill>
        <a:effectLst/>
      </p:bgPr>
    </p:bg>
    <p:spTree>
      <p:nvGrpSpPr>
        <p:cNvPr id="1" name=""/>
        <p:cNvGrpSpPr/>
        <p:nvPr/>
      </p:nvGrpSpPr>
      <p:grpSpPr/>
      <p:sp>
        <p:nvSpPr>
          <p:cNvPr id="2" name="TextBox 1"/>
          <p:cNvSpPr txBox="1"/>
          <p:nvPr/>
        </p:nvSpPr>
        <p:spPr>
          <a:xfrm>
            <a:off x="914400" y="530352"/>
            <a:ext cx="16459200" cy="8750808"/>
          </a:xfrm>
          <a:prstGeom prst="rect">
            <a:avLst/>
          </a:prstGeom>
          <a:noFill/>
        </p:spPr>
        <p:txBody>
          <a:bodyPr wrap="square" lIns="109728" rIns="109728" tIns="73152" bIns="73152">
            <a:noAutofit/>
          </a:bodyPr>
          <a:lstStyle/>
          <a:p>
            <a:pPr algn="ctr">
              <a:spcBef>
                <a:spcPts val="400"/>
              </a:spcBef>
              <a:spcAft>
                <a:spcPts val="500"/>
              </a:spcAft>
              <a:defRPr sz="2000" b="1" i="0">
                <a:solidFill>
                  <a:srgbClr val="86EFAC"/>
                </a:solidFill>
                <a:latin typeface="Inter"/>
              </a:defRPr>
            </a:pPr>
            <a:r>
              <a:t>Priest: The Priest concludes the Prayer of the Faithful with a prayer in full, for example:</a:t>
            </a:r>
          </a:p>
          <a:p>
            <a:pPr algn="ctr">
              <a:spcBef>
                <a:spcPts val="400"/>
              </a:spcBef>
              <a:spcAft>
                <a:spcPts val="500"/>
              </a:spcAft>
              <a:defRPr sz="2000" b="1" i="0">
                <a:solidFill>
                  <a:srgbClr val="86EFAC"/>
                </a:solidFill>
                <a:latin typeface="Inter"/>
              </a:defRPr>
            </a:pPr>
            <a:r>
              <a:t>Priest: Heavenly Father, hear the prayers of the Church, which we make through Christ our Lord.</a:t>
            </a:r>
          </a:p>
          <a:p>
            <a:pPr algn="ctr">
              <a:spcBef>
                <a:spcPts val="400"/>
              </a:spcBef>
              <a:spcAft>
                <a:spcPts val="500"/>
              </a:spcAft>
              <a:defRPr sz="2000" b="1" i="0">
                <a:solidFill>
                  <a:srgbClr val="F0FDF4"/>
                </a:solidFill>
                <a:latin typeface="Inter"/>
              </a:defRPr>
            </a:pPr>
            <a:r>
              <a:t>All: Amen.</a:t>
            </a:r>
          </a:p>
        </p:txBody>
      </p:sp>
      <p:sp>
        <p:nvSpPr>
          <p:cNvPr id="3" name="TextBox 2"/>
          <p:cNvSpPr txBox="1"/>
          <p:nvPr/>
        </p:nvSpPr>
        <p:spPr>
          <a:xfrm>
            <a:off x="914400" y="9418320"/>
            <a:ext cx="16459200" cy="777240"/>
          </a:xfrm>
          <a:prstGeom prst="rect">
            <a:avLst/>
          </a:prstGeom>
          <a:noFill/>
        </p:spPr>
        <p:txBody>
          <a:bodyPr wrap="square" lIns="109728" rIns="109728" tIns="73152" bIns="73152">
            <a:noAutofit/>
          </a:bodyPr>
          <a:lstStyle/>
          <a:p/>
          <a:p>
            <a:pPr>
              <a:spcBef>
                <a:spcPts val="200"/>
              </a:spcBef>
              <a:defRPr sz="1200" b="0" i="0">
                <a:solidFill>
                  <a:srgbClr val="86EFAC"/>
                </a:solidFill>
                <a:latin typeface="Inter"/>
              </a:defRPr>
            </a:pPr>
            <a:r>
              <a:t>Prayer of the Faithful</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GFCC31May2026_OrdinaryTime_16x9.png"/>
          <p:cNvPicPr>
            <a:picLocks noChangeAspect="1"/>
          </p:cNvPicPr>
          <p:nvPr/>
        </p:nvPicPr>
        <p:blipFill>
          <a:blip r:embed="rId2"/>
          <a:stretch>
            <a:fillRect/>
          </a:stretch>
        </p:blipFill>
        <p:spPr>
          <a:xfrm>
            <a:off x="0" y="0"/>
            <a:ext cx="18288000" cy="10287000"/>
          </a:xfrm>
          <a:prstGeom prst="rect">
            <a:avLst/>
          </a:prstGeom>
        </p:spPr>
      </p:pic>
      <p:sp>
        <p:nvSpPr>
          <p:cNvPr id="3" name="TextBox 2"/>
          <p:cNvSpPr txBox="1"/>
          <p:nvPr/>
        </p:nvSpPr>
        <p:spPr>
          <a:xfrm>
            <a:off x="914400" y="850392"/>
            <a:ext cx="16459200" cy="5943600"/>
          </a:xfrm>
          <a:prstGeom prst="rect">
            <a:avLst/>
          </a:prstGeom>
          <a:noFill/>
        </p:spPr>
        <p:txBody>
          <a:bodyPr wrap="square" lIns="109728" rIns="109728" tIns="73152" bIns="73152">
            <a:noAutofit/>
          </a:bodyPr>
          <a:lstStyle/>
          <a:p>
            <a:pPr>
              <a:spcAft>
                <a:spcPts val="300"/>
              </a:spcAft>
              <a:defRPr sz="2100" b="1" i="0">
                <a:solidFill>
                  <a:srgbClr val="86EFAC"/>
                </a:solidFill>
                <a:latin typeface="Inter"/>
              </a:defRPr>
            </a:pPr>
            <a:r>
              <a:t>MASS CELEBRANT:</a:t>
            </a:r>
          </a:p>
          <a:p>
            <a:pPr>
              <a:spcAft>
                <a:spcPts val="300"/>
              </a:spcAft>
              <a:defRPr sz="2100" b="0" i="0">
                <a:solidFill>
                  <a:srgbClr val="F0FDF4"/>
                </a:solidFill>
                <a:latin typeface="Inter"/>
              </a:defRPr>
            </a:pPr>
            <a:r>
              <a:t>Rev. Fr. Jonrey Lauron, RCJ</a:t>
            </a:r>
          </a:p>
          <a:p>
            <a:pPr>
              <a:spcAft>
                <a:spcPts val="300"/>
              </a:spcAft>
              <a:defRPr sz="2100" b="0" i="0">
                <a:solidFill>
                  <a:srgbClr val="F0FDF4"/>
                </a:solidFill>
                <a:latin typeface="Inter"/>
              </a:defRPr>
            </a:pPr>
          </a:p>
          <a:p>
            <a:pPr>
              <a:spcAft>
                <a:spcPts val="300"/>
              </a:spcAft>
              <a:defRPr sz="2100" b="0" i="0">
                <a:solidFill>
                  <a:srgbClr val="F0FDF4"/>
                </a:solidFill>
                <a:latin typeface="Inter"/>
              </a:defRPr>
            </a:pPr>
            <a:r>
              <a:t>Gospel (John 3:16-18)</a:t>
            </a:r>
          </a:p>
          <a:p>
            <a:pPr>
              <a:spcAft>
                <a:spcPts val="300"/>
              </a:spcAft>
              <a:defRPr sz="2100" b="0" i="0">
                <a:solidFill>
                  <a:srgbClr val="F0FDF4"/>
                </a:solidFill>
                <a:latin typeface="Inter"/>
              </a:defRPr>
            </a:pPr>
            <a:r>
              <a:t>“For God so loved the world, that he gave his one and only Son, that whoever believes in him should not perish, but have eternal life.”</a:t>
            </a:r>
          </a:p>
          <a:p>
            <a:pPr>
              <a:spcAft>
                <a:spcPts val="300"/>
              </a:spcAft>
              <a:defRPr sz="2100" b="0" i="0">
                <a:solidFill>
                  <a:srgbClr val="F0FDF4"/>
                </a:solidFill>
                <a:latin typeface="Inter"/>
              </a:defRPr>
            </a:pPr>
          </a:p>
          <a:p>
            <a:pPr>
              <a:spcAft>
                <a:spcPts val="300"/>
              </a:spcAft>
              <a:defRPr sz="2100" b="0" i="0">
                <a:solidFill>
                  <a:srgbClr val="F0FDF4"/>
                </a:solidFill>
                <a:latin typeface="Inter"/>
              </a:defRPr>
            </a:pPr>
            <a:r>
              <a:t>YEAR A</a:t>
            </a:r>
          </a:p>
          <a:p>
            <a:pPr>
              <a:spcAft>
                <a:spcPts val="300"/>
              </a:spcAft>
              <a:defRPr sz="2100" b="0" i="0">
                <a:solidFill>
                  <a:srgbClr val="F0FDF4"/>
                </a:solidFill>
                <a:latin typeface="Inter"/>
              </a:defRPr>
            </a:pPr>
            <a:r>
              <a:t>2026-05-31 · Ordinary Time</a:t>
            </a:r>
          </a:p>
        </p:txBody>
      </p:sp>
      <p:sp>
        <p:nvSpPr>
          <p:cNvPr id="4" name="TextBox 3"/>
          <p:cNvSpPr txBox="1"/>
          <p:nvPr/>
        </p:nvSpPr>
        <p:spPr>
          <a:xfrm>
            <a:off x="914400" y="9418320"/>
            <a:ext cx="16459200" cy="777240"/>
          </a:xfrm>
          <a:prstGeom prst="rect">
            <a:avLst/>
          </a:prstGeom>
          <a:noFill/>
        </p:spPr>
        <p:txBody>
          <a:bodyPr wrap="square" lIns="109728" rIns="109728" tIns="73152" bIns="73152">
            <a:noAutofit/>
          </a:bodyPr>
          <a:lstStyle/>
          <a:p/>
          <a:p>
            <a:pPr>
              <a:spcBef>
                <a:spcPts val="200"/>
              </a:spcBef>
              <a:defRPr sz="1200" b="0" i="0">
                <a:solidFill>
                  <a:srgbClr val="86EFAC"/>
                </a:solidFill>
                <a:latin typeface="Inter"/>
              </a:defRPr>
            </a:pPr>
            <a:r>
              <a:t>Mass poster / divider</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Box 1"/>
          <p:cNvSpPr txBox="1"/>
          <p:nvPr/>
        </p:nvSpPr>
        <p:spPr>
          <a:xfrm>
            <a:off x="914400" y="109728"/>
            <a:ext cx="16459200" cy="868680"/>
          </a:xfrm>
          <a:prstGeom prst="rect">
            <a:avLst/>
          </a:prstGeom>
          <a:noFill/>
        </p:spPr>
        <p:txBody>
          <a:bodyPr wrap="square" lIns="109728" rIns="109728" tIns="73152" bIns="73152">
            <a:noAutofit/>
          </a:bodyPr>
          <a:lstStyle/>
          <a:p>
            <a:pPr algn="ctr">
              <a:defRPr sz="3850" b="1" i="0">
                <a:solidFill>
                  <a:srgbClr val="FFCC4D"/>
                </a:solidFill>
                <a:latin typeface="Georgia"/>
              </a:defRPr>
            </a:pPr>
            <a:r>
              <a:t>Gift of Finest Wheat</a:t>
            </a:r>
          </a:p>
        </p:txBody>
      </p:sp>
      <p:sp>
        <p:nvSpPr>
          <p:cNvPr id="3" name="TextBox 2"/>
          <p:cNvSpPr txBox="1"/>
          <p:nvPr/>
        </p:nvSpPr>
        <p:spPr>
          <a:xfrm>
            <a:off x="0" y="1069848"/>
            <a:ext cx="18288000" cy="8348472"/>
          </a:xfrm>
          <a:prstGeom prst="rect">
            <a:avLst/>
          </a:prstGeom>
          <a:noFill/>
        </p:spPr>
        <p:txBody>
          <a:bodyPr wrap="square" lIns="0" rIns="0" tIns="73152" bIns="73152" anchor="ctr">
            <a:noAutofit/>
          </a:bodyPr>
          <a:lstStyle/>
          <a:p>
            <a:pPr algn="ctr">
              <a:lnSpc>
                <a:spcPct val="100000"/>
              </a:lnSpc>
              <a:spcAft>
                <a:spcPts val="600"/>
              </a:spcAft>
              <a:defRPr sz="5500" b="1" i="0">
                <a:solidFill>
                  <a:srgbClr val="FFFFFF"/>
                </a:solidFill>
                <a:latin typeface="Arial Black"/>
              </a:defRPr>
            </a:pPr>
            <a:r>
              <a:t>YOU SATISFY THE HUNGRY HEART</a:t>
            </a:r>
          </a:p>
          <a:p>
            <a:pPr algn="ctr">
              <a:lnSpc>
                <a:spcPct val="100000"/>
              </a:lnSpc>
              <a:spcAft>
                <a:spcPts val="600"/>
              </a:spcAft>
              <a:defRPr sz="5500" b="1" i="0">
                <a:solidFill>
                  <a:srgbClr val="FFFFFF"/>
                </a:solidFill>
                <a:latin typeface="Arial Black"/>
              </a:defRPr>
            </a:pPr>
            <a:r>
              <a:t>WITH GIFT OF FINEST WHEAT,</a:t>
            </a:r>
          </a:p>
          <a:p>
            <a:pPr algn="ctr">
              <a:lnSpc>
                <a:spcPct val="100000"/>
              </a:lnSpc>
              <a:spcAft>
                <a:spcPts val="600"/>
              </a:spcAft>
              <a:defRPr sz="5500" b="1" i="0">
                <a:solidFill>
                  <a:srgbClr val="FFFFFF"/>
                </a:solidFill>
                <a:latin typeface="Arial Black"/>
              </a:defRPr>
            </a:pPr>
            <a:r>
              <a:t>COME GIVE TO US, O SAVING LORD,</a:t>
            </a:r>
          </a:p>
          <a:p>
            <a:pPr algn="ctr">
              <a:lnSpc>
                <a:spcPct val="100000"/>
              </a:lnSpc>
              <a:spcAft>
                <a:spcPts val="600"/>
              </a:spcAft>
              <a:defRPr sz="5500" b="1" i="0">
                <a:solidFill>
                  <a:srgbClr val="FFFFFF"/>
                </a:solidFill>
                <a:latin typeface="Arial Black"/>
              </a:defRPr>
            </a:pPr>
            <a:r>
              <a:t>THE BREAD OF LIFE TO EAT.</a:t>
            </a:r>
          </a:p>
        </p:txBody>
      </p:sp>
      <p:sp>
        <p:nvSpPr>
          <p:cNvPr id="4" name="TextBox 3"/>
          <p:cNvSpPr txBox="1"/>
          <p:nvPr/>
        </p:nvSpPr>
        <p:spPr>
          <a:xfrm>
            <a:off x="914400" y="9418320"/>
            <a:ext cx="16459200" cy="777240"/>
          </a:xfrm>
          <a:prstGeom prst="rect">
            <a:avLst/>
          </a:prstGeom>
          <a:noFill/>
        </p:spPr>
        <p:txBody>
          <a:bodyPr wrap="square" lIns="109728" rIns="109728" tIns="73152" bIns="73152">
            <a:noAutofit/>
          </a:bodyPr>
          <a:lstStyle/>
          <a:p/>
          <a:p>
            <a:pPr>
              <a:spcBef>
                <a:spcPts val="200"/>
              </a:spcBef>
              <a:defRPr sz="1200" b="0" i="0">
                <a:solidFill>
                  <a:srgbClr val="FFCC4D"/>
                </a:solidFill>
                <a:latin typeface="Inter"/>
              </a:defRPr>
            </a:pPr>
            <a:r>
              <a:t>Offertory</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Box 1"/>
          <p:cNvSpPr txBox="1"/>
          <p:nvPr/>
        </p:nvSpPr>
        <p:spPr>
          <a:xfrm>
            <a:off x="0" y="0"/>
            <a:ext cx="18288000" cy="10287000"/>
          </a:xfrm>
          <a:prstGeom prst="rect">
            <a:avLst/>
          </a:prstGeom>
          <a:noFill/>
        </p:spPr>
        <p:txBody>
          <a:bodyPr wrap="square" lIns="0" rIns="0" tIns="0" bIns="0" anchor="ctr">
            <a:noAutofit/>
          </a:bodyPr>
          <a:lstStyle/>
          <a:p>
            <a:pPr algn="ctr">
              <a:lnSpc>
                <a:spcPct val="100000"/>
              </a:lnSpc>
              <a:spcAft>
                <a:spcPts val="600"/>
              </a:spcAft>
              <a:defRPr sz="5500" b="1" i="0">
                <a:solidFill>
                  <a:srgbClr val="FFFFFF"/>
                </a:solidFill>
                <a:latin typeface="Arial Black"/>
              </a:defRPr>
            </a:pPr>
            <a:r>
              <a:t>AS WHEN THE GRAIN BY SAINTS BELIEVED</a:t>
            </a:r>
          </a:p>
          <a:p>
            <a:pPr algn="ctr">
              <a:lnSpc>
                <a:spcPct val="100000"/>
              </a:lnSpc>
              <a:spcAft>
                <a:spcPts val="600"/>
              </a:spcAft>
              <a:defRPr sz="5500" b="1" i="0">
                <a:solidFill>
                  <a:srgbClr val="FFFFFF"/>
                </a:solidFill>
                <a:latin typeface="Arial Black"/>
              </a:defRPr>
            </a:pPr>
            <a:r>
              <a:t>WAS BLESSED AND BROKEN, LORD,</a:t>
            </a:r>
          </a:p>
          <a:p>
            <a:pPr algn="ctr">
              <a:lnSpc>
                <a:spcPct val="100000"/>
              </a:lnSpc>
              <a:spcAft>
                <a:spcPts val="600"/>
              </a:spcAft>
              <a:defRPr sz="5500" b="1" i="0">
                <a:solidFill>
                  <a:srgbClr val="FFFFFF"/>
                </a:solidFill>
                <a:latin typeface="Arial Black"/>
              </a:defRPr>
            </a:pPr>
            <a:r>
              <a:t>SO MAY YOUR CHURCH IN LANDS TODAY</a:t>
            </a:r>
          </a:p>
          <a:p>
            <a:pPr algn="ctr">
              <a:lnSpc>
                <a:spcPct val="100000"/>
              </a:lnSpc>
              <a:spcAft>
                <a:spcPts val="600"/>
              </a:spcAft>
              <a:defRPr sz="5500" b="1" i="0">
                <a:solidFill>
                  <a:srgbClr val="FFFFFF"/>
                </a:solidFill>
                <a:latin typeface="Arial Black"/>
              </a:defRPr>
            </a:pPr>
            <a:r>
              <a:t>BE FED, YOUR PRAISE RESTORED.</a:t>
            </a:r>
          </a:p>
        </p:txBody>
      </p:sp>
      <p:sp>
        <p:nvSpPr>
          <p:cNvPr id="3" name="TextBox 2"/>
          <p:cNvSpPr txBox="1"/>
          <p:nvPr/>
        </p:nvSpPr>
        <p:spPr>
          <a:xfrm>
            <a:off x="914400" y="9418320"/>
            <a:ext cx="16459200" cy="777240"/>
          </a:xfrm>
          <a:prstGeom prst="rect">
            <a:avLst/>
          </a:prstGeom>
          <a:noFill/>
        </p:spPr>
        <p:txBody>
          <a:bodyPr wrap="square" lIns="109728" rIns="109728" tIns="73152" bIns="73152">
            <a:noAutofit/>
          </a:bodyPr>
          <a:lstStyle/>
          <a:p/>
          <a:p>
            <a:pPr>
              <a:spcBef>
                <a:spcPts val="200"/>
              </a:spcBef>
              <a:defRPr sz="1200" b="0" i="0">
                <a:solidFill>
                  <a:srgbClr val="FFCC4D"/>
                </a:solidFill>
                <a:latin typeface="Inter"/>
              </a:defRPr>
            </a:pPr>
            <a:r>
              <a:t>Offertory</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Box 1"/>
          <p:cNvSpPr txBox="1"/>
          <p:nvPr/>
        </p:nvSpPr>
        <p:spPr>
          <a:xfrm>
            <a:off x="0" y="0"/>
            <a:ext cx="18288000" cy="10287000"/>
          </a:xfrm>
          <a:prstGeom prst="rect">
            <a:avLst/>
          </a:prstGeom>
          <a:noFill/>
        </p:spPr>
        <p:txBody>
          <a:bodyPr wrap="square" lIns="0" rIns="0" tIns="0" bIns="0" anchor="ctr">
            <a:noAutofit/>
          </a:bodyPr>
          <a:lstStyle/>
          <a:p>
            <a:pPr algn="ctr">
              <a:lnSpc>
                <a:spcPct val="100000"/>
              </a:lnSpc>
              <a:spcAft>
                <a:spcPts val="600"/>
              </a:spcAft>
              <a:defRPr sz="5500" b="1" i="0">
                <a:solidFill>
                  <a:srgbClr val="FFFFFF"/>
                </a:solidFill>
                <a:latin typeface="Arial Black"/>
              </a:defRPr>
            </a:pPr>
            <a:r>
              <a:t>O LORD OF HARVEST, GRANT THAT WE</a:t>
            </a:r>
          </a:p>
          <a:p>
            <a:pPr algn="ctr">
              <a:lnSpc>
                <a:spcPct val="100000"/>
              </a:lnSpc>
              <a:spcAft>
                <a:spcPts val="600"/>
              </a:spcAft>
              <a:defRPr sz="5500" b="1" i="0">
                <a:solidFill>
                  <a:srgbClr val="FFFFFF"/>
                </a:solidFill>
                <a:latin typeface="Arial Black"/>
              </a:defRPr>
            </a:pPr>
            <a:r>
              <a:t>WHO SHARE THIS MYSTERY HERE</a:t>
            </a:r>
          </a:p>
          <a:p>
            <a:pPr algn="ctr">
              <a:lnSpc>
                <a:spcPct val="100000"/>
              </a:lnSpc>
              <a:spcAft>
                <a:spcPts val="600"/>
              </a:spcAft>
              <a:defRPr sz="5500" b="1" i="0">
                <a:solidFill>
                  <a:srgbClr val="FFFFFF"/>
                </a:solidFill>
                <a:latin typeface="Arial Black"/>
              </a:defRPr>
            </a:pPr>
            <a:r>
              <a:t>MAY FOLLOW YOU UNCEASINGLY</a:t>
            </a:r>
          </a:p>
          <a:p>
            <a:pPr algn="ctr">
              <a:lnSpc>
                <a:spcPct val="100000"/>
              </a:lnSpc>
              <a:spcAft>
                <a:spcPts val="600"/>
              </a:spcAft>
              <a:defRPr sz="5500" b="1" i="0">
                <a:solidFill>
                  <a:srgbClr val="FFFFFF"/>
                </a:solidFill>
                <a:latin typeface="Arial Black"/>
              </a:defRPr>
            </a:pPr>
            <a:r>
              <a:t>IN PRAISE, IN LOVE, IN FEAR.</a:t>
            </a:r>
          </a:p>
        </p:txBody>
      </p:sp>
      <p:sp>
        <p:nvSpPr>
          <p:cNvPr id="3" name="TextBox 2"/>
          <p:cNvSpPr txBox="1"/>
          <p:nvPr/>
        </p:nvSpPr>
        <p:spPr>
          <a:xfrm>
            <a:off x="914400" y="9418320"/>
            <a:ext cx="16459200" cy="777240"/>
          </a:xfrm>
          <a:prstGeom prst="rect">
            <a:avLst/>
          </a:prstGeom>
          <a:noFill/>
        </p:spPr>
        <p:txBody>
          <a:bodyPr wrap="square" lIns="109728" rIns="109728" tIns="73152" bIns="73152">
            <a:noAutofit/>
          </a:bodyPr>
          <a:lstStyle/>
          <a:p/>
          <a:p>
            <a:pPr>
              <a:spcBef>
                <a:spcPts val="200"/>
              </a:spcBef>
              <a:defRPr sz="1200" b="0" i="0">
                <a:solidFill>
                  <a:srgbClr val="FFCC4D"/>
                </a:solidFill>
                <a:latin typeface="Inter"/>
              </a:defRPr>
            </a:pPr>
            <a:r>
              <a:t>Offertory</a:t>
            </a: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Box 1"/>
          <p:cNvSpPr txBox="1"/>
          <p:nvPr/>
        </p:nvSpPr>
        <p:spPr>
          <a:xfrm>
            <a:off x="0" y="0"/>
            <a:ext cx="18288000" cy="10287000"/>
          </a:xfrm>
          <a:prstGeom prst="rect">
            <a:avLst/>
          </a:prstGeom>
          <a:noFill/>
        </p:spPr>
        <p:txBody>
          <a:bodyPr wrap="square" lIns="0" rIns="0" tIns="0" bIns="0" anchor="ctr">
            <a:noAutofit/>
          </a:bodyPr>
          <a:lstStyle/>
          <a:p>
            <a:pPr algn="ctr">
              <a:lnSpc>
                <a:spcPct val="100000"/>
              </a:lnSpc>
              <a:spcAft>
                <a:spcPts val="600"/>
              </a:spcAft>
              <a:defRPr sz="5500" b="1" i="0">
                <a:solidFill>
                  <a:srgbClr val="FFFFFF"/>
                </a:solidFill>
                <a:latin typeface="Arial Black"/>
              </a:defRPr>
            </a:pPr>
            <a:r>
              <a:t>ONE BREAD, ONE CUP, ONE LIFE, ONE LORD—</a:t>
            </a:r>
          </a:p>
          <a:p>
            <a:pPr algn="ctr">
              <a:lnSpc>
                <a:spcPct val="100000"/>
              </a:lnSpc>
              <a:spcAft>
                <a:spcPts val="600"/>
              </a:spcAft>
              <a:defRPr sz="5500" b="1" i="0">
                <a:solidFill>
                  <a:srgbClr val="FFFFFF"/>
                </a:solidFill>
                <a:latin typeface="Arial Black"/>
              </a:defRPr>
            </a:pPr>
            <a:r>
              <a:t>WE OFFER, CHRIST, TO YOU;</a:t>
            </a:r>
          </a:p>
          <a:p>
            <a:pPr algn="ctr">
              <a:lnSpc>
                <a:spcPct val="100000"/>
              </a:lnSpc>
              <a:spcAft>
                <a:spcPts val="600"/>
              </a:spcAft>
              <a:defRPr sz="5500" b="1" i="0">
                <a:solidFill>
                  <a:srgbClr val="FFFFFF"/>
                </a:solidFill>
                <a:latin typeface="Arial Black"/>
              </a:defRPr>
            </a:pPr>
            <a:r>
              <a:t>UNTIL WE SHARE YOUR BANQUET BOARD</a:t>
            </a:r>
          </a:p>
          <a:p>
            <a:pPr algn="ctr">
              <a:lnSpc>
                <a:spcPct val="100000"/>
              </a:lnSpc>
              <a:spcAft>
                <a:spcPts val="600"/>
              </a:spcAft>
              <a:defRPr sz="5500" b="1" i="0">
                <a:solidFill>
                  <a:srgbClr val="FFFFFF"/>
                </a:solidFill>
                <a:latin typeface="Arial Black"/>
              </a:defRPr>
            </a:pPr>
            <a:r>
              <a:t>WHERE ALL THE WORLD IS NEW.</a:t>
            </a:r>
          </a:p>
        </p:txBody>
      </p:sp>
      <p:sp>
        <p:nvSpPr>
          <p:cNvPr id="3" name="TextBox 2"/>
          <p:cNvSpPr txBox="1"/>
          <p:nvPr/>
        </p:nvSpPr>
        <p:spPr>
          <a:xfrm>
            <a:off x="914400" y="9418320"/>
            <a:ext cx="16459200" cy="777240"/>
          </a:xfrm>
          <a:prstGeom prst="rect">
            <a:avLst/>
          </a:prstGeom>
          <a:noFill/>
        </p:spPr>
        <p:txBody>
          <a:bodyPr wrap="square" lIns="109728" rIns="109728" tIns="73152" bIns="73152">
            <a:noAutofit/>
          </a:bodyPr>
          <a:lstStyle/>
          <a:p/>
          <a:p>
            <a:pPr>
              <a:spcBef>
                <a:spcPts val="200"/>
              </a:spcBef>
              <a:defRPr sz="1200" b="0" i="0">
                <a:solidFill>
                  <a:srgbClr val="FFCC4D"/>
                </a:solidFill>
                <a:latin typeface="Inter"/>
              </a:defRPr>
            </a:pPr>
            <a:r>
              <a:t>Offertory</a:t>
            </a:r>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bg>
      <p:bgPr>
        <a:solidFill>
          <a:srgbClr val="10251C"/>
        </a:solidFill>
        <a:effectLst/>
      </p:bgPr>
    </p:bg>
    <p:spTree>
      <p:nvGrpSpPr>
        <p:cNvPr id="1" name=""/>
        <p:cNvGrpSpPr/>
        <p:nvPr/>
      </p:nvGrpSpPr>
      <p:grpSpPr/>
      <p:sp>
        <p:nvSpPr>
          <p:cNvPr id="2" name="TextBox 1"/>
          <p:cNvSpPr txBox="1"/>
          <p:nvPr/>
        </p:nvSpPr>
        <p:spPr>
          <a:xfrm>
            <a:off x="914400" y="758952"/>
            <a:ext cx="16459200" cy="4114800"/>
          </a:xfrm>
          <a:prstGeom prst="rect">
            <a:avLst/>
          </a:prstGeom>
          <a:noFill/>
        </p:spPr>
        <p:txBody>
          <a:bodyPr wrap="square" lIns="109728" rIns="109728" tIns="73152" bIns="73152">
            <a:noAutofit/>
          </a:bodyPr>
          <a:lstStyle/>
          <a:p>
            <a:pPr algn="ctr">
              <a:defRPr sz="4400" b="1" i="0">
                <a:solidFill>
                  <a:srgbClr val="86EFAC"/>
                </a:solidFill>
                <a:latin typeface="Inter"/>
              </a:defRPr>
            </a:pPr>
            <a:r>
              <a:t>LITURGY OF</a:t>
            </a:r>
            <a:br/>
            <a:r>
              <a:t>THE EUCHARIST</a:t>
            </a:r>
          </a:p>
        </p:txBody>
      </p:sp>
      <p:sp>
        <p:nvSpPr>
          <p:cNvPr id="3" name="TextBox 2"/>
          <p:cNvSpPr txBox="1"/>
          <p:nvPr/>
        </p:nvSpPr>
        <p:spPr>
          <a:xfrm>
            <a:off x="914400" y="9418320"/>
            <a:ext cx="16459200" cy="777240"/>
          </a:xfrm>
          <a:prstGeom prst="rect">
            <a:avLst/>
          </a:prstGeom>
          <a:noFill/>
        </p:spPr>
        <p:txBody>
          <a:bodyPr wrap="square" lIns="109728" rIns="109728" tIns="73152" bIns="73152">
            <a:noAutofit/>
          </a:bodyPr>
          <a:lstStyle/>
          <a:p/>
          <a:p>
            <a:pPr>
              <a:spcBef>
                <a:spcPts val="200"/>
              </a:spcBef>
              <a:defRPr sz="1200" b="0" i="0">
                <a:solidFill>
                  <a:srgbClr val="86EFAC"/>
                </a:solidFill>
                <a:latin typeface="Inter"/>
              </a:defRPr>
            </a:pPr>
            <a:r>
              <a:t>Liturgy of the Eucharist</a:t>
            </a:r>
          </a:p>
        </p:txBody>
      </p:sp>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bg>
      <p:bgPr>
        <a:solidFill>
          <a:srgbClr val="10251C"/>
        </a:solidFill>
        <a:effectLst/>
      </p:bgPr>
    </p:bg>
    <p:spTree>
      <p:nvGrpSpPr>
        <p:cNvPr id="1" name=""/>
        <p:cNvGrpSpPr/>
        <p:nvPr/>
      </p:nvGrpSpPr>
      <p:grpSpPr/>
      <p:sp>
        <p:nvSpPr>
          <p:cNvPr id="2" name="TextBox 1"/>
          <p:cNvSpPr txBox="1"/>
          <p:nvPr/>
        </p:nvSpPr>
        <p:spPr>
          <a:xfrm>
            <a:off x="914400" y="530352"/>
            <a:ext cx="16459200" cy="8750808"/>
          </a:xfrm>
          <a:prstGeom prst="rect">
            <a:avLst/>
          </a:prstGeom>
          <a:noFill/>
        </p:spPr>
        <p:txBody>
          <a:bodyPr wrap="square" lIns="109728" rIns="109728" tIns="73152" bIns="73152">
            <a:noAutofit/>
          </a:bodyPr>
          <a:lstStyle/>
          <a:p>
            <a:pPr algn="ctr">
              <a:spcBef>
                <a:spcPts val="400"/>
              </a:spcBef>
              <a:spcAft>
                <a:spcPts val="500"/>
              </a:spcAft>
              <a:defRPr sz="2000" b="1" i="0">
                <a:solidFill>
                  <a:srgbClr val="86EFAC"/>
                </a:solidFill>
                <a:latin typeface="Inter"/>
              </a:defRPr>
            </a:pPr>
            <a:r>
              <a:t>Priest: Pray, brethren, that my sacrifice and yours may be acceptable to God, the almighty Father.</a:t>
            </a:r>
          </a:p>
          <a:p>
            <a:pPr algn="ctr">
              <a:spcBef>
                <a:spcPts val="400"/>
              </a:spcBef>
              <a:spcAft>
                <a:spcPts val="500"/>
              </a:spcAft>
              <a:defRPr sz="2000" b="1" i="0">
                <a:solidFill>
                  <a:srgbClr val="F0FDF4"/>
                </a:solidFill>
                <a:latin typeface="Inter"/>
              </a:defRPr>
            </a:pPr>
            <a:r>
              <a:t>All: May the Lord accept the sacrifice at your hands, for the praise and glory of his name, for our good and the good of all his holy Church.</a:t>
            </a:r>
          </a:p>
        </p:txBody>
      </p:sp>
      <p:sp>
        <p:nvSpPr>
          <p:cNvPr id="3" name="TextBox 2"/>
          <p:cNvSpPr txBox="1"/>
          <p:nvPr/>
        </p:nvSpPr>
        <p:spPr>
          <a:xfrm>
            <a:off x="914400" y="9418320"/>
            <a:ext cx="16459200" cy="777240"/>
          </a:xfrm>
          <a:prstGeom prst="rect">
            <a:avLst/>
          </a:prstGeom>
          <a:noFill/>
        </p:spPr>
        <p:txBody>
          <a:bodyPr wrap="square" lIns="109728" rIns="109728" tIns="73152" bIns="73152">
            <a:noAutofit/>
          </a:bodyPr>
          <a:lstStyle/>
          <a:p/>
          <a:p>
            <a:pPr>
              <a:spcBef>
                <a:spcPts val="200"/>
              </a:spcBef>
              <a:defRPr sz="1200" b="0" i="0">
                <a:solidFill>
                  <a:srgbClr val="86EFAC"/>
                </a:solidFill>
                <a:latin typeface="Inter"/>
              </a:defRPr>
            </a:pPr>
            <a:r>
              <a:t>Liturgy of the Eucharist</a:t>
            </a:r>
          </a:p>
        </p:txBody>
      </p:sp>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bg>
      <p:bgPr>
        <a:solidFill>
          <a:srgbClr val="10251C"/>
        </a:solidFill>
        <a:effectLst/>
      </p:bgPr>
    </p:bg>
    <p:spTree>
      <p:nvGrpSpPr>
        <p:cNvPr id="1" name=""/>
        <p:cNvGrpSpPr/>
        <p:nvPr/>
      </p:nvGrpSpPr>
      <p:grpSpPr/>
      <p:sp>
        <p:nvSpPr>
          <p:cNvPr id="2" name="TextBox 1"/>
          <p:cNvSpPr txBox="1"/>
          <p:nvPr/>
        </p:nvSpPr>
        <p:spPr>
          <a:xfrm>
            <a:off x="914400" y="758952"/>
            <a:ext cx="16459200" cy="4114800"/>
          </a:xfrm>
          <a:prstGeom prst="rect">
            <a:avLst/>
          </a:prstGeom>
          <a:noFill/>
        </p:spPr>
        <p:txBody>
          <a:bodyPr wrap="square" lIns="109728" rIns="109728" tIns="73152" bIns="73152">
            <a:noAutofit/>
          </a:bodyPr>
          <a:lstStyle/>
          <a:p>
            <a:pPr algn="ctr">
              <a:defRPr sz="4400" b="1" i="0">
                <a:solidFill>
                  <a:srgbClr val="86EFAC"/>
                </a:solidFill>
                <a:latin typeface="Inter"/>
              </a:defRPr>
            </a:pPr>
            <a:r>
              <a:t>LITURGY OF</a:t>
            </a:r>
            <a:br/>
            <a:r>
              <a:t>THE EUCHARIST</a:t>
            </a:r>
          </a:p>
        </p:txBody>
      </p:sp>
      <p:sp>
        <p:nvSpPr>
          <p:cNvPr id="3" name="TextBox 2"/>
          <p:cNvSpPr txBox="1"/>
          <p:nvPr/>
        </p:nvSpPr>
        <p:spPr>
          <a:xfrm>
            <a:off x="914400" y="9418320"/>
            <a:ext cx="16459200" cy="777240"/>
          </a:xfrm>
          <a:prstGeom prst="rect">
            <a:avLst/>
          </a:prstGeom>
          <a:noFill/>
        </p:spPr>
        <p:txBody>
          <a:bodyPr wrap="square" lIns="109728" rIns="109728" tIns="73152" bIns="73152">
            <a:noAutofit/>
          </a:bodyPr>
          <a:lstStyle/>
          <a:p/>
          <a:p>
            <a:pPr>
              <a:spcBef>
                <a:spcPts val="200"/>
              </a:spcBef>
              <a:defRPr sz="1200" b="0" i="0">
                <a:solidFill>
                  <a:srgbClr val="86EFAC"/>
                </a:solidFill>
                <a:latin typeface="Inter"/>
              </a:defRPr>
            </a:pPr>
            <a:r>
              <a:t>Liturgy of the Eucharist</a:t>
            </a:r>
          </a:p>
        </p:txBody>
      </p:sp>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bg>
      <p:bgPr>
        <a:solidFill>
          <a:srgbClr val="10251C"/>
        </a:solidFill>
        <a:effectLst/>
      </p:bgPr>
    </p:bg>
    <p:spTree>
      <p:nvGrpSpPr>
        <p:cNvPr id="1" name=""/>
        <p:cNvGrpSpPr/>
        <p:nvPr/>
      </p:nvGrpSpPr>
      <p:grpSpPr/>
      <p:sp>
        <p:nvSpPr>
          <p:cNvPr id="2" name="TextBox 1"/>
          <p:cNvSpPr txBox="1"/>
          <p:nvPr/>
        </p:nvSpPr>
        <p:spPr>
          <a:xfrm>
            <a:off x="914400" y="530352"/>
            <a:ext cx="16459200" cy="8750808"/>
          </a:xfrm>
          <a:prstGeom prst="rect">
            <a:avLst/>
          </a:prstGeom>
          <a:noFill/>
        </p:spPr>
        <p:txBody>
          <a:bodyPr wrap="square" lIns="109728" rIns="109728" tIns="73152" bIns="73152">
            <a:noAutofit/>
          </a:bodyPr>
          <a:lstStyle/>
          <a:p>
            <a:pPr algn="ctr">
              <a:spcBef>
                <a:spcPts val="400"/>
              </a:spcBef>
              <a:spcAft>
                <a:spcPts val="500"/>
              </a:spcAft>
              <a:defRPr sz="2000" b="1" i="0">
                <a:solidFill>
                  <a:srgbClr val="86EFAC"/>
                </a:solidFill>
                <a:latin typeface="Inter"/>
              </a:defRPr>
            </a:pPr>
            <a:r>
              <a:t>Priest: The Lord be with you.</a:t>
            </a:r>
          </a:p>
          <a:p>
            <a:pPr algn="ctr">
              <a:spcBef>
                <a:spcPts val="400"/>
              </a:spcBef>
              <a:spcAft>
                <a:spcPts val="500"/>
              </a:spcAft>
              <a:defRPr sz="2000" b="1" i="0">
                <a:solidFill>
                  <a:srgbClr val="F0FDF4"/>
                </a:solidFill>
                <a:latin typeface="Inter"/>
              </a:defRPr>
            </a:pPr>
            <a:r>
              <a:t>All: And with your spirit.</a:t>
            </a:r>
          </a:p>
          <a:p>
            <a:pPr algn="ctr">
              <a:spcBef>
                <a:spcPts val="400"/>
              </a:spcBef>
              <a:spcAft>
                <a:spcPts val="500"/>
              </a:spcAft>
              <a:defRPr sz="2000" b="1" i="0">
                <a:solidFill>
                  <a:srgbClr val="86EFAC"/>
                </a:solidFill>
                <a:latin typeface="Inter"/>
              </a:defRPr>
            </a:pPr>
            <a:r>
              <a:t>Priest: Lift up your hearts.</a:t>
            </a:r>
          </a:p>
          <a:p>
            <a:pPr algn="ctr">
              <a:spcBef>
                <a:spcPts val="400"/>
              </a:spcBef>
              <a:spcAft>
                <a:spcPts val="500"/>
              </a:spcAft>
              <a:defRPr sz="2000" b="1" i="0">
                <a:solidFill>
                  <a:srgbClr val="F0FDF4"/>
                </a:solidFill>
                <a:latin typeface="Inter"/>
              </a:defRPr>
            </a:pPr>
            <a:r>
              <a:t>All: We lift them up to the Lord.</a:t>
            </a:r>
          </a:p>
          <a:p>
            <a:pPr algn="ctr">
              <a:spcBef>
                <a:spcPts val="400"/>
              </a:spcBef>
              <a:spcAft>
                <a:spcPts val="500"/>
              </a:spcAft>
              <a:defRPr sz="2000" b="1" i="0">
                <a:solidFill>
                  <a:srgbClr val="86EFAC"/>
                </a:solidFill>
                <a:latin typeface="Inter"/>
              </a:defRPr>
            </a:pPr>
            <a:r>
              <a:t>Priest: Let us give thanks to the Lord our God.</a:t>
            </a:r>
          </a:p>
          <a:p>
            <a:pPr algn="ctr">
              <a:spcBef>
                <a:spcPts val="400"/>
              </a:spcBef>
              <a:spcAft>
                <a:spcPts val="500"/>
              </a:spcAft>
              <a:defRPr sz="2000" b="1" i="0">
                <a:solidFill>
                  <a:srgbClr val="F0FDF4"/>
                </a:solidFill>
                <a:latin typeface="Inter"/>
              </a:defRPr>
            </a:pPr>
            <a:r>
              <a:t>All: It is right and just.</a:t>
            </a:r>
          </a:p>
        </p:txBody>
      </p:sp>
      <p:sp>
        <p:nvSpPr>
          <p:cNvPr id="3" name="TextBox 2"/>
          <p:cNvSpPr txBox="1"/>
          <p:nvPr/>
        </p:nvSpPr>
        <p:spPr>
          <a:xfrm>
            <a:off x="914400" y="9418320"/>
            <a:ext cx="16459200" cy="777240"/>
          </a:xfrm>
          <a:prstGeom prst="rect">
            <a:avLst/>
          </a:prstGeom>
          <a:noFill/>
        </p:spPr>
        <p:txBody>
          <a:bodyPr wrap="square" lIns="109728" rIns="109728" tIns="73152" bIns="73152">
            <a:noAutofit/>
          </a:bodyPr>
          <a:lstStyle/>
          <a:p/>
          <a:p>
            <a:pPr>
              <a:spcBef>
                <a:spcPts val="200"/>
              </a:spcBef>
              <a:defRPr sz="1200" b="0" i="0">
                <a:solidFill>
                  <a:srgbClr val="86EFAC"/>
                </a:solidFill>
                <a:latin typeface="Inter"/>
              </a:defRPr>
            </a:pPr>
            <a:r>
              <a:t>Liturgy of the Eucharist</a:t>
            </a:r>
          </a:p>
        </p:txBody>
      </p:sp>
    </p:spTree>
  </p:cSld>
  <p:clrMapOvr>
    <a:masterClrMapping/>
  </p:clrMapOvr>
</p:sld>
</file>

<file path=ppt/slides/slide51.xml><?xml version="1.0" encoding="utf-8"?>
<p:sld xmlns:a="http://schemas.openxmlformats.org/drawingml/2006/main" xmlns:p="http://schemas.openxmlformats.org/presentationml/2006/main" xmlns:r="http://schemas.openxmlformats.org/officeDocument/2006/relationships">
  <p:cSld>
    <p:bg>
      <p:bgPr>
        <a:solidFill>
          <a:srgbClr val="10251C"/>
        </a:solidFill>
        <a:effectLst/>
      </p:bgPr>
    </p:bg>
    <p:spTree>
      <p:nvGrpSpPr>
        <p:cNvPr id="1" name=""/>
        <p:cNvGrpSpPr/>
        <p:nvPr/>
      </p:nvGrpSpPr>
      <p:grpSpPr/>
      <p:sp>
        <p:nvSpPr>
          <p:cNvPr id="2" name="TextBox 1"/>
          <p:cNvSpPr txBox="1"/>
          <p:nvPr/>
        </p:nvSpPr>
        <p:spPr>
          <a:xfrm>
            <a:off x="914400" y="530352"/>
            <a:ext cx="16459200" cy="8750808"/>
          </a:xfrm>
          <a:prstGeom prst="rect">
            <a:avLst/>
          </a:prstGeom>
          <a:noFill/>
        </p:spPr>
        <p:txBody>
          <a:bodyPr wrap="square" lIns="109728" rIns="109728" tIns="73152" bIns="73152">
            <a:noAutofit/>
          </a:bodyPr>
          <a:lstStyle/>
          <a:p>
            <a:pPr algn="ctr">
              <a:spcAft>
                <a:spcPts val="500"/>
              </a:spcAft>
              <a:defRPr sz="1500" b="0" i="1">
                <a:solidFill>
                  <a:srgbClr val="86EFAC"/>
                </a:solidFill>
                <a:latin typeface="Inter"/>
              </a:defRPr>
            </a:pPr>
            <a:r>
              <a:t>The Priest continues with the Preface of the day from the Roman Missal — the entire Preface proper for this Mass, not truncated — until the point where the people join in singing or saying the Holy, Holy (Sanctus).</a:t>
            </a:r>
          </a:p>
        </p:txBody>
      </p:sp>
      <p:sp>
        <p:nvSpPr>
          <p:cNvPr id="3" name="TextBox 2"/>
          <p:cNvSpPr txBox="1"/>
          <p:nvPr/>
        </p:nvSpPr>
        <p:spPr>
          <a:xfrm>
            <a:off x="914400" y="9418320"/>
            <a:ext cx="16459200" cy="777240"/>
          </a:xfrm>
          <a:prstGeom prst="rect">
            <a:avLst/>
          </a:prstGeom>
          <a:noFill/>
        </p:spPr>
        <p:txBody>
          <a:bodyPr wrap="square" lIns="109728" rIns="109728" tIns="73152" bIns="73152">
            <a:noAutofit/>
          </a:bodyPr>
          <a:lstStyle/>
          <a:p/>
          <a:p>
            <a:pPr>
              <a:spcBef>
                <a:spcPts val="200"/>
              </a:spcBef>
              <a:defRPr sz="1200" b="0" i="0">
                <a:solidFill>
                  <a:srgbClr val="86EFAC"/>
                </a:solidFill>
                <a:latin typeface="Inter"/>
              </a:defRPr>
            </a:pPr>
            <a:r>
              <a:t>Liturgy of the Eucharist</a:t>
            </a:r>
          </a:p>
        </p:txBody>
      </p:sp>
    </p:spTree>
  </p:cSld>
  <p:clrMapOvr>
    <a:masterClrMapping/>
  </p:clrMapOvr>
</p:sld>
</file>

<file path=ppt/slides/slide52.xml><?xml version="1.0" encoding="utf-8"?>
<p:sld xmlns:a="http://schemas.openxmlformats.org/drawingml/2006/main" xmlns:p="http://schemas.openxmlformats.org/presentationml/2006/main" xmlns:r="http://schemas.openxmlformats.org/officeDocument/2006/relationships">
  <p:cSld>
    <p:bg>
      <p:bgPr>
        <a:solidFill>
          <a:srgbClr val="10251C"/>
        </a:solidFill>
        <a:effectLst/>
      </p:bgPr>
    </p:bg>
    <p:spTree>
      <p:nvGrpSpPr>
        <p:cNvPr id="1" name=""/>
        <p:cNvGrpSpPr/>
        <p:nvPr/>
      </p:nvGrpSpPr>
      <p:grpSpPr/>
      <p:sp>
        <p:nvSpPr>
          <p:cNvPr id="2" name="TextBox 1"/>
          <p:cNvSpPr txBox="1"/>
          <p:nvPr/>
        </p:nvSpPr>
        <p:spPr>
          <a:xfrm>
            <a:off x="914400" y="530352"/>
            <a:ext cx="16459200" cy="8750808"/>
          </a:xfrm>
          <a:prstGeom prst="rect">
            <a:avLst/>
          </a:prstGeom>
          <a:noFill/>
        </p:spPr>
        <p:txBody>
          <a:bodyPr wrap="square" lIns="109728" rIns="109728" tIns="73152" bIns="73152" anchor="ctr">
            <a:noAutofit/>
          </a:bodyPr>
          <a:lstStyle/>
          <a:p>
            <a:pPr algn="ctr">
              <a:spcBef>
                <a:spcPts val="400"/>
              </a:spcBef>
              <a:spcAft>
                <a:spcPts val="800"/>
              </a:spcAft>
              <a:defRPr sz="5000" b="1" i="0">
                <a:solidFill>
                  <a:srgbClr val="F0FDF4"/>
                </a:solidFill>
                <a:latin typeface="Inter"/>
              </a:defRPr>
            </a:pPr>
            <a:r>
              <a:t>Holy, Holy, Holy Lord God of hosts.</a:t>
            </a:r>
          </a:p>
          <a:p>
            <a:pPr algn="ctr">
              <a:spcAft>
                <a:spcPts val="800"/>
              </a:spcAft>
              <a:defRPr sz="5000" b="0" i="0">
                <a:solidFill>
                  <a:srgbClr val="F0FDF4"/>
                </a:solidFill>
                <a:latin typeface="Inter"/>
              </a:defRPr>
            </a:pPr>
            <a:r>
              <a:t>Heaven and earth are full of your glory.</a:t>
            </a:r>
          </a:p>
          <a:p>
            <a:pPr algn="ctr">
              <a:spcAft>
                <a:spcPts val="800"/>
              </a:spcAft>
              <a:defRPr sz="5000" b="0" i="0">
                <a:solidFill>
                  <a:srgbClr val="F0FDF4"/>
                </a:solidFill>
                <a:latin typeface="Inter"/>
              </a:defRPr>
            </a:pPr>
            <a:r>
              <a:t>Hosanna in the highest.</a:t>
            </a:r>
          </a:p>
          <a:p>
            <a:pPr algn="ctr">
              <a:spcAft>
                <a:spcPts val="800"/>
              </a:spcAft>
              <a:defRPr sz="5000" b="0" i="0">
                <a:solidFill>
                  <a:srgbClr val="F0FDF4"/>
                </a:solidFill>
                <a:latin typeface="Inter"/>
              </a:defRPr>
            </a:pPr>
            <a:r>
              <a:t>Blessed is he who comes in the name of the Lord.</a:t>
            </a:r>
          </a:p>
          <a:p>
            <a:pPr algn="ctr">
              <a:spcAft>
                <a:spcPts val="800"/>
              </a:spcAft>
              <a:defRPr sz="5000" b="0" i="0">
                <a:solidFill>
                  <a:srgbClr val="F0FDF4"/>
                </a:solidFill>
                <a:latin typeface="Inter"/>
              </a:defRPr>
            </a:pPr>
            <a:r>
              <a:t>Hosanna in the highest.</a:t>
            </a:r>
          </a:p>
        </p:txBody>
      </p:sp>
      <p:sp>
        <p:nvSpPr>
          <p:cNvPr id="3" name="TextBox 2"/>
          <p:cNvSpPr txBox="1"/>
          <p:nvPr/>
        </p:nvSpPr>
        <p:spPr>
          <a:xfrm>
            <a:off x="914400" y="9418320"/>
            <a:ext cx="16459200" cy="777240"/>
          </a:xfrm>
          <a:prstGeom prst="rect">
            <a:avLst/>
          </a:prstGeom>
          <a:noFill/>
        </p:spPr>
        <p:txBody>
          <a:bodyPr wrap="square" lIns="109728" rIns="109728" tIns="73152" bIns="73152">
            <a:noAutofit/>
          </a:bodyPr>
          <a:lstStyle/>
          <a:p/>
          <a:p>
            <a:pPr>
              <a:spcBef>
                <a:spcPts val="200"/>
              </a:spcBef>
              <a:defRPr sz="1200" b="0" i="0">
                <a:solidFill>
                  <a:srgbClr val="86EFAC"/>
                </a:solidFill>
                <a:latin typeface="Inter"/>
              </a:defRPr>
            </a:pPr>
            <a:r>
              <a:t>Sanctus</a:t>
            </a:r>
          </a:p>
        </p:txBody>
      </p:sp>
    </p:spTree>
  </p:cSld>
  <p:clrMapOvr>
    <a:masterClrMapping/>
  </p:clrMapOvr>
</p:sld>
</file>

<file path=ppt/slides/slide53.xml><?xml version="1.0" encoding="utf-8"?>
<p:sld xmlns:a="http://schemas.openxmlformats.org/drawingml/2006/main" xmlns:p="http://schemas.openxmlformats.org/presentationml/2006/main" xmlns:r="http://schemas.openxmlformats.org/officeDocument/2006/relationships">
  <p:cSld>
    <p:bg>
      <p:bgPr>
        <a:solidFill>
          <a:srgbClr val="10251C"/>
        </a:solidFill>
        <a:effectLst/>
      </p:bgPr>
    </p:bg>
    <p:spTree>
      <p:nvGrpSpPr>
        <p:cNvPr id="1" name=""/>
        <p:cNvGrpSpPr/>
        <p:nvPr/>
      </p:nvGrpSpPr>
      <p:grpSpPr/>
      <p:sp>
        <p:nvSpPr>
          <p:cNvPr id="2" name="TextBox 1"/>
          <p:cNvSpPr txBox="1"/>
          <p:nvPr/>
        </p:nvSpPr>
        <p:spPr>
          <a:xfrm>
            <a:off x="914400" y="758952"/>
            <a:ext cx="16459200" cy="4114800"/>
          </a:xfrm>
          <a:prstGeom prst="rect">
            <a:avLst/>
          </a:prstGeom>
          <a:noFill/>
        </p:spPr>
        <p:txBody>
          <a:bodyPr wrap="square" lIns="109728" rIns="109728" tIns="73152" bIns="73152">
            <a:noAutofit/>
          </a:bodyPr>
          <a:lstStyle/>
          <a:p>
            <a:pPr algn="ctr">
              <a:defRPr sz="4400" b="1" i="0">
                <a:solidFill>
                  <a:srgbClr val="86EFAC"/>
                </a:solidFill>
                <a:latin typeface="Inter"/>
              </a:defRPr>
            </a:pPr>
            <a:r>
              <a:t>LITURGY OF</a:t>
            </a:r>
            <a:br/>
            <a:r>
              <a:t>THE EUCHARIST</a:t>
            </a:r>
          </a:p>
        </p:txBody>
      </p:sp>
      <p:sp>
        <p:nvSpPr>
          <p:cNvPr id="3" name="TextBox 2"/>
          <p:cNvSpPr txBox="1"/>
          <p:nvPr/>
        </p:nvSpPr>
        <p:spPr>
          <a:xfrm>
            <a:off x="914400" y="9418320"/>
            <a:ext cx="16459200" cy="777240"/>
          </a:xfrm>
          <a:prstGeom prst="rect">
            <a:avLst/>
          </a:prstGeom>
          <a:noFill/>
        </p:spPr>
        <p:txBody>
          <a:bodyPr wrap="square" lIns="109728" rIns="109728" tIns="73152" bIns="73152">
            <a:noAutofit/>
          </a:bodyPr>
          <a:lstStyle/>
          <a:p/>
          <a:p>
            <a:pPr>
              <a:spcBef>
                <a:spcPts val="200"/>
              </a:spcBef>
              <a:defRPr sz="1200" b="0" i="0">
                <a:solidFill>
                  <a:srgbClr val="86EFAC"/>
                </a:solidFill>
                <a:latin typeface="Inter"/>
              </a:defRPr>
            </a:pPr>
            <a:r>
              <a:t>Liturgy of the Eucharist</a:t>
            </a:r>
          </a:p>
        </p:txBody>
      </p:sp>
    </p:spTree>
  </p:cSld>
  <p:clrMapOvr>
    <a:masterClrMapping/>
  </p:clrMapOvr>
</p:sld>
</file>

<file path=ppt/slides/slide54.xml><?xml version="1.0" encoding="utf-8"?>
<p:sld xmlns:a="http://schemas.openxmlformats.org/drawingml/2006/main" xmlns:p="http://schemas.openxmlformats.org/presentationml/2006/main" xmlns:r="http://schemas.openxmlformats.org/officeDocument/2006/relationships">
  <p:cSld>
    <p:bg>
      <p:bgPr>
        <a:solidFill>
          <a:srgbClr val="10251C"/>
        </a:solidFill>
        <a:effectLst/>
      </p:bgPr>
    </p:bg>
    <p:spTree>
      <p:nvGrpSpPr>
        <p:cNvPr id="1" name=""/>
        <p:cNvGrpSpPr/>
        <p:nvPr/>
      </p:nvGrpSpPr>
      <p:grpSpPr/>
      <p:sp>
        <p:nvSpPr>
          <p:cNvPr id="2" name="TextBox 1"/>
          <p:cNvSpPr txBox="1"/>
          <p:nvPr/>
        </p:nvSpPr>
        <p:spPr>
          <a:xfrm>
            <a:off x="914400" y="530352"/>
            <a:ext cx="16459200" cy="8750808"/>
          </a:xfrm>
          <a:prstGeom prst="rect">
            <a:avLst/>
          </a:prstGeom>
          <a:noFill/>
        </p:spPr>
        <p:txBody>
          <a:bodyPr wrap="square" lIns="109728" rIns="109728" tIns="73152" bIns="73152">
            <a:noAutofit/>
          </a:bodyPr>
          <a:lstStyle/>
          <a:p>
            <a:pPr algn="ctr">
              <a:spcBef>
                <a:spcPts val="400"/>
              </a:spcBef>
              <a:spcAft>
                <a:spcPts val="500"/>
              </a:spcAft>
              <a:defRPr sz="2000" b="1" i="0">
                <a:solidFill>
                  <a:srgbClr val="F0FDF4"/>
                </a:solidFill>
                <a:latin typeface="Inter"/>
              </a:defRPr>
            </a:pPr>
            <a:r>
              <a:t>All: We proclaim your Death, O Lord,</a:t>
            </a:r>
          </a:p>
          <a:p>
            <a:pPr algn="ctr">
              <a:spcAft>
                <a:spcPts val="500"/>
              </a:spcAft>
              <a:defRPr sz="1900" b="0" i="0">
                <a:solidFill>
                  <a:srgbClr val="F0FDF4"/>
                </a:solidFill>
                <a:latin typeface="Inter"/>
              </a:defRPr>
            </a:pPr>
            <a:r>
              <a:t>and profess your Resurrection</a:t>
            </a:r>
          </a:p>
          <a:p>
            <a:pPr algn="ctr">
              <a:spcAft>
                <a:spcPts val="500"/>
              </a:spcAft>
              <a:defRPr sz="1900" b="0" i="0">
                <a:solidFill>
                  <a:srgbClr val="F0FDF4"/>
                </a:solidFill>
                <a:latin typeface="Inter"/>
              </a:defRPr>
            </a:pPr>
            <a:r>
              <a:t>until you come again.</a:t>
            </a:r>
          </a:p>
          <a:p>
            <a:pPr algn="ctr">
              <a:spcAft>
                <a:spcPts val="500"/>
              </a:spcAft>
              <a:defRPr sz="1500" b="0" i="1">
                <a:solidFill>
                  <a:srgbClr val="86EFAC"/>
                </a:solidFill>
                <a:latin typeface="Inter"/>
              </a:defRPr>
            </a:pPr>
            <a:r>
              <a:t>(Alternate forms may be used as approved by the Conference of Bishops.)</a:t>
            </a:r>
          </a:p>
        </p:txBody>
      </p:sp>
      <p:sp>
        <p:nvSpPr>
          <p:cNvPr id="3" name="TextBox 2"/>
          <p:cNvSpPr txBox="1"/>
          <p:nvPr/>
        </p:nvSpPr>
        <p:spPr>
          <a:xfrm>
            <a:off x="914400" y="9418320"/>
            <a:ext cx="16459200" cy="777240"/>
          </a:xfrm>
          <a:prstGeom prst="rect">
            <a:avLst/>
          </a:prstGeom>
          <a:noFill/>
        </p:spPr>
        <p:txBody>
          <a:bodyPr wrap="square" lIns="109728" rIns="109728" tIns="73152" bIns="73152">
            <a:noAutofit/>
          </a:bodyPr>
          <a:lstStyle/>
          <a:p/>
          <a:p>
            <a:pPr>
              <a:spcBef>
                <a:spcPts val="200"/>
              </a:spcBef>
              <a:defRPr sz="1200" b="0" i="0">
                <a:solidFill>
                  <a:srgbClr val="86EFAC"/>
                </a:solidFill>
                <a:latin typeface="Inter"/>
              </a:defRPr>
            </a:pPr>
            <a:r>
              <a:t>The Eucharistic Prayer</a:t>
            </a:r>
          </a:p>
        </p:txBody>
      </p:sp>
    </p:spTree>
  </p:cSld>
  <p:clrMapOvr>
    <a:masterClrMapping/>
  </p:clrMapOvr>
</p:sld>
</file>

<file path=ppt/slides/slide55.xml><?xml version="1.0" encoding="utf-8"?>
<p:sld xmlns:a="http://schemas.openxmlformats.org/drawingml/2006/main" xmlns:p="http://schemas.openxmlformats.org/presentationml/2006/main" xmlns:r="http://schemas.openxmlformats.org/officeDocument/2006/relationships">
  <p:cSld>
    <p:bg>
      <p:bgPr>
        <a:solidFill>
          <a:srgbClr val="10251C"/>
        </a:solidFill>
        <a:effectLst/>
      </p:bgPr>
    </p:bg>
    <p:spTree>
      <p:nvGrpSpPr>
        <p:cNvPr id="1" name=""/>
        <p:cNvGrpSpPr/>
        <p:nvPr/>
      </p:nvGrpSpPr>
      <p:grpSpPr/>
      <p:sp>
        <p:nvSpPr>
          <p:cNvPr id="2" name="TextBox 1"/>
          <p:cNvSpPr txBox="1"/>
          <p:nvPr/>
        </p:nvSpPr>
        <p:spPr>
          <a:xfrm>
            <a:off x="914400" y="758952"/>
            <a:ext cx="16459200" cy="4114800"/>
          </a:xfrm>
          <a:prstGeom prst="rect">
            <a:avLst/>
          </a:prstGeom>
          <a:noFill/>
        </p:spPr>
        <p:txBody>
          <a:bodyPr wrap="square" lIns="109728" rIns="109728" tIns="73152" bIns="73152">
            <a:noAutofit/>
          </a:bodyPr>
          <a:lstStyle/>
          <a:p>
            <a:pPr algn="ctr">
              <a:defRPr sz="4400" b="1" i="0">
                <a:solidFill>
                  <a:srgbClr val="86EFAC"/>
                </a:solidFill>
                <a:latin typeface="Inter"/>
              </a:defRPr>
            </a:pPr>
            <a:r>
              <a:t>LITURGY OF</a:t>
            </a:r>
            <a:br/>
            <a:r>
              <a:t>THE EUCHARIST</a:t>
            </a:r>
          </a:p>
        </p:txBody>
      </p:sp>
      <p:sp>
        <p:nvSpPr>
          <p:cNvPr id="3" name="TextBox 2"/>
          <p:cNvSpPr txBox="1"/>
          <p:nvPr/>
        </p:nvSpPr>
        <p:spPr>
          <a:xfrm>
            <a:off x="914400" y="9418320"/>
            <a:ext cx="16459200" cy="777240"/>
          </a:xfrm>
          <a:prstGeom prst="rect">
            <a:avLst/>
          </a:prstGeom>
          <a:noFill/>
        </p:spPr>
        <p:txBody>
          <a:bodyPr wrap="square" lIns="109728" rIns="109728" tIns="73152" bIns="73152">
            <a:noAutofit/>
          </a:bodyPr>
          <a:lstStyle/>
          <a:p/>
          <a:p>
            <a:pPr>
              <a:spcBef>
                <a:spcPts val="200"/>
              </a:spcBef>
              <a:defRPr sz="1200" b="0" i="0">
                <a:solidFill>
                  <a:srgbClr val="86EFAC"/>
                </a:solidFill>
                <a:latin typeface="Inter"/>
              </a:defRPr>
            </a:pPr>
            <a:r>
              <a:t>Liturgy of the Eucharist</a:t>
            </a:r>
          </a:p>
        </p:txBody>
      </p:sp>
    </p:spTree>
  </p:cSld>
  <p:clrMapOvr>
    <a:masterClrMapping/>
  </p:clrMapOvr>
</p:sld>
</file>

<file path=ppt/slides/slide56.xml><?xml version="1.0" encoding="utf-8"?>
<p:sld xmlns:a="http://schemas.openxmlformats.org/drawingml/2006/main" xmlns:p="http://schemas.openxmlformats.org/presentationml/2006/main" xmlns:r="http://schemas.openxmlformats.org/officeDocument/2006/relationships">
  <p:cSld>
    <p:bg>
      <p:bgPr>
        <a:solidFill>
          <a:srgbClr val="10251C"/>
        </a:solidFill>
        <a:effectLst/>
      </p:bgPr>
    </p:bg>
    <p:spTree>
      <p:nvGrpSpPr>
        <p:cNvPr id="1" name=""/>
        <p:cNvGrpSpPr/>
        <p:nvPr/>
      </p:nvGrpSpPr>
      <p:grpSpPr/>
      <p:sp>
        <p:nvSpPr>
          <p:cNvPr id="2" name="TextBox 1"/>
          <p:cNvSpPr txBox="1"/>
          <p:nvPr/>
        </p:nvSpPr>
        <p:spPr>
          <a:xfrm>
            <a:off x="914400" y="530352"/>
            <a:ext cx="16459200" cy="8750808"/>
          </a:xfrm>
          <a:prstGeom prst="rect">
            <a:avLst/>
          </a:prstGeom>
          <a:noFill/>
        </p:spPr>
        <p:txBody>
          <a:bodyPr wrap="square" lIns="109728" rIns="109728" tIns="73152" bIns="73152">
            <a:noAutofit/>
          </a:bodyPr>
          <a:lstStyle/>
          <a:p>
            <a:pPr algn="ctr">
              <a:spcBef>
                <a:spcPts val="400"/>
              </a:spcBef>
              <a:spcAft>
                <a:spcPts val="500"/>
              </a:spcAft>
              <a:defRPr sz="2000" b="1" i="0">
                <a:solidFill>
                  <a:srgbClr val="F0FDF4"/>
                </a:solidFill>
                <a:latin typeface="Inter"/>
              </a:defRPr>
            </a:pPr>
            <a:r>
              <a:t>All: Amen.</a:t>
            </a:r>
          </a:p>
          <a:p>
            <a:pPr algn="ctr">
              <a:spcAft>
                <a:spcPts val="500"/>
              </a:spcAft>
              <a:defRPr sz="1500" b="0" i="1">
                <a:solidFill>
                  <a:srgbClr val="86EFAC"/>
                </a:solidFill>
                <a:latin typeface="Inter"/>
              </a:defRPr>
            </a:pPr>
            <a:r>
              <a:t>The people respond “Amen” once to the doxology at the end of the Eucharistic Prayer, unless local solemn custom repeats it.</a:t>
            </a:r>
          </a:p>
        </p:txBody>
      </p:sp>
      <p:sp>
        <p:nvSpPr>
          <p:cNvPr id="3" name="TextBox 2"/>
          <p:cNvSpPr txBox="1"/>
          <p:nvPr/>
        </p:nvSpPr>
        <p:spPr>
          <a:xfrm>
            <a:off x="914400" y="9418320"/>
            <a:ext cx="16459200" cy="777240"/>
          </a:xfrm>
          <a:prstGeom prst="rect">
            <a:avLst/>
          </a:prstGeom>
          <a:noFill/>
        </p:spPr>
        <p:txBody>
          <a:bodyPr wrap="square" lIns="109728" rIns="109728" tIns="73152" bIns="73152">
            <a:noAutofit/>
          </a:bodyPr>
          <a:lstStyle/>
          <a:p/>
          <a:p>
            <a:pPr>
              <a:spcBef>
                <a:spcPts val="200"/>
              </a:spcBef>
              <a:defRPr sz="1200" b="0" i="0">
                <a:solidFill>
                  <a:srgbClr val="86EFAC"/>
                </a:solidFill>
                <a:latin typeface="Inter"/>
              </a:defRPr>
            </a:pPr>
            <a:r>
              <a:t>Great Amen</a:t>
            </a:r>
          </a:p>
        </p:txBody>
      </p:sp>
    </p:spTree>
  </p:cSld>
  <p:clrMapOvr>
    <a:masterClrMapping/>
  </p:clrMapOvr>
</p:sld>
</file>

<file path=ppt/slides/slide57.xml><?xml version="1.0" encoding="utf-8"?>
<p:sld xmlns:a="http://schemas.openxmlformats.org/drawingml/2006/main" xmlns:p="http://schemas.openxmlformats.org/presentationml/2006/main" xmlns:r="http://schemas.openxmlformats.org/officeDocument/2006/relationships">
  <p:cSld>
    <p:bg>
      <p:bgPr>
        <a:solidFill>
          <a:srgbClr val="10251C"/>
        </a:solidFill>
        <a:effectLst/>
      </p:bgPr>
    </p:bg>
    <p:spTree>
      <p:nvGrpSpPr>
        <p:cNvPr id="1" name=""/>
        <p:cNvGrpSpPr/>
        <p:nvPr/>
      </p:nvGrpSpPr>
      <p:grpSpPr/>
      <p:sp>
        <p:nvSpPr>
          <p:cNvPr id="2" name="TextBox 1"/>
          <p:cNvSpPr txBox="1"/>
          <p:nvPr/>
        </p:nvSpPr>
        <p:spPr>
          <a:xfrm>
            <a:off x="914400" y="530352"/>
            <a:ext cx="16459200" cy="8750808"/>
          </a:xfrm>
          <a:prstGeom prst="rect">
            <a:avLst/>
          </a:prstGeom>
          <a:noFill/>
        </p:spPr>
        <p:txBody>
          <a:bodyPr wrap="square" lIns="109728" rIns="109728" tIns="73152" bIns="73152" anchor="ctr">
            <a:noAutofit/>
          </a:bodyPr>
          <a:lstStyle/>
          <a:p>
            <a:pPr algn="ctr">
              <a:spcBef>
                <a:spcPts val="400"/>
              </a:spcBef>
              <a:spcAft>
                <a:spcPts val="800"/>
              </a:spcAft>
              <a:defRPr sz="5000" b="1" i="0">
                <a:solidFill>
                  <a:srgbClr val="F0FDF4"/>
                </a:solidFill>
                <a:latin typeface="Inter"/>
              </a:defRPr>
            </a:pPr>
            <a:r>
              <a:t>Our Father, who art in heaven,</a:t>
            </a:r>
          </a:p>
          <a:p>
            <a:pPr algn="ctr">
              <a:spcAft>
                <a:spcPts val="800"/>
              </a:spcAft>
              <a:defRPr sz="5000" b="0" i="0">
                <a:solidFill>
                  <a:srgbClr val="F0FDF4"/>
                </a:solidFill>
                <a:latin typeface="Inter"/>
              </a:defRPr>
            </a:pPr>
            <a:r>
              <a:t>hallowed be thy name;</a:t>
            </a:r>
          </a:p>
          <a:p>
            <a:pPr algn="ctr">
              <a:spcAft>
                <a:spcPts val="800"/>
              </a:spcAft>
              <a:defRPr sz="5000" b="0" i="0">
                <a:solidFill>
                  <a:srgbClr val="F0FDF4"/>
                </a:solidFill>
                <a:latin typeface="Inter"/>
              </a:defRPr>
            </a:pPr>
            <a:r>
              <a:t>thy kingdom come,</a:t>
            </a:r>
          </a:p>
          <a:p>
            <a:pPr algn="ctr">
              <a:spcAft>
                <a:spcPts val="800"/>
              </a:spcAft>
              <a:defRPr sz="5000" b="0" i="0">
                <a:solidFill>
                  <a:srgbClr val="F0FDF4"/>
                </a:solidFill>
                <a:latin typeface="Inter"/>
              </a:defRPr>
            </a:pPr>
            <a:r>
              <a:t>thy will be done,</a:t>
            </a:r>
          </a:p>
          <a:p>
            <a:pPr algn="ctr">
              <a:spcAft>
                <a:spcPts val="800"/>
              </a:spcAft>
              <a:defRPr sz="5000" b="0" i="0">
                <a:solidFill>
                  <a:srgbClr val="F0FDF4"/>
                </a:solidFill>
                <a:latin typeface="Inter"/>
              </a:defRPr>
            </a:pPr>
            <a:r>
              <a:t>on earth as it is in heaven.</a:t>
            </a:r>
          </a:p>
          <a:p>
            <a:pPr algn="ctr">
              <a:spcAft>
                <a:spcPts val="800"/>
              </a:spcAft>
              <a:defRPr sz="5000" b="0" i="0">
                <a:solidFill>
                  <a:srgbClr val="F0FDF4"/>
                </a:solidFill>
                <a:latin typeface="Inter"/>
              </a:defRPr>
            </a:pPr>
            <a:r>
              <a:t>Give us this day our daily bread;</a:t>
            </a:r>
          </a:p>
        </p:txBody>
      </p:sp>
      <p:sp>
        <p:nvSpPr>
          <p:cNvPr id="3" name="TextBox 2"/>
          <p:cNvSpPr txBox="1"/>
          <p:nvPr/>
        </p:nvSpPr>
        <p:spPr>
          <a:xfrm>
            <a:off x="914400" y="9418320"/>
            <a:ext cx="16459200" cy="777240"/>
          </a:xfrm>
          <a:prstGeom prst="rect">
            <a:avLst/>
          </a:prstGeom>
          <a:noFill/>
        </p:spPr>
        <p:txBody>
          <a:bodyPr wrap="square" lIns="109728" rIns="109728" tIns="73152" bIns="73152">
            <a:noAutofit/>
          </a:bodyPr>
          <a:lstStyle/>
          <a:p/>
          <a:p>
            <a:pPr>
              <a:spcBef>
                <a:spcPts val="200"/>
              </a:spcBef>
              <a:defRPr sz="1200" b="0" i="0">
                <a:solidFill>
                  <a:srgbClr val="86EFAC"/>
                </a:solidFill>
                <a:latin typeface="Inter"/>
              </a:defRPr>
            </a:pPr>
            <a:r>
              <a:t>Our Father (1/4)</a:t>
            </a:r>
          </a:p>
        </p:txBody>
      </p:sp>
    </p:spTree>
  </p:cSld>
  <p:clrMapOvr>
    <a:masterClrMapping/>
  </p:clrMapOvr>
</p:sld>
</file>

<file path=ppt/slides/slide58.xml><?xml version="1.0" encoding="utf-8"?>
<p:sld xmlns:a="http://schemas.openxmlformats.org/drawingml/2006/main" xmlns:p="http://schemas.openxmlformats.org/presentationml/2006/main" xmlns:r="http://schemas.openxmlformats.org/officeDocument/2006/relationships">
  <p:cSld>
    <p:bg>
      <p:bgPr>
        <a:solidFill>
          <a:srgbClr val="10251C"/>
        </a:solidFill>
        <a:effectLst/>
      </p:bgPr>
    </p:bg>
    <p:spTree>
      <p:nvGrpSpPr>
        <p:cNvPr id="1" name=""/>
        <p:cNvGrpSpPr/>
        <p:nvPr/>
      </p:nvGrpSpPr>
      <p:grpSpPr/>
      <p:sp>
        <p:nvSpPr>
          <p:cNvPr id="2" name="TextBox 1"/>
          <p:cNvSpPr txBox="1"/>
          <p:nvPr/>
        </p:nvSpPr>
        <p:spPr>
          <a:xfrm>
            <a:off x="914400" y="530352"/>
            <a:ext cx="16459200" cy="8750808"/>
          </a:xfrm>
          <a:prstGeom prst="rect">
            <a:avLst/>
          </a:prstGeom>
          <a:noFill/>
        </p:spPr>
        <p:txBody>
          <a:bodyPr wrap="square" lIns="109728" rIns="109728" tIns="73152" bIns="73152" anchor="ctr">
            <a:noAutofit/>
          </a:bodyPr>
          <a:lstStyle/>
          <a:p>
            <a:pPr algn="ctr">
              <a:spcAft>
                <a:spcPts val="800"/>
              </a:spcAft>
              <a:defRPr sz="5000" b="0" i="0">
                <a:solidFill>
                  <a:srgbClr val="F0FDF4"/>
                </a:solidFill>
                <a:latin typeface="Inter"/>
              </a:defRPr>
            </a:pPr>
            <a:r>
              <a:t>and forgive us our trespasses,</a:t>
            </a:r>
          </a:p>
          <a:p>
            <a:pPr algn="ctr">
              <a:spcAft>
                <a:spcPts val="800"/>
              </a:spcAft>
              <a:defRPr sz="5000" b="0" i="0">
                <a:solidFill>
                  <a:srgbClr val="F0FDF4"/>
                </a:solidFill>
                <a:latin typeface="Inter"/>
              </a:defRPr>
            </a:pPr>
            <a:r>
              <a:t>as we forgive those who trespass against us;</a:t>
            </a:r>
          </a:p>
          <a:p>
            <a:pPr algn="ctr">
              <a:spcAft>
                <a:spcPts val="800"/>
              </a:spcAft>
              <a:defRPr sz="5000" b="0" i="0">
                <a:solidFill>
                  <a:srgbClr val="F0FDF4"/>
                </a:solidFill>
                <a:latin typeface="Inter"/>
              </a:defRPr>
            </a:pPr>
            <a:r>
              <a:t>and lead us not into temptation,</a:t>
            </a:r>
          </a:p>
          <a:p>
            <a:pPr algn="ctr">
              <a:spcAft>
                <a:spcPts val="800"/>
              </a:spcAft>
              <a:defRPr sz="5000" b="0" i="0">
                <a:solidFill>
                  <a:srgbClr val="F0FDF4"/>
                </a:solidFill>
                <a:latin typeface="Inter"/>
              </a:defRPr>
            </a:pPr>
            <a:r>
              <a:t>but deliver us from evil.</a:t>
            </a:r>
          </a:p>
        </p:txBody>
      </p:sp>
      <p:sp>
        <p:nvSpPr>
          <p:cNvPr id="3" name="TextBox 2"/>
          <p:cNvSpPr txBox="1"/>
          <p:nvPr/>
        </p:nvSpPr>
        <p:spPr>
          <a:xfrm>
            <a:off x="914400" y="9418320"/>
            <a:ext cx="16459200" cy="777240"/>
          </a:xfrm>
          <a:prstGeom prst="rect">
            <a:avLst/>
          </a:prstGeom>
          <a:noFill/>
        </p:spPr>
        <p:txBody>
          <a:bodyPr wrap="square" lIns="109728" rIns="109728" tIns="73152" bIns="73152">
            <a:noAutofit/>
          </a:bodyPr>
          <a:lstStyle/>
          <a:p/>
          <a:p>
            <a:pPr>
              <a:spcBef>
                <a:spcPts val="200"/>
              </a:spcBef>
              <a:defRPr sz="1200" b="0" i="0">
                <a:solidFill>
                  <a:srgbClr val="86EFAC"/>
                </a:solidFill>
                <a:latin typeface="Inter"/>
              </a:defRPr>
            </a:pPr>
            <a:r>
              <a:t>Our Father (2/4)</a:t>
            </a:r>
          </a:p>
        </p:txBody>
      </p:sp>
    </p:spTree>
  </p:cSld>
  <p:clrMapOvr>
    <a:masterClrMapping/>
  </p:clrMapOvr>
</p:sld>
</file>

<file path=ppt/slides/slide59.xml><?xml version="1.0" encoding="utf-8"?>
<p:sld xmlns:a="http://schemas.openxmlformats.org/drawingml/2006/main" xmlns:p="http://schemas.openxmlformats.org/presentationml/2006/main" xmlns:r="http://schemas.openxmlformats.org/officeDocument/2006/relationships">
  <p:cSld>
    <p:bg>
      <p:bgPr>
        <a:solidFill>
          <a:srgbClr val="10251C"/>
        </a:solidFill>
        <a:effectLst/>
      </p:bgPr>
    </p:bg>
    <p:spTree>
      <p:nvGrpSpPr>
        <p:cNvPr id="1" name=""/>
        <p:cNvGrpSpPr/>
        <p:nvPr/>
      </p:nvGrpSpPr>
      <p:grpSpPr/>
      <p:sp>
        <p:nvSpPr>
          <p:cNvPr id="2" name="TextBox 1"/>
          <p:cNvSpPr txBox="1"/>
          <p:nvPr/>
        </p:nvSpPr>
        <p:spPr>
          <a:xfrm>
            <a:off x="914400" y="530352"/>
            <a:ext cx="16459200" cy="8750808"/>
          </a:xfrm>
          <a:prstGeom prst="rect">
            <a:avLst/>
          </a:prstGeom>
          <a:noFill/>
        </p:spPr>
        <p:txBody>
          <a:bodyPr wrap="square" lIns="109728" rIns="109728" tIns="73152" bIns="73152" anchor="ctr">
            <a:noAutofit/>
          </a:bodyPr>
          <a:lstStyle/>
          <a:p>
            <a:pPr algn="ctr">
              <a:spcBef>
                <a:spcPts val="400"/>
              </a:spcBef>
              <a:spcAft>
                <a:spcPts val="800"/>
              </a:spcAft>
              <a:defRPr sz="5000" b="1" i="0">
                <a:solidFill>
                  <a:srgbClr val="86EFAC"/>
                </a:solidFill>
                <a:latin typeface="Inter"/>
              </a:defRPr>
            </a:pPr>
            <a:r>
              <a:t>Priest: Deliver us, Lord, we pray, from every evil, graciously grant peace in our days, that, by the help of your mercy, we may be always free from sin and safe from all distress, as we await the blessed hope and the coming of our Savior, Jesus Christ.</a:t>
            </a:r>
          </a:p>
        </p:txBody>
      </p:sp>
      <p:sp>
        <p:nvSpPr>
          <p:cNvPr id="3" name="TextBox 2"/>
          <p:cNvSpPr txBox="1"/>
          <p:nvPr/>
        </p:nvSpPr>
        <p:spPr>
          <a:xfrm>
            <a:off x="914400" y="9418320"/>
            <a:ext cx="16459200" cy="777240"/>
          </a:xfrm>
          <a:prstGeom prst="rect">
            <a:avLst/>
          </a:prstGeom>
          <a:noFill/>
        </p:spPr>
        <p:txBody>
          <a:bodyPr wrap="square" lIns="109728" rIns="109728" tIns="73152" bIns="73152">
            <a:noAutofit/>
          </a:bodyPr>
          <a:lstStyle/>
          <a:p/>
          <a:p>
            <a:pPr>
              <a:spcBef>
                <a:spcPts val="200"/>
              </a:spcBef>
              <a:defRPr sz="1200" b="0" i="0">
                <a:solidFill>
                  <a:srgbClr val="86EFAC"/>
                </a:solidFill>
                <a:latin typeface="Inter"/>
              </a:defRPr>
            </a:pPr>
            <a:r>
              <a:t>Our Father (3/4)</a:t>
            </a:r>
          </a:p>
        </p:txBody>
      </p:sp>
    </p:spTree>
  </p:cSld>
  <p:clrMapOvr>
    <a:masterClrMapping/>
  </p:clrMapOvr>
</p:sld>
</file>

<file path=ppt/slides/slide60.xml><?xml version="1.0" encoding="utf-8"?>
<p:sld xmlns:a="http://schemas.openxmlformats.org/drawingml/2006/main" xmlns:p="http://schemas.openxmlformats.org/presentationml/2006/main" xmlns:r="http://schemas.openxmlformats.org/officeDocument/2006/relationships">
  <p:cSld>
    <p:bg>
      <p:bgPr>
        <a:solidFill>
          <a:srgbClr val="10251C"/>
        </a:solidFill>
        <a:effectLst/>
      </p:bgPr>
    </p:bg>
    <p:spTree>
      <p:nvGrpSpPr>
        <p:cNvPr id="1" name=""/>
        <p:cNvGrpSpPr/>
        <p:nvPr/>
      </p:nvGrpSpPr>
      <p:grpSpPr/>
      <p:sp>
        <p:nvSpPr>
          <p:cNvPr id="2" name="TextBox 1"/>
          <p:cNvSpPr txBox="1"/>
          <p:nvPr/>
        </p:nvSpPr>
        <p:spPr>
          <a:xfrm>
            <a:off x="914400" y="530352"/>
            <a:ext cx="16459200" cy="8750808"/>
          </a:xfrm>
          <a:prstGeom prst="rect">
            <a:avLst/>
          </a:prstGeom>
          <a:noFill/>
        </p:spPr>
        <p:txBody>
          <a:bodyPr wrap="square" lIns="109728" rIns="109728" tIns="73152" bIns="73152" anchor="ctr">
            <a:noAutofit/>
          </a:bodyPr>
          <a:lstStyle/>
          <a:p>
            <a:pPr algn="ctr">
              <a:spcBef>
                <a:spcPts val="400"/>
              </a:spcBef>
              <a:spcAft>
                <a:spcPts val="800"/>
              </a:spcAft>
              <a:defRPr sz="5000" b="1" i="0">
                <a:solidFill>
                  <a:srgbClr val="F0FDF4"/>
                </a:solidFill>
                <a:latin typeface="Inter"/>
              </a:defRPr>
            </a:pPr>
            <a:r>
              <a:t>For the kingdom, the power, and the glory are yours now and for ever.</a:t>
            </a:r>
          </a:p>
        </p:txBody>
      </p:sp>
      <p:sp>
        <p:nvSpPr>
          <p:cNvPr id="3" name="TextBox 2"/>
          <p:cNvSpPr txBox="1"/>
          <p:nvPr/>
        </p:nvSpPr>
        <p:spPr>
          <a:xfrm>
            <a:off x="914400" y="9418320"/>
            <a:ext cx="16459200" cy="777240"/>
          </a:xfrm>
          <a:prstGeom prst="rect">
            <a:avLst/>
          </a:prstGeom>
          <a:noFill/>
        </p:spPr>
        <p:txBody>
          <a:bodyPr wrap="square" lIns="109728" rIns="109728" tIns="73152" bIns="73152">
            <a:noAutofit/>
          </a:bodyPr>
          <a:lstStyle/>
          <a:p/>
          <a:p>
            <a:pPr>
              <a:spcBef>
                <a:spcPts val="200"/>
              </a:spcBef>
              <a:defRPr sz="1200" b="0" i="0">
                <a:solidFill>
                  <a:srgbClr val="86EFAC"/>
                </a:solidFill>
                <a:latin typeface="Inter"/>
              </a:defRPr>
            </a:pPr>
            <a:r>
              <a:t>Our Father (4/4)</a:t>
            </a:r>
          </a:p>
        </p:txBody>
      </p:sp>
    </p:spTree>
  </p:cSld>
  <p:clrMapOvr>
    <a:masterClrMapping/>
  </p:clrMapOvr>
</p:sld>
</file>

<file path=ppt/slides/slide6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GFCC31May2026_OrdinaryTime_16x9.png"/>
          <p:cNvPicPr>
            <a:picLocks noChangeAspect="1"/>
          </p:cNvPicPr>
          <p:nvPr/>
        </p:nvPicPr>
        <p:blipFill>
          <a:blip r:embed="rId2"/>
          <a:stretch>
            <a:fillRect/>
          </a:stretch>
        </p:blipFill>
        <p:spPr>
          <a:xfrm>
            <a:off x="0" y="0"/>
            <a:ext cx="18288000" cy="10287000"/>
          </a:xfrm>
          <a:prstGeom prst="rect">
            <a:avLst/>
          </a:prstGeom>
        </p:spPr>
      </p:pic>
      <p:sp>
        <p:nvSpPr>
          <p:cNvPr id="3" name="TextBox 2"/>
          <p:cNvSpPr txBox="1"/>
          <p:nvPr/>
        </p:nvSpPr>
        <p:spPr>
          <a:xfrm>
            <a:off x="914400" y="850392"/>
            <a:ext cx="16459200" cy="5943600"/>
          </a:xfrm>
          <a:prstGeom prst="rect">
            <a:avLst/>
          </a:prstGeom>
          <a:noFill/>
        </p:spPr>
        <p:txBody>
          <a:bodyPr wrap="square" lIns="109728" rIns="109728" tIns="73152" bIns="73152">
            <a:noAutofit/>
          </a:bodyPr>
          <a:lstStyle/>
          <a:p>
            <a:pPr>
              <a:spcAft>
                <a:spcPts val="300"/>
              </a:spcAft>
              <a:defRPr sz="2100" b="1" i="0">
                <a:solidFill>
                  <a:srgbClr val="86EFAC"/>
                </a:solidFill>
                <a:latin typeface="Inter"/>
              </a:defRPr>
            </a:pPr>
            <a:r>
              <a:t>MASS CELEBRANT:</a:t>
            </a:r>
          </a:p>
          <a:p>
            <a:pPr>
              <a:spcAft>
                <a:spcPts val="300"/>
              </a:spcAft>
              <a:defRPr sz="2100" b="0" i="0">
                <a:solidFill>
                  <a:srgbClr val="F0FDF4"/>
                </a:solidFill>
                <a:latin typeface="Inter"/>
              </a:defRPr>
            </a:pPr>
            <a:r>
              <a:t>Rev. Fr. Jonrey Lauron, RCJ</a:t>
            </a:r>
          </a:p>
          <a:p>
            <a:pPr>
              <a:spcAft>
                <a:spcPts val="300"/>
              </a:spcAft>
              <a:defRPr sz="2100" b="0" i="0">
                <a:solidFill>
                  <a:srgbClr val="F0FDF4"/>
                </a:solidFill>
                <a:latin typeface="Inter"/>
              </a:defRPr>
            </a:pPr>
          </a:p>
          <a:p>
            <a:pPr>
              <a:spcAft>
                <a:spcPts val="300"/>
              </a:spcAft>
              <a:defRPr sz="2100" b="0" i="0">
                <a:solidFill>
                  <a:srgbClr val="F0FDF4"/>
                </a:solidFill>
                <a:latin typeface="Inter"/>
              </a:defRPr>
            </a:pPr>
            <a:r>
              <a:t>Gospel (John 3:16-18)</a:t>
            </a:r>
          </a:p>
          <a:p>
            <a:pPr>
              <a:spcAft>
                <a:spcPts val="300"/>
              </a:spcAft>
              <a:defRPr sz="2100" b="0" i="0">
                <a:solidFill>
                  <a:srgbClr val="F0FDF4"/>
                </a:solidFill>
                <a:latin typeface="Inter"/>
              </a:defRPr>
            </a:pPr>
            <a:r>
              <a:t>“For God so loved the world, that he gave his one and only Son, that whoever believes in him should not perish, but have eternal life.”</a:t>
            </a:r>
          </a:p>
          <a:p>
            <a:pPr>
              <a:spcAft>
                <a:spcPts val="300"/>
              </a:spcAft>
              <a:defRPr sz="2100" b="0" i="0">
                <a:solidFill>
                  <a:srgbClr val="F0FDF4"/>
                </a:solidFill>
                <a:latin typeface="Inter"/>
              </a:defRPr>
            </a:pPr>
          </a:p>
          <a:p>
            <a:pPr>
              <a:spcAft>
                <a:spcPts val="300"/>
              </a:spcAft>
              <a:defRPr sz="2100" b="0" i="0">
                <a:solidFill>
                  <a:srgbClr val="F0FDF4"/>
                </a:solidFill>
                <a:latin typeface="Inter"/>
              </a:defRPr>
            </a:pPr>
            <a:r>
              <a:t>YEAR A</a:t>
            </a:r>
          </a:p>
          <a:p>
            <a:pPr>
              <a:spcAft>
                <a:spcPts val="300"/>
              </a:spcAft>
              <a:defRPr sz="2100" b="0" i="0">
                <a:solidFill>
                  <a:srgbClr val="F0FDF4"/>
                </a:solidFill>
                <a:latin typeface="Inter"/>
              </a:defRPr>
            </a:pPr>
            <a:r>
              <a:t>2026-05-31 · Ordinary Time</a:t>
            </a:r>
          </a:p>
        </p:txBody>
      </p:sp>
      <p:sp>
        <p:nvSpPr>
          <p:cNvPr id="4" name="TextBox 3"/>
          <p:cNvSpPr txBox="1"/>
          <p:nvPr/>
        </p:nvSpPr>
        <p:spPr>
          <a:xfrm>
            <a:off x="914400" y="9418320"/>
            <a:ext cx="16459200" cy="777240"/>
          </a:xfrm>
          <a:prstGeom prst="rect">
            <a:avLst/>
          </a:prstGeom>
          <a:noFill/>
        </p:spPr>
        <p:txBody>
          <a:bodyPr wrap="square" lIns="109728" rIns="109728" tIns="73152" bIns="73152">
            <a:noAutofit/>
          </a:bodyPr>
          <a:lstStyle/>
          <a:p/>
          <a:p>
            <a:pPr>
              <a:spcBef>
                <a:spcPts val="200"/>
              </a:spcBef>
              <a:defRPr sz="1200" b="0" i="0">
                <a:solidFill>
                  <a:srgbClr val="86EFAC"/>
                </a:solidFill>
                <a:latin typeface="Inter"/>
              </a:defRPr>
            </a:pPr>
            <a:r>
              <a:t>Mass poster / divider</a:t>
            </a:r>
          </a:p>
        </p:txBody>
      </p:sp>
    </p:spTree>
  </p:cSld>
  <p:clrMapOvr>
    <a:masterClrMapping/>
  </p:clrMapOvr>
</p:sld>
</file>

<file path=ppt/slides/slide62.xml><?xml version="1.0" encoding="utf-8"?>
<p:sld xmlns:a="http://schemas.openxmlformats.org/drawingml/2006/main" xmlns:p="http://schemas.openxmlformats.org/presentationml/2006/main" xmlns:r="http://schemas.openxmlformats.org/officeDocument/2006/relationships">
  <p:cSld>
    <p:bg>
      <p:bgPr>
        <a:solidFill>
          <a:srgbClr val="10251C"/>
        </a:solidFill>
        <a:effectLst/>
      </p:bgPr>
    </p:bg>
    <p:spTree>
      <p:nvGrpSpPr>
        <p:cNvPr id="1" name=""/>
        <p:cNvGrpSpPr/>
        <p:nvPr/>
      </p:nvGrpSpPr>
      <p:grpSpPr/>
      <p:sp>
        <p:nvSpPr>
          <p:cNvPr id="2" name="TextBox 1"/>
          <p:cNvSpPr txBox="1"/>
          <p:nvPr/>
        </p:nvSpPr>
        <p:spPr>
          <a:xfrm>
            <a:off x="914400" y="530352"/>
            <a:ext cx="16459200" cy="8750808"/>
          </a:xfrm>
          <a:prstGeom prst="rect">
            <a:avLst/>
          </a:prstGeom>
          <a:noFill/>
        </p:spPr>
        <p:txBody>
          <a:bodyPr wrap="square" lIns="109728" rIns="109728" tIns="73152" bIns="73152">
            <a:noAutofit/>
          </a:bodyPr>
          <a:lstStyle/>
          <a:p>
            <a:pPr algn="ctr">
              <a:spcBef>
                <a:spcPts val="400"/>
              </a:spcBef>
              <a:spcAft>
                <a:spcPts val="500"/>
              </a:spcAft>
              <a:defRPr sz="2000" b="1" i="0">
                <a:solidFill>
                  <a:srgbClr val="86EFAC"/>
                </a:solidFill>
                <a:latin typeface="Inter"/>
              </a:defRPr>
            </a:pPr>
            <a:r>
              <a:t>Priest: Deliver us, Lord, we pray, from every evil, graciously grant peace in our days, that, by the help of your mercy, we may be always free from sin and safe from all distress, as we await the blessed hope and the coming of our Savior, Jesus Christ.</a:t>
            </a:r>
          </a:p>
          <a:p>
            <a:pPr algn="ctr">
              <a:spcBef>
                <a:spcPts val="400"/>
              </a:spcBef>
              <a:spcAft>
                <a:spcPts val="500"/>
              </a:spcAft>
              <a:defRPr sz="2000" b="1" i="0">
                <a:solidFill>
                  <a:srgbClr val="F0FDF4"/>
                </a:solidFill>
                <a:latin typeface="Inter"/>
              </a:defRPr>
            </a:pPr>
            <a:r>
              <a:t>All: For the kingdom, the power, and the glory are yours, now and for ever. Amen.</a:t>
            </a:r>
          </a:p>
        </p:txBody>
      </p:sp>
      <p:sp>
        <p:nvSpPr>
          <p:cNvPr id="3" name="TextBox 2"/>
          <p:cNvSpPr txBox="1"/>
          <p:nvPr/>
        </p:nvSpPr>
        <p:spPr>
          <a:xfrm>
            <a:off x="914400" y="9418320"/>
            <a:ext cx="16459200" cy="777240"/>
          </a:xfrm>
          <a:prstGeom prst="rect">
            <a:avLst/>
          </a:prstGeom>
          <a:noFill/>
        </p:spPr>
        <p:txBody>
          <a:bodyPr wrap="square" lIns="109728" rIns="109728" tIns="73152" bIns="73152">
            <a:noAutofit/>
          </a:bodyPr>
          <a:lstStyle/>
          <a:p/>
          <a:p>
            <a:pPr>
              <a:spcBef>
                <a:spcPts val="200"/>
              </a:spcBef>
              <a:defRPr sz="1200" b="0" i="0">
                <a:solidFill>
                  <a:srgbClr val="86EFAC"/>
                </a:solidFill>
                <a:latin typeface="Inter"/>
              </a:defRPr>
            </a:pPr>
            <a:r>
              <a:t>The Communion Rite</a:t>
            </a:r>
          </a:p>
        </p:txBody>
      </p:sp>
    </p:spTree>
  </p:cSld>
  <p:clrMapOvr>
    <a:masterClrMapping/>
  </p:clrMapOvr>
</p:sld>
</file>

<file path=ppt/slides/slide6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GFCC31May2026_OrdinaryTime_16x9.png"/>
          <p:cNvPicPr>
            <a:picLocks noChangeAspect="1"/>
          </p:cNvPicPr>
          <p:nvPr/>
        </p:nvPicPr>
        <p:blipFill>
          <a:blip r:embed="rId2"/>
          <a:stretch>
            <a:fillRect/>
          </a:stretch>
        </p:blipFill>
        <p:spPr>
          <a:xfrm>
            <a:off x="0" y="0"/>
            <a:ext cx="18288000" cy="10287000"/>
          </a:xfrm>
          <a:prstGeom prst="rect">
            <a:avLst/>
          </a:prstGeom>
        </p:spPr>
      </p:pic>
      <p:sp>
        <p:nvSpPr>
          <p:cNvPr id="3" name="TextBox 2"/>
          <p:cNvSpPr txBox="1"/>
          <p:nvPr/>
        </p:nvSpPr>
        <p:spPr>
          <a:xfrm>
            <a:off x="914400" y="850392"/>
            <a:ext cx="16459200" cy="5943600"/>
          </a:xfrm>
          <a:prstGeom prst="rect">
            <a:avLst/>
          </a:prstGeom>
          <a:noFill/>
        </p:spPr>
        <p:txBody>
          <a:bodyPr wrap="square" lIns="109728" rIns="109728" tIns="73152" bIns="73152">
            <a:noAutofit/>
          </a:bodyPr>
          <a:lstStyle/>
          <a:p>
            <a:pPr>
              <a:spcAft>
                <a:spcPts val="300"/>
              </a:spcAft>
              <a:defRPr sz="2100" b="1" i="0">
                <a:solidFill>
                  <a:srgbClr val="86EFAC"/>
                </a:solidFill>
                <a:latin typeface="Inter"/>
              </a:defRPr>
            </a:pPr>
            <a:r>
              <a:t>MASS CELEBRANT:</a:t>
            </a:r>
          </a:p>
          <a:p>
            <a:pPr>
              <a:spcAft>
                <a:spcPts val="300"/>
              </a:spcAft>
              <a:defRPr sz="2100" b="0" i="0">
                <a:solidFill>
                  <a:srgbClr val="F0FDF4"/>
                </a:solidFill>
                <a:latin typeface="Inter"/>
              </a:defRPr>
            </a:pPr>
            <a:r>
              <a:t>Rev. Fr. Jonrey Lauron, RCJ</a:t>
            </a:r>
          </a:p>
          <a:p>
            <a:pPr>
              <a:spcAft>
                <a:spcPts val="300"/>
              </a:spcAft>
              <a:defRPr sz="2100" b="0" i="0">
                <a:solidFill>
                  <a:srgbClr val="F0FDF4"/>
                </a:solidFill>
                <a:latin typeface="Inter"/>
              </a:defRPr>
            </a:pPr>
          </a:p>
          <a:p>
            <a:pPr>
              <a:spcAft>
                <a:spcPts val="300"/>
              </a:spcAft>
              <a:defRPr sz="2100" b="0" i="0">
                <a:solidFill>
                  <a:srgbClr val="F0FDF4"/>
                </a:solidFill>
                <a:latin typeface="Inter"/>
              </a:defRPr>
            </a:pPr>
            <a:r>
              <a:t>Gospel (John 3:16-18)</a:t>
            </a:r>
          </a:p>
          <a:p>
            <a:pPr>
              <a:spcAft>
                <a:spcPts val="300"/>
              </a:spcAft>
              <a:defRPr sz="2100" b="0" i="0">
                <a:solidFill>
                  <a:srgbClr val="F0FDF4"/>
                </a:solidFill>
                <a:latin typeface="Inter"/>
              </a:defRPr>
            </a:pPr>
            <a:r>
              <a:t>“For God so loved the world, that he gave his one and only Son, that whoever believes in him should not perish, but have eternal life.”</a:t>
            </a:r>
          </a:p>
          <a:p>
            <a:pPr>
              <a:spcAft>
                <a:spcPts val="300"/>
              </a:spcAft>
              <a:defRPr sz="2100" b="0" i="0">
                <a:solidFill>
                  <a:srgbClr val="F0FDF4"/>
                </a:solidFill>
                <a:latin typeface="Inter"/>
              </a:defRPr>
            </a:pPr>
          </a:p>
          <a:p>
            <a:pPr>
              <a:spcAft>
                <a:spcPts val="300"/>
              </a:spcAft>
              <a:defRPr sz="2100" b="0" i="0">
                <a:solidFill>
                  <a:srgbClr val="F0FDF4"/>
                </a:solidFill>
                <a:latin typeface="Inter"/>
              </a:defRPr>
            </a:pPr>
            <a:r>
              <a:t>YEAR A</a:t>
            </a:r>
          </a:p>
          <a:p>
            <a:pPr>
              <a:spcAft>
                <a:spcPts val="300"/>
              </a:spcAft>
              <a:defRPr sz="2100" b="0" i="0">
                <a:solidFill>
                  <a:srgbClr val="F0FDF4"/>
                </a:solidFill>
                <a:latin typeface="Inter"/>
              </a:defRPr>
            </a:pPr>
            <a:r>
              <a:t>2026-05-31 · Ordinary Time</a:t>
            </a:r>
          </a:p>
        </p:txBody>
      </p:sp>
      <p:sp>
        <p:nvSpPr>
          <p:cNvPr id="4" name="TextBox 3"/>
          <p:cNvSpPr txBox="1"/>
          <p:nvPr/>
        </p:nvSpPr>
        <p:spPr>
          <a:xfrm>
            <a:off x="914400" y="9418320"/>
            <a:ext cx="16459200" cy="777240"/>
          </a:xfrm>
          <a:prstGeom prst="rect">
            <a:avLst/>
          </a:prstGeom>
          <a:noFill/>
        </p:spPr>
        <p:txBody>
          <a:bodyPr wrap="square" lIns="109728" rIns="109728" tIns="73152" bIns="73152">
            <a:noAutofit/>
          </a:bodyPr>
          <a:lstStyle/>
          <a:p/>
          <a:p>
            <a:pPr>
              <a:spcBef>
                <a:spcPts val="200"/>
              </a:spcBef>
              <a:defRPr sz="1200" b="0" i="0">
                <a:solidFill>
                  <a:srgbClr val="86EFAC"/>
                </a:solidFill>
                <a:latin typeface="Inter"/>
              </a:defRPr>
            </a:pPr>
            <a:r>
              <a:t>Mass poster / divider</a:t>
            </a:r>
          </a:p>
        </p:txBody>
      </p:sp>
    </p:spTree>
  </p:cSld>
  <p:clrMapOvr>
    <a:masterClrMapping/>
  </p:clrMapOvr>
</p:sld>
</file>

<file path=ppt/slides/slide64.xml><?xml version="1.0" encoding="utf-8"?>
<p:sld xmlns:a="http://schemas.openxmlformats.org/drawingml/2006/main" xmlns:p="http://schemas.openxmlformats.org/presentationml/2006/main" xmlns:r="http://schemas.openxmlformats.org/officeDocument/2006/relationships">
  <p:cSld>
    <p:bg>
      <p:bgPr>
        <a:solidFill>
          <a:srgbClr val="10251C"/>
        </a:solidFill>
        <a:effectLst/>
      </p:bgPr>
    </p:bg>
    <p:spTree>
      <p:nvGrpSpPr>
        <p:cNvPr id="1" name=""/>
        <p:cNvGrpSpPr/>
        <p:nvPr/>
      </p:nvGrpSpPr>
      <p:grpSpPr/>
      <p:sp>
        <p:nvSpPr>
          <p:cNvPr id="2" name="TextBox 1"/>
          <p:cNvSpPr txBox="1"/>
          <p:nvPr/>
        </p:nvSpPr>
        <p:spPr>
          <a:xfrm>
            <a:off x="914400" y="530352"/>
            <a:ext cx="16459200" cy="8750808"/>
          </a:xfrm>
          <a:prstGeom prst="rect">
            <a:avLst/>
          </a:prstGeom>
          <a:noFill/>
        </p:spPr>
        <p:txBody>
          <a:bodyPr wrap="square" lIns="109728" rIns="109728" tIns="73152" bIns="73152">
            <a:noAutofit/>
          </a:bodyPr>
          <a:lstStyle/>
          <a:p>
            <a:pPr algn="ctr">
              <a:spcBef>
                <a:spcPts val="400"/>
              </a:spcBef>
              <a:spcAft>
                <a:spcPts val="500"/>
              </a:spcAft>
              <a:defRPr sz="2000" b="1" i="0">
                <a:solidFill>
                  <a:srgbClr val="86EFAC"/>
                </a:solidFill>
                <a:latin typeface="Inter"/>
              </a:defRPr>
            </a:pPr>
            <a:r>
              <a:t>Priest: The peace of the Lord be with you always.</a:t>
            </a:r>
          </a:p>
          <a:p>
            <a:pPr algn="ctr">
              <a:spcBef>
                <a:spcPts val="400"/>
              </a:spcBef>
              <a:spcAft>
                <a:spcPts val="500"/>
              </a:spcAft>
              <a:defRPr sz="2000" b="1" i="0">
                <a:solidFill>
                  <a:srgbClr val="F0FDF4"/>
                </a:solidFill>
                <a:latin typeface="Inter"/>
              </a:defRPr>
            </a:pPr>
            <a:r>
              <a:t>All: And with your spirit.</a:t>
            </a:r>
          </a:p>
          <a:p>
            <a:pPr algn="ctr">
              <a:spcAft>
                <a:spcPts val="500"/>
              </a:spcAft>
              <a:defRPr sz="1500" b="0" i="1">
                <a:solidFill>
                  <a:srgbClr val="86EFAC"/>
                </a:solidFill>
                <a:latin typeface="Inter"/>
              </a:defRPr>
            </a:pPr>
            <a:r>
              <a:t>Let us offer each other the sign of peace.</a:t>
            </a:r>
          </a:p>
        </p:txBody>
      </p:sp>
      <p:sp>
        <p:nvSpPr>
          <p:cNvPr id="3" name="TextBox 2"/>
          <p:cNvSpPr txBox="1"/>
          <p:nvPr/>
        </p:nvSpPr>
        <p:spPr>
          <a:xfrm>
            <a:off x="914400" y="9418320"/>
            <a:ext cx="16459200" cy="777240"/>
          </a:xfrm>
          <a:prstGeom prst="rect">
            <a:avLst/>
          </a:prstGeom>
          <a:noFill/>
        </p:spPr>
        <p:txBody>
          <a:bodyPr wrap="square" lIns="109728" rIns="109728" tIns="73152" bIns="73152">
            <a:noAutofit/>
          </a:bodyPr>
          <a:lstStyle/>
          <a:p/>
          <a:p>
            <a:pPr>
              <a:spcBef>
                <a:spcPts val="200"/>
              </a:spcBef>
              <a:defRPr sz="1200" b="0" i="0">
                <a:solidFill>
                  <a:srgbClr val="86EFAC"/>
                </a:solidFill>
                <a:latin typeface="Inter"/>
              </a:defRPr>
            </a:pPr>
            <a:r>
              <a:t>Sign of Peace</a:t>
            </a:r>
          </a:p>
        </p:txBody>
      </p:sp>
    </p:spTree>
  </p:cSld>
  <p:clrMapOvr>
    <a:masterClrMapping/>
  </p:clrMapOvr>
</p:sld>
</file>

<file path=ppt/slides/slide65.xml><?xml version="1.0" encoding="utf-8"?>
<p:sld xmlns:a="http://schemas.openxmlformats.org/drawingml/2006/main" xmlns:p="http://schemas.openxmlformats.org/presentationml/2006/main" xmlns:r="http://schemas.openxmlformats.org/officeDocument/2006/relationships">
  <p:cSld>
    <p:bg>
      <p:bgPr>
        <a:solidFill>
          <a:srgbClr val="10251C"/>
        </a:solidFill>
        <a:effectLst/>
      </p:bgPr>
    </p:bg>
    <p:spTree>
      <p:nvGrpSpPr>
        <p:cNvPr id="1" name=""/>
        <p:cNvGrpSpPr/>
        <p:nvPr/>
      </p:nvGrpSpPr>
      <p:grpSpPr/>
      <p:sp>
        <p:nvSpPr>
          <p:cNvPr id="2" name="TextBox 1"/>
          <p:cNvSpPr txBox="1"/>
          <p:nvPr/>
        </p:nvSpPr>
        <p:spPr>
          <a:xfrm>
            <a:off x="914400" y="530352"/>
            <a:ext cx="16459200" cy="8750808"/>
          </a:xfrm>
          <a:prstGeom prst="rect">
            <a:avLst/>
          </a:prstGeom>
          <a:noFill/>
        </p:spPr>
        <p:txBody>
          <a:bodyPr wrap="square" lIns="109728" rIns="109728" tIns="73152" bIns="73152" anchor="ctr">
            <a:noAutofit/>
          </a:bodyPr>
          <a:lstStyle/>
          <a:p>
            <a:pPr algn="ctr">
              <a:spcBef>
                <a:spcPts val="400"/>
              </a:spcBef>
              <a:spcAft>
                <a:spcPts val="800"/>
              </a:spcAft>
              <a:defRPr sz="5000" b="1" i="0">
                <a:solidFill>
                  <a:srgbClr val="F0FDF4"/>
                </a:solidFill>
                <a:latin typeface="Inter"/>
              </a:defRPr>
            </a:pPr>
            <a:r>
              <a:t>Lamb of God,</a:t>
            </a:r>
          </a:p>
          <a:p>
            <a:pPr algn="ctr">
              <a:spcAft>
                <a:spcPts val="800"/>
              </a:spcAft>
              <a:defRPr sz="5000" b="0" i="0">
                <a:solidFill>
                  <a:srgbClr val="F0FDF4"/>
                </a:solidFill>
                <a:latin typeface="Inter"/>
              </a:defRPr>
            </a:pPr>
            <a:r>
              <a:t>you take away the sins of the world,</a:t>
            </a:r>
          </a:p>
          <a:p>
            <a:pPr algn="ctr">
              <a:spcAft>
                <a:spcPts val="800"/>
              </a:spcAft>
              <a:defRPr sz="5000" b="0" i="0">
                <a:solidFill>
                  <a:srgbClr val="F0FDF4"/>
                </a:solidFill>
                <a:latin typeface="Inter"/>
              </a:defRPr>
            </a:pPr>
            <a:r>
              <a:t>have mercy on us.</a:t>
            </a:r>
          </a:p>
          <a:p>
            <a:pPr algn="ctr">
              <a:spcAft>
                <a:spcPts val="800"/>
              </a:spcAft>
              <a:defRPr sz="5000" b="0" i="0">
                <a:solidFill>
                  <a:srgbClr val="F0FDF4"/>
                </a:solidFill>
                <a:latin typeface="Inter"/>
              </a:defRPr>
            </a:pPr>
            <a:r>
              <a:t>Lamb of God,</a:t>
            </a:r>
          </a:p>
          <a:p>
            <a:pPr algn="ctr">
              <a:spcAft>
                <a:spcPts val="800"/>
              </a:spcAft>
              <a:defRPr sz="5000" b="0" i="0">
                <a:solidFill>
                  <a:srgbClr val="F0FDF4"/>
                </a:solidFill>
                <a:latin typeface="Inter"/>
              </a:defRPr>
            </a:pPr>
            <a:r>
              <a:t>you take away the sins of the world,</a:t>
            </a:r>
          </a:p>
          <a:p>
            <a:pPr algn="ctr">
              <a:spcAft>
                <a:spcPts val="800"/>
              </a:spcAft>
              <a:defRPr sz="5000" b="0" i="0">
                <a:solidFill>
                  <a:srgbClr val="F0FDF4"/>
                </a:solidFill>
                <a:latin typeface="Inter"/>
              </a:defRPr>
            </a:pPr>
            <a:r>
              <a:t>have mercy on us.</a:t>
            </a:r>
          </a:p>
          <a:p>
            <a:pPr algn="ctr">
              <a:spcAft>
                <a:spcPts val="800"/>
              </a:spcAft>
              <a:defRPr sz="5000" b="0" i="0">
                <a:solidFill>
                  <a:srgbClr val="F0FDF4"/>
                </a:solidFill>
                <a:latin typeface="Inter"/>
              </a:defRPr>
            </a:pPr>
            <a:r>
              <a:t>Lamb of God,</a:t>
            </a:r>
          </a:p>
        </p:txBody>
      </p:sp>
      <p:sp>
        <p:nvSpPr>
          <p:cNvPr id="3" name="TextBox 2"/>
          <p:cNvSpPr txBox="1"/>
          <p:nvPr/>
        </p:nvSpPr>
        <p:spPr>
          <a:xfrm>
            <a:off x="914400" y="9418320"/>
            <a:ext cx="16459200" cy="777240"/>
          </a:xfrm>
          <a:prstGeom prst="rect">
            <a:avLst/>
          </a:prstGeom>
          <a:noFill/>
        </p:spPr>
        <p:txBody>
          <a:bodyPr wrap="square" lIns="109728" rIns="109728" tIns="73152" bIns="73152">
            <a:noAutofit/>
          </a:bodyPr>
          <a:lstStyle/>
          <a:p/>
          <a:p>
            <a:pPr>
              <a:spcBef>
                <a:spcPts val="200"/>
              </a:spcBef>
              <a:defRPr sz="1200" b="0" i="0">
                <a:solidFill>
                  <a:srgbClr val="86EFAC"/>
                </a:solidFill>
                <a:latin typeface="Inter"/>
              </a:defRPr>
            </a:pPr>
            <a:r>
              <a:t>Lamb of God (1/2)</a:t>
            </a:r>
          </a:p>
        </p:txBody>
      </p:sp>
    </p:spTree>
  </p:cSld>
  <p:clrMapOvr>
    <a:masterClrMapping/>
  </p:clrMapOvr>
</p:sld>
</file>

<file path=ppt/slides/slide66.xml><?xml version="1.0" encoding="utf-8"?>
<p:sld xmlns:a="http://schemas.openxmlformats.org/drawingml/2006/main" xmlns:p="http://schemas.openxmlformats.org/presentationml/2006/main" xmlns:r="http://schemas.openxmlformats.org/officeDocument/2006/relationships">
  <p:cSld>
    <p:bg>
      <p:bgPr>
        <a:solidFill>
          <a:srgbClr val="10251C"/>
        </a:solidFill>
        <a:effectLst/>
      </p:bgPr>
    </p:bg>
    <p:spTree>
      <p:nvGrpSpPr>
        <p:cNvPr id="1" name=""/>
        <p:cNvGrpSpPr/>
        <p:nvPr/>
      </p:nvGrpSpPr>
      <p:grpSpPr/>
      <p:sp>
        <p:nvSpPr>
          <p:cNvPr id="2" name="TextBox 1"/>
          <p:cNvSpPr txBox="1"/>
          <p:nvPr/>
        </p:nvSpPr>
        <p:spPr>
          <a:xfrm>
            <a:off x="914400" y="530352"/>
            <a:ext cx="16459200" cy="8750808"/>
          </a:xfrm>
          <a:prstGeom prst="rect">
            <a:avLst/>
          </a:prstGeom>
          <a:noFill/>
        </p:spPr>
        <p:txBody>
          <a:bodyPr wrap="square" lIns="109728" rIns="109728" tIns="73152" bIns="73152" anchor="ctr">
            <a:noAutofit/>
          </a:bodyPr>
          <a:lstStyle/>
          <a:p>
            <a:pPr algn="ctr">
              <a:spcAft>
                <a:spcPts val="800"/>
              </a:spcAft>
              <a:defRPr sz="5000" b="0" i="0">
                <a:solidFill>
                  <a:srgbClr val="F0FDF4"/>
                </a:solidFill>
                <a:latin typeface="Inter"/>
              </a:defRPr>
            </a:pPr>
            <a:r>
              <a:t>you take away the sins of the world,</a:t>
            </a:r>
          </a:p>
          <a:p>
            <a:pPr algn="ctr">
              <a:spcAft>
                <a:spcPts val="800"/>
              </a:spcAft>
              <a:defRPr sz="5000" b="0" i="0">
                <a:solidFill>
                  <a:srgbClr val="F0FDF4"/>
                </a:solidFill>
                <a:latin typeface="Inter"/>
              </a:defRPr>
            </a:pPr>
            <a:r>
              <a:t>grant us peace.</a:t>
            </a:r>
          </a:p>
        </p:txBody>
      </p:sp>
      <p:sp>
        <p:nvSpPr>
          <p:cNvPr id="3" name="TextBox 2"/>
          <p:cNvSpPr txBox="1"/>
          <p:nvPr/>
        </p:nvSpPr>
        <p:spPr>
          <a:xfrm>
            <a:off x="914400" y="9418320"/>
            <a:ext cx="16459200" cy="777240"/>
          </a:xfrm>
          <a:prstGeom prst="rect">
            <a:avLst/>
          </a:prstGeom>
          <a:noFill/>
        </p:spPr>
        <p:txBody>
          <a:bodyPr wrap="square" lIns="109728" rIns="109728" tIns="73152" bIns="73152">
            <a:noAutofit/>
          </a:bodyPr>
          <a:lstStyle/>
          <a:p/>
          <a:p>
            <a:pPr>
              <a:spcBef>
                <a:spcPts val="200"/>
              </a:spcBef>
              <a:defRPr sz="1200" b="0" i="0">
                <a:solidFill>
                  <a:srgbClr val="86EFAC"/>
                </a:solidFill>
                <a:latin typeface="Inter"/>
              </a:defRPr>
            </a:pPr>
            <a:r>
              <a:t>Lamb of God (2/2)</a:t>
            </a:r>
          </a:p>
        </p:txBody>
      </p:sp>
    </p:spTree>
  </p:cSld>
  <p:clrMapOvr>
    <a:masterClrMapping/>
  </p:clrMapOvr>
</p:sld>
</file>

<file path=ppt/slides/slide67.xml><?xml version="1.0" encoding="utf-8"?>
<p:sld xmlns:a="http://schemas.openxmlformats.org/drawingml/2006/main" xmlns:p="http://schemas.openxmlformats.org/presentationml/2006/main" xmlns:r="http://schemas.openxmlformats.org/officeDocument/2006/relationships">
  <p:cSld>
    <p:bg>
      <p:bgPr>
        <a:solidFill>
          <a:srgbClr val="10251C"/>
        </a:solidFill>
        <a:effectLst/>
      </p:bgPr>
    </p:bg>
    <p:spTree>
      <p:nvGrpSpPr>
        <p:cNvPr id="1" name=""/>
        <p:cNvGrpSpPr/>
        <p:nvPr/>
      </p:nvGrpSpPr>
      <p:grpSpPr/>
      <p:sp>
        <p:nvSpPr>
          <p:cNvPr id="2" name="TextBox 1"/>
          <p:cNvSpPr txBox="1"/>
          <p:nvPr/>
        </p:nvSpPr>
        <p:spPr>
          <a:xfrm>
            <a:off x="914400" y="530352"/>
            <a:ext cx="16459200" cy="8750808"/>
          </a:xfrm>
          <a:prstGeom prst="rect">
            <a:avLst/>
          </a:prstGeom>
          <a:noFill/>
        </p:spPr>
        <p:txBody>
          <a:bodyPr wrap="square" lIns="109728" rIns="109728" tIns="73152" bIns="73152">
            <a:noAutofit/>
          </a:bodyPr>
          <a:lstStyle/>
          <a:p>
            <a:pPr algn="ctr">
              <a:spcBef>
                <a:spcPts val="400"/>
              </a:spcBef>
              <a:spcAft>
                <a:spcPts val="500"/>
              </a:spcAft>
              <a:defRPr sz="2000" b="1" i="0">
                <a:solidFill>
                  <a:srgbClr val="86EFAC"/>
                </a:solidFill>
                <a:latin typeface="Inter"/>
              </a:defRPr>
            </a:pPr>
            <a:r>
              <a:t>Priest: Behold the Lamb of God, behold him who takes away the sins of the world. Blessed are those called to the supper of the Lamb.</a:t>
            </a:r>
          </a:p>
          <a:p>
            <a:pPr algn="ctr">
              <a:spcBef>
                <a:spcPts val="400"/>
              </a:spcBef>
              <a:spcAft>
                <a:spcPts val="500"/>
              </a:spcAft>
              <a:defRPr sz="2000" b="1" i="0">
                <a:solidFill>
                  <a:srgbClr val="F0FDF4"/>
                </a:solidFill>
                <a:latin typeface="Inter"/>
              </a:defRPr>
            </a:pPr>
            <a:r>
              <a:t>All: Lord, I am not worthy that you should enter under my roof, but only say the word and my soul shall be healed.</a:t>
            </a:r>
          </a:p>
        </p:txBody>
      </p:sp>
      <p:sp>
        <p:nvSpPr>
          <p:cNvPr id="3" name="TextBox 2"/>
          <p:cNvSpPr txBox="1"/>
          <p:nvPr/>
        </p:nvSpPr>
        <p:spPr>
          <a:xfrm>
            <a:off x="914400" y="9418320"/>
            <a:ext cx="16459200" cy="777240"/>
          </a:xfrm>
          <a:prstGeom prst="rect">
            <a:avLst/>
          </a:prstGeom>
          <a:noFill/>
        </p:spPr>
        <p:txBody>
          <a:bodyPr wrap="square" lIns="109728" rIns="109728" tIns="73152" bIns="73152">
            <a:noAutofit/>
          </a:bodyPr>
          <a:lstStyle/>
          <a:p/>
          <a:p>
            <a:pPr>
              <a:spcBef>
                <a:spcPts val="200"/>
              </a:spcBef>
              <a:defRPr sz="1200" b="0" i="0">
                <a:solidFill>
                  <a:srgbClr val="86EFAC"/>
                </a:solidFill>
                <a:latin typeface="Inter"/>
              </a:defRPr>
            </a:pPr>
            <a:r>
              <a:t>The Communion Rite</a:t>
            </a:r>
          </a:p>
        </p:txBody>
      </p:sp>
    </p:spTree>
  </p:cSld>
  <p:clrMapOvr>
    <a:masterClrMapping/>
  </p:clrMapOvr>
</p:sld>
</file>

<file path=ppt/slides/slide6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GFCC31May2026_OrdinaryTime_16x9.png"/>
          <p:cNvPicPr>
            <a:picLocks noChangeAspect="1"/>
          </p:cNvPicPr>
          <p:nvPr/>
        </p:nvPicPr>
        <p:blipFill>
          <a:blip r:embed="rId2"/>
          <a:stretch>
            <a:fillRect/>
          </a:stretch>
        </p:blipFill>
        <p:spPr>
          <a:xfrm>
            <a:off x="0" y="0"/>
            <a:ext cx="18288000" cy="10287000"/>
          </a:xfrm>
          <a:prstGeom prst="rect">
            <a:avLst/>
          </a:prstGeom>
        </p:spPr>
      </p:pic>
      <p:sp>
        <p:nvSpPr>
          <p:cNvPr id="3" name="TextBox 2"/>
          <p:cNvSpPr txBox="1"/>
          <p:nvPr/>
        </p:nvSpPr>
        <p:spPr>
          <a:xfrm>
            <a:off x="914400" y="850392"/>
            <a:ext cx="16459200" cy="5943600"/>
          </a:xfrm>
          <a:prstGeom prst="rect">
            <a:avLst/>
          </a:prstGeom>
          <a:noFill/>
        </p:spPr>
        <p:txBody>
          <a:bodyPr wrap="square" lIns="109728" rIns="109728" tIns="73152" bIns="73152">
            <a:noAutofit/>
          </a:bodyPr>
          <a:lstStyle/>
          <a:p>
            <a:pPr>
              <a:spcAft>
                <a:spcPts val="300"/>
              </a:spcAft>
              <a:defRPr sz="2100" b="1" i="0">
                <a:solidFill>
                  <a:srgbClr val="86EFAC"/>
                </a:solidFill>
                <a:latin typeface="Inter"/>
              </a:defRPr>
            </a:pPr>
            <a:r>
              <a:t>MASS CELEBRANT:</a:t>
            </a:r>
          </a:p>
          <a:p>
            <a:pPr>
              <a:spcAft>
                <a:spcPts val="300"/>
              </a:spcAft>
              <a:defRPr sz="2100" b="0" i="0">
                <a:solidFill>
                  <a:srgbClr val="F0FDF4"/>
                </a:solidFill>
                <a:latin typeface="Inter"/>
              </a:defRPr>
            </a:pPr>
            <a:r>
              <a:t>Rev. Fr. Jonrey Lauron, RCJ</a:t>
            </a:r>
          </a:p>
          <a:p>
            <a:pPr>
              <a:spcAft>
                <a:spcPts val="300"/>
              </a:spcAft>
              <a:defRPr sz="2100" b="0" i="0">
                <a:solidFill>
                  <a:srgbClr val="F0FDF4"/>
                </a:solidFill>
                <a:latin typeface="Inter"/>
              </a:defRPr>
            </a:pPr>
          </a:p>
          <a:p>
            <a:pPr>
              <a:spcAft>
                <a:spcPts val="300"/>
              </a:spcAft>
              <a:defRPr sz="2100" b="0" i="0">
                <a:solidFill>
                  <a:srgbClr val="F0FDF4"/>
                </a:solidFill>
                <a:latin typeface="Inter"/>
              </a:defRPr>
            </a:pPr>
            <a:r>
              <a:t>Gospel (John 3:16-18)</a:t>
            </a:r>
          </a:p>
          <a:p>
            <a:pPr>
              <a:spcAft>
                <a:spcPts val="300"/>
              </a:spcAft>
              <a:defRPr sz="2100" b="0" i="0">
                <a:solidFill>
                  <a:srgbClr val="F0FDF4"/>
                </a:solidFill>
                <a:latin typeface="Inter"/>
              </a:defRPr>
            </a:pPr>
            <a:r>
              <a:t>“For God so loved the world, that he gave his one and only Son, that whoever believes in him should not perish, but have eternal life.”</a:t>
            </a:r>
          </a:p>
          <a:p>
            <a:pPr>
              <a:spcAft>
                <a:spcPts val="300"/>
              </a:spcAft>
              <a:defRPr sz="2100" b="0" i="0">
                <a:solidFill>
                  <a:srgbClr val="F0FDF4"/>
                </a:solidFill>
                <a:latin typeface="Inter"/>
              </a:defRPr>
            </a:pPr>
          </a:p>
          <a:p>
            <a:pPr>
              <a:spcAft>
                <a:spcPts val="300"/>
              </a:spcAft>
              <a:defRPr sz="2100" b="0" i="0">
                <a:solidFill>
                  <a:srgbClr val="F0FDF4"/>
                </a:solidFill>
                <a:latin typeface="Inter"/>
              </a:defRPr>
            </a:pPr>
            <a:r>
              <a:t>YEAR A</a:t>
            </a:r>
          </a:p>
          <a:p>
            <a:pPr>
              <a:spcAft>
                <a:spcPts val="300"/>
              </a:spcAft>
              <a:defRPr sz="2100" b="0" i="0">
                <a:solidFill>
                  <a:srgbClr val="F0FDF4"/>
                </a:solidFill>
                <a:latin typeface="Inter"/>
              </a:defRPr>
            </a:pPr>
            <a:r>
              <a:t>2026-05-31 · Ordinary Time</a:t>
            </a:r>
          </a:p>
        </p:txBody>
      </p:sp>
      <p:sp>
        <p:nvSpPr>
          <p:cNvPr id="4" name="TextBox 3"/>
          <p:cNvSpPr txBox="1"/>
          <p:nvPr/>
        </p:nvSpPr>
        <p:spPr>
          <a:xfrm>
            <a:off x="914400" y="9418320"/>
            <a:ext cx="16459200" cy="777240"/>
          </a:xfrm>
          <a:prstGeom prst="rect">
            <a:avLst/>
          </a:prstGeom>
          <a:noFill/>
        </p:spPr>
        <p:txBody>
          <a:bodyPr wrap="square" lIns="109728" rIns="109728" tIns="73152" bIns="73152">
            <a:noAutofit/>
          </a:bodyPr>
          <a:lstStyle/>
          <a:p/>
          <a:p>
            <a:pPr>
              <a:spcBef>
                <a:spcPts val="200"/>
              </a:spcBef>
              <a:defRPr sz="1200" b="0" i="0">
                <a:solidFill>
                  <a:srgbClr val="86EFAC"/>
                </a:solidFill>
                <a:latin typeface="Inter"/>
              </a:defRPr>
            </a:pPr>
            <a:r>
              <a:t>Mass poster / divider</a:t>
            </a:r>
          </a:p>
        </p:txBody>
      </p:sp>
    </p:spTree>
  </p:cSld>
  <p:clrMapOvr>
    <a:masterClrMapping/>
  </p:clrMapOvr>
</p:sld>
</file>

<file path=ppt/slides/slide69.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Box 1"/>
          <p:cNvSpPr txBox="1"/>
          <p:nvPr/>
        </p:nvSpPr>
        <p:spPr>
          <a:xfrm>
            <a:off x="914400" y="109728"/>
            <a:ext cx="16459200" cy="868680"/>
          </a:xfrm>
          <a:prstGeom prst="rect">
            <a:avLst/>
          </a:prstGeom>
          <a:noFill/>
        </p:spPr>
        <p:txBody>
          <a:bodyPr wrap="square" lIns="109728" rIns="109728" tIns="73152" bIns="73152">
            <a:noAutofit/>
          </a:bodyPr>
          <a:lstStyle/>
          <a:p>
            <a:pPr algn="ctr">
              <a:defRPr sz="3850" b="1" i="0">
                <a:solidFill>
                  <a:srgbClr val="FFCC4D"/>
                </a:solidFill>
                <a:latin typeface="Georgia"/>
              </a:defRPr>
            </a:pPr>
            <a:r>
              <a:t>Manalig Ka</a:t>
            </a:r>
          </a:p>
        </p:txBody>
      </p:sp>
      <p:sp>
        <p:nvSpPr>
          <p:cNvPr id="3" name="TextBox 2"/>
          <p:cNvSpPr txBox="1"/>
          <p:nvPr/>
        </p:nvSpPr>
        <p:spPr>
          <a:xfrm>
            <a:off x="0" y="1069848"/>
            <a:ext cx="18288000" cy="8348472"/>
          </a:xfrm>
          <a:prstGeom prst="rect">
            <a:avLst/>
          </a:prstGeom>
          <a:noFill/>
        </p:spPr>
        <p:txBody>
          <a:bodyPr wrap="square" lIns="0" rIns="0" tIns="73152" bIns="73152" anchor="ctr">
            <a:noAutofit/>
          </a:bodyPr>
          <a:lstStyle/>
          <a:p>
            <a:pPr algn="ctr">
              <a:lnSpc>
                <a:spcPct val="100000"/>
              </a:lnSpc>
              <a:spcAft>
                <a:spcPts val="600"/>
              </a:spcAft>
              <a:defRPr sz="5500" b="1" i="0">
                <a:solidFill>
                  <a:srgbClr val="FFFFFF"/>
                </a:solidFill>
                <a:latin typeface="Arial Black"/>
              </a:defRPr>
            </a:pPr>
            <a:r>
              <a:t>ILUOM LAHAT NG TAKOT SA IYONG DAMDAMIN</a:t>
            </a:r>
          </a:p>
          <a:p>
            <a:pPr algn="ctr">
              <a:lnSpc>
                <a:spcPct val="100000"/>
              </a:lnSpc>
              <a:spcAft>
                <a:spcPts val="600"/>
              </a:spcAft>
              <a:defRPr sz="5500" b="1" i="0">
                <a:solidFill>
                  <a:srgbClr val="FFFFFF"/>
                </a:solidFill>
                <a:latin typeface="Arial Black"/>
              </a:defRPr>
            </a:pPr>
            <a:r>
              <a:t>ANG PANGALAN N'YA LAGI ANG TAWAGIN</a:t>
            </a:r>
          </a:p>
          <a:p>
            <a:pPr algn="ctr">
              <a:lnSpc>
                <a:spcPct val="100000"/>
              </a:lnSpc>
              <a:spcAft>
                <a:spcPts val="600"/>
              </a:spcAft>
              <a:defRPr sz="5500" b="1" i="0">
                <a:solidFill>
                  <a:srgbClr val="FFFFFF"/>
                </a:solidFill>
                <a:latin typeface="Arial Black"/>
              </a:defRPr>
            </a:pPr>
            <a:r>
              <a:t>AT SIYA'Y NAKIKINIG</a:t>
            </a:r>
          </a:p>
          <a:p>
            <a:pPr algn="ctr">
              <a:lnSpc>
                <a:spcPct val="100000"/>
              </a:lnSpc>
              <a:spcAft>
                <a:spcPts val="600"/>
              </a:spcAft>
              <a:defRPr sz="5500" b="1" i="0">
                <a:solidFill>
                  <a:srgbClr val="FFFFFF"/>
                </a:solidFill>
                <a:latin typeface="Arial Black"/>
              </a:defRPr>
            </a:pPr>
            <a:r>
              <a:t>SA BAWAT HINAING</a:t>
            </a:r>
          </a:p>
        </p:txBody>
      </p:sp>
      <p:sp>
        <p:nvSpPr>
          <p:cNvPr id="4" name="TextBox 3"/>
          <p:cNvSpPr txBox="1"/>
          <p:nvPr/>
        </p:nvSpPr>
        <p:spPr>
          <a:xfrm>
            <a:off x="914400" y="9418320"/>
            <a:ext cx="16459200" cy="777240"/>
          </a:xfrm>
          <a:prstGeom prst="rect">
            <a:avLst/>
          </a:prstGeom>
          <a:noFill/>
        </p:spPr>
        <p:txBody>
          <a:bodyPr wrap="square" lIns="109728" rIns="109728" tIns="73152" bIns="73152">
            <a:noAutofit/>
          </a:bodyPr>
          <a:lstStyle/>
          <a:p/>
          <a:p>
            <a:pPr>
              <a:spcBef>
                <a:spcPts val="200"/>
              </a:spcBef>
              <a:defRPr sz="1200" b="0" i="0">
                <a:solidFill>
                  <a:srgbClr val="FFCC4D"/>
                </a:solidFill>
                <a:latin typeface="Inter"/>
              </a:defRPr>
            </a:pPr>
            <a:r>
              <a:t>Communion (1)</a:t>
            </a:r>
          </a:p>
        </p:txBody>
      </p:sp>
    </p:spTree>
  </p:cSld>
  <p:clrMapOvr>
    <a:masterClrMapping/>
  </p:clrMapOvr>
</p:sld>
</file>

<file path=ppt/slides/slide70.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Box 1"/>
          <p:cNvSpPr txBox="1"/>
          <p:nvPr/>
        </p:nvSpPr>
        <p:spPr>
          <a:xfrm>
            <a:off x="0" y="0"/>
            <a:ext cx="18288000" cy="10287000"/>
          </a:xfrm>
          <a:prstGeom prst="rect">
            <a:avLst/>
          </a:prstGeom>
          <a:noFill/>
        </p:spPr>
        <p:txBody>
          <a:bodyPr wrap="square" lIns="0" rIns="0" tIns="0" bIns="0" anchor="ctr">
            <a:noAutofit/>
          </a:bodyPr>
          <a:lstStyle/>
          <a:p>
            <a:pPr algn="ctr">
              <a:lnSpc>
                <a:spcPct val="100000"/>
              </a:lnSpc>
              <a:spcAft>
                <a:spcPts val="600"/>
              </a:spcAft>
              <a:defRPr sz="5500" b="1" i="0">
                <a:solidFill>
                  <a:srgbClr val="FFFFFF"/>
                </a:solidFill>
                <a:latin typeface="Arial Black"/>
              </a:defRPr>
            </a:pPr>
            <a:r>
              <a:t>MAGMASID</a:t>
            </a:r>
          </a:p>
          <a:p>
            <a:pPr algn="ctr">
              <a:lnSpc>
                <a:spcPct val="100000"/>
              </a:lnSpc>
              <a:spcAft>
                <a:spcPts val="600"/>
              </a:spcAft>
              <a:defRPr sz="5500" b="1" i="0">
                <a:solidFill>
                  <a:srgbClr val="FFFFFF"/>
                </a:solidFill>
                <a:latin typeface="Arial Black"/>
              </a:defRPr>
            </a:pPr>
            <a:r>
              <a:t>AT MAMULAT SA KANYANG KAPANGYARIHAN</a:t>
            </a:r>
          </a:p>
          <a:p>
            <a:pPr algn="ctr">
              <a:lnSpc>
                <a:spcPct val="100000"/>
              </a:lnSpc>
              <a:spcAft>
                <a:spcPts val="600"/>
              </a:spcAft>
              <a:defRPr sz="5500" b="1" i="0">
                <a:solidFill>
                  <a:srgbClr val="FFFFFF"/>
                </a:solidFill>
                <a:latin typeface="Arial Black"/>
              </a:defRPr>
            </a:pPr>
            <a:r>
              <a:t>NABATID MO BA NA SIYA'Y NAGLALAAN</a:t>
            </a:r>
          </a:p>
          <a:p>
            <a:pPr algn="ctr">
              <a:lnSpc>
                <a:spcPct val="100000"/>
              </a:lnSpc>
              <a:spcAft>
                <a:spcPts val="600"/>
              </a:spcAft>
              <a:defRPr sz="5500" b="1" i="0">
                <a:solidFill>
                  <a:srgbClr val="FFFFFF"/>
                </a:solidFill>
                <a:latin typeface="Arial Black"/>
              </a:defRPr>
            </a:pPr>
            <a:r>
              <a:t>PATULOY NA NAGHAHATID NG TUNAY NA KALAYAAN</a:t>
            </a:r>
          </a:p>
        </p:txBody>
      </p:sp>
      <p:sp>
        <p:nvSpPr>
          <p:cNvPr id="3" name="TextBox 2"/>
          <p:cNvSpPr txBox="1"/>
          <p:nvPr/>
        </p:nvSpPr>
        <p:spPr>
          <a:xfrm>
            <a:off x="914400" y="9418320"/>
            <a:ext cx="16459200" cy="777240"/>
          </a:xfrm>
          <a:prstGeom prst="rect">
            <a:avLst/>
          </a:prstGeom>
          <a:noFill/>
        </p:spPr>
        <p:txBody>
          <a:bodyPr wrap="square" lIns="109728" rIns="109728" tIns="73152" bIns="73152">
            <a:noAutofit/>
          </a:bodyPr>
          <a:lstStyle/>
          <a:p/>
          <a:p>
            <a:pPr>
              <a:spcBef>
                <a:spcPts val="200"/>
              </a:spcBef>
              <a:defRPr sz="1200" b="0" i="0">
                <a:solidFill>
                  <a:srgbClr val="FFCC4D"/>
                </a:solidFill>
                <a:latin typeface="Inter"/>
              </a:defRPr>
            </a:pPr>
            <a:r>
              <a:t>Communion (1)</a:t>
            </a:r>
          </a:p>
        </p:txBody>
      </p:sp>
    </p:spTree>
  </p:cSld>
  <p:clrMapOvr>
    <a:masterClrMapping/>
  </p:clrMapOvr>
</p:sld>
</file>

<file path=ppt/slides/slide71.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Box 1"/>
          <p:cNvSpPr txBox="1"/>
          <p:nvPr/>
        </p:nvSpPr>
        <p:spPr>
          <a:xfrm>
            <a:off x="0" y="0"/>
            <a:ext cx="18288000" cy="10287000"/>
          </a:xfrm>
          <a:prstGeom prst="rect">
            <a:avLst/>
          </a:prstGeom>
          <a:noFill/>
        </p:spPr>
        <p:txBody>
          <a:bodyPr wrap="square" lIns="0" rIns="0" tIns="0" bIns="0" anchor="ctr">
            <a:noAutofit/>
          </a:bodyPr>
          <a:lstStyle/>
          <a:p>
            <a:pPr algn="ctr">
              <a:lnSpc>
                <a:spcPct val="100000"/>
              </a:lnSpc>
              <a:spcAft>
                <a:spcPts val="600"/>
              </a:spcAft>
              <a:defRPr sz="5500" b="1" i="0">
                <a:solidFill>
                  <a:srgbClr val="FFFFFF"/>
                </a:solidFill>
                <a:latin typeface="Arial Black"/>
              </a:defRPr>
            </a:pPr>
            <a:r>
              <a:t>MANALIG KA</a:t>
            </a:r>
          </a:p>
          <a:p>
            <a:pPr algn="ctr">
              <a:lnSpc>
                <a:spcPct val="100000"/>
              </a:lnSpc>
              <a:spcAft>
                <a:spcPts val="600"/>
              </a:spcAft>
              <a:defRPr sz="5500" b="1" i="0">
                <a:solidFill>
                  <a:srgbClr val="FFFFFF"/>
                </a:solidFill>
                <a:latin typeface="Arial Black"/>
              </a:defRPr>
            </a:pPr>
            <a:r>
              <a:t>TUYUIN ANG LUHA SA MGA MATA</a:t>
            </a:r>
          </a:p>
          <a:p>
            <a:pPr algn="ctr">
              <a:lnSpc>
                <a:spcPct val="100000"/>
              </a:lnSpc>
              <a:spcAft>
                <a:spcPts val="600"/>
              </a:spcAft>
              <a:defRPr sz="5500" b="1" i="0">
                <a:solidFill>
                  <a:srgbClr val="FFFFFF"/>
                </a:solidFill>
                <a:latin typeface="Arial Black"/>
              </a:defRPr>
            </a:pPr>
            <a:r>
              <a:t>HINDI SIYA PANAGINIP</a:t>
            </a:r>
          </a:p>
          <a:p>
            <a:pPr algn="ctr">
              <a:lnSpc>
                <a:spcPct val="100000"/>
              </a:lnSpc>
              <a:spcAft>
                <a:spcPts val="600"/>
              </a:spcAft>
              <a:defRPr sz="5500" b="1" i="0">
                <a:solidFill>
                  <a:srgbClr val="FFFFFF"/>
                </a:solidFill>
                <a:latin typeface="Arial Black"/>
              </a:defRPr>
            </a:pPr>
            <a:r>
              <a:t>HINDI SIYA ISANG PANGARAP</a:t>
            </a:r>
          </a:p>
          <a:p>
            <a:pPr algn="ctr">
              <a:lnSpc>
                <a:spcPct val="100000"/>
              </a:lnSpc>
              <a:spcAft>
                <a:spcPts val="600"/>
              </a:spcAft>
              <a:defRPr sz="5500" b="1" i="0">
                <a:solidFill>
                  <a:srgbClr val="FFFFFF"/>
                </a:solidFill>
                <a:latin typeface="Arial Black"/>
              </a:defRPr>
            </a:pPr>
            <a:r>
              <a:t>SIYA AY BUHAY MANALIG KA</a:t>
            </a:r>
          </a:p>
        </p:txBody>
      </p:sp>
      <p:sp>
        <p:nvSpPr>
          <p:cNvPr id="3" name="TextBox 2"/>
          <p:cNvSpPr txBox="1"/>
          <p:nvPr/>
        </p:nvSpPr>
        <p:spPr>
          <a:xfrm>
            <a:off x="914400" y="9418320"/>
            <a:ext cx="16459200" cy="777240"/>
          </a:xfrm>
          <a:prstGeom prst="rect">
            <a:avLst/>
          </a:prstGeom>
          <a:noFill/>
        </p:spPr>
        <p:txBody>
          <a:bodyPr wrap="square" lIns="109728" rIns="109728" tIns="73152" bIns="73152">
            <a:noAutofit/>
          </a:bodyPr>
          <a:lstStyle/>
          <a:p/>
          <a:p>
            <a:pPr>
              <a:spcBef>
                <a:spcPts val="200"/>
              </a:spcBef>
              <a:defRPr sz="1200" b="0" i="0">
                <a:solidFill>
                  <a:srgbClr val="FFCC4D"/>
                </a:solidFill>
                <a:latin typeface="Inter"/>
              </a:defRPr>
            </a:pPr>
            <a:r>
              <a:t>Communion (1)</a:t>
            </a:r>
          </a:p>
        </p:txBody>
      </p:sp>
    </p:spTree>
  </p:cSld>
  <p:clrMapOvr>
    <a:masterClrMapping/>
  </p:clrMapOvr>
</p:sld>
</file>

<file path=ppt/slides/slide72.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Box 1"/>
          <p:cNvSpPr txBox="1"/>
          <p:nvPr/>
        </p:nvSpPr>
        <p:spPr>
          <a:xfrm>
            <a:off x="0" y="0"/>
            <a:ext cx="18288000" cy="10287000"/>
          </a:xfrm>
          <a:prstGeom prst="rect">
            <a:avLst/>
          </a:prstGeom>
          <a:noFill/>
        </p:spPr>
        <p:txBody>
          <a:bodyPr wrap="square" lIns="0" rIns="0" tIns="0" bIns="0" anchor="ctr">
            <a:noAutofit/>
          </a:bodyPr>
          <a:lstStyle/>
          <a:p>
            <a:pPr algn="ctr">
              <a:lnSpc>
                <a:spcPct val="100000"/>
              </a:lnSpc>
              <a:spcAft>
                <a:spcPts val="600"/>
              </a:spcAft>
              <a:defRPr sz="5500" b="1" i="0">
                <a:solidFill>
                  <a:srgbClr val="FFFFFF"/>
                </a:solidFill>
                <a:latin typeface="Arial Black"/>
              </a:defRPr>
            </a:pPr>
            <a:r>
              <a:t>ANG NGAYON TILA WALANG MARARATING NA BUKAS</a:t>
            </a:r>
          </a:p>
          <a:p>
            <a:pPr algn="ctr">
              <a:lnSpc>
                <a:spcPct val="100000"/>
              </a:lnSpc>
              <a:spcAft>
                <a:spcPts val="600"/>
              </a:spcAft>
              <a:defRPr sz="5500" b="1" i="0">
                <a:solidFill>
                  <a:srgbClr val="FFFFFF"/>
                </a:solidFill>
                <a:latin typeface="Arial Black"/>
              </a:defRPr>
            </a:pPr>
            <a:r>
              <a:t>NGUNIT KUNG SIYA ANG ATING HAYAANG MAGLANDAS</a:t>
            </a:r>
          </a:p>
          <a:p>
            <a:pPr algn="ctr">
              <a:lnSpc>
                <a:spcPct val="100000"/>
              </a:lnSpc>
              <a:spcAft>
                <a:spcPts val="600"/>
              </a:spcAft>
              <a:defRPr sz="5500" b="1" i="0">
                <a:solidFill>
                  <a:srgbClr val="FFFFFF"/>
                </a:solidFill>
                <a:latin typeface="Arial Black"/>
              </a:defRPr>
            </a:pPr>
            <a:r>
              <a:t>PAG-ASA AY MULING MABIBIGKAS</a:t>
            </a:r>
          </a:p>
        </p:txBody>
      </p:sp>
      <p:sp>
        <p:nvSpPr>
          <p:cNvPr id="3" name="TextBox 2"/>
          <p:cNvSpPr txBox="1"/>
          <p:nvPr/>
        </p:nvSpPr>
        <p:spPr>
          <a:xfrm>
            <a:off x="914400" y="9418320"/>
            <a:ext cx="16459200" cy="777240"/>
          </a:xfrm>
          <a:prstGeom prst="rect">
            <a:avLst/>
          </a:prstGeom>
          <a:noFill/>
        </p:spPr>
        <p:txBody>
          <a:bodyPr wrap="square" lIns="109728" rIns="109728" tIns="73152" bIns="73152">
            <a:noAutofit/>
          </a:bodyPr>
          <a:lstStyle/>
          <a:p/>
          <a:p>
            <a:pPr>
              <a:spcBef>
                <a:spcPts val="200"/>
              </a:spcBef>
              <a:defRPr sz="1200" b="0" i="0">
                <a:solidFill>
                  <a:srgbClr val="FFCC4D"/>
                </a:solidFill>
                <a:latin typeface="Inter"/>
              </a:defRPr>
            </a:pPr>
            <a:r>
              <a:t>Communion (1)</a:t>
            </a:r>
          </a:p>
        </p:txBody>
      </p:sp>
    </p:spTree>
  </p:cSld>
  <p:clrMapOvr>
    <a:masterClrMapping/>
  </p:clrMapOvr>
</p:sld>
</file>

<file path=ppt/slides/slide73.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Box 1"/>
          <p:cNvSpPr txBox="1"/>
          <p:nvPr/>
        </p:nvSpPr>
        <p:spPr>
          <a:xfrm>
            <a:off x="0" y="0"/>
            <a:ext cx="18288000" cy="10287000"/>
          </a:xfrm>
          <a:prstGeom prst="rect">
            <a:avLst/>
          </a:prstGeom>
          <a:noFill/>
        </p:spPr>
        <p:txBody>
          <a:bodyPr wrap="square" lIns="0" rIns="0" tIns="0" bIns="0" anchor="ctr">
            <a:noAutofit/>
          </a:bodyPr>
          <a:lstStyle/>
          <a:p>
            <a:pPr algn="ctr">
              <a:lnSpc>
                <a:spcPct val="100000"/>
              </a:lnSpc>
              <a:spcAft>
                <a:spcPts val="600"/>
              </a:spcAft>
              <a:defRPr sz="5500" b="1" i="0">
                <a:solidFill>
                  <a:srgbClr val="FFFFFF"/>
                </a:solidFill>
                <a:latin typeface="Arial Black"/>
              </a:defRPr>
            </a:pPr>
            <a:r>
              <a:t>MANALIG KA</a:t>
            </a:r>
          </a:p>
          <a:p>
            <a:pPr algn="ctr">
              <a:lnSpc>
                <a:spcPct val="100000"/>
              </a:lnSpc>
              <a:spcAft>
                <a:spcPts val="600"/>
              </a:spcAft>
              <a:defRPr sz="5500" b="1" i="0">
                <a:solidFill>
                  <a:srgbClr val="FFFFFF"/>
                </a:solidFill>
                <a:latin typeface="Arial Black"/>
              </a:defRPr>
            </a:pPr>
            <a:r>
              <a:t>TUYUIN ANG LUHA SA MGA MATA</a:t>
            </a:r>
          </a:p>
          <a:p>
            <a:pPr algn="ctr">
              <a:lnSpc>
                <a:spcPct val="100000"/>
              </a:lnSpc>
              <a:spcAft>
                <a:spcPts val="600"/>
              </a:spcAft>
              <a:defRPr sz="5500" b="1" i="0">
                <a:solidFill>
                  <a:srgbClr val="FFFFFF"/>
                </a:solidFill>
                <a:latin typeface="Arial Black"/>
              </a:defRPr>
            </a:pPr>
            <a:r>
              <a:t>HINDI SIYA PANAGINIP</a:t>
            </a:r>
          </a:p>
          <a:p>
            <a:pPr algn="ctr">
              <a:lnSpc>
                <a:spcPct val="100000"/>
              </a:lnSpc>
              <a:spcAft>
                <a:spcPts val="600"/>
              </a:spcAft>
              <a:defRPr sz="5500" b="1" i="0">
                <a:solidFill>
                  <a:srgbClr val="FFFFFF"/>
                </a:solidFill>
                <a:latin typeface="Arial Black"/>
              </a:defRPr>
            </a:pPr>
            <a:r>
              <a:t>HINDI SIYA ISANG PANGARAP</a:t>
            </a:r>
          </a:p>
          <a:p>
            <a:pPr algn="ctr">
              <a:lnSpc>
                <a:spcPct val="100000"/>
              </a:lnSpc>
              <a:spcAft>
                <a:spcPts val="600"/>
              </a:spcAft>
              <a:defRPr sz="5500" b="1" i="0">
                <a:solidFill>
                  <a:srgbClr val="FFFFFF"/>
                </a:solidFill>
                <a:latin typeface="Arial Black"/>
              </a:defRPr>
            </a:pPr>
            <a:r>
              <a:t>SIYA AY BUHAY MANALIG KA</a:t>
            </a:r>
          </a:p>
        </p:txBody>
      </p:sp>
      <p:sp>
        <p:nvSpPr>
          <p:cNvPr id="3" name="TextBox 2"/>
          <p:cNvSpPr txBox="1"/>
          <p:nvPr/>
        </p:nvSpPr>
        <p:spPr>
          <a:xfrm>
            <a:off x="914400" y="9418320"/>
            <a:ext cx="16459200" cy="777240"/>
          </a:xfrm>
          <a:prstGeom prst="rect">
            <a:avLst/>
          </a:prstGeom>
          <a:noFill/>
        </p:spPr>
        <p:txBody>
          <a:bodyPr wrap="square" lIns="109728" rIns="109728" tIns="73152" bIns="73152">
            <a:noAutofit/>
          </a:bodyPr>
          <a:lstStyle/>
          <a:p/>
          <a:p>
            <a:pPr>
              <a:spcBef>
                <a:spcPts val="200"/>
              </a:spcBef>
              <a:defRPr sz="1200" b="0" i="0">
                <a:solidFill>
                  <a:srgbClr val="FFCC4D"/>
                </a:solidFill>
                <a:latin typeface="Inter"/>
              </a:defRPr>
            </a:pPr>
            <a:r>
              <a:t>Communion (1)</a:t>
            </a:r>
          </a:p>
        </p:txBody>
      </p:sp>
    </p:spTree>
  </p:cSld>
  <p:clrMapOvr>
    <a:masterClrMapping/>
  </p:clrMapOvr>
</p:sld>
</file>

<file path=ppt/slides/slide74.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Box 1"/>
          <p:cNvSpPr txBox="1"/>
          <p:nvPr/>
        </p:nvSpPr>
        <p:spPr>
          <a:xfrm>
            <a:off x="0" y="0"/>
            <a:ext cx="18288000" cy="10287000"/>
          </a:xfrm>
          <a:prstGeom prst="rect">
            <a:avLst/>
          </a:prstGeom>
          <a:noFill/>
        </p:spPr>
        <p:txBody>
          <a:bodyPr wrap="square" lIns="0" rIns="0" tIns="0" bIns="0" anchor="ctr">
            <a:noAutofit/>
          </a:bodyPr>
          <a:lstStyle/>
          <a:p>
            <a:pPr algn="ctr">
              <a:lnSpc>
                <a:spcPct val="100000"/>
              </a:lnSpc>
              <a:spcAft>
                <a:spcPts val="600"/>
              </a:spcAft>
              <a:defRPr sz="5500" b="1" i="0">
                <a:solidFill>
                  <a:srgbClr val="FFFFFF"/>
                </a:solidFill>
                <a:latin typeface="Arial Black"/>
              </a:defRPr>
            </a:pPr>
            <a:r>
              <a:t>MANALIG KA</a:t>
            </a:r>
          </a:p>
          <a:p>
            <a:pPr algn="ctr">
              <a:lnSpc>
                <a:spcPct val="100000"/>
              </a:lnSpc>
              <a:spcAft>
                <a:spcPts val="600"/>
              </a:spcAft>
              <a:defRPr sz="5500" b="1" i="0">
                <a:solidFill>
                  <a:srgbClr val="FFFFFF"/>
                </a:solidFill>
                <a:latin typeface="Arial Black"/>
              </a:defRPr>
            </a:pPr>
            <a:r>
              <a:t>TUYUIN ANG LUHA SA MGA MATA</a:t>
            </a:r>
          </a:p>
          <a:p>
            <a:pPr algn="ctr">
              <a:lnSpc>
                <a:spcPct val="100000"/>
              </a:lnSpc>
              <a:spcAft>
                <a:spcPts val="600"/>
              </a:spcAft>
              <a:defRPr sz="5500" b="1" i="0">
                <a:solidFill>
                  <a:srgbClr val="FFFFFF"/>
                </a:solidFill>
                <a:latin typeface="Arial Black"/>
              </a:defRPr>
            </a:pPr>
            <a:r>
              <a:t>HINDI SIYA NATUTULOG</a:t>
            </a:r>
          </a:p>
          <a:p>
            <a:pPr algn="ctr">
              <a:lnSpc>
                <a:spcPct val="100000"/>
              </a:lnSpc>
              <a:spcAft>
                <a:spcPts val="600"/>
              </a:spcAft>
              <a:defRPr sz="5500" b="1" i="0">
                <a:solidFill>
                  <a:srgbClr val="FFFFFF"/>
                </a:solidFill>
                <a:latin typeface="Arial Black"/>
              </a:defRPr>
            </a:pPr>
            <a:r>
              <a:t>HINDI NAKAKALIMOT</a:t>
            </a:r>
          </a:p>
          <a:p>
            <a:pPr algn="ctr">
              <a:lnSpc>
                <a:spcPct val="100000"/>
              </a:lnSpc>
              <a:spcAft>
                <a:spcPts val="600"/>
              </a:spcAft>
              <a:defRPr sz="5500" b="1" i="0">
                <a:solidFill>
                  <a:srgbClr val="FFFFFF"/>
                </a:solidFill>
                <a:latin typeface="Arial Black"/>
              </a:defRPr>
            </a:pPr>
            <a:r>
              <a:t>KAY HESUS MANALIG KA</a:t>
            </a:r>
          </a:p>
          <a:p>
            <a:pPr algn="ctr">
              <a:lnSpc>
                <a:spcPct val="100000"/>
              </a:lnSpc>
              <a:spcAft>
                <a:spcPts val="600"/>
              </a:spcAft>
              <a:defRPr sz="5500" b="1" i="0">
                <a:solidFill>
                  <a:srgbClr val="FFFFFF"/>
                </a:solidFill>
                <a:latin typeface="Arial Black"/>
              </a:defRPr>
            </a:pPr>
            <a:r>
              <a:t>KAY HESUS MANALIG KA</a:t>
            </a:r>
          </a:p>
        </p:txBody>
      </p:sp>
      <p:sp>
        <p:nvSpPr>
          <p:cNvPr id="3" name="TextBox 2"/>
          <p:cNvSpPr txBox="1"/>
          <p:nvPr/>
        </p:nvSpPr>
        <p:spPr>
          <a:xfrm>
            <a:off x="914400" y="9418320"/>
            <a:ext cx="16459200" cy="777240"/>
          </a:xfrm>
          <a:prstGeom prst="rect">
            <a:avLst/>
          </a:prstGeom>
          <a:noFill/>
        </p:spPr>
        <p:txBody>
          <a:bodyPr wrap="square" lIns="109728" rIns="109728" tIns="73152" bIns="73152">
            <a:noAutofit/>
          </a:bodyPr>
          <a:lstStyle/>
          <a:p/>
          <a:p>
            <a:pPr>
              <a:spcBef>
                <a:spcPts val="200"/>
              </a:spcBef>
              <a:defRPr sz="1200" b="0" i="0">
                <a:solidFill>
                  <a:srgbClr val="FFCC4D"/>
                </a:solidFill>
                <a:latin typeface="Inter"/>
              </a:defRPr>
            </a:pPr>
            <a:r>
              <a:t>Communion (1)</a:t>
            </a:r>
          </a:p>
        </p:txBody>
      </p:sp>
    </p:spTree>
  </p:cSld>
  <p:clrMapOvr>
    <a:masterClrMapping/>
  </p:clrMapOvr>
</p:sld>
</file>

<file path=ppt/slides/slide75.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Box 1"/>
          <p:cNvSpPr txBox="1"/>
          <p:nvPr/>
        </p:nvSpPr>
        <p:spPr>
          <a:xfrm>
            <a:off x="914400" y="109728"/>
            <a:ext cx="16459200" cy="868680"/>
          </a:xfrm>
          <a:prstGeom prst="rect">
            <a:avLst/>
          </a:prstGeom>
          <a:noFill/>
        </p:spPr>
        <p:txBody>
          <a:bodyPr wrap="square" lIns="109728" rIns="109728" tIns="73152" bIns="73152">
            <a:noAutofit/>
          </a:bodyPr>
          <a:lstStyle/>
          <a:p>
            <a:pPr algn="ctr">
              <a:defRPr sz="3850" b="1" i="0">
                <a:solidFill>
                  <a:srgbClr val="FFCC4D"/>
                </a:solidFill>
                <a:latin typeface="Georgia"/>
              </a:defRPr>
            </a:pPr>
            <a:r>
              <a:t>Pananagutan</a:t>
            </a:r>
          </a:p>
        </p:txBody>
      </p:sp>
      <p:sp>
        <p:nvSpPr>
          <p:cNvPr id="3" name="TextBox 2"/>
          <p:cNvSpPr txBox="1"/>
          <p:nvPr/>
        </p:nvSpPr>
        <p:spPr>
          <a:xfrm>
            <a:off x="0" y="1069848"/>
            <a:ext cx="18288000" cy="8348472"/>
          </a:xfrm>
          <a:prstGeom prst="rect">
            <a:avLst/>
          </a:prstGeom>
          <a:noFill/>
        </p:spPr>
        <p:txBody>
          <a:bodyPr wrap="square" lIns="0" rIns="0" tIns="73152" bIns="73152" anchor="ctr">
            <a:noAutofit/>
          </a:bodyPr>
          <a:lstStyle/>
          <a:p>
            <a:pPr algn="ctr">
              <a:lnSpc>
                <a:spcPct val="100000"/>
              </a:lnSpc>
              <a:spcAft>
                <a:spcPts val="600"/>
              </a:spcAft>
              <a:defRPr sz="5500" b="1" i="0">
                <a:solidFill>
                  <a:srgbClr val="FFFFFF"/>
                </a:solidFill>
                <a:latin typeface="Arial Black"/>
              </a:defRPr>
            </a:pPr>
            <a:r>
              <a:t>(NO LYRICS IN LIBRARY FOR THIS HYMN.)</a:t>
            </a:r>
          </a:p>
        </p:txBody>
      </p:sp>
      <p:sp>
        <p:nvSpPr>
          <p:cNvPr id="4" name="TextBox 3"/>
          <p:cNvSpPr txBox="1"/>
          <p:nvPr/>
        </p:nvSpPr>
        <p:spPr>
          <a:xfrm>
            <a:off x="914400" y="9418320"/>
            <a:ext cx="16459200" cy="777240"/>
          </a:xfrm>
          <a:prstGeom prst="rect">
            <a:avLst/>
          </a:prstGeom>
          <a:noFill/>
        </p:spPr>
        <p:txBody>
          <a:bodyPr wrap="square" lIns="109728" rIns="109728" tIns="73152" bIns="73152">
            <a:noAutofit/>
          </a:bodyPr>
          <a:lstStyle/>
          <a:p/>
          <a:p>
            <a:pPr>
              <a:spcBef>
                <a:spcPts val="200"/>
              </a:spcBef>
              <a:defRPr sz="1200" b="0" i="0">
                <a:solidFill>
                  <a:srgbClr val="FFCC4D"/>
                </a:solidFill>
                <a:latin typeface="Inter"/>
              </a:defRPr>
            </a:pPr>
            <a:r>
              <a:t>Communion (2)</a:t>
            </a:r>
          </a:p>
        </p:txBody>
      </p:sp>
    </p:spTree>
  </p:cSld>
  <p:clrMapOvr>
    <a:masterClrMapping/>
  </p:clrMapOvr>
</p:sld>
</file>

<file path=ppt/slides/slide76.xml><?xml version="1.0" encoding="utf-8"?>
<p:sld xmlns:a="http://schemas.openxmlformats.org/drawingml/2006/main" xmlns:p="http://schemas.openxmlformats.org/presentationml/2006/main" xmlns:r="http://schemas.openxmlformats.org/officeDocument/2006/relationships">
  <p:cSld>
    <p:bg>
      <p:bgPr>
        <a:solidFill>
          <a:srgbClr val="10251C"/>
        </a:solidFill>
        <a:effectLst/>
      </p:bgPr>
    </p:bg>
    <p:spTree>
      <p:nvGrpSpPr>
        <p:cNvPr id="1" name=""/>
        <p:cNvGrpSpPr/>
        <p:nvPr/>
      </p:nvGrpSpPr>
      <p:grpSpPr/>
      <p:sp>
        <p:nvSpPr>
          <p:cNvPr id="2" name="TextBox 1"/>
          <p:cNvSpPr txBox="1"/>
          <p:nvPr/>
        </p:nvSpPr>
        <p:spPr>
          <a:xfrm>
            <a:off x="914400" y="530352"/>
            <a:ext cx="16459200" cy="8750808"/>
          </a:xfrm>
          <a:prstGeom prst="rect">
            <a:avLst/>
          </a:prstGeom>
          <a:noFill/>
        </p:spPr>
        <p:txBody>
          <a:bodyPr wrap="square" lIns="109728" rIns="109728" tIns="73152" bIns="73152">
            <a:noAutofit/>
          </a:bodyPr>
          <a:lstStyle/>
          <a:p>
            <a:pPr algn="ctr">
              <a:spcBef>
                <a:spcPts val="400"/>
              </a:spcBef>
              <a:spcAft>
                <a:spcPts val="500"/>
              </a:spcAft>
              <a:defRPr sz="2000" b="1" i="0">
                <a:solidFill>
                  <a:srgbClr val="86EFAC"/>
                </a:solidFill>
                <a:latin typeface="Inter"/>
              </a:defRPr>
            </a:pPr>
            <a:r>
              <a:t>Priest: Let us pray.</a:t>
            </a:r>
          </a:p>
          <a:p>
            <a:pPr algn="ctr">
              <a:spcAft>
                <a:spcPts val="500"/>
              </a:spcAft>
              <a:defRPr sz="1500" b="0" i="1">
                <a:solidFill>
                  <a:srgbClr val="86EFAC"/>
                </a:solidFill>
                <a:latin typeface="Inter"/>
              </a:defRPr>
            </a:pPr>
            <a:r>
              <a:t>The Priest says the Post- Communion Prayer for the day in full from the Roman Missal. The people respond at the end.</a:t>
            </a:r>
          </a:p>
          <a:p>
            <a:pPr algn="ctr">
              <a:spcBef>
                <a:spcPts val="400"/>
              </a:spcBef>
              <a:spcAft>
                <a:spcPts val="500"/>
              </a:spcAft>
              <a:defRPr sz="2000" b="1" i="0">
                <a:solidFill>
                  <a:srgbClr val="F0FDF4"/>
                </a:solidFill>
                <a:latin typeface="Inter"/>
              </a:defRPr>
            </a:pPr>
            <a:r>
              <a:t>All: Amen.</a:t>
            </a:r>
          </a:p>
        </p:txBody>
      </p:sp>
      <p:sp>
        <p:nvSpPr>
          <p:cNvPr id="3" name="TextBox 2"/>
          <p:cNvSpPr txBox="1"/>
          <p:nvPr/>
        </p:nvSpPr>
        <p:spPr>
          <a:xfrm>
            <a:off x="914400" y="9418320"/>
            <a:ext cx="16459200" cy="777240"/>
          </a:xfrm>
          <a:prstGeom prst="rect">
            <a:avLst/>
          </a:prstGeom>
          <a:noFill/>
        </p:spPr>
        <p:txBody>
          <a:bodyPr wrap="square" lIns="109728" rIns="109728" tIns="73152" bIns="73152">
            <a:noAutofit/>
          </a:bodyPr>
          <a:lstStyle/>
          <a:p/>
          <a:p>
            <a:pPr>
              <a:spcBef>
                <a:spcPts val="200"/>
              </a:spcBef>
              <a:defRPr sz="1200" b="0" i="0">
                <a:solidFill>
                  <a:srgbClr val="86EFAC"/>
                </a:solidFill>
                <a:latin typeface="Inter"/>
              </a:defRPr>
            </a:pPr>
            <a:r>
              <a:t>The Communion Rite</a:t>
            </a:r>
          </a:p>
        </p:txBody>
      </p:sp>
    </p:spTree>
  </p:cSld>
  <p:clrMapOvr>
    <a:masterClrMapping/>
  </p:clrMapOvr>
</p:sld>
</file>

<file path=ppt/slides/slide7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GFCC31May2026_OrdinaryTime_16x9.png"/>
          <p:cNvPicPr>
            <a:picLocks noChangeAspect="1"/>
          </p:cNvPicPr>
          <p:nvPr/>
        </p:nvPicPr>
        <p:blipFill>
          <a:blip r:embed="rId2"/>
          <a:stretch>
            <a:fillRect/>
          </a:stretch>
        </p:blipFill>
        <p:spPr>
          <a:xfrm>
            <a:off x="0" y="0"/>
            <a:ext cx="18288000" cy="10287000"/>
          </a:xfrm>
          <a:prstGeom prst="rect">
            <a:avLst/>
          </a:prstGeom>
        </p:spPr>
      </p:pic>
      <p:sp>
        <p:nvSpPr>
          <p:cNvPr id="3" name="TextBox 2"/>
          <p:cNvSpPr txBox="1"/>
          <p:nvPr/>
        </p:nvSpPr>
        <p:spPr>
          <a:xfrm>
            <a:off x="914400" y="850392"/>
            <a:ext cx="16459200" cy="5943600"/>
          </a:xfrm>
          <a:prstGeom prst="rect">
            <a:avLst/>
          </a:prstGeom>
          <a:noFill/>
        </p:spPr>
        <p:txBody>
          <a:bodyPr wrap="square" lIns="109728" rIns="109728" tIns="73152" bIns="73152">
            <a:noAutofit/>
          </a:bodyPr>
          <a:lstStyle/>
          <a:p>
            <a:pPr>
              <a:spcAft>
                <a:spcPts val="300"/>
              </a:spcAft>
              <a:defRPr sz="2100" b="1" i="0">
                <a:solidFill>
                  <a:srgbClr val="86EFAC"/>
                </a:solidFill>
                <a:latin typeface="Inter"/>
              </a:defRPr>
            </a:pPr>
            <a:r>
              <a:t>MASS CELEBRANT:</a:t>
            </a:r>
          </a:p>
          <a:p>
            <a:pPr>
              <a:spcAft>
                <a:spcPts val="300"/>
              </a:spcAft>
              <a:defRPr sz="2100" b="0" i="0">
                <a:solidFill>
                  <a:srgbClr val="F0FDF4"/>
                </a:solidFill>
                <a:latin typeface="Inter"/>
              </a:defRPr>
            </a:pPr>
            <a:r>
              <a:t>Rev. Fr. Jonrey Lauron, RCJ</a:t>
            </a:r>
          </a:p>
          <a:p>
            <a:pPr>
              <a:spcAft>
                <a:spcPts val="300"/>
              </a:spcAft>
              <a:defRPr sz="2100" b="0" i="0">
                <a:solidFill>
                  <a:srgbClr val="F0FDF4"/>
                </a:solidFill>
                <a:latin typeface="Inter"/>
              </a:defRPr>
            </a:pPr>
          </a:p>
          <a:p>
            <a:pPr>
              <a:spcAft>
                <a:spcPts val="300"/>
              </a:spcAft>
              <a:defRPr sz="2100" b="0" i="0">
                <a:solidFill>
                  <a:srgbClr val="F0FDF4"/>
                </a:solidFill>
                <a:latin typeface="Inter"/>
              </a:defRPr>
            </a:pPr>
            <a:r>
              <a:t>Gospel (John 3:16-18)</a:t>
            </a:r>
          </a:p>
          <a:p>
            <a:pPr>
              <a:spcAft>
                <a:spcPts val="300"/>
              </a:spcAft>
              <a:defRPr sz="2100" b="0" i="0">
                <a:solidFill>
                  <a:srgbClr val="F0FDF4"/>
                </a:solidFill>
                <a:latin typeface="Inter"/>
              </a:defRPr>
            </a:pPr>
            <a:r>
              <a:t>“For God so loved the world, that he gave his one and only Son, that whoever believes in him should not perish, but have eternal life.”</a:t>
            </a:r>
          </a:p>
          <a:p>
            <a:pPr>
              <a:spcAft>
                <a:spcPts val="300"/>
              </a:spcAft>
              <a:defRPr sz="2100" b="0" i="0">
                <a:solidFill>
                  <a:srgbClr val="F0FDF4"/>
                </a:solidFill>
                <a:latin typeface="Inter"/>
              </a:defRPr>
            </a:pPr>
          </a:p>
          <a:p>
            <a:pPr>
              <a:spcAft>
                <a:spcPts val="300"/>
              </a:spcAft>
              <a:defRPr sz="2100" b="0" i="0">
                <a:solidFill>
                  <a:srgbClr val="F0FDF4"/>
                </a:solidFill>
                <a:latin typeface="Inter"/>
              </a:defRPr>
            </a:pPr>
            <a:r>
              <a:t>YEAR A</a:t>
            </a:r>
          </a:p>
          <a:p>
            <a:pPr>
              <a:spcAft>
                <a:spcPts val="300"/>
              </a:spcAft>
              <a:defRPr sz="2100" b="0" i="0">
                <a:solidFill>
                  <a:srgbClr val="F0FDF4"/>
                </a:solidFill>
                <a:latin typeface="Inter"/>
              </a:defRPr>
            </a:pPr>
            <a:r>
              <a:t>2026-05-31 · Ordinary Time</a:t>
            </a:r>
          </a:p>
        </p:txBody>
      </p:sp>
      <p:sp>
        <p:nvSpPr>
          <p:cNvPr id="4" name="TextBox 3"/>
          <p:cNvSpPr txBox="1"/>
          <p:nvPr/>
        </p:nvSpPr>
        <p:spPr>
          <a:xfrm>
            <a:off x="914400" y="9418320"/>
            <a:ext cx="16459200" cy="777240"/>
          </a:xfrm>
          <a:prstGeom prst="rect">
            <a:avLst/>
          </a:prstGeom>
          <a:noFill/>
        </p:spPr>
        <p:txBody>
          <a:bodyPr wrap="square" lIns="109728" rIns="109728" tIns="73152" bIns="73152">
            <a:noAutofit/>
          </a:bodyPr>
          <a:lstStyle/>
          <a:p/>
          <a:p>
            <a:pPr>
              <a:spcBef>
                <a:spcPts val="200"/>
              </a:spcBef>
              <a:defRPr sz="1200" b="0" i="0">
                <a:solidFill>
                  <a:srgbClr val="86EFAC"/>
                </a:solidFill>
                <a:latin typeface="Inter"/>
              </a:defRPr>
            </a:pPr>
            <a:r>
              <a:t>Mass poster / divider</a:t>
            </a:r>
          </a:p>
        </p:txBody>
      </p:sp>
    </p:spTree>
  </p:cSld>
  <p:clrMapOvr>
    <a:masterClrMapping/>
  </p:clrMapOvr>
</p:sld>
</file>

<file path=ppt/slides/slide78.xml><?xml version="1.0" encoding="utf-8"?>
<p:sld xmlns:a="http://schemas.openxmlformats.org/drawingml/2006/main" xmlns:p="http://schemas.openxmlformats.org/presentationml/2006/main" xmlns:r="http://schemas.openxmlformats.org/officeDocument/2006/relationships">
  <p:cSld>
    <p:bg>
      <p:bgPr>
        <a:solidFill>
          <a:srgbClr val="10251C"/>
        </a:solidFill>
        <a:effectLst/>
      </p:bgPr>
    </p:bg>
    <p:spTree>
      <p:nvGrpSpPr>
        <p:cNvPr id="1" name=""/>
        <p:cNvGrpSpPr/>
        <p:nvPr/>
      </p:nvGrpSpPr>
      <p:grpSpPr/>
      <p:sp>
        <p:nvSpPr>
          <p:cNvPr id="2" name="TextBox 1"/>
          <p:cNvSpPr txBox="1"/>
          <p:nvPr/>
        </p:nvSpPr>
        <p:spPr>
          <a:xfrm>
            <a:off x="914400" y="530352"/>
            <a:ext cx="16459200" cy="8750808"/>
          </a:xfrm>
          <a:prstGeom prst="rect">
            <a:avLst/>
          </a:prstGeom>
          <a:noFill/>
        </p:spPr>
        <p:txBody>
          <a:bodyPr wrap="square" lIns="109728" rIns="109728" tIns="73152" bIns="73152">
            <a:noAutofit/>
          </a:bodyPr>
          <a:lstStyle/>
          <a:p>
            <a:pPr algn="ctr">
              <a:spcAft>
                <a:spcPts val="500"/>
              </a:spcAft>
              <a:defRPr sz="1900" b="1" i="0">
                <a:solidFill>
                  <a:srgbClr val="F0FDF4"/>
                </a:solidFill>
                <a:latin typeface="Inter"/>
              </a:defRPr>
            </a:pPr>
            <a:r>
              <a:t>MASS COLLECTION</a:t>
            </a:r>
          </a:p>
          <a:p>
            <a:pPr algn="ctr">
              <a:spcAft>
                <a:spcPts val="500"/>
              </a:spcAft>
              <a:defRPr sz="1500" b="0" i="1">
                <a:solidFill>
                  <a:srgbClr val="86EFAC"/>
                </a:solidFill>
                <a:latin typeface="Inter"/>
              </a:defRPr>
            </a:pPr>
            <a:r>
              <a:t>Thank you for your generosity.</a:t>
            </a:r>
          </a:p>
          <a:p>
            <a:pPr algn="ctr">
              <a:spcAft>
                <a:spcPts val="500"/>
              </a:spcAft>
              <a:defRPr sz="1500" b="0" i="1">
                <a:solidFill>
                  <a:srgbClr val="86EFAC"/>
                </a:solidFill>
                <a:latin typeface="Inter"/>
              </a:defRPr>
            </a:pPr>
            <a:r>
              <a:t>Date: Sunday, May 24, 2026</a:t>
            </a:r>
          </a:p>
        </p:txBody>
      </p:sp>
      <p:sp>
        <p:nvSpPr>
          <p:cNvPr id="3" name="TextBox 2"/>
          <p:cNvSpPr txBox="1"/>
          <p:nvPr/>
        </p:nvSpPr>
        <p:spPr>
          <a:xfrm>
            <a:off x="914400" y="9418320"/>
            <a:ext cx="16459200" cy="777240"/>
          </a:xfrm>
          <a:prstGeom prst="rect">
            <a:avLst/>
          </a:prstGeom>
          <a:noFill/>
        </p:spPr>
        <p:txBody>
          <a:bodyPr wrap="square" lIns="109728" rIns="109728" tIns="73152" bIns="73152">
            <a:noAutofit/>
          </a:bodyPr>
          <a:lstStyle/>
          <a:p/>
          <a:p>
            <a:pPr>
              <a:spcBef>
                <a:spcPts val="200"/>
              </a:spcBef>
              <a:defRPr sz="1200" b="0" i="0">
                <a:solidFill>
                  <a:srgbClr val="86EFAC"/>
                </a:solidFill>
                <a:latin typeface="Inter"/>
              </a:defRPr>
            </a:pPr>
            <a:r>
              <a:t>Mass Collection</a:t>
            </a:r>
          </a:p>
        </p:txBody>
      </p:sp>
    </p:spTree>
  </p:cSld>
  <p:clrMapOvr>
    <a:masterClrMapping/>
  </p:clrMapOvr>
</p:sld>
</file>

<file path=ppt/slides/slide79.xml><?xml version="1.0" encoding="utf-8"?>
<p:sld xmlns:a="http://schemas.openxmlformats.org/drawingml/2006/main" xmlns:p="http://schemas.openxmlformats.org/presentationml/2006/main" xmlns:r="http://schemas.openxmlformats.org/officeDocument/2006/relationships">
  <p:cSld>
    <p:bg>
      <p:bgPr>
        <a:solidFill>
          <a:srgbClr val="10251C"/>
        </a:solidFill>
        <a:effectLst/>
      </p:bgPr>
    </p:bg>
    <p:spTree>
      <p:nvGrpSpPr>
        <p:cNvPr id="1" name=""/>
        <p:cNvGrpSpPr/>
        <p:nvPr/>
      </p:nvGrpSpPr>
      <p:grpSpPr/>
      <p:sp>
        <p:nvSpPr>
          <p:cNvPr id="2" name="TextBox 1"/>
          <p:cNvSpPr txBox="1"/>
          <p:nvPr/>
        </p:nvSpPr>
        <p:spPr>
          <a:xfrm>
            <a:off x="914400" y="530352"/>
            <a:ext cx="16459200" cy="8750808"/>
          </a:xfrm>
          <a:prstGeom prst="rect">
            <a:avLst/>
          </a:prstGeom>
          <a:noFill/>
        </p:spPr>
        <p:txBody>
          <a:bodyPr wrap="square" lIns="109728" rIns="109728" tIns="73152" bIns="73152">
            <a:noAutofit/>
          </a:bodyPr>
          <a:lstStyle/>
          <a:p>
            <a:pPr algn="ctr">
              <a:spcAft>
                <a:spcPts val="500"/>
              </a:spcAft>
              <a:defRPr sz="1900" b="1" i="0">
                <a:solidFill>
                  <a:srgbClr val="F0FDF4"/>
                </a:solidFill>
                <a:latin typeface="Inter"/>
              </a:defRPr>
            </a:pPr>
            <a:r>
              <a:t>FOOD SPONSORS</a:t>
            </a:r>
          </a:p>
          <a:p>
            <a:pPr algn="ctr">
              <a:spcAft>
                <a:spcPts val="500"/>
              </a:spcAft>
              <a:defRPr sz="1500" b="0" i="1">
                <a:solidFill>
                  <a:srgbClr val="86EFAC"/>
                </a:solidFill>
                <a:latin typeface="Inter"/>
              </a:defRPr>
            </a:pPr>
            <a:r>
              <a:t>The community thanks our food sponsors.</a:t>
            </a:r>
          </a:p>
          <a:p>
            <a:pPr algn="ctr">
              <a:spcAft>
                <a:spcPts val="500"/>
              </a:spcAft>
              <a:defRPr sz="1500" b="0" i="1">
                <a:solidFill>
                  <a:srgbClr val="86EFAC"/>
                </a:solidFill>
                <a:latin typeface="Inter"/>
              </a:defRPr>
            </a:pPr>
            <a:r>
              <a:t>(No sponsors listed — add names in Mass Builder.)</a:t>
            </a:r>
          </a:p>
        </p:txBody>
      </p:sp>
      <p:sp>
        <p:nvSpPr>
          <p:cNvPr id="3" name="TextBox 2"/>
          <p:cNvSpPr txBox="1"/>
          <p:nvPr/>
        </p:nvSpPr>
        <p:spPr>
          <a:xfrm>
            <a:off x="914400" y="9418320"/>
            <a:ext cx="16459200" cy="777240"/>
          </a:xfrm>
          <a:prstGeom prst="rect">
            <a:avLst/>
          </a:prstGeom>
          <a:noFill/>
        </p:spPr>
        <p:txBody>
          <a:bodyPr wrap="square" lIns="109728" rIns="109728" tIns="73152" bIns="73152">
            <a:noAutofit/>
          </a:bodyPr>
          <a:lstStyle/>
          <a:p/>
          <a:p>
            <a:pPr>
              <a:spcBef>
                <a:spcPts val="200"/>
              </a:spcBef>
              <a:defRPr sz="1200" b="0" i="0">
                <a:solidFill>
                  <a:srgbClr val="86EFAC"/>
                </a:solidFill>
                <a:latin typeface="Inter"/>
              </a:defRPr>
            </a:pPr>
            <a:r>
              <a:t>Food Sponsors</a:t>
            </a:r>
          </a:p>
        </p:txBody>
      </p:sp>
    </p:spTree>
  </p:cSld>
  <p:clrMapOvr>
    <a:masterClrMapping/>
  </p:clrMapOvr>
</p:sld>
</file>

<file path=ppt/slides/slide80.xml><?xml version="1.0" encoding="utf-8"?>
<p:sld xmlns:a="http://schemas.openxmlformats.org/drawingml/2006/main" xmlns:p="http://schemas.openxmlformats.org/presentationml/2006/main" xmlns:r="http://schemas.openxmlformats.org/officeDocument/2006/relationships">
  <p:cSld>
    <p:bg>
      <p:bgPr>
        <a:solidFill>
          <a:srgbClr val="10251C"/>
        </a:solidFill>
        <a:effectLst/>
      </p:bgPr>
    </p:bg>
    <p:spTree>
      <p:nvGrpSpPr>
        <p:cNvPr id="1" name=""/>
        <p:cNvGrpSpPr/>
        <p:nvPr/>
      </p:nvGrpSpPr>
      <p:grpSpPr/>
      <p:sp>
        <p:nvSpPr>
          <p:cNvPr id="2" name="TextBox 1"/>
          <p:cNvSpPr txBox="1"/>
          <p:nvPr/>
        </p:nvSpPr>
        <p:spPr>
          <a:xfrm>
            <a:off x="914400" y="530352"/>
            <a:ext cx="16459200" cy="8750808"/>
          </a:xfrm>
          <a:prstGeom prst="rect">
            <a:avLst/>
          </a:prstGeom>
          <a:noFill/>
        </p:spPr>
        <p:txBody>
          <a:bodyPr wrap="square" lIns="109728" rIns="109728" tIns="73152" bIns="73152">
            <a:noAutofit/>
          </a:bodyPr>
          <a:lstStyle/>
          <a:p>
            <a:pPr algn="ctr">
              <a:spcAft>
                <a:spcPts val="500"/>
              </a:spcAft>
              <a:defRPr sz="1900" b="1" i="0">
                <a:solidFill>
                  <a:srgbClr val="F0FDF4"/>
                </a:solidFill>
                <a:latin typeface="Inter"/>
              </a:defRPr>
            </a:pPr>
            <a:r>
              <a:t>CHURCH ANNOUNCEMENTS</a:t>
            </a:r>
          </a:p>
          <a:p>
            <a:pPr algn="ctr">
              <a:spcAft>
                <a:spcPts val="500"/>
              </a:spcAft>
              <a:defRPr sz="1500" b="0" i="1">
                <a:solidFill>
                  <a:srgbClr val="86EFAC"/>
                </a:solidFill>
                <a:latin typeface="Inter"/>
              </a:defRPr>
            </a:pPr>
            <a:r>
              <a:t>Insert bulletin points with complete sentences on the following slides or edit this deck.</a:t>
            </a:r>
          </a:p>
        </p:txBody>
      </p:sp>
      <p:sp>
        <p:nvSpPr>
          <p:cNvPr id="3" name="TextBox 2"/>
          <p:cNvSpPr txBox="1"/>
          <p:nvPr/>
        </p:nvSpPr>
        <p:spPr>
          <a:xfrm>
            <a:off x="914400" y="9418320"/>
            <a:ext cx="16459200" cy="777240"/>
          </a:xfrm>
          <a:prstGeom prst="rect">
            <a:avLst/>
          </a:prstGeom>
          <a:noFill/>
        </p:spPr>
        <p:txBody>
          <a:bodyPr wrap="square" lIns="109728" rIns="109728" tIns="73152" bIns="73152">
            <a:noAutofit/>
          </a:bodyPr>
          <a:lstStyle/>
          <a:p/>
          <a:p>
            <a:pPr>
              <a:spcBef>
                <a:spcPts val="200"/>
              </a:spcBef>
              <a:defRPr sz="1200" b="0" i="0">
                <a:solidFill>
                  <a:srgbClr val="86EFAC"/>
                </a:solidFill>
                <a:latin typeface="Inter"/>
              </a:defRPr>
            </a:pPr>
            <a:r>
              <a:t>Announcements</a:t>
            </a:r>
          </a:p>
        </p:txBody>
      </p:sp>
    </p:spTree>
  </p:cSld>
  <p:clrMapOvr>
    <a:masterClrMapping/>
  </p:clrMapOvr>
</p:sld>
</file>

<file path=ppt/slides/slide81.xml><?xml version="1.0" encoding="utf-8"?>
<p:sld xmlns:a="http://schemas.openxmlformats.org/drawingml/2006/main" xmlns:p="http://schemas.openxmlformats.org/presentationml/2006/main" xmlns:r="http://schemas.openxmlformats.org/officeDocument/2006/relationships">
  <p:cSld>
    <p:bg>
      <p:bgPr>
        <a:solidFill>
          <a:srgbClr val="10251C"/>
        </a:solidFill>
        <a:effectLst/>
      </p:bgPr>
    </p:bg>
    <p:spTree>
      <p:nvGrpSpPr>
        <p:cNvPr id="1" name=""/>
        <p:cNvGrpSpPr/>
        <p:nvPr/>
      </p:nvGrpSpPr>
      <p:grpSpPr/>
      <p:sp>
        <p:nvSpPr>
          <p:cNvPr id="2" name="TextBox 1"/>
          <p:cNvSpPr txBox="1"/>
          <p:nvPr/>
        </p:nvSpPr>
        <p:spPr>
          <a:xfrm>
            <a:off x="914400" y="530352"/>
            <a:ext cx="16459200" cy="8750808"/>
          </a:xfrm>
          <a:prstGeom prst="rect">
            <a:avLst/>
          </a:prstGeom>
          <a:noFill/>
        </p:spPr>
        <p:txBody>
          <a:bodyPr wrap="square" lIns="109728" rIns="109728" tIns="73152" bIns="73152">
            <a:noAutofit/>
          </a:bodyPr>
          <a:lstStyle/>
          <a:p>
            <a:pPr algn="ctr">
              <a:spcAft>
                <a:spcPts val="500"/>
              </a:spcAft>
              <a:defRPr sz="1900" b="1" i="0">
                <a:solidFill>
                  <a:srgbClr val="F0FDF4"/>
                </a:solidFill>
                <a:latin typeface="Inter"/>
              </a:defRPr>
            </a:pPr>
            <a:r>
              <a:t>Welcome newcomers!</a:t>
            </a:r>
          </a:p>
          <a:p>
            <a:pPr algn="ctr">
              <a:spcAft>
                <a:spcPts val="500"/>
              </a:spcAft>
              <a:defRPr sz="1500" b="0" i="1">
                <a:solidFill>
                  <a:srgbClr val="86EFAC"/>
                </a:solidFill>
                <a:latin typeface="Inter"/>
              </a:defRPr>
            </a:pPr>
            <a:r>
              <a:t>Photo collage optional.</a:t>
            </a:r>
          </a:p>
        </p:txBody>
      </p:sp>
      <p:sp>
        <p:nvSpPr>
          <p:cNvPr id="3" name="TextBox 2"/>
          <p:cNvSpPr txBox="1"/>
          <p:nvPr/>
        </p:nvSpPr>
        <p:spPr>
          <a:xfrm>
            <a:off x="914400" y="9418320"/>
            <a:ext cx="16459200" cy="777240"/>
          </a:xfrm>
          <a:prstGeom prst="rect">
            <a:avLst/>
          </a:prstGeom>
          <a:noFill/>
        </p:spPr>
        <p:txBody>
          <a:bodyPr wrap="square" lIns="109728" rIns="109728" tIns="73152" bIns="73152">
            <a:noAutofit/>
          </a:bodyPr>
          <a:lstStyle/>
          <a:p/>
          <a:p>
            <a:pPr>
              <a:spcBef>
                <a:spcPts val="200"/>
              </a:spcBef>
              <a:defRPr sz="1200" b="0" i="0">
                <a:solidFill>
                  <a:srgbClr val="86EFAC"/>
                </a:solidFill>
                <a:latin typeface="Inter"/>
              </a:defRPr>
            </a:pPr>
            <a:r>
              <a:t>Announcements</a:t>
            </a:r>
          </a:p>
        </p:txBody>
      </p:sp>
    </p:spTree>
  </p:cSld>
  <p:clrMapOvr>
    <a:masterClrMapping/>
  </p:clrMapOvr>
</p:sld>
</file>

<file path=ppt/slides/slide82.xml><?xml version="1.0" encoding="utf-8"?>
<p:sld xmlns:a="http://schemas.openxmlformats.org/drawingml/2006/main" xmlns:p="http://schemas.openxmlformats.org/presentationml/2006/main" xmlns:r="http://schemas.openxmlformats.org/officeDocument/2006/relationships">
  <p:cSld>
    <p:bg>
      <p:bgPr>
        <a:solidFill>
          <a:srgbClr val="10251C"/>
        </a:solidFill>
        <a:effectLst/>
      </p:bgPr>
    </p:bg>
    <p:spTree>
      <p:nvGrpSpPr>
        <p:cNvPr id="1" name=""/>
        <p:cNvGrpSpPr/>
        <p:nvPr/>
      </p:nvGrpSpPr>
      <p:grpSpPr/>
      <p:sp>
        <p:nvSpPr>
          <p:cNvPr id="2" name="TextBox 1"/>
          <p:cNvSpPr txBox="1"/>
          <p:nvPr/>
        </p:nvSpPr>
        <p:spPr>
          <a:xfrm>
            <a:off x="914400" y="530352"/>
            <a:ext cx="16459200" cy="8750808"/>
          </a:xfrm>
          <a:prstGeom prst="rect">
            <a:avLst/>
          </a:prstGeom>
          <a:noFill/>
        </p:spPr>
        <p:txBody>
          <a:bodyPr wrap="square" lIns="109728" rIns="109728" tIns="73152" bIns="73152">
            <a:noAutofit/>
          </a:bodyPr>
          <a:lstStyle/>
          <a:p>
            <a:pPr algn="ctr">
              <a:spcAft>
                <a:spcPts val="500"/>
              </a:spcAft>
              <a:defRPr sz="1900" b="1" i="0">
                <a:solidFill>
                  <a:srgbClr val="F0FDF4"/>
                </a:solidFill>
                <a:latin typeface="Inter"/>
              </a:defRPr>
            </a:pPr>
            <a:r>
              <a:t>Sacrament of Confession</a:t>
            </a:r>
          </a:p>
          <a:p>
            <a:pPr algn="ctr">
              <a:spcAft>
                <a:spcPts val="500"/>
              </a:spcAft>
              <a:defRPr sz="1500" b="0" i="1">
                <a:solidFill>
                  <a:srgbClr val="86EFAC"/>
                </a:solidFill>
                <a:latin typeface="Inter"/>
              </a:defRPr>
            </a:pPr>
            <a:r>
              <a:t>The Lord never tires of forgiving us; we are the ones who tire of seeking his mercy. — Pope Francis</a:t>
            </a:r>
          </a:p>
        </p:txBody>
      </p:sp>
      <p:sp>
        <p:nvSpPr>
          <p:cNvPr id="3" name="TextBox 2"/>
          <p:cNvSpPr txBox="1"/>
          <p:nvPr/>
        </p:nvSpPr>
        <p:spPr>
          <a:xfrm>
            <a:off x="914400" y="9418320"/>
            <a:ext cx="16459200" cy="777240"/>
          </a:xfrm>
          <a:prstGeom prst="rect">
            <a:avLst/>
          </a:prstGeom>
          <a:noFill/>
        </p:spPr>
        <p:txBody>
          <a:bodyPr wrap="square" lIns="109728" rIns="109728" tIns="73152" bIns="73152">
            <a:noAutofit/>
          </a:bodyPr>
          <a:lstStyle/>
          <a:p/>
          <a:p>
            <a:pPr>
              <a:spcBef>
                <a:spcPts val="200"/>
              </a:spcBef>
              <a:defRPr sz="1200" b="0" i="0">
                <a:solidFill>
                  <a:srgbClr val="86EFAC"/>
                </a:solidFill>
                <a:latin typeface="Inter"/>
              </a:defRPr>
            </a:pPr>
            <a:r>
              <a:t>Announcements</a:t>
            </a:r>
          </a:p>
        </p:txBody>
      </p:sp>
    </p:spTree>
  </p:cSld>
  <p:clrMapOvr>
    <a:masterClrMapping/>
  </p:clrMapOvr>
</p:sld>
</file>

<file path=ppt/slides/slide83.xml><?xml version="1.0" encoding="utf-8"?>
<p:sld xmlns:a="http://schemas.openxmlformats.org/drawingml/2006/main" xmlns:p="http://schemas.openxmlformats.org/presentationml/2006/main" xmlns:r="http://schemas.openxmlformats.org/officeDocument/2006/relationships">
  <p:cSld>
    <p:bg>
      <p:bgPr>
        <a:solidFill>
          <a:srgbClr val="10251C"/>
        </a:solidFill>
        <a:effectLst/>
      </p:bgPr>
    </p:bg>
    <p:spTree>
      <p:nvGrpSpPr>
        <p:cNvPr id="1" name=""/>
        <p:cNvGrpSpPr/>
        <p:nvPr/>
      </p:nvGrpSpPr>
      <p:grpSpPr/>
      <p:sp>
        <p:nvSpPr>
          <p:cNvPr id="2" name="TextBox 1"/>
          <p:cNvSpPr txBox="1"/>
          <p:nvPr/>
        </p:nvSpPr>
        <p:spPr>
          <a:xfrm>
            <a:off x="914400" y="530352"/>
            <a:ext cx="16459200" cy="8750808"/>
          </a:xfrm>
          <a:prstGeom prst="rect">
            <a:avLst/>
          </a:prstGeom>
          <a:noFill/>
        </p:spPr>
        <p:txBody>
          <a:bodyPr wrap="square" lIns="109728" rIns="109728" tIns="73152" bIns="73152">
            <a:noAutofit/>
          </a:bodyPr>
          <a:lstStyle/>
          <a:p>
            <a:pPr algn="ctr">
              <a:spcAft>
                <a:spcPts val="500"/>
              </a:spcAft>
              <a:defRPr sz="1900" b="1" i="0">
                <a:solidFill>
                  <a:srgbClr val="F0FDF4"/>
                </a:solidFill>
                <a:latin typeface="Inter"/>
              </a:defRPr>
            </a:pPr>
            <a:r>
              <a:t>Updates and Announcements</a:t>
            </a:r>
          </a:p>
          <a:p>
            <a:pPr algn="ctr">
              <a:spcAft>
                <a:spcPts val="500"/>
              </a:spcAft>
              <a:defRPr sz="1500" b="0" i="1">
                <a:solidFill>
                  <a:srgbClr val="86EFAC"/>
                </a:solidFill>
                <a:latin typeface="Inter"/>
              </a:defRPr>
            </a:pPr>
            <a:r>
              <a:t>Name your community page and invitation to follow in full; add a QR code to the slide master if you wish.</a:t>
            </a:r>
          </a:p>
        </p:txBody>
      </p:sp>
      <p:sp>
        <p:nvSpPr>
          <p:cNvPr id="3" name="TextBox 2"/>
          <p:cNvSpPr txBox="1"/>
          <p:nvPr/>
        </p:nvSpPr>
        <p:spPr>
          <a:xfrm>
            <a:off x="914400" y="9418320"/>
            <a:ext cx="16459200" cy="777240"/>
          </a:xfrm>
          <a:prstGeom prst="rect">
            <a:avLst/>
          </a:prstGeom>
          <a:noFill/>
        </p:spPr>
        <p:txBody>
          <a:bodyPr wrap="square" lIns="109728" rIns="109728" tIns="73152" bIns="73152">
            <a:noAutofit/>
          </a:bodyPr>
          <a:lstStyle/>
          <a:p/>
          <a:p>
            <a:pPr>
              <a:spcBef>
                <a:spcPts val="200"/>
              </a:spcBef>
              <a:defRPr sz="1200" b="0" i="0">
                <a:solidFill>
                  <a:srgbClr val="86EFAC"/>
                </a:solidFill>
                <a:latin typeface="Inter"/>
              </a:defRPr>
            </a:pPr>
            <a:r>
              <a:t>Announcements</a:t>
            </a:r>
          </a:p>
        </p:txBody>
      </p:sp>
    </p:spTree>
  </p:cSld>
  <p:clrMapOvr>
    <a:masterClrMapping/>
  </p:clrMapOvr>
</p:sld>
</file>

<file path=ppt/slides/slide84.xml><?xml version="1.0" encoding="utf-8"?>
<p:sld xmlns:a="http://schemas.openxmlformats.org/drawingml/2006/main" xmlns:p="http://schemas.openxmlformats.org/presentationml/2006/main" xmlns:r="http://schemas.openxmlformats.org/officeDocument/2006/relationships">
  <p:cSld>
    <p:bg>
      <p:bgPr>
        <a:solidFill>
          <a:srgbClr val="10251C"/>
        </a:solidFill>
        <a:effectLst/>
      </p:bgPr>
    </p:bg>
    <p:spTree>
      <p:nvGrpSpPr>
        <p:cNvPr id="1" name=""/>
        <p:cNvGrpSpPr/>
        <p:nvPr/>
      </p:nvGrpSpPr>
      <p:grpSpPr/>
      <p:sp>
        <p:nvSpPr>
          <p:cNvPr id="2" name="TextBox 1"/>
          <p:cNvSpPr txBox="1"/>
          <p:nvPr/>
        </p:nvSpPr>
        <p:spPr>
          <a:xfrm>
            <a:off x="914400" y="530352"/>
            <a:ext cx="16459200" cy="8750808"/>
          </a:xfrm>
          <a:prstGeom prst="rect">
            <a:avLst/>
          </a:prstGeom>
          <a:noFill/>
        </p:spPr>
        <p:txBody>
          <a:bodyPr wrap="square" lIns="109728" rIns="109728" tIns="73152" bIns="73152">
            <a:noAutofit/>
          </a:bodyPr>
          <a:lstStyle/>
          <a:p>
            <a:pPr algn="ctr">
              <a:spcBef>
                <a:spcPts val="400"/>
              </a:spcBef>
              <a:spcAft>
                <a:spcPts val="500"/>
              </a:spcAft>
              <a:defRPr sz="2000" b="1" i="0">
                <a:solidFill>
                  <a:srgbClr val="86EFAC"/>
                </a:solidFill>
                <a:latin typeface="Inter"/>
              </a:defRPr>
            </a:pPr>
            <a:r>
              <a:t>Priest: The Lord be with you.</a:t>
            </a:r>
          </a:p>
          <a:p>
            <a:pPr algn="ctr">
              <a:spcBef>
                <a:spcPts val="400"/>
              </a:spcBef>
              <a:spcAft>
                <a:spcPts val="500"/>
              </a:spcAft>
              <a:defRPr sz="2000" b="1" i="0">
                <a:solidFill>
                  <a:srgbClr val="F0FDF4"/>
                </a:solidFill>
                <a:latin typeface="Inter"/>
              </a:defRPr>
            </a:pPr>
            <a:r>
              <a:t>All: And with your spirit.</a:t>
            </a:r>
          </a:p>
          <a:p>
            <a:pPr algn="ctr">
              <a:spcBef>
                <a:spcPts val="400"/>
              </a:spcBef>
              <a:spcAft>
                <a:spcPts val="500"/>
              </a:spcAft>
              <a:defRPr sz="2000" b="1" i="0">
                <a:solidFill>
                  <a:srgbClr val="86EFAC"/>
                </a:solidFill>
                <a:latin typeface="Inter"/>
              </a:defRPr>
            </a:pPr>
            <a:r>
              <a:t>Priest: May almighty God bless you, the Father, and the Son, and the Holy Spirit.</a:t>
            </a:r>
          </a:p>
          <a:p>
            <a:pPr algn="ctr">
              <a:spcBef>
                <a:spcPts val="400"/>
              </a:spcBef>
              <a:spcAft>
                <a:spcPts val="500"/>
              </a:spcAft>
              <a:defRPr sz="2000" b="1" i="0">
                <a:solidFill>
                  <a:srgbClr val="F0FDF4"/>
                </a:solidFill>
                <a:latin typeface="Inter"/>
              </a:defRPr>
            </a:pPr>
            <a:r>
              <a:t>All: Amen.</a:t>
            </a:r>
          </a:p>
          <a:p>
            <a:pPr algn="ctr">
              <a:spcBef>
                <a:spcPts val="400"/>
              </a:spcBef>
              <a:spcAft>
                <a:spcPts val="500"/>
              </a:spcAft>
              <a:defRPr sz="2000" b="1" i="0">
                <a:solidFill>
                  <a:srgbClr val="86EFAC"/>
                </a:solidFill>
                <a:latin typeface="Inter"/>
              </a:defRPr>
            </a:pPr>
            <a:r>
              <a:t>Priest: Go in peace, glorifying the Lord by your life.</a:t>
            </a:r>
          </a:p>
          <a:p>
            <a:pPr algn="ctr">
              <a:spcBef>
                <a:spcPts val="400"/>
              </a:spcBef>
              <a:spcAft>
                <a:spcPts val="500"/>
              </a:spcAft>
              <a:defRPr sz="2000" b="1" i="0">
                <a:solidFill>
                  <a:srgbClr val="F0FDF4"/>
                </a:solidFill>
                <a:latin typeface="Inter"/>
              </a:defRPr>
            </a:pPr>
            <a:r>
              <a:t>All: Thanks be to God.</a:t>
            </a:r>
          </a:p>
        </p:txBody>
      </p:sp>
      <p:sp>
        <p:nvSpPr>
          <p:cNvPr id="3" name="TextBox 2"/>
          <p:cNvSpPr txBox="1"/>
          <p:nvPr/>
        </p:nvSpPr>
        <p:spPr>
          <a:xfrm>
            <a:off x="914400" y="9418320"/>
            <a:ext cx="16459200" cy="777240"/>
          </a:xfrm>
          <a:prstGeom prst="rect">
            <a:avLst/>
          </a:prstGeom>
          <a:noFill/>
        </p:spPr>
        <p:txBody>
          <a:bodyPr wrap="square" lIns="109728" rIns="109728" tIns="73152" bIns="73152">
            <a:noAutofit/>
          </a:bodyPr>
          <a:lstStyle/>
          <a:p/>
          <a:p>
            <a:pPr>
              <a:spcBef>
                <a:spcPts val="200"/>
              </a:spcBef>
              <a:defRPr sz="1200" b="0" i="0">
                <a:solidFill>
                  <a:srgbClr val="86EFAC"/>
                </a:solidFill>
                <a:latin typeface="Inter"/>
              </a:defRPr>
            </a:pPr>
            <a:r>
              <a:t>Final Blessing</a:t>
            </a:r>
          </a:p>
        </p:txBody>
      </p:sp>
    </p:spTree>
  </p:cSld>
  <p:clrMapOvr>
    <a:masterClrMapping/>
  </p:clrMapOvr>
</p:sld>
</file>

<file path=ppt/slides/slide85.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Box 1"/>
          <p:cNvSpPr txBox="1"/>
          <p:nvPr/>
        </p:nvSpPr>
        <p:spPr>
          <a:xfrm>
            <a:off x="914400" y="109728"/>
            <a:ext cx="16459200" cy="868680"/>
          </a:xfrm>
          <a:prstGeom prst="rect">
            <a:avLst/>
          </a:prstGeom>
          <a:noFill/>
        </p:spPr>
        <p:txBody>
          <a:bodyPr wrap="square" lIns="109728" rIns="109728" tIns="73152" bIns="73152">
            <a:noAutofit/>
          </a:bodyPr>
          <a:lstStyle/>
          <a:p>
            <a:pPr algn="ctr">
              <a:defRPr sz="3850" b="1" i="0">
                <a:solidFill>
                  <a:srgbClr val="FFCC4D"/>
                </a:solidFill>
                <a:latin typeface="Georgia"/>
              </a:defRPr>
            </a:pPr>
            <a:r>
              <a:t>We Are Called</a:t>
            </a:r>
          </a:p>
        </p:txBody>
      </p:sp>
      <p:sp>
        <p:nvSpPr>
          <p:cNvPr id="3" name="TextBox 2"/>
          <p:cNvSpPr txBox="1"/>
          <p:nvPr/>
        </p:nvSpPr>
        <p:spPr>
          <a:xfrm>
            <a:off x="0" y="1069848"/>
            <a:ext cx="18288000" cy="8348472"/>
          </a:xfrm>
          <a:prstGeom prst="rect">
            <a:avLst/>
          </a:prstGeom>
          <a:noFill/>
        </p:spPr>
        <p:txBody>
          <a:bodyPr wrap="square" lIns="0" rIns="0" tIns="73152" bIns="73152" anchor="ctr">
            <a:noAutofit/>
          </a:bodyPr>
          <a:lstStyle/>
          <a:p>
            <a:pPr algn="ctr">
              <a:lnSpc>
                <a:spcPct val="100000"/>
              </a:lnSpc>
              <a:spcAft>
                <a:spcPts val="600"/>
              </a:spcAft>
              <a:defRPr sz="5500" b="1" i="0">
                <a:solidFill>
                  <a:srgbClr val="FFFFFF"/>
                </a:solidFill>
                <a:latin typeface="Arial Black"/>
              </a:defRPr>
            </a:pPr>
            <a:r>
              <a:t>WE ARE CALLED TO ACT WITH JUSTICE,</a:t>
            </a:r>
          </a:p>
          <a:p>
            <a:pPr algn="ctr">
              <a:lnSpc>
                <a:spcPct val="100000"/>
              </a:lnSpc>
              <a:spcAft>
                <a:spcPts val="600"/>
              </a:spcAft>
              <a:defRPr sz="5500" b="1" i="0">
                <a:solidFill>
                  <a:srgbClr val="FFFFFF"/>
                </a:solidFill>
                <a:latin typeface="Arial Black"/>
              </a:defRPr>
            </a:pPr>
            <a:r>
              <a:t>WE ARE CALLED TO LOVE TENDERLY;</a:t>
            </a:r>
          </a:p>
          <a:p>
            <a:pPr algn="ctr">
              <a:lnSpc>
                <a:spcPct val="100000"/>
              </a:lnSpc>
              <a:spcAft>
                <a:spcPts val="600"/>
              </a:spcAft>
              <a:defRPr sz="5500" b="1" i="0">
                <a:solidFill>
                  <a:srgbClr val="FFFFFF"/>
                </a:solidFill>
                <a:latin typeface="Arial Black"/>
              </a:defRPr>
            </a:pPr>
            <a:r>
              <a:t>WE ARE CALLED TO SERVE ONE ANOTHER,</a:t>
            </a:r>
          </a:p>
          <a:p>
            <a:pPr algn="ctr">
              <a:lnSpc>
                <a:spcPct val="100000"/>
              </a:lnSpc>
              <a:spcAft>
                <a:spcPts val="600"/>
              </a:spcAft>
              <a:defRPr sz="5500" b="1" i="0">
                <a:solidFill>
                  <a:srgbClr val="FFFFFF"/>
                </a:solidFill>
                <a:latin typeface="Arial Black"/>
              </a:defRPr>
            </a:pPr>
            <a:r>
              <a:t>TO WALK HUMBLY WITH GOD.</a:t>
            </a:r>
          </a:p>
        </p:txBody>
      </p:sp>
      <p:sp>
        <p:nvSpPr>
          <p:cNvPr id="4" name="TextBox 3"/>
          <p:cNvSpPr txBox="1"/>
          <p:nvPr/>
        </p:nvSpPr>
        <p:spPr>
          <a:xfrm>
            <a:off x="914400" y="9418320"/>
            <a:ext cx="16459200" cy="777240"/>
          </a:xfrm>
          <a:prstGeom prst="rect">
            <a:avLst/>
          </a:prstGeom>
          <a:noFill/>
        </p:spPr>
        <p:txBody>
          <a:bodyPr wrap="square" lIns="109728" rIns="109728" tIns="73152" bIns="73152">
            <a:noAutofit/>
          </a:bodyPr>
          <a:lstStyle/>
          <a:p/>
          <a:p>
            <a:pPr>
              <a:spcBef>
                <a:spcPts val="200"/>
              </a:spcBef>
              <a:defRPr sz="1200" b="0" i="0">
                <a:solidFill>
                  <a:srgbClr val="FFCC4D"/>
                </a:solidFill>
                <a:latin typeface="Inter"/>
              </a:defRPr>
            </a:pPr>
            <a:r>
              <a:t>Recessional</a:t>
            </a:r>
          </a:p>
        </p:txBody>
      </p:sp>
    </p:spTree>
  </p:cSld>
  <p:clrMapOvr>
    <a:masterClrMapping/>
  </p:clrMapOvr>
</p:sld>
</file>

<file path=ppt/slides/slide86.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Box 1"/>
          <p:cNvSpPr txBox="1"/>
          <p:nvPr/>
        </p:nvSpPr>
        <p:spPr>
          <a:xfrm>
            <a:off x="0" y="0"/>
            <a:ext cx="18288000" cy="10287000"/>
          </a:xfrm>
          <a:prstGeom prst="rect">
            <a:avLst/>
          </a:prstGeom>
          <a:noFill/>
        </p:spPr>
        <p:txBody>
          <a:bodyPr wrap="square" lIns="0" rIns="0" tIns="0" bIns="0" anchor="ctr">
            <a:noAutofit/>
          </a:bodyPr>
          <a:lstStyle/>
          <a:p>
            <a:pPr algn="ctr">
              <a:lnSpc>
                <a:spcPct val="100000"/>
              </a:lnSpc>
              <a:spcAft>
                <a:spcPts val="600"/>
              </a:spcAft>
              <a:defRPr sz="5500" b="1" i="0">
                <a:solidFill>
                  <a:srgbClr val="FFFFFF"/>
                </a:solidFill>
                <a:latin typeface="Arial Black"/>
              </a:defRPr>
            </a:pPr>
            <a:r>
              <a:t>COME! LIVE IN THE LIGHT!</a:t>
            </a:r>
          </a:p>
          <a:p>
            <a:pPr algn="ctr">
              <a:lnSpc>
                <a:spcPct val="100000"/>
              </a:lnSpc>
              <a:spcAft>
                <a:spcPts val="600"/>
              </a:spcAft>
              <a:defRPr sz="5500" b="1" i="0">
                <a:solidFill>
                  <a:srgbClr val="FFFFFF"/>
                </a:solidFill>
                <a:latin typeface="Arial Black"/>
              </a:defRPr>
            </a:pPr>
            <a:r>
              <a:t>SHINE WITH THE JOY AND THE LOVE OF THE LORD!</a:t>
            </a:r>
          </a:p>
        </p:txBody>
      </p:sp>
      <p:sp>
        <p:nvSpPr>
          <p:cNvPr id="3" name="TextBox 2"/>
          <p:cNvSpPr txBox="1"/>
          <p:nvPr/>
        </p:nvSpPr>
        <p:spPr>
          <a:xfrm>
            <a:off x="914400" y="9418320"/>
            <a:ext cx="16459200" cy="777240"/>
          </a:xfrm>
          <a:prstGeom prst="rect">
            <a:avLst/>
          </a:prstGeom>
          <a:noFill/>
        </p:spPr>
        <p:txBody>
          <a:bodyPr wrap="square" lIns="109728" rIns="109728" tIns="73152" bIns="73152">
            <a:noAutofit/>
          </a:bodyPr>
          <a:lstStyle/>
          <a:p/>
          <a:p>
            <a:pPr>
              <a:spcBef>
                <a:spcPts val="200"/>
              </a:spcBef>
              <a:defRPr sz="1200" b="0" i="0">
                <a:solidFill>
                  <a:srgbClr val="FFCC4D"/>
                </a:solidFill>
                <a:latin typeface="Inter"/>
              </a:defRPr>
            </a:pPr>
            <a:r>
              <a:t>Recessional</a:t>
            </a:r>
          </a:p>
        </p:txBody>
      </p:sp>
    </p:spTree>
  </p:cSld>
  <p:clrMapOvr>
    <a:masterClrMapping/>
  </p:clrMapOvr>
</p:sld>
</file>

<file path=ppt/slides/slide87.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Box 1"/>
          <p:cNvSpPr txBox="1"/>
          <p:nvPr/>
        </p:nvSpPr>
        <p:spPr>
          <a:xfrm>
            <a:off x="0" y="0"/>
            <a:ext cx="18288000" cy="10287000"/>
          </a:xfrm>
          <a:prstGeom prst="rect">
            <a:avLst/>
          </a:prstGeom>
          <a:noFill/>
        </p:spPr>
        <p:txBody>
          <a:bodyPr wrap="square" lIns="0" rIns="0" tIns="0" bIns="0" anchor="ctr">
            <a:noAutofit/>
          </a:bodyPr>
          <a:lstStyle/>
          <a:p>
            <a:pPr algn="ctr">
              <a:lnSpc>
                <a:spcPct val="100000"/>
              </a:lnSpc>
              <a:spcAft>
                <a:spcPts val="600"/>
              </a:spcAft>
              <a:defRPr sz="5500" b="1" i="0">
                <a:solidFill>
                  <a:srgbClr val="FFFFFF"/>
                </a:solidFill>
                <a:latin typeface="Arial Black"/>
              </a:defRPr>
            </a:pPr>
            <a:r>
              <a:t>GOD OF DAYBREAK, GOD OF SHADOW,</a:t>
            </a:r>
          </a:p>
          <a:p>
            <a:pPr algn="ctr">
              <a:lnSpc>
                <a:spcPct val="100000"/>
              </a:lnSpc>
              <a:spcAft>
                <a:spcPts val="600"/>
              </a:spcAft>
              <a:defRPr sz="5500" b="1" i="0">
                <a:solidFill>
                  <a:srgbClr val="FFFFFF"/>
                </a:solidFill>
                <a:latin typeface="Arial Black"/>
              </a:defRPr>
            </a:pPr>
            <a:r>
              <a:t>COME INTO OUR RESTLESS LIVES;</a:t>
            </a:r>
          </a:p>
          <a:p>
            <a:pPr algn="ctr">
              <a:lnSpc>
                <a:spcPct val="100000"/>
              </a:lnSpc>
              <a:spcAft>
                <a:spcPts val="600"/>
              </a:spcAft>
              <a:defRPr sz="5500" b="1" i="0">
                <a:solidFill>
                  <a:srgbClr val="FFFFFF"/>
                </a:solidFill>
                <a:latin typeface="Arial Black"/>
              </a:defRPr>
            </a:pPr>
            <a:r>
              <a:t>LIFT FROM US THE FEAR OF SHADOWS,</a:t>
            </a:r>
          </a:p>
          <a:p>
            <a:pPr algn="ctr">
              <a:lnSpc>
                <a:spcPct val="100000"/>
              </a:lnSpc>
              <a:spcAft>
                <a:spcPts val="600"/>
              </a:spcAft>
              <a:defRPr sz="5500" b="1" i="0">
                <a:solidFill>
                  <a:srgbClr val="FFFFFF"/>
                </a:solidFill>
                <a:latin typeface="Arial Black"/>
              </a:defRPr>
            </a:pPr>
            <a:r>
              <a:t>THAT WE MAY ARISE WITH LIGHT.</a:t>
            </a:r>
          </a:p>
        </p:txBody>
      </p:sp>
      <p:sp>
        <p:nvSpPr>
          <p:cNvPr id="3" name="TextBox 2"/>
          <p:cNvSpPr txBox="1"/>
          <p:nvPr/>
        </p:nvSpPr>
        <p:spPr>
          <a:xfrm>
            <a:off x="914400" y="9418320"/>
            <a:ext cx="16459200" cy="777240"/>
          </a:xfrm>
          <a:prstGeom prst="rect">
            <a:avLst/>
          </a:prstGeom>
          <a:noFill/>
        </p:spPr>
        <p:txBody>
          <a:bodyPr wrap="square" lIns="109728" rIns="109728" tIns="73152" bIns="73152">
            <a:noAutofit/>
          </a:bodyPr>
          <a:lstStyle/>
          <a:p/>
          <a:p>
            <a:pPr>
              <a:spcBef>
                <a:spcPts val="200"/>
              </a:spcBef>
              <a:defRPr sz="1200" b="0" i="0">
                <a:solidFill>
                  <a:srgbClr val="FFCC4D"/>
                </a:solidFill>
                <a:latin typeface="Inter"/>
              </a:defRPr>
            </a:pPr>
            <a:r>
              <a:t>Recessional</a:t>
            </a:r>
          </a:p>
        </p:txBody>
      </p:sp>
    </p:spTree>
  </p:cSld>
  <p:clrMapOvr>
    <a:masterClrMapping/>
  </p:clrMapOvr>
</p:sld>
</file>

<file path=ppt/slides/slide88.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Box 1"/>
          <p:cNvSpPr txBox="1"/>
          <p:nvPr/>
        </p:nvSpPr>
        <p:spPr>
          <a:xfrm>
            <a:off x="0" y="0"/>
            <a:ext cx="18288000" cy="10287000"/>
          </a:xfrm>
          <a:prstGeom prst="rect">
            <a:avLst/>
          </a:prstGeom>
          <a:noFill/>
        </p:spPr>
        <p:txBody>
          <a:bodyPr wrap="square" lIns="0" rIns="0" tIns="0" bIns="0" anchor="ctr">
            <a:noAutofit/>
          </a:bodyPr>
          <a:lstStyle/>
          <a:p>
            <a:pPr algn="ctr">
              <a:lnSpc>
                <a:spcPct val="100000"/>
              </a:lnSpc>
              <a:spcAft>
                <a:spcPts val="600"/>
              </a:spcAft>
              <a:defRPr sz="5500" b="1" i="0">
                <a:solidFill>
                  <a:srgbClr val="FFFFFF"/>
                </a:solidFill>
                <a:latin typeface="Arial Black"/>
              </a:defRPr>
            </a:pPr>
            <a:r>
              <a:t>WE ARE CALLED TO ACT WITH JUSTICE...</a:t>
            </a:r>
          </a:p>
        </p:txBody>
      </p:sp>
      <p:sp>
        <p:nvSpPr>
          <p:cNvPr id="3" name="TextBox 2"/>
          <p:cNvSpPr txBox="1"/>
          <p:nvPr/>
        </p:nvSpPr>
        <p:spPr>
          <a:xfrm>
            <a:off x="914400" y="9418320"/>
            <a:ext cx="16459200" cy="777240"/>
          </a:xfrm>
          <a:prstGeom prst="rect">
            <a:avLst/>
          </a:prstGeom>
          <a:noFill/>
        </p:spPr>
        <p:txBody>
          <a:bodyPr wrap="square" lIns="109728" rIns="109728" tIns="73152" bIns="73152">
            <a:noAutofit/>
          </a:bodyPr>
          <a:lstStyle/>
          <a:p/>
          <a:p>
            <a:pPr>
              <a:spcBef>
                <a:spcPts val="200"/>
              </a:spcBef>
              <a:defRPr sz="1200" b="0" i="0">
                <a:solidFill>
                  <a:srgbClr val="FFCC4D"/>
                </a:solidFill>
                <a:latin typeface="Inter"/>
              </a:defRPr>
            </a:pPr>
            <a:r>
              <a:t>Recessional</a:t>
            </a:r>
          </a:p>
        </p:txBody>
      </p:sp>
    </p:spTree>
  </p:cSld>
  <p:clrMapOvr>
    <a:masterClrMapping/>
  </p:clrMapOvr>
</p:sld>
</file>

<file path=ppt/slides/slide89.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Box 1"/>
          <p:cNvSpPr txBox="1"/>
          <p:nvPr/>
        </p:nvSpPr>
        <p:spPr>
          <a:xfrm>
            <a:off x="0" y="0"/>
            <a:ext cx="18288000" cy="10287000"/>
          </a:xfrm>
          <a:prstGeom prst="rect">
            <a:avLst/>
          </a:prstGeom>
          <a:noFill/>
        </p:spPr>
        <p:txBody>
          <a:bodyPr wrap="square" lIns="0" rIns="0" tIns="0" bIns="0" anchor="ctr">
            <a:noAutofit/>
          </a:bodyPr>
          <a:lstStyle/>
          <a:p>
            <a:pPr algn="ctr">
              <a:lnSpc>
                <a:spcPct val="100000"/>
              </a:lnSpc>
              <a:spcAft>
                <a:spcPts val="600"/>
              </a:spcAft>
              <a:defRPr sz="5500" b="1" i="0">
                <a:solidFill>
                  <a:srgbClr val="FFFFFF"/>
                </a:solidFill>
                <a:latin typeface="Arial Black"/>
              </a:defRPr>
            </a:pPr>
            <a:r>
              <a:t>COME! LIVE IN THE LIGHT!...</a:t>
            </a:r>
          </a:p>
        </p:txBody>
      </p:sp>
      <p:sp>
        <p:nvSpPr>
          <p:cNvPr id="3" name="TextBox 2"/>
          <p:cNvSpPr txBox="1"/>
          <p:nvPr/>
        </p:nvSpPr>
        <p:spPr>
          <a:xfrm>
            <a:off x="914400" y="9418320"/>
            <a:ext cx="16459200" cy="777240"/>
          </a:xfrm>
          <a:prstGeom prst="rect">
            <a:avLst/>
          </a:prstGeom>
          <a:noFill/>
        </p:spPr>
        <p:txBody>
          <a:bodyPr wrap="square" lIns="109728" rIns="109728" tIns="73152" bIns="73152">
            <a:noAutofit/>
          </a:bodyPr>
          <a:lstStyle/>
          <a:p/>
          <a:p>
            <a:pPr>
              <a:spcBef>
                <a:spcPts val="200"/>
              </a:spcBef>
              <a:defRPr sz="1200" b="0" i="0">
                <a:solidFill>
                  <a:srgbClr val="FFCC4D"/>
                </a:solidFill>
                <a:latin typeface="Inter"/>
              </a:defRPr>
            </a:pPr>
            <a:r>
              <a:t>Recessional</a:t>
            </a:r>
          </a:p>
        </p:txBody>
      </p:sp>
    </p:spTree>
  </p:cSld>
  <p:clrMapOvr>
    <a:masterClrMapping/>
  </p:clrMapOvr>
</p:sld>
</file>

<file path=ppt/slides/slide90.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Box 1"/>
          <p:cNvSpPr txBox="1"/>
          <p:nvPr/>
        </p:nvSpPr>
        <p:spPr>
          <a:xfrm>
            <a:off x="0" y="0"/>
            <a:ext cx="18288000" cy="10287000"/>
          </a:xfrm>
          <a:prstGeom prst="rect">
            <a:avLst/>
          </a:prstGeom>
          <a:noFill/>
        </p:spPr>
        <p:txBody>
          <a:bodyPr wrap="square" lIns="0" rIns="0" tIns="0" bIns="0" anchor="ctr">
            <a:noAutofit/>
          </a:bodyPr>
          <a:lstStyle/>
          <a:p>
            <a:pPr algn="ctr">
              <a:lnSpc>
                <a:spcPct val="100000"/>
              </a:lnSpc>
              <a:spcAft>
                <a:spcPts val="600"/>
              </a:spcAft>
              <a:defRPr sz="5500" b="1" i="0">
                <a:solidFill>
                  <a:srgbClr val="FFFFFF"/>
                </a:solidFill>
                <a:latin typeface="Arial Black"/>
              </a:defRPr>
            </a:pPr>
            <a:r>
              <a:t>GOD OF NEWNESS, GOD OF FRESHNESS,</a:t>
            </a:r>
          </a:p>
          <a:p>
            <a:pPr algn="ctr">
              <a:lnSpc>
                <a:spcPct val="100000"/>
              </a:lnSpc>
              <a:spcAft>
                <a:spcPts val="600"/>
              </a:spcAft>
              <a:defRPr sz="5500" b="1" i="0">
                <a:solidFill>
                  <a:srgbClr val="FFFFFF"/>
                </a:solidFill>
                <a:latin typeface="Arial Black"/>
              </a:defRPr>
            </a:pPr>
            <a:r>
              <a:t>COME INTO OUR MORNING SONG:</a:t>
            </a:r>
          </a:p>
          <a:p>
            <a:pPr algn="ctr">
              <a:lnSpc>
                <a:spcPct val="100000"/>
              </a:lnSpc>
              <a:spcAft>
                <a:spcPts val="600"/>
              </a:spcAft>
              <a:defRPr sz="5500" b="1" i="0">
                <a:solidFill>
                  <a:srgbClr val="FFFFFF"/>
                </a:solidFill>
                <a:latin typeface="Arial Black"/>
              </a:defRPr>
            </a:pPr>
            <a:r>
              <a:t>GIVE TO US A NEW BEGINNING,</a:t>
            </a:r>
          </a:p>
          <a:p>
            <a:pPr algn="ctr">
              <a:lnSpc>
                <a:spcPct val="100000"/>
              </a:lnSpc>
              <a:spcAft>
                <a:spcPts val="600"/>
              </a:spcAft>
              <a:defRPr sz="5500" b="1" i="0">
                <a:solidFill>
                  <a:srgbClr val="FFFFFF"/>
                </a:solidFill>
                <a:latin typeface="Arial Black"/>
              </a:defRPr>
            </a:pPr>
            <a:r>
              <a:t>SEND US FORTH WITH HEARTS MADE STRONG.</a:t>
            </a:r>
          </a:p>
        </p:txBody>
      </p:sp>
      <p:sp>
        <p:nvSpPr>
          <p:cNvPr id="3" name="TextBox 2"/>
          <p:cNvSpPr txBox="1"/>
          <p:nvPr/>
        </p:nvSpPr>
        <p:spPr>
          <a:xfrm>
            <a:off x="914400" y="9418320"/>
            <a:ext cx="16459200" cy="777240"/>
          </a:xfrm>
          <a:prstGeom prst="rect">
            <a:avLst/>
          </a:prstGeom>
          <a:noFill/>
        </p:spPr>
        <p:txBody>
          <a:bodyPr wrap="square" lIns="109728" rIns="109728" tIns="73152" bIns="73152">
            <a:noAutofit/>
          </a:bodyPr>
          <a:lstStyle/>
          <a:p/>
          <a:p>
            <a:pPr>
              <a:spcBef>
                <a:spcPts val="200"/>
              </a:spcBef>
              <a:defRPr sz="1200" b="0" i="0">
                <a:solidFill>
                  <a:srgbClr val="FFCC4D"/>
                </a:solidFill>
                <a:latin typeface="Inter"/>
              </a:defRPr>
            </a:pPr>
            <a:r>
              <a:t>Recessional</a:t>
            </a:r>
          </a:p>
        </p:txBody>
      </p:sp>
    </p:spTree>
  </p:cSld>
  <p:clrMapOvr>
    <a:masterClrMapping/>
  </p:clrMapOvr>
</p:sld>
</file>

<file path=ppt/slides/slide91.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Box 1"/>
          <p:cNvSpPr txBox="1"/>
          <p:nvPr/>
        </p:nvSpPr>
        <p:spPr>
          <a:xfrm>
            <a:off x="0" y="0"/>
            <a:ext cx="18288000" cy="10287000"/>
          </a:xfrm>
          <a:prstGeom prst="rect">
            <a:avLst/>
          </a:prstGeom>
          <a:noFill/>
        </p:spPr>
        <p:txBody>
          <a:bodyPr wrap="square" lIns="0" rIns="0" tIns="0" bIns="0" anchor="ctr">
            <a:noAutofit/>
          </a:bodyPr>
          <a:lstStyle/>
          <a:p>
            <a:pPr algn="ctr">
              <a:lnSpc>
                <a:spcPct val="100000"/>
              </a:lnSpc>
              <a:spcAft>
                <a:spcPts val="600"/>
              </a:spcAft>
              <a:defRPr sz="5500" b="1" i="0">
                <a:solidFill>
                  <a:srgbClr val="FFFFFF"/>
                </a:solidFill>
                <a:latin typeface="Arial Black"/>
              </a:defRPr>
            </a:pPr>
            <a:r>
              <a:t>WE ARE CALLED TO ACT WITH JUSTICE...</a:t>
            </a:r>
          </a:p>
        </p:txBody>
      </p:sp>
      <p:sp>
        <p:nvSpPr>
          <p:cNvPr id="3" name="TextBox 2"/>
          <p:cNvSpPr txBox="1"/>
          <p:nvPr/>
        </p:nvSpPr>
        <p:spPr>
          <a:xfrm>
            <a:off x="914400" y="9418320"/>
            <a:ext cx="16459200" cy="777240"/>
          </a:xfrm>
          <a:prstGeom prst="rect">
            <a:avLst/>
          </a:prstGeom>
          <a:noFill/>
        </p:spPr>
        <p:txBody>
          <a:bodyPr wrap="square" lIns="109728" rIns="109728" tIns="73152" bIns="73152">
            <a:noAutofit/>
          </a:bodyPr>
          <a:lstStyle/>
          <a:p/>
          <a:p>
            <a:pPr>
              <a:spcBef>
                <a:spcPts val="200"/>
              </a:spcBef>
              <a:defRPr sz="1200" b="0" i="0">
                <a:solidFill>
                  <a:srgbClr val="FFCC4D"/>
                </a:solidFill>
                <a:latin typeface="Inter"/>
              </a:defRPr>
            </a:pPr>
            <a:r>
              <a:t>Recessional</a:t>
            </a:r>
          </a:p>
        </p:txBody>
      </p:sp>
    </p:spTree>
  </p:cSld>
  <p:clrMapOvr>
    <a:masterClrMapping/>
  </p:clrMapOvr>
</p:sld>
</file>

<file path=ppt/slides/slide92.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Box 1"/>
          <p:cNvSpPr txBox="1"/>
          <p:nvPr/>
        </p:nvSpPr>
        <p:spPr>
          <a:xfrm>
            <a:off x="0" y="0"/>
            <a:ext cx="18288000" cy="10287000"/>
          </a:xfrm>
          <a:prstGeom prst="rect">
            <a:avLst/>
          </a:prstGeom>
          <a:noFill/>
        </p:spPr>
        <p:txBody>
          <a:bodyPr wrap="square" lIns="0" rIns="0" tIns="0" bIns="0" anchor="ctr">
            <a:noAutofit/>
          </a:bodyPr>
          <a:lstStyle/>
          <a:p>
            <a:pPr algn="ctr">
              <a:lnSpc>
                <a:spcPct val="100000"/>
              </a:lnSpc>
              <a:spcAft>
                <a:spcPts val="600"/>
              </a:spcAft>
              <a:defRPr sz="5500" b="1" i="0">
                <a:solidFill>
                  <a:srgbClr val="FFFFFF"/>
                </a:solidFill>
                <a:latin typeface="Arial Black"/>
              </a:defRPr>
            </a:pPr>
            <a:r>
              <a:t>COME! LIVE IN THE LIGHT!...</a:t>
            </a:r>
          </a:p>
        </p:txBody>
      </p:sp>
      <p:sp>
        <p:nvSpPr>
          <p:cNvPr id="3" name="TextBox 2"/>
          <p:cNvSpPr txBox="1"/>
          <p:nvPr/>
        </p:nvSpPr>
        <p:spPr>
          <a:xfrm>
            <a:off x="914400" y="9418320"/>
            <a:ext cx="16459200" cy="777240"/>
          </a:xfrm>
          <a:prstGeom prst="rect">
            <a:avLst/>
          </a:prstGeom>
          <a:noFill/>
        </p:spPr>
        <p:txBody>
          <a:bodyPr wrap="square" lIns="109728" rIns="109728" tIns="73152" bIns="73152">
            <a:noAutofit/>
          </a:bodyPr>
          <a:lstStyle/>
          <a:p/>
          <a:p>
            <a:pPr>
              <a:spcBef>
                <a:spcPts val="200"/>
              </a:spcBef>
              <a:defRPr sz="1200" b="0" i="0">
                <a:solidFill>
                  <a:srgbClr val="FFCC4D"/>
                </a:solidFill>
                <a:latin typeface="Inter"/>
              </a:defRPr>
            </a:pPr>
            <a:r>
              <a:t>Recessional</a:t>
            </a:r>
          </a:p>
        </p:txBody>
      </p:sp>
    </p:spTree>
  </p:cSld>
  <p:clrMapOvr>
    <a:masterClrMapping/>
  </p:clrMapOvr>
</p:sld>
</file>

<file path=ppt/slides/slide9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GFCC31May2026_OrdinaryTime_16x9.png"/>
          <p:cNvPicPr>
            <a:picLocks noChangeAspect="1"/>
          </p:cNvPicPr>
          <p:nvPr/>
        </p:nvPicPr>
        <p:blipFill>
          <a:blip r:embed="rId2"/>
          <a:stretch>
            <a:fillRect/>
          </a:stretch>
        </p:blipFill>
        <p:spPr>
          <a:xfrm>
            <a:off x="0" y="0"/>
            <a:ext cx="18288000" cy="10287000"/>
          </a:xfrm>
          <a:prstGeom prst="rect">
            <a:avLst/>
          </a:prstGeom>
        </p:spPr>
      </p:pic>
      <p:sp>
        <p:nvSpPr>
          <p:cNvPr id="3" name="TextBox 2"/>
          <p:cNvSpPr txBox="1"/>
          <p:nvPr/>
        </p:nvSpPr>
        <p:spPr>
          <a:xfrm>
            <a:off x="914400" y="850392"/>
            <a:ext cx="16459200" cy="5943600"/>
          </a:xfrm>
          <a:prstGeom prst="rect">
            <a:avLst/>
          </a:prstGeom>
          <a:noFill/>
        </p:spPr>
        <p:txBody>
          <a:bodyPr wrap="square" lIns="109728" rIns="109728" tIns="73152" bIns="73152">
            <a:noAutofit/>
          </a:bodyPr>
          <a:lstStyle/>
          <a:p>
            <a:pPr>
              <a:spcAft>
                <a:spcPts val="300"/>
              </a:spcAft>
              <a:defRPr sz="2100" b="1" i="0">
                <a:solidFill>
                  <a:srgbClr val="86EFAC"/>
                </a:solidFill>
                <a:latin typeface="Inter"/>
              </a:defRPr>
            </a:pPr>
            <a:r>
              <a:t>MASS CELEBRANT:</a:t>
            </a:r>
          </a:p>
          <a:p>
            <a:pPr>
              <a:spcAft>
                <a:spcPts val="300"/>
              </a:spcAft>
              <a:defRPr sz="2100" b="0" i="0">
                <a:solidFill>
                  <a:srgbClr val="F0FDF4"/>
                </a:solidFill>
                <a:latin typeface="Inter"/>
              </a:defRPr>
            </a:pPr>
            <a:r>
              <a:t>Rev. Fr. Jonrey Lauron, RCJ</a:t>
            </a:r>
          </a:p>
          <a:p>
            <a:pPr>
              <a:spcAft>
                <a:spcPts val="300"/>
              </a:spcAft>
              <a:defRPr sz="2100" b="0" i="0">
                <a:solidFill>
                  <a:srgbClr val="F0FDF4"/>
                </a:solidFill>
                <a:latin typeface="Inter"/>
              </a:defRPr>
            </a:pPr>
          </a:p>
          <a:p>
            <a:pPr>
              <a:spcAft>
                <a:spcPts val="300"/>
              </a:spcAft>
              <a:defRPr sz="2100" b="0" i="0">
                <a:solidFill>
                  <a:srgbClr val="F0FDF4"/>
                </a:solidFill>
                <a:latin typeface="Inter"/>
              </a:defRPr>
            </a:pPr>
            <a:r>
              <a:t>Gospel (John 3:16-18)</a:t>
            </a:r>
          </a:p>
          <a:p>
            <a:pPr>
              <a:spcAft>
                <a:spcPts val="300"/>
              </a:spcAft>
              <a:defRPr sz="2100" b="0" i="0">
                <a:solidFill>
                  <a:srgbClr val="F0FDF4"/>
                </a:solidFill>
                <a:latin typeface="Inter"/>
              </a:defRPr>
            </a:pPr>
            <a:r>
              <a:t>“For God so loved the world, that he gave his one and only Son, that whoever believes in him should not perish, but have eternal life.”</a:t>
            </a:r>
          </a:p>
          <a:p>
            <a:pPr>
              <a:spcAft>
                <a:spcPts val="300"/>
              </a:spcAft>
              <a:defRPr sz="2100" b="0" i="0">
                <a:solidFill>
                  <a:srgbClr val="F0FDF4"/>
                </a:solidFill>
                <a:latin typeface="Inter"/>
              </a:defRPr>
            </a:pPr>
          </a:p>
          <a:p>
            <a:pPr>
              <a:spcAft>
                <a:spcPts val="300"/>
              </a:spcAft>
              <a:defRPr sz="2100" b="0" i="0">
                <a:solidFill>
                  <a:srgbClr val="F0FDF4"/>
                </a:solidFill>
                <a:latin typeface="Inter"/>
              </a:defRPr>
            </a:pPr>
            <a:r>
              <a:t>YEAR A</a:t>
            </a:r>
          </a:p>
          <a:p>
            <a:pPr>
              <a:spcAft>
                <a:spcPts val="300"/>
              </a:spcAft>
              <a:defRPr sz="2100" b="0" i="0">
                <a:solidFill>
                  <a:srgbClr val="F0FDF4"/>
                </a:solidFill>
                <a:latin typeface="Inter"/>
              </a:defRPr>
            </a:pPr>
            <a:r>
              <a:t>2026-05-31 · Ordinary Time</a:t>
            </a:r>
          </a:p>
        </p:txBody>
      </p:sp>
      <p:sp>
        <p:nvSpPr>
          <p:cNvPr id="4" name="TextBox 3"/>
          <p:cNvSpPr txBox="1"/>
          <p:nvPr/>
        </p:nvSpPr>
        <p:spPr>
          <a:xfrm>
            <a:off x="914400" y="9418320"/>
            <a:ext cx="16459200" cy="777240"/>
          </a:xfrm>
          <a:prstGeom prst="rect">
            <a:avLst/>
          </a:prstGeom>
          <a:noFill/>
        </p:spPr>
        <p:txBody>
          <a:bodyPr wrap="square" lIns="109728" rIns="109728" tIns="73152" bIns="73152">
            <a:noAutofit/>
          </a:bodyPr>
          <a:lstStyle/>
          <a:p/>
          <a:p>
            <a:pPr>
              <a:spcBef>
                <a:spcPts val="200"/>
              </a:spcBef>
              <a:defRPr sz="1200" b="0" i="0">
                <a:solidFill>
                  <a:srgbClr val="86EFAC"/>
                </a:solidFill>
                <a:latin typeface="Inter"/>
              </a:defRPr>
            </a:pPr>
            <a:r>
              <a:t>Mass poster / divider</a:t>
            </a:r>
          </a:p>
        </p:txBody>
      </p:sp>
    </p:spTree>
  </p:cSld>
  <p:clrMapOvr>
    <a:masterClrMapping/>
  </p:clrMapOvr>
</p:sld>
</file>

<file path=ppt/slides/slide9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GFCC31May2026_OrdinaryTime_16x9.png"/>
          <p:cNvPicPr>
            <a:picLocks noChangeAspect="1"/>
          </p:cNvPicPr>
          <p:nvPr/>
        </p:nvPicPr>
        <p:blipFill>
          <a:blip r:embed="rId2"/>
          <a:stretch>
            <a:fillRect/>
          </a:stretch>
        </p:blipFill>
        <p:spPr>
          <a:xfrm>
            <a:off x="0" y="0"/>
            <a:ext cx="18288000" cy="10287000"/>
          </a:xfrm>
          <a:prstGeom prst="rect">
            <a:avLst/>
          </a:prstGeom>
        </p:spPr>
      </p:pic>
    </p:spTree>
  </p:cSld>
  <p:clrMapOvr>
    <a:masterClrMapping/>
  </p:clrMapOvr>
</p:sld>
</file>

<file path=ppt/slides/slide95.xml><?xml version="1.0" encoding="utf-8"?>
<p:sld xmlns:a="http://schemas.openxmlformats.org/drawingml/2006/main" xmlns:p="http://schemas.openxmlformats.org/presentationml/2006/main" xmlns:r="http://schemas.openxmlformats.org/officeDocument/2006/relationships">
  <p:cSld>
    <p:bg>
      <p:bgPr>
        <a:solidFill>
          <a:srgbClr val="10251C"/>
        </a:solidFill>
        <a:effectLst/>
      </p:bgPr>
    </p:bg>
    <p:spTree>
      <p:nvGrpSpPr>
        <p:cNvPr id="1" name=""/>
        <p:cNvGrpSpPr/>
        <p:nvPr/>
      </p:nvGrpSpPr>
      <p:grpSpPr/>
      <p:sp>
        <p:nvSpPr>
          <p:cNvPr id="2" name="TextBox 1"/>
          <p:cNvSpPr txBox="1"/>
          <p:nvPr/>
        </p:nvSpPr>
        <p:spPr>
          <a:xfrm>
            <a:off x="914400" y="530352"/>
            <a:ext cx="16459200" cy="8750808"/>
          </a:xfrm>
          <a:prstGeom prst="rect">
            <a:avLst/>
          </a:prstGeom>
          <a:noFill/>
        </p:spPr>
        <p:txBody>
          <a:bodyPr wrap="square" lIns="109728" rIns="109728" tIns="73152" bIns="73152">
            <a:noAutofit/>
          </a:bodyPr>
          <a:lstStyle/>
          <a:p>
            <a:pPr algn="ctr">
              <a:spcAft>
                <a:spcPts val="500"/>
              </a:spcAft>
              <a:defRPr sz="1500" b="0" i="1">
                <a:solidFill>
                  <a:srgbClr val="86EFAC"/>
                </a:solidFill>
                <a:latin typeface="Inter"/>
              </a:defRPr>
            </a:pPr>
            <a:r>
              <a:t>Below: World English Bible (WEB) fallback — verify NABRE on bible.usccb.org.</a:t>
            </a:r>
          </a:p>
        </p:txBody>
      </p:sp>
      <p:sp>
        <p:nvSpPr>
          <p:cNvPr id="3" name="TextBox 2"/>
          <p:cNvSpPr txBox="1"/>
          <p:nvPr/>
        </p:nvSpPr>
        <p:spPr>
          <a:xfrm>
            <a:off x="914400" y="9418320"/>
            <a:ext cx="16459200" cy="777240"/>
          </a:xfrm>
          <a:prstGeom prst="rect">
            <a:avLst/>
          </a:prstGeom>
          <a:noFill/>
        </p:spPr>
        <p:txBody>
          <a:bodyPr wrap="square" lIns="109728" rIns="109728" tIns="73152" bIns="73152">
            <a:noAutofit/>
          </a:bodyPr>
          <a:lstStyle/>
          <a:p/>
          <a:p>
            <a:pPr>
              <a:spcBef>
                <a:spcPts val="200"/>
              </a:spcBef>
              <a:defRPr sz="1200" b="0" i="0">
                <a:solidFill>
                  <a:srgbClr val="86EFAC"/>
                </a:solidFill>
                <a:latin typeface="Inter"/>
              </a:defRPr>
            </a:pPr>
            <a:r>
              <a:t>Scripture note</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