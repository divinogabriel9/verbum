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PUT YOUR CELLPHONE ON SILENT MODE DURING THE MASS.</a:t>
            </a:r>
          </a:p>
          <a:p>
            <a:pPr algn="ctr">
              <a:spcAft>
                <a:spcPts val="500"/>
              </a:spcAft>
              <a:defRPr sz="1500" b="0" i="1">
                <a:solidFill>
                  <a:srgbClr val="86EFAC"/>
                </a:solidFill>
                <a:latin typeface="Inter"/>
              </a:defRPr>
            </a:pPr>
            <a:r>
              <a:t>Thank you.</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67512"/>
            <a:ext cx="16459200" cy="960120"/>
          </a:xfrm>
          <a:prstGeom prst="rect">
            <a:avLst/>
          </a:prstGeom>
          <a:noFill/>
        </p:spPr>
        <p:txBody>
          <a:bodyPr wrap="square" lIns="109728" rIns="109728" tIns="73152" bIns="73152">
            <a:noAutofit/>
          </a:bodyPr>
          <a:lstStyle/>
          <a:p>
            <a:pPr algn="ctr">
              <a:defRPr sz="3800" b="1" i="0">
                <a:solidFill>
                  <a:srgbClr val="86EFAC"/>
                </a:solidFill>
                <a:latin typeface="Inter"/>
              </a:defRPr>
            </a:pPr>
            <a:r>
              <a:t>Ordinary Time Celebration</a:t>
            </a:r>
          </a:p>
        </p:txBody>
      </p:sp>
      <p:sp>
        <p:nvSpPr>
          <p:cNvPr id="3" name="TextBox 2"/>
          <p:cNvSpPr txBox="1"/>
          <p:nvPr/>
        </p:nvSpPr>
        <p:spPr>
          <a:xfrm>
            <a:off x="914400" y="1719072"/>
            <a:ext cx="16459200" cy="3108960"/>
          </a:xfrm>
          <a:prstGeom prst="rect">
            <a:avLst/>
          </a:prstGeom>
          <a:noFill/>
        </p:spPr>
        <p:txBody>
          <a:bodyPr wrap="square" lIns="109728" rIns="109728" tIns="73152" bIns="73152">
            <a:noAutofit/>
          </a:bodyPr>
          <a:lstStyle/>
          <a:p>
            <a:pPr>
              <a:spcAft>
                <a:spcPts val="500"/>
              </a:spcAft>
              <a:defRPr sz="2100" b="0" i="0">
                <a:solidFill>
                  <a:srgbClr val="F0FDF4"/>
                </a:solidFill>
                <a:latin typeface="Inter"/>
              </a:defRPr>
            </a:pPr>
            <a:r>
              <a:t>2026-05-31</a:t>
            </a:r>
          </a:p>
          <a:p>
            <a:pPr>
              <a:spcAft>
                <a:spcPts val="500"/>
              </a:spcAft>
              <a:defRPr sz="2100" b="0" i="0">
                <a:solidFill>
                  <a:srgbClr val="F0FDF4"/>
                </a:solidFill>
                <a:latin typeface="Inter"/>
              </a:defRPr>
            </a:pPr>
            <a:r>
              <a:t>Celebrant: Rev. Fr. Jonrey Lauron, RCJ</a:t>
            </a:r>
          </a:p>
          <a:p>
            <a:pPr>
              <a:spcAft>
                <a:spcPts val="500"/>
              </a:spcAft>
              <a:defRPr sz="2100" b="0" i="0">
                <a:solidFill>
                  <a:srgbClr val="F0FDF4"/>
                </a:solidFill>
                <a:latin typeface="Inter"/>
              </a:defRPr>
            </a:pPr>
            <a:r>
              <a:t>Gospel: John 3:16-18</a:t>
            </a:r>
            <a:br/>
            <a:r>
              <a:t>Season: Ordinary Time · Sunday Lectionary Year A</a:t>
            </a:r>
          </a:p>
          <a:p>
            <a:pPr>
              <a:spcAft>
                <a:spcPts val="500"/>
              </a:spcAft>
              <a:defRPr sz="2100" b="0" i="0">
                <a:solidFill>
                  <a:srgbClr val="F0FDF4"/>
                </a:solidFill>
                <a:latin typeface="Inter"/>
              </a:defRPr>
            </a:pPr>
            <a:r>
              <a:t>Excerpt:</a:t>
            </a:r>
            <a:br/>
            <a:r>
              <a:t>“For God so loved the world, that he gave his one and only Son, that whoever believes in him should not perish, but have eternal life.”</a:t>
            </a:r>
          </a:p>
          <a:p>
            <a:pPr>
              <a:spcAft>
                <a:spcPts val="500"/>
              </a:spcAft>
              <a:defRPr sz="2100" b="0" i="0">
                <a:solidFill>
                  <a:srgbClr val="F0FDF4"/>
                </a:solidFill>
                <a:latin typeface="Inter"/>
              </a:defRPr>
            </a:pPr>
            <a:r>
              <a:t>Liturgical color: Green (ordinary_time)</a:t>
            </a:r>
          </a:p>
        </p:txBody>
      </p:sp>
      <p:sp>
        <p:nvSpPr>
          <p:cNvPr id="4" name="TextBox 3"/>
          <p:cNvSpPr txBox="1"/>
          <p:nvPr/>
        </p:nvSpPr>
        <p:spPr>
          <a:xfrm>
            <a:off x="914400" y="9189720"/>
            <a:ext cx="16459200" cy="685800"/>
          </a:xfrm>
          <a:prstGeom prst="rect">
            <a:avLst/>
          </a:prstGeom>
          <a:noFill/>
        </p:spPr>
        <p:txBody>
          <a:bodyPr wrap="square" lIns="109728" rIns="109728" tIns="73152" bIns="73152">
            <a:noAutofit/>
          </a:bodyPr>
          <a:lstStyle/>
          <a:p>
            <a:pPr>
              <a:spcAft>
                <a:spcPts val="500"/>
              </a:spcAft>
              <a:defRPr sz="1400" b="0" i="0">
                <a:solidFill>
                  <a:srgbClr val="22C55E"/>
                </a:solidFill>
                <a:latin typeface="Inter"/>
              </a:defRPr>
            </a:pPr>
            <a:r>
              <a:t>Below: World English Bible (WEB) fallback — verify NABRE on bible.usccb.org.</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Welcome to the celebration of the Holy Eucharist.</a:t>
            </a:r>
          </a:p>
          <a:p>
            <a:pPr algn="ctr">
              <a:spcAft>
                <a:spcPts val="500"/>
              </a:spcAft>
              <a:defRPr sz="1500" b="0" i="1">
                <a:solidFill>
                  <a:srgbClr val="86EFAC"/>
                </a:solidFill>
                <a:latin typeface="Inter"/>
              </a:defRPr>
            </a:pPr>
            <a:r>
              <a:t>Please stand and join in singing the Entrance hymn.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4100" b="1" i="0">
                <a:solidFill>
                  <a:srgbClr val="FFFFFF"/>
                </a:solidFill>
                <a:latin typeface="Arial Black"/>
              </a:defRPr>
            </a:pPr>
            <a:r>
              <a:t>SING A NEW SONG UNTO THE LORD,</a:t>
            </a:r>
          </a:p>
          <a:p>
            <a:pPr algn="ctr">
              <a:lnSpc>
                <a:spcPct val="105000"/>
              </a:lnSpc>
              <a:spcAft>
                <a:spcPts val="1000"/>
              </a:spcAft>
              <a:defRPr sz="4100" b="1" i="0">
                <a:solidFill>
                  <a:srgbClr val="FFFFFF"/>
                </a:solidFill>
                <a:latin typeface="Arial Black"/>
              </a:defRPr>
            </a:pPr>
            <a:r>
              <a:t>LET YOUR SONG BE SUNG FROM MOUNTAINS HIGH.</a:t>
            </a:r>
          </a:p>
          <a:p>
            <a:pPr algn="ctr">
              <a:lnSpc>
                <a:spcPct val="105000"/>
              </a:lnSpc>
              <a:spcAft>
                <a:spcPts val="1000"/>
              </a:spcAft>
              <a:defRPr sz="4100" b="1" i="0">
                <a:solidFill>
                  <a:srgbClr val="FFFFFF"/>
                </a:solidFill>
                <a:latin typeface="Arial Black"/>
              </a:defRPr>
            </a:pPr>
            <a:r>
              <a:t>SING A NEW SONG UNTO THE LORD,</a:t>
            </a:r>
          </a:p>
          <a:p>
            <a:pPr algn="ctr">
              <a:lnSpc>
                <a:spcPct val="105000"/>
              </a:lnSpc>
              <a:spcAft>
                <a:spcPts val="1000"/>
              </a:spcAft>
              <a:defRPr sz="4100" b="1" i="0">
                <a:solidFill>
                  <a:srgbClr val="FFFFFF"/>
                </a:solidFill>
                <a:latin typeface="Arial Black"/>
              </a:defRPr>
            </a:pPr>
            <a:r>
              <a:t>YAHWEH'S PEOPLE DANCE FOR JOY.</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100" b="1" i="0">
                <a:solidFill>
                  <a:srgbClr val="FFFFFF"/>
                </a:solidFill>
                <a:latin typeface="Arial Black"/>
              </a:defRPr>
            </a:pPr>
            <a:r>
              <a:t>O COME BEFORE THE LORD,</a:t>
            </a:r>
          </a:p>
          <a:p>
            <a:pPr algn="ctr">
              <a:lnSpc>
                <a:spcPct val="105000"/>
              </a:lnSpc>
              <a:spcAft>
                <a:spcPts val="1000"/>
              </a:spcAft>
              <a:defRPr sz="5100" b="1" i="0">
                <a:solidFill>
                  <a:srgbClr val="FFFFFF"/>
                </a:solidFill>
                <a:latin typeface="Arial Black"/>
              </a:defRPr>
            </a:pPr>
            <a:r>
              <a:t>AND PLAY FOR HIM ON GLAD TAMBOURINES</a:t>
            </a:r>
          </a:p>
          <a:p>
            <a:pPr algn="ctr">
              <a:lnSpc>
                <a:spcPct val="105000"/>
              </a:lnSpc>
              <a:spcAft>
                <a:spcPts val="1000"/>
              </a:spcAft>
              <a:defRPr sz="5100" b="1" i="0">
                <a:solidFill>
                  <a:srgbClr val="FFFFFF"/>
                </a:solidFill>
                <a:latin typeface="Arial Black"/>
              </a:defRPr>
            </a:pPr>
            <a:r>
              <a:t>AND LET YOUR TRUMPET SOUND.</a:t>
            </a:r>
          </a:p>
          <a:p>
            <a:pPr algn="ctr">
              <a:lnSpc>
                <a:spcPct val="105000"/>
              </a:lnSpc>
              <a:spcAft>
                <a:spcPts val="1000"/>
              </a:spcAft>
              <a:defRPr sz="5100" b="1" i="0">
                <a:solidFill>
                  <a:srgbClr val="FFFFFF"/>
                </a:solidFill>
                <a:latin typeface="Arial Black"/>
              </a:defRPr>
            </a:pPr>
            <a:r>
              <a:t>RISE, O RISE, IN SPLENDOR: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4100" b="1" i="0">
                <a:solidFill>
                  <a:srgbClr val="FFFFFF"/>
                </a:solidFill>
                <a:latin typeface="Arial Black"/>
              </a:defRPr>
            </a:pPr>
            <a:r>
              <a:t>DARKNESS NOW DISSOLVES AWAY,</a:t>
            </a:r>
          </a:p>
          <a:p>
            <a:pPr algn="ctr">
              <a:lnSpc>
                <a:spcPct val="105000"/>
              </a:lnSpc>
              <a:spcAft>
                <a:spcPts val="1000"/>
              </a:spcAft>
              <a:defRPr sz="4100" b="1" i="0">
                <a:solidFill>
                  <a:srgbClr val="FFFFFF"/>
                </a:solidFill>
                <a:latin typeface="Arial Black"/>
              </a:defRPr>
            </a:pPr>
            <a:r>
              <a:t>AS ALL CREATION JOINS TO SAY,</a:t>
            </a:r>
          </a:p>
          <a:p>
            <a:pPr algn="ctr">
              <a:lnSpc>
                <a:spcPct val="105000"/>
              </a:lnSpc>
              <a:spcAft>
                <a:spcPts val="1000"/>
              </a:spcAft>
              <a:defRPr sz="4100" b="1" i="0">
                <a:solidFill>
                  <a:srgbClr val="FFFFFF"/>
                </a:solidFill>
                <a:latin typeface="Arial Black"/>
              </a:defRPr>
            </a:pPr>
            <a:r>
              <a:t>"ALLELUIA!"</a:t>
            </a:r>
          </a:p>
          <a:p>
            <a:pPr algn="ctr">
              <a:lnSpc>
                <a:spcPct val="105000"/>
              </a:lnSpc>
              <a:spcAft>
                <a:spcPts val="1000"/>
              </a:spcAft>
              <a:defRPr sz="4100" b="1" i="0">
                <a:solidFill>
                  <a:srgbClr val="FFFFFF"/>
                </a:solidFill>
                <a:latin typeface="Arial Black"/>
              </a:defRPr>
            </a:pPr>
            <a:r>
              <a:t>PRAISE TO YAHWEH, LIGHT OF DAWN,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4100" b="1" i="0">
                <a:solidFill>
                  <a:srgbClr val="FFFFFF"/>
                </a:solidFill>
                <a:latin typeface="Arial Black"/>
              </a:defRPr>
            </a:pPr>
            <a:r>
              <a:t>ROCK AND FORTRESS, SAVING SON,</a:t>
            </a:r>
          </a:p>
          <a:p>
            <a:pPr algn="ctr">
              <a:lnSpc>
                <a:spcPct val="105000"/>
              </a:lnSpc>
              <a:spcAft>
                <a:spcPts val="1000"/>
              </a:spcAft>
              <a:defRPr sz="4100" b="1" i="0">
                <a:solidFill>
                  <a:srgbClr val="FFFFFF"/>
                </a:solidFill>
                <a:latin typeface="Arial Black"/>
              </a:defRPr>
            </a:pPr>
            <a:r>
              <a:t>FROM THE SLAVE LAND LET US RUN,</a:t>
            </a:r>
          </a:p>
          <a:p>
            <a:pPr algn="ctr">
              <a:lnSpc>
                <a:spcPct val="105000"/>
              </a:lnSpc>
              <a:spcAft>
                <a:spcPts val="1000"/>
              </a:spcAft>
              <a:defRPr sz="41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In the Name of the Father, and of the Son, and of the Holy Spirit.</a:t>
            </a:r>
          </a:p>
          <a:p>
            <a:pPr algn="ctr">
              <a:spcBef>
                <a:spcPts val="400"/>
              </a:spcBef>
              <a:spcAft>
                <a:spcPts val="500"/>
              </a:spcAft>
              <a:defRPr sz="2000" b="1" i="0">
                <a:solidFill>
                  <a:srgbClr val="F0FDF4"/>
                </a:solidFill>
                <a:latin typeface="Inter"/>
              </a:defRPr>
            </a:pPr>
            <a:r>
              <a:t>All: Amen.</a:t>
            </a:r>
          </a:p>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Brethren (brothers and sisters), let us acknowledge our sins, and so prepare ourselves to celebrate the sacred mysteries.</a:t>
            </a:r>
          </a:p>
          <a:p>
            <a:pPr algn="ctr">
              <a:spcBef>
                <a:spcPts val="400"/>
              </a:spcBef>
              <a:spcAft>
                <a:spcPts val="500"/>
              </a:spcAft>
              <a:defRPr sz="2000" b="1" i="0">
                <a:solidFill>
                  <a:srgbClr val="F0FDF4"/>
                </a:solidFill>
                <a:latin typeface="Inter"/>
              </a:defRPr>
            </a:pPr>
            <a:r>
              <a:t>All: I confess to almighty God</a:t>
            </a:r>
          </a:p>
          <a:p>
            <a:pPr algn="ctr">
              <a:spcAft>
                <a:spcPts val="500"/>
              </a:spcAft>
              <a:defRPr sz="1900" b="0" i="0">
                <a:solidFill>
                  <a:srgbClr val="F0FDF4"/>
                </a:solidFill>
                <a:latin typeface="Inter"/>
              </a:defRPr>
            </a:pPr>
            <a:r>
              <a:t>and to you, my brothers and sisters,</a:t>
            </a:r>
          </a:p>
          <a:p>
            <a:pPr algn="ctr">
              <a:spcAft>
                <a:spcPts val="500"/>
              </a:spcAft>
              <a:defRPr sz="1900" b="0" i="0">
                <a:solidFill>
                  <a:srgbClr val="F0FDF4"/>
                </a:solidFill>
                <a:latin typeface="Inter"/>
              </a:defRPr>
            </a:pPr>
            <a:r>
              <a:t>that I have greatly sinned,</a:t>
            </a:r>
          </a:p>
          <a:p>
            <a:pPr algn="ctr">
              <a:spcAft>
                <a:spcPts val="500"/>
              </a:spcAft>
              <a:defRPr sz="1900" b="0" i="0">
                <a:solidFill>
                  <a:srgbClr val="F0FDF4"/>
                </a:solidFill>
                <a:latin typeface="Inter"/>
              </a:defRPr>
            </a:pPr>
            <a:r>
              <a:t>in my thoughts and in my words,</a:t>
            </a:r>
          </a:p>
          <a:p>
            <a:pPr algn="ctr">
              <a:spcAft>
                <a:spcPts val="500"/>
              </a:spcAft>
              <a:defRPr sz="1900" b="0" i="0">
                <a:solidFill>
                  <a:srgbClr val="F0FDF4"/>
                </a:solidFill>
                <a:latin typeface="Inter"/>
              </a:defRPr>
            </a:pPr>
            <a:r>
              <a:t>in what I have done and in what I have failed to do,</a:t>
            </a:r>
          </a:p>
          <a:p>
            <a:pPr algn="ctr">
              <a:spcAft>
                <a:spcPts val="500"/>
              </a:spcAft>
              <a:defRPr sz="1900" b="0" i="0">
                <a:solidFill>
                  <a:srgbClr val="F0FDF4"/>
                </a:solidFill>
                <a:latin typeface="Inter"/>
              </a:defRPr>
            </a:pPr>
            <a:r>
              <a:t>through my fault, through my fault,</a:t>
            </a:r>
          </a:p>
          <a:p>
            <a:pPr algn="ctr">
              <a:spcAft>
                <a:spcPts val="500"/>
              </a:spcAft>
              <a:defRPr sz="1900" b="0" i="0">
                <a:solidFill>
                  <a:srgbClr val="F0FDF4"/>
                </a:solidFill>
                <a:latin typeface="Inter"/>
              </a:defRPr>
            </a:pPr>
            <a:r>
              <a:t>through my most grievous fault;</a:t>
            </a:r>
          </a:p>
          <a:p>
            <a:pPr algn="ctr">
              <a:spcAft>
                <a:spcPts val="500"/>
              </a:spcAft>
              <a:defRPr sz="1900" b="0" i="0">
                <a:solidFill>
                  <a:srgbClr val="F0FDF4"/>
                </a:solidFill>
                <a:latin typeface="Inter"/>
              </a:defRPr>
            </a:pPr>
            <a:r>
              <a:t>therefore I ask blessed Mary ever-Virgin,</a:t>
            </a:r>
          </a:p>
          <a:p>
            <a:pPr algn="ctr">
              <a:spcAft>
                <a:spcPts val="500"/>
              </a:spcAft>
              <a:defRPr sz="1900" b="0" i="0">
                <a:solidFill>
                  <a:srgbClr val="F0FDF4"/>
                </a:solidFill>
                <a:latin typeface="Inter"/>
              </a:defRPr>
            </a:pPr>
            <a:r>
              <a:t>all the Angels and Saints,</a:t>
            </a:r>
          </a:p>
          <a:p>
            <a:pPr algn="ctr">
              <a:spcAft>
                <a:spcPts val="500"/>
              </a:spcAft>
              <a:defRPr sz="1900" b="0" i="0">
                <a:solidFill>
                  <a:srgbClr val="F0FDF4"/>
                </a:solidFill>
                <a:latin typeface="Inter"/>
              </a:defRPr>
            </a:pPr>
            <a:r>
              <a:t>and you, my brothers and sisters,</a:t>
            </a:r>
          </a:p>
          <a:p>
            <a:pPr algn="ctr">
              <a:spcAft>
                <a:spcPts val="500"/>
              </a:spcAft>
              <a:defRPr sz="1900" b="0" i="0">
                <a:solidFill>
                  <a:srgbClr val="F0FDF4"/>
                </a:solidFill>
                <a:latin typeface="Inter"/>
              </a:defRPr>
            </a:pPr>
            <a:r>
              <a:t>to pray for me to the Lord our God.</a:t>
            </a:r>
          </a:p>
          <a:p>
            <a:pPr algn="ctr">
              <a:spcBef>
                <a:spcPts val="400"/>
              </a:spcBef>
              <a:spcAft>
                <a:spcPts val="500"/>
              </a:spcAft>
              <a:defRPr sz="2000" b="1" i="0">
                <a:solidFill>
                  <a:srgbClr val="86EFAC"/>
                </a:solidFill>
                <a:latin typeface="Inter"/>
              </a:defRPr>
            </a:pPr>
            <a:r>
              <a:t>Priest: May almighty God have mercy on us, forgive us our sins, and bring us to everlasting life.</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Penitential 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Lord, have mercy.</a:t>
            </a:r>
          </a:p>
          <a:p>
            <a:pPr algn="ctr">
              <a:spcBef>
                <a:spcPts val="400"/>
              </a:spcBef>
              <a:spcAft>
                <a:spcPts val="500"/>
              </a:spcAft>
              <a:defRPr sz="2000" b="1" i="0">
                <a:solidFill>
                  <a:srgbClr val="F0FDF4"/>
                </a:solidFill>
                <a:latin typeface="Inter"/>
              </a:defRPr>
            </a:pPr>
            <a:r>
              <a:t>Lord, have mercy.</a:t>
            </a:r>
          </a:p>
          <a:p>
            <a:pPr algn="ctr">
              <a:spcBef>
                <a:spcPts val="400"/>
              </a:spcBef>
              <a:spcAft>
                <a:spcPts val="500"/>
              </a:spcAft>
              <a:defRPr sz="2000" b="1" i="0">
                <a:solidFill>
                  <a:srgbClr val="F0FDF4"/>
                </a:solidFill>
                <a:latin typeface="Inter"/>
              </a:defRPr>
            </a:pPr>
            <a:r>
              <a:t>Christ, have mercy.</a:t>
            </a:r>
          </a:p>
          <a:p>
            <a:pPr algn="ctr">
              <a:spcBef>
                <a:spcPts val="400"/>
              </a:spcBef>
              <a:spcAft>
                <a:spcPts val="500"/>
              </a:spcAft>
              <a:defRPr sz="2000" b="1" i="0">
                <a:solidFill>
                  <a:srgbClr val="F0FDF4"/>
                </a:solidFill>
                <a:latin typeface="Inter"/>
              </a:defRPr>
            </a:pPr>
            <a:r>
              <a:t>Christ, have mercy.</a:t>
            </a:r>
          </a:p>
          <a:p>
            <a:pPr algn="ctr">
              <a:spcBef>
                <a:spcPts val="400"/>
              </a:spcBef>
              <a:spcAft>
                <a:spcPts val="500"/>
              </a:spcAft>
              <a:defRPr sz="2000" b="1" i="0">
                <a:solidFill>
                  <a:srgbClr val="F0FDF4"/>
                </a:solidFill>
                <a:latin typeface="Inter"/>
              </a:defRPr>
            </a:pPr>
            <a:r>
              <a:t>Lord, have mercy.</a:t>
            </a:r>
          </a:p>
          <a:p>
            <a:pPr algn="ctr">
              <a:spcBef>
                <a:spcPts val="400"/>
              </a:spcBef>
              <a:spcAft>
                <a:spcPts val="500"/>
              </a:spcAft>
              <a:defRPr sz="2000" b="1" i="0">
                <a:solidFill>
                  <a:srgbClr val="F0FDF4"/>
                </a:solidFill>
                <a:latin typeface="Inter"/>
              </a:defRPr>
            </a:pPr>
            <a:r>
              <a:t>Lord, have mercy.</a:t>
            </a:r>
          </a:p>
          <a:p>
            <a:pPr algn="ctr">
              <a:spcAft>
                <a:spcPts val="500"/>
              </a:spcAft>
              <a:defRPr sz="1500" b="0" i="1">
                <a:solidFill>
                  <a:srgbClr val="86EFAC"/>
                </a:solidFill>
                <a:latin typeface="Inter"/>
              </a:defRPr>
            </a:pPr>
            <a:r>
              <a:t>This acclamation may also be sung, or the invocations from the Missal or approved pastoral practice may be used in full.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Kyrie Eleison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Glory to God in the highest,</a:t>
            </a:r>
          </a:p>
          <a:p>
            <a:pPr algn="ctr">
              <a:spcAft>
                <a:spcPts val="500"/>
              </a:spcAft>
              <a:defRPr sz="1900" b="0" i="0">
                <a:solidFill>
                  <a:srgbClr val="F0FDF4"/>
                </a:solidFill>
                <a:latin typeface="Inter"/>
              </a:defRPr>
            </a:pPr>
            <a:r>
              <a:t>and on earth peace to people of good will.</a:t>
            </a:r>
          </a:p>
          <a:p>
            <a:pPr algn="ctr">
              <a:spcAft>
                <a:spcPts val="500"/>
              </a:spcAft>
              <a:defRPr sz="1900" b="0" i="0">
                <a:solidFill>
                  <a:srgbClr val="F0FDF4"/>
                </a:solidFill>
                <a:latin typeface="Inter"/>
              </a:defRPr>
            </a:pPr>
            <a:r>
              <a:t>We praise you, we bless you, we adore you,</a:t>
            </a:r>
          </a:p>
          <a:p>
            <a:pPr algn="ctr">
              <a:spcAft>
                <a:spcPts val="500"/>
              </a:spcAft>
              <a:defRPr sz="1900" b="0" i="0">
                <a:solidFill>
                  <a:srgbClr val="F0FDF4"/>
                </a:solidFill>
                <a:latin typeface="Inter"/>
              </a:defRPr>
            </a:pPr>
            <a:r>
              <a:t>we glorify you, we give you thanks</a:t>
            </a:r>
          </a:p>
          <a:p>
            <a:pPr algn="ctr">
              <a:spcAft>
                <a:spcPts val="500"/>
              </a:spcAft>
              <a:defRPr sz="1900" b="0" i="0">
                <a:solidFill>
                  <a:srgbClr val="F0FDF4"/>
                </a:solidFill>
                <a:latin typeface="Inter"/>
              </a:defRPr>
            </a:pPr>
            <a:r>
              <a:t>for your great glory,</a:t>
            </a:r>
          </a:p>
          <a:p>
            <a:pPr algn="ctr">
              <a:spcAft>
                <a:spcPts val="500"/>
              </a:spcAft>
              <a:defRPr sz="1900" b="0" i="0">
                <a:solidFill>
                  <a:srgbClr val="F0FDF4"/>
                </a:solidFill>
                <a:latin typeface="Inter"/>
              </a:defRPr>
            </a:pPr>
            <a:r>
              <a:t>Lord God, heavenly King, O God, almighty Father.</a:t>
            </a:r>
          </a:p>
          <a:p>
            <a:pPr algn="ctr">
              <a:spcAft>
                <a:spcPts val="500"/>
              </a:spcAft>
              <a:defRPr sz="1900" b="0" i="0">
                <a:solidFill>
                  <a:srgbClr val="F0FDF4"/>
                </a:solidFill>
                <a:latin typeface="Inter"/>
              </a:defRPr>
            </a:pPr>
            <a:r>
              <a:t>Lord Jesus Christ, Only Begotten Son,</a:t>
            </a:r>
          </a:p>
          <a:p>
            <a:pPr algn="ctr">
              <a:spcAft>
                <a:spcPts val="500"/>
              </a:spcAft>
              <a:defRPr sz="1900" b="0" i="0">
                <a:solidFill>
                  <a:srgbClr val="F0FDF4"/>
                </a:solidFill>
                <a:latin typeface="Inter"/>
              </a:defRPr>
            </a:pPr>
            <a:r>
              <a:t>Lord God, Lamb of God, Son of the Father,</a:t>
            </a:r>
          </a:p>
          <a:p>
            <a:pPr algn="ctr">
              <a:spcAft>
                <a:spcPts val="500"/>
              </a:spcAft>
              <a:defRPr sz="1900" b="0" i="0">
                <a:solidFill>
                  <a:srgbClr val="F0FDF4"/>
                </a:solidFill>
                <a:latin typeface="Inter"/>
              </a:defRPr>
            </a:pPr>
            <a:r>
              <a:t>you take away the sins of the world, have mercy on us;</a:t>
            </a:r>
          </a:p>
          <a:p>
            <a:pPr algn="ctr">
              <a:spcAft>
                <a:spcPts val="500"/>
              </a:spcAft>
              <a:defRPr sz="1900" b="0" i="0">
                <a:solidFill>
                  <a:srgbClr val="F0FDF4"/>
                </a:solidFill>
                <a:latin typeface="Inter"/>
              </a:defRPr>
            </a:pPr>
            <a:r>
              <a:t>you take away the sins of the world, receive our prayer;</a:t>
            </a:r>
          </a:p>
          <a:p>
            <a:pPr algn="ctr">
              <a:spcAft>
                <a:spcPts val="500"/>
              </a:spcAft>
              <a:defRPr sz="1900" b="0" i="0">
                <a:solidFill>
                  <a:srgbClr val="F0FDF4"/>
                </a:solidFill>
                <a:latin typeface="Inter"/>
              </a:defRPr>
            </a:pPr>
            <a:r>
              <a:t>you are seated at the right hand of the Father, have mercy on us.</a:t>
            </a:r>
          </a:p>
          <a:p>
            <a:pPr algn="ctr">
              <a:spcAft>
                <a:spcPts val="500"/>
              </a:spcAft>
              <a:defRPr sz="1900" b="0" i="0">
                <a:solidFill>
                  <a:srgbClr val="F0FDF4"/>
                </a:solidFill>
                <a:latin typeface="Inter"/>
              </a:defRPr>
            </a:pPr>
            <a:r>
              <a:t>For you alone are the Holy One,</a:t>
            </a:r>
          </a:p>
          <a:p>
            <a:pPr algn="ctr">
              <a:spcAft>
                <a:spcPts val="500"/>
              </a:spcAft>
              <a:defRPr sz="1900" b="0" i="0">
                <a:solidFill>
                  <a:srgbClr val="F0FDF4"/>
                </a:solidFill>
                <a:latin typeface="Inter"/>
              </a:defRPr>
            </a:pPr>
            <a:r>
              <a:t>you alone are the Lord,</a:t>
            </a:r>
          </a:p>
          <a:p>
            <a:pPr algn="ctr">
              <a:spcAft>
                <a:spcPts val="500"/>
              </a:spcAft>
              <a:defRPr sz="1900" b="0" i="0">
                <a:solidFill>
                  <a:srgbClr val="F0FDF4"/>
                </a:solidFill>
                <a:latin typeface="Inter"/>
              </a:defRPr>
            </a:pPr>
            <a:r>
              <a:t>you alone are the Most High,</a:t>
            </a:r>
          </a:p>
          <a:p>
            <a:pPr algn="ctr">
              <a:spcAft>
                <a:spcPts val="500"/>
              </a:spcAft>
              <a:defRPr sz="1900" b="0" i="0">
                <a:solidFill>
                  <a:srgbClr val="F0FDF4"/>
                </a:solidFill>
                <a:latin typeface="Inter"/>
              </a:defRPr>
            </a:pPr>
            <a:r>
              <a:t>Jesus Christ,</a:t>
            </a:r>
          </a:p>
          <a:p>
            <a:pPr algn="ctr">
              <a:spcAft>
                <a:spcPts val="500"/>
              </a:spcAft>
              <a:defRPr sz="1900" b="0" i="0">
                <a:solidFill>
                  <a:srgbClr val="F0FDF4"/>
                </a:solidFill>
                <a:latin typeface="Inter"/>
              </a:defRPr>
            </a:pPr>
            <a:r>
              <a:t>with the Holy Spirit,</a:t>
            </a:r>
          </a:p>
          <a:p>
            <a:pPr algn="ctr">
              <a:spcAft>
                <a:spcPts val="500"/>
              </a:spcAft>
              <a:defRPr sz="1900" b="0" i="0">
                <a:solidFill>
                  <a:srgbClr val="F0FDF4"/>
                </a:solidFill>
                <a:latin typeface="Inter"/>
              </a:defRPr>
            </a:pPr>
            <a:r>
              <a:t>in the glory of God the Father.</a:t>
            </a:r>
          </a:p>
          <a:p>
            <a:pPr algn="ctr">
              <a:spcAft>
                <a:spcPts val="500"/>
              </a:spcAft>
              <a:defRPr sz="1900" b="0" i="0">
                <a:solidFill>
                  <a:srgbClr val="F0FDF4"/>
                </a:solidFill>
                <a:latin typeface="Inter"/>
              </a:defRPr>
            </a:pPr>
            <a: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Let us pray.</a:t>
            </a:r>
          </a:p>
          <a:p>
            <a:pPr algn="ctr">
              <a:spcAft>
                <a:spcPts val="500"/>
              </a:spcAft>
              <a:defRPr sz="1500" b="0" i="1">
                <a:solidFill>
                  <a:srgbClr val="86EFAC"/>
                </a:solidFill>
                <a:latin typeface="Inter"/>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1024128"/>
          </a:xfrm>
          <a:prstGeom prst="rect">
            <a:avLst/>
          </a:prstGeom>
          <a:noFill/>
        </p:spPr>
        <p:txBody>
          <a:bodyPr wrap="square" lIns="109728" rIns="109728" tIns="73152" bIns="73152">
            <a:noAutofit/>
          </a:bodyPr>
          <a:lstStyle/>
          <a:p>
            <a:pPr>
              <a:defRPr sz="2800" b="1" i="0">
                <a:solidFill>
                  <a:srgbClr val="86EFAC"/>
                </a:solidFill>
                <a:latin typeface="Inter"/>
              </a:defRPr>
            </a:pPr>
            <a:r>
              <a:t>Liturgy of the Word</a:t>
            </a:r>
          </a:p>
          <a:p>
            <a:pPr>
              <a:defRPr sz="1600" b="0" i="0">
                <a:solidFill>
                  <a:srgbClr val="22C55E"/>
                </a:solidFill>
                <a:latin typeface="Inter"/>
              </a:defRPr>
            </a:pPr>
            <a:r>
              <a:t>First Reading (Exodus 34:4b-6, 8-9)</a:t>
            </a:r>
          </a:p>
        </p:txBody>
      </p:sp>
      <p:sp>
        <p:nvSpPr>
          <p:cNvPr id="3" name="TextBox 2"/>
          <p:cNvSpPr txBox="1"/>
          <p:nvPr/>
        </p:nvSpPr>
        <p:spPr>
          <a:xfrm>
            <a:off x="914400" y="1609344"/>
            <a:ext cx="16459200" cy="438912"/>
          </a:xfrm>
          <a:prstGeom prst="rect">
            <a:avLst/>
          </a:prstGeom>
          <a:noFill/>
        </p:spPr>
        <p:txBody>
          <a:bodyPr wrap="square" lIns="109728" rIns="109728" tIns="73152" bIns="73152">
            <a:noAutofit/>
          </a:bodyPr>
          <a:lstStyle/>
          <a:p>
            <a:pPr>
              <a:defRPr sz="1400" b="0" i="0">
                <a:solidFill>
                  <a:srgbClr val="22C55E"/>
                </a:solidFill>
                <a:latin typeface="Inter"/>
              </a:defRPr>
            </a:pPr>
            <a:r>
              <a:t>Exodus 34:4b-6, 8-9</a:t>
            </a:r>
          </a:p>
        </p:txBody>
      </p:sp>
      <p:sp>
        <p:nvSpPr>
          <p:cNvPr id="4" name="TextBox 3"/>
          <p:cNvSpPr txBox="1"/>
          <p:nvPr/>
        </p:nvSpPr>
        <p:spPr>
          <a:xfrm>
            <a:off x="914400" y="2157984"/>
            <a:ext cx="16459200" cy="7214616"/>
          </a:xfrm>
          <a:prstGeom prst="rect">
            <a:avLst/>
          </a:prstGeom>
          <a:noFill/>
        </p:spPr>
        <p:txBody>
          <a:bodyPr wrap="square" lIns="109728" rIns="109728" tIns="73152" bIns="73152">
            <a:noAutofit/>
          </a:bodyPr>
          <a:lstStyle/>
          <a:p>
            <a:pPr>
              <a:spcAft>
                <a:spcPts val="500"/>
              </a:spcAft>
              <a:defRPr sz="1900" b="0" i="0">
                <a:solidFill>
                  <a:srgbClr val="F0FDF4"/>
                </a:solidFill>
                <a:latin typeface="Inter"/>
              </a:defRPr>
            </a:pPr>
            <a:r>
              <a:t>Full text was not loaded from bible.usccb.org. Open today’s readings for this date and paste if needed.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1024128"/>
          </a:xfrm>
          <a:prstGeom prst="rect">
            <a:avLst/>
          </a:prstGeom>
          <a:noFill/>
        </p:spPr>
        <p:txBody>
          <a:bodyPr wrap="square" lIns="109728" rIns="109728" tIns="73152" bIns="73152">
            <a:noAutofit/>
          </a:bodyPr>
          <a:lstStyle/>
          <a:p>
            <a:pPr>
              <a:defRPr sz="2800" b="1" i="0">
                <a:solidFill>
                  <a:srgbClr val="86EFAC"/>
                </a:solidFill>
                <a:latin typeface="Inter"/>
              </a:defRPr>
            </a:pPr>
            <a:r>
              <a:t>Liturgy of the Word</a:t>
            </a:r>
          </a:p>
          <a:p>
            <a:pPr>
              <a:defRPr sz="1600" b="0" i="0">
                <a:solidFill>
                  <a:srgbClr val="22C55E"/>
                </a:solidFill>
                <a:latin typeface="Inter"/>
              </a:defRPr>
            </a:pPr>
            <a:r>
              <a:t>Responsorial Psalm (Daniel 3:52, 53, 54, 55, 56)</a:t>
            </a:r>
          </a:p>
        </p:txBody>
      </p:sp>
      <p:sp>
        <p:nvSpPr>
          <p:cNvPr id="3" name="TextBox 2"/>
          <p:cNvSpPr txBox="1"/>
          <p:nvPr/>
        </p:nvSpPr>
        <p:spPr>
          <a:xfrm>
            <a:off x="914400" y="1609344"/>
            <a:ext cx="16459200" cy="438912"/>
          </a:xfrm>
          <a:prstGeom prst="rect">
            <a:avLst/>
          </a:prstGeom>
          <a:noFill/>
        </p:spPr>
        <p:txBody>
          <a:bodyPr wrap="square" lIns="109728" rIns="109728" tIns="73152" bIns="73152">
            <a:noAutofit/>
          </a:bodyPr>
          <a:lstStyle/>
          <a:p>
            <a:pPr>
              <a:defRPr sz="1400" b="0" i="0">
                <a:solidFill>
                  <a:srgbClr val="22C55E"/>
                </a:solidFill>
                <a:latin typeface="Inter"/>
              </a:defRPr>
            </a:pPr>
            <a:r>
              <a:t>Daniel 3:52, 53, 54, 55, 56</a:t>
            </a:r>
          </a:p>
        </p:txBody>
      </p:sp>
      <p:sp>
        <p:nvSpPr>
          <p:cNvPr id="4" name="TextBox 3"/>
          <p:cNvSpPr txBox="1"/>
          <p:nvPr/>
        </p:nvSpPr>
        <p:spPr>
          <a:xfrm>
            <a:off x="914400" y="2157984"/>
            <a:ext cx="16459200" cy="7214616"/>
          </a:xfrm>
          <a:prstGeom prst="rect">
            <a:avLst/>
          </a:prstGeom>
          <a:noFill/>
        </p:spPr>
        <p:txBody>
          <a:bodyPr wrap="square" lIns="109728" rIns="109728" tIns="73152" bIns="73152">
            <a:noAutofit/>
          </a:bodyPr>
          <a:lstStyle/>
          <a:p>
            <a:pPr>
              <a:spcAft>
                <a:spcPts val="500"/>
              </a:spcAft>
              <a:defRPr sz="1900" b="0" i="0">
                <a:solidFill>
                  <a:srgbClr val="F0FDF4"/>
                </a:solidFill>
                <a:latin typeface="Inter"/>
              </a:defRPr>
            </a:pPr>
            <a:r>
              <a:t>Full text was not loaded from bible.usccb.org. Open today’s readings for this date and paste if needed.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1024128"/>
          </a:xfrm>
          <a:prstGeom prst="rect">
            <a:avLst/>
          </a:prstGeom>
          <a:noFill/>
        </p:spPr>
        <p:txBody>
          <a:bodyPr wrap="square" lIns="109728" rIns="109728" tIns="73152" bIns="73152">
            <a:noAutofit/>
          </a:bodyPr>
          <a:lstStyle/>
          <a:p>
            <a:pPr>
              <a:defRPr sz="2800" b="1" i="0">
                <a:solidFill>
                  <a:srgbClr val="86EFAC"/>
                </a:solidFill>
                <a:latin typeface="Inter"/>
              </a:defRPr>
            </a:pPr>
            <a:r>
              <a:t>Liturgy of the Word</a:t>
            </a:r>
          </a:p>
          <a:p>
            <a:pPr>
              <a:defRPr sz="1600" b="0" i="0">
                <a:solidFill>
                  <a:srgbClr val="22C55E"/>
                </a:solidFill>
                <a:latin typeface="Inter"/>
              </a:defRPr>
            </a:pPr>
            <a:r>
              <a:t>Second Reading (2 Corinthians 13:11-13)</a:t>
            </a:r>
          </a:p>
        </p:txBody>
      </p:sp>
      <p:sp>
        <p:nvSpPr>
          <p:cNvPr id="3" name="TextBox 2"/>
          <p:cNvSpPr txBox="1"/>
          <p:nvPr/>
        </p:nvSpPr>
        <p:spPr>
          <a:xfrm>
            <a:off x="914400" y="1609344"/>
            <a:ext cx="16459200" cy="438912"/>
          </a:xfrm>
          <a:prstGeom prst="rect">
            <a:avLst/>
          </a:prstGeom>
          <a:noFill/>
        </p:spPr>
        <p:txBody>
          <a:bodyPr wrap="square" lIns="109728" rIns="109728" tIns="73152" bIns="73152">
            <a:noAutofit/>
          </a:bodyPr>
          <a:lstStyle/>
          <a:p>
            <a:pPr>
              <a:defRPr sz="1400" b="0" i="0">
                <a:solidFill>
                  <a:srgbClr val="22C55E"/>
                </a:solidFill>
                <a:latin typeface="Inter"/>
              </a:defRPr>
            </a:pPr>
            <a:r>
              <a:t>2 Corinthians 13:11-13</a:t>
            </a:r>
          </a:p>
        </p:txBody>
      </p:sp>
      <p:sp>
        <p:nvSpPr>
          <p:cNvPr id="4" name="TextBox 3"/>
          <p:cNvSpPr txBox="1"/>
          <p:nvPr/>
        </p:nvSpPr>
        <p:spPr>
          <a:xfrm>
            <a:off x="914400" y="2157984"/>
            <a:ext cx="16459200" cy="7214616"/>
          </a:xfrm>
          <a:prstGeom prst="rect">
            <a:avLst/>
          </a:prstGeom>
          <a:noFill/>
        </p:spPr>
        <p:txBody>
          <a:bodyPr wrap="square" lIns="109728" rIns="109728" tIns="73152" bIns="73152">
            <a:noAutofit/>
          </a:bodyPr>
          <a:lstStyle/>
          <a:p>
            <a:pPr>
              <a:spcAft>
                <a:spcPts val="500"/>
              </a:spcAft>
              <a:defRPr sz="1900" b="0" i="0">
                <a:solidFill>
                  <a:srgbClr val="F0FDF4"/>
                </a:solidFill>
                <a:latin typeface="Inter"/>
              </a:defRPr>
            </a:pPr>
            <a:r>
              <a:t>Full text was not loaded from bible.usccb.org. Open today’s readings for this date and paste if needed.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ALLELUIA! ALLELUIA! ALLELUIA! ALLELUIA!</a:t>
            </a:r>
          </a:p>
          <a:p>
            <a:pPr algn="ctr">
              <a:spcAft>
                <a:spcPts val="500"/>
              </a:spcAft>
              <a:defRPr sz="1500" b="0" i="1">
                <a:solidFill>
                  <a:srgbClr val="86EFAC"/>
                </a:solidFill>
                <a:latin typeface="Inter"/>
              </a:defRPr>
            </a:pPr>
            <a:r>
              <a:t>Sing the verse of the Gospel Acclamation given in the Lectionary for this Mass in full, not shortened.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If a commentator announces the verse before the Gospel Acclamation, the verse from the Lectionary is spoken in full, and then the assembly sings the Alleluia and response without abbreviation.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Aft>
                <a:spcPts val="500"/>
              </a:spcAft>
              <a:defRPr sz="1500" b="0" i="1">
                <a:solidFill>
                  <a:srgbClr val="86EFAC"/>
                </a:solidFill>
                <a:latin typeface="Inter"/>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John 3:16-18</a:t>
            </a:r>
          </a:p>
          <a:p>
            <a:pPr algn="ctr">
              <a:spcAft>
                <a:spcPts val="500"/>
              </a:spcAft>
              <a:defRPr sz="1500" b="0" i="1">
                <a:solidFill>
                  <a:srgbClr val="86EFAC"/>
                </a:solidFill>
                <a:latin typeface="Inter"/>
              </a:defRPr>
            </a:pPr>
          </a:p>
          <a:p>
            <a:pPr algn="ctr">
              <a:spcBef>
                <a:spcPts val="400"/>
              </a:spcBef>
              <a:spcAft>
                <a:spcPts val="500"/>
              </a:spcAft>
              <a:defRPr sz="2000" b="1" i="0">
                <a:solidFill>
                  <a:srgbClr val="F0FDF4"/>
                </a:solidFill>
                <a:latin typeface="Inter"/>
              </a:defRPr>
            </a:pPr>
            <a:r>
              <a:t>All: “For God so loved the world, that he gave his one and only Son, that whoever believes in him should not perish, but have eternal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41248"/>
          </a:xfrm>
          <a:prstGeom prst="rect">
            <a:avLst/>
          </a:prstGeom>
          <a:noFill/>
        </p:spPr>
        <p:txBody>
          <a:bodyPr wrap="square" lIns="109728" rIns="109728" tIns="73152" bIns="73152">
            <a:noAutofit/>
          </a:bodyPr>
          <a:lstStyle/>
          <a:p>
            <a:pPr>
              <a:defRPr sz="3000" b="1" i="0">
                <a:solidFill>
                  <a:srgbClr val="86EFAC"/>
                </a:solidFill>
                <a:latin typeface="Inter"/>
              </a:defRPr>
            </a:pPr>
            <a:r>
              <a:t>Gospel</a:t>
            </a:r>
          </a:p>
        </p:txBody>
      </p:sp>
      <p:sp>
        <p:nvSpPr>
          <p:cNvPr id="3" name="TextBox 2"/>
          <p:cNvSpPr txBox="1"/>
          <p:nvPr/>
        </p:nvSpPr>
        <p:spPr>
          <a:xfrm>
            <a:off x="914400" y="1426464"/>
            <a:ext cx="16459200" cy="438912"/>
          </a:xfrm>
          <a:prstGeom prst="rect">
            <a:avLst/>
          </a:prstGeom>
          <a:noFill/>
        </p:spPr>
        <p:txBody>
          <a:bodyPr wrap="square" lIns="109728" rIns="109728" tIns="73152" bIns="73152">
            <a:noAutofit/>
          </a:bodyPr>
          <a:lstStyle/>
          <a:p>
            <a:pPr>
              <a:defRPr sz="1400" b="0" i="0">
                <a:solidFill>
                  <a:srgbClr val="22C55E"/>
                </a:solidFill>
                <a:latin typeface="Inter"/>
              </a:defRPr>
            </a:pPr>
            <a:r>
              <a:t>John 3:16-18</a:t>
            </a:r>
          </a:p>
        </p:txBody>
      </p:sp>
      <p:sp>
        <p:nvSpPr>
          <p:cNvPr id="4" name="TextBox 3"/>
          <p:cNvSpPr txBox="1"/>
          <p:nvPr/>
        </p:nvSpPr>
        <p:spPr>
          <a:xfrm>
            <a:off x="914400" y="1975104"/>
            <a:ext cx="16459200" cy="7397496"/>
          </a:xfrm>
          <a:prstGeom prst="rect">
            <a:avLst/>
          </a:prstGeom>
          <a:noFill/>
        </p:spPr>
        <p:txBody>
          <a:bodyPr wrap="square" lIns="109728" rIns="109728" tIns="73152" bIns="73152">
            <a:noAutofit/>
          </a:bodyPr>
          <a:lstStyle/>
          <a:p>
            <a:pPr>
              <a:spcAft>
                <a:spcPts val="500"/>
              </a:spcAft>
              <a:defRPr sz="1900" b="0" i="0">
                <a:solidFill>
                  <a:srgbClr val="F0FDF4"/>
                </a:solidFill>
                <a:latin typeface="Inter"/>
              </a:defRPr>
            </a:pPr>
            <a:r>
              <a:t>For God so loved the world, that he gave his one and only Son, that whoever believes in him should not perish, but have eternal life. For God didn’t send his Son into the world to judge the world, but that the world should be saved through him. He who believes in him is not judged. He who doesn’t believe has been judged already, because he has not believed in the name of the one and only Son of God.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Gospel of the Lord.</a:t>
            </a:r>
          </a:p>
          <a:p>
            <a:pPr algn="ctr">
              <a:spcBef>
                <a:spcPts val="400"/>
              </a:spcBef>
              <a:spcAft>
                <a:spcPts val="500"/>
              </a:spcAft>
              <a:defRPr sz="20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Time for the homily — Father will now preach.</a:t>
            </a:r>
          </a:p>
          <a:p>
            <a:pPr algn="ctr">
              <a:spcAft>
                <a:spcPts val="500"/>
              </a:spcAft>
              <a:defRPr sz="1500" b="0" i="1">
                <a:solidFill>
                  <a:srgbClr val="86EFAC"/>
                </a:solidFill>
                <a:latin typeface="Inter"/>
              </a:defRPr>
            </a:pPr>
            <a:r>
              <a:t>Commentator may introduce the theme.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Homily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All: I believe in one God,</a:t>
            </a:r>
          </a:p>
          <a:p>
            <a:pPr algn="ctr">
              <a:spcAft>
                <a:spcPts val="500"/>
              </a:spcAft>
              <a:defRPr sz="1900" b="0" i="0">
                <a:solidFill>
                  <a:srgbClr val="F0FDF4"/>
                </a:solidFill>
                <a:latin typeface="Inter"/>
              </a:defRPr>
            </a:pPr>
            <a:r>
              <a:t>the Father almighty,</a:t>
            </a:r>
          </a:p>
          <a:p>
            <a:pPr algn="ctr">
              <a:spcAft>
                <a:spcPts val="500"/>
              </a:spcAft>
              <a:defRPr sz="1900" b="0" i="0">
                <a:solidFill>
                  <a:srgbClr val="F0FDF4"/>
                </a:solidFill>
                <a:latin typeface="Inter"/>
              </a:defRPr>
            </a:pPr>
            <a:r>
              <a:t>maker of heaven and earth,</a:t>
            </a:r>
          </a:p>
          <a:p>
            <a:pPr algn="ctr">
              <a:spcAft>
                <a:spcPts val="500"/>
              </a:spcAft>
              <a:defRPr sz="1900" b="0" i="0">
                <a:solidFill>
                  <a:srgbClr val="F0FDF4"/>
                </a:solidFill>
                <a:latin typeface="Inter"/>
              </a:defRPr>
            </a:pPr>
            <a:r>
              <a:t>of all things visible and invisible.</a:t>
            </a:r>
          </a:p>
          <a:p>
            <a:pPr algn="ctr">
              <a:spcAft>
                <a:spcPts val="500"/>
              </a:spcAft>
              <a:defRPr sz="1900" b="0" i="0">
                <a:solidFill>
                  <a:srgbClr val="F0FDF4"/>
                </a:solidFill>
                <a:latin typeface="Inter"/>
              </a:defRPr>
            </a:pPr>
            <a:r>
              <a:t>I believe in one Lord Jesus Christ,</a:t>
            </a:r>
          </a:p>
          <a:p>
            <a:pPr algn="ctr">
              <a:spcAft>
                <a:spcPts val="500"/>
              </a:spcAft>
              <a:defRPr sz="1900" b="0" i="0">
                <a:solidFill>
                  <a:srgbClr val="F0FDF4"/>
                </a:solidFill>
                <a:latin typeface="Inter"/>
              </a:defRPr>
            </a:pPr>
            <a:r>
              <a:t>the Only Begotten Son of God,</a:t>
            </a:r>
          </a:p>
          <a:p>
            <a:pPr algn="ctr">
              <a:spcAft>
                <a:spcPts val="500"/>
              </a:spcAft>
              <a:defRPr sz="1900" b="0" i="0">
                <a:solidFill>
                  <a:srgbClr val="F0FDF4"/>
                </a:solidFill>
                <a:latin typeface="Inter"/>
              </a:defRPr>
            </a:pPr>
            <a:r>
              <a:t>born of the Father before all ages.</a:t>
            </a:r>
          </a:p>
          <a:p>
            <a:pPr algn="ctr">
              <a:spcAft>
                <a:spcPts val="500"/>
              </a:spcAft>
              <a:defRPr sz="1900" b="0" i="0">
                <a:solidFill>
                  <a:srgbClr val="F0FDF4"/>
                </a:solidFill>
                <a:latin typeface="Inter"/>
              </a:defRPr>
            </a:pPr>
            <a:r>
              <a:t>God from God, Light from Light,</a:t>
            </a:r>
          </a:p>
          <a:p>
            <a:pPr algn="ctr">
              <a:spcAft>
                <a:spcPts val="500"/>
              </a:spcAft>
              <a:defRPr sz="1900" b="0" i="0">
                <a:solidFill>
                  <a:srgbClr val="F0FDF4"/>
                </a:solidFill>
                <a:latin typeface="Inter"/>
              </a:defRPr>
            </a:pPr>
            <a:r>
              <a:t>true God from true God,</a:t>
            </a:r>
          </a:p>
          <a:p>
            <a:pPr algn="ctr">
              <a:spcAft>
                <a:spcPts val="500"/>
              </a:spcAft>
              <a:defRPr sz="1900" b="0" i="0">
                <a:solidFill>
                  <a:srgbClr val="F0FDF4"/>
                </a:solidFill>
                <a:latin typeface="Inter"/>
              </a:defRPr>
            </a:pPr>
            <a:r>
              <a:t>begotten, not made, consubstantial with the Father;</a:t>
            </a:r>
          </a:p>
          <a:p>
            <a:pPr algn="ctr">
              <a:spcAft>
                <a:spcPts val="500"/>
              </a:spcAft>
              <a:defRPr sz="1900" b="0" i="0">
                <a:solidFill>
                  <a:srgbClr val="F0FDF4"/>
                </a:solidFill>
                <a:latin typeface="Inter"/>
              </a:defRPr>
            </a:pPr>
            <a:r>
              <a:t>through him all things were made.</a:t>
            </a:r>
          </a:p>
          <a:p>
            <a:pPr algn="ctr">
              <a:spcAft>
                <a:spcPts val="500"/>
              </a:spcAft>
              <a:defRPr sz="1900" b="0" i="0">
                <a:solidFill>
                  <a:srgbClr val="F0FDF4"/>
                </a:solidFill>
                <a:latin typeface="Inter"/>
              </a:defRPr>
            </a:pPr>
            <a:r>
              <a:t>For us men and for our salvation</a:t>
            </a:r>
          </a:p>
          <a:p>
            <a:pPr algn="ctr">
              <a:spcAft>
                <a:spcPts val="500"/>
              </a:spcAft>
              <a:defRPr sz="1900" b="0" i="0">
                <a:solidFill>
                  <a:srgbClr val="F0FDF4"/>
                </a:solidFill>
                <a:latin typeface="Inter"/>
              </a:defRPr>
            </a:pPr>
            <a:r>
              <a:t>he came down from heaven,</a:t>
            </a:r>
          </a:p>
          <a:p>
            <a:pPr algn="ctr">
              <a:spcAft>
                <a:spcPts val="500"/>
              </a:spcAft>
              <a:defRPr sz="1900" b="0" i="0">
                <a:solidFill>
                  <a:srgbClr val="F0FDF4"/>
                </a:solidFill>
                <a:latin typeface="Inter"/>
              </a:defRPr>
            </a:pPr>
            <a:r>
              <a:t>and by the Holy Spirit was incarnate of the Virgin Mary,</a:t>
            </a:r>
          </a:p>
          <a:p>
            <a:pPr algn="ctr">
              <a:spcAft>
                <a:spcPts val="500"/>
              </a:spcAft>
              <a:defRPr sz="1900" b="0" i="0">
                <a:solidFill>
                  <a:srgbClr val="F0FDF4"/>
                </a:solidFill>
                <a:latin typeface="Inter"/>
              </a:defRPr>
            </a:pPr>
            <a:r>
              <a:t>and became man.</a:t>
            </a:r>
          </a:p>
          <a:p>
            <a:pPr algn="ctr">
              <a:spcAft>
                <a:spcPts val="500"/>
              </a:spcAft>
              <a:defRPr sz="1900" b="0" i="0">
                <a:solidFill>
                  <a:srgbClr val="F0FDF4"/>
                </a:solidFill>
                <a:latin typeface="Inter"/>
              </a:defRPr>
            </a:pPr>
            <a:r>
              <a:t>For our sake he was crucified under Pontius Pilate,</a:t>
            </a:r>
          </a:p>
          <a:p>
            <a:pPr algn="ctr">
              <a:spcAft>
                <a:spcPts val="500"/>
              </a:spcAft>
              <a:defRPr sz="1900" b="0" i="0">
                <a:solidFill>
                  <a:srgbClr val="F0FDF4"/>
                </a:solidFill>
                <a:latin typeface="Inter"/>
              </a:defRPr>
            </a:pPr>
            <a:r>
              <a:t>he suffered death and was buried,</a:t>
            </a:r>
          </a:p>
          <a:p>
            <a:pPr algn="ctr">
              <a:spcAft>
                <a:spcPts val="500"/>
              </a:spcAft>
              <a:defRPr sz="1900" b="0" i="0">
                <a:solidFill>
                  <a:srgbClr val="F0FDF4"/>
                </a:solidFill>
                <a:latin typeface="Inter"/>
              </a:defRPr>
            </a:pPr>
            <a:r>
              <a:t>and rose again on the third day</a:t>
            </a:r>
          </a:p>
          <a:p>
            <a:pPr algn="ctr">
              <a:spcAft>
                <a:spcPts val="500"/>
              </a:spcAft>
              <a:defRPr sz="1900" b="0" i="0">
                <a:solidFill>
                  <a:srgbClr val="F0FDF4"/>
                </a:solidFill>
                <a:latin typeface="Inter"/>
              </a:defRPr>
            </a:pPr>
            <a:r>
              <a:t>in accordance with the Scriptures.</a:t>
            </a:r>
          </a:p>
          <a:p>
            <a:pPr algn="ctr">
              <a:spcAft>
                <a:spcPts val="500"/>
              </a:spcAft>
              <a:defRPr sz="1900" b="0" i="0">
                <a:solidFill>
                  <a:srgbClr val="F0FDF4"/>
                </a:solidFill>
                <a:latin typeface="Inter"/>
              </a:defRPr>
            </a:pPr>
            <a:r>
              <a:t>He ascended into heaven</a:t>
            </a:r>
          </a:p>
          <a:p>
            <a:pPr algn="ctr">
              <a:spcAft>
                <a:spcPts val="500"/>
              </a:spcAft>
              <a:defRPr sz="1900" b="0" i="0">
                <a:solidFill>
                  <a:srgbClr val="F0FDF4"/>
                </a:solidFill>
                <a:latin typeface="Inter"/>
              </a:defRPr>
            </a:pPr>
            <a:r>
              <a:t>and is seated at the right hand of the Father.</a:t>
            </a:r>
          </a:p>
          <a:p>
            <a:pPr algn="ctr">
              <a:spcAft>
                <a:spcPts val="500"/>
              </a:spcAft>
              <a:defRPr sz="1900" b="0" i="0">
                <a:solidFill>
                  <a:srgbClr val="F0FDF4"/>
                </a:solidFill>
                <a:latin typeface="Inter"/>
              </a:defRPr>
            </a:pPr>
            <a:r>
              <a:t>He will come again in glory</a:t>
            </a:r>
          </a:p>
          <a:p>
            <a:pPr algn="ctr">
              <a:spcAft>
                <a:spcPts val="500"/>
              </a:spcAft>
              <a:defRPr sz="1900" b="0" i="0">
                <a:solidFill>
                  <a:srgbClr val="F0FDF4"/>
                </a:solidFill>
                <a:latin typeface="Inter"/>
              </a:defRPr>
            </a:pPr>
            <a:r>
              <a:t>to judge the living and the dead</a:t>
            </a:r>
          </a:p>
          <a:p>
            <a:pPr algn="ctr">
              <a:spcAft>
                <a:spcPts val="500"/>
              </a:spcAft>
              <a:defRPr sz="1900" b="0" i="0">
                <a:solidFill>
                  <a:srgbClr val="F0FDF4"/>
                </a:solidFill>
                <a:latin typeface="Inter"/>
              </a:defRPr>
            </a:pPr>
            <a:r>
              <a:t>and his kingdom will have no end.</a:t>
            </a:r>
          </a:p>
          <a:p>
            <a:pPr algn="ctr">
              <a:spcAft>
                <a:spcPts val="500"/>
              </a:spcAft>
              <a:defRPr sz="1900" b="0" i="0">
                <a:solidFill>
                  <a:srgbClr val="F0FDF4"/>
                </a:solidFill>
                <a:latin typeface="Inter"/>
              </a:defRPr>
            </a:pPr>
            <a:r>
              <a:t>I believe in the Holy Spirit, the Lord, the giver of life,</a:t>
            </a:r>
          </a:p>
          <a:p>
            <a:pPr algn="ctr">
              <a:spcAft>
                <a:spcPts val="500"/>
              </a:spcAft>
              <a:defRPr sz="1900" b="0" i="0">
                <a:solidFill>
                  <a:srgbClr val="F0FDF4"/>
                </a:solidFill>
                <a:latin typeface="Inter"/>
              </a:defRPr>
            </a:pPr>
            <a:r>
              <a:t>who proceeds from the Father and the Son,</a:t>
            </a:r>
          </a:p>
          <a:p>
            <a:pPr algn="ctr">
              <a:spcAft>
                <a:spcPts val="500"/>
              </a:spcAft>
              <a:defRPr sz="1900" b="0" i="0">
                <a:solidFill>
                  <a:srgbClr val="F0FDF4"/>
                </a:solidFill>
                <a:latin typeface="Inter"/>
              </a:defRPr>
            </a:pPr>
            <a:r>
              <a:t>who with the Father and the Son is adored and glorified,</a:t>
            </a:r>
          </a:p>
          <a:p>
            <a:pPr algn="ctr">
              <a:spcAft>
                <a:spcPts val="500"/>
              </a:spcAft>
              <a:defRPr sz="1900" b="0" i="0">
                <a:solidFill>
                  <a:srgbClr val="F0FDF4"/>
                </a:solidFill>
                <a:latin typeface="Inter"/>
              </a:defRPr>
            </a:pPr>
            <a:r>
              <a:t>who has spoken through the prophets.</a:t>
            </a:r>
          </a:p>
          <a:p>
            <a:pPr algn="ctr">
              <a:spcAft>
                <a:spcPts val="500"/>
              </a:spcAft>
              <a:defRPr sz="1900" b="0" i="0">
                <a:solidFill>
                  <a:srgbClr val="F0FDF4"/>
                </a:solidFill>
                <a:latin typeface="Inter"/>
              </a:defRPr>
            </a:pPr>
            <a:r>
              <a:t>I believe in one, holy, catholic and apostolic Church.</a:t>
            </a:r>
          </a:p>
          <a:p>
            <a:pPr algn="ctr">
              <a:spcAft>
                <a:spcPts val="500"/>
              </a:spcAft>
              <a:defRPr sz="1900" b="0" i="0">
                <a:solidFill>
                  <a:srgbClr val="F0FDF4"/>
                </a:solidFill>
                <a:latin typeface="Inter"/>
              </a:defRPr>
            </a:pPr>
            <a:r>
              <a:t>I confess one Baptism for the forgiveness of sins</a:t>
            </a:r>
          </a:p>
          <a:p>
            <a:pPr algn="ctr">
              <a:spcAft>
                <a:spcPts val="500"/>
              </a:spcAft>
              <a:defRPr sz="1900" b="0" i="0">
                <a:solidFill>
                  <a:srgbClr val="F0FDF4"/>
                </a:solidFill>
                <a:latin typeface="Inter"/>
              </a:defRPr>
            </a:pPr>
            <a:r>
              <a:t>and I look forward to the resurrection of the dead</a:t>
            </a:r>
          </a:p>
          <a:p>
            <a:pPr algn="ctr">
              <a:spcAft>
                <a:spcPts val="500"/>
              </a:spcAft>
              <a:defRPr sz="19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Prayer of the Faithful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Priest concludes the Prayer of the Faithful with a prayer in full, for example:</a:t>
            </a:r>
          </a:p>
          <a:p>
            <a:pPr algn="ctr">
              <a:spcBef>
                <a:spcPts val="400"/>
              </a:spcBef>
              <a:spcAft>
                <a:spcPts val="500"/>
              </a:spcAft>
              <a:defRPr sz="2000" b="1" i="0">
                <a:solidFill>
                  <a:srgbClr val="86EFAC"/>
                </a:solidFill>
                <a:latin typeface="Inter"/>
              </a:defRPr>
            </a:pPr>
            <a:r>
              <a:t>Priest: Heavenly Father, hear the prayers of the Church, which we make through Christ our Lord.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Prayer of the Faithful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YOU SATISFY THE HUNGRY HEART</a:t>
            </a:r>
          </a:p>
          <a:p>
            <a:pPr algn="ctr">
              <a:lnSpc>
                <a:spcPct val="105000"/>
              </a:lnSpc>
              <a:spcAft>
                <a:spcPts val="1000"/>
              </a:spcAft>
              <a:defRPr sz="5500" b="1" i="0">
                <a:solidFill>
                  <a:srgbClr val="FFFFFF"/>
                </a:solidFill>
                <a:latin typeface="Arial Black"/>
              </a:defRPr>
            </a:pPr>
            <a:r>
              <a:t>WITH GIFT OF FINEST WHEAT,</a:t>
            </a:r>
          </a:p>
          <a:p>
            <a:pPr algn="ctr">
              <a:lnSpc>
                <a:spcPct val="105000"/>
              </a:lnSpc>
              <a:spcAft>
                <a:spcPts val="1000"/>
              </a:spcAft>
              <a:defRPr sz="5500" b="1" i="0">
                <a:solidFill>
                  <a:srgbClr val="FFFFFF"/>
                </a:solidFill>
                <a:latin typeface="Arial Black"/>
              </a:defRPr>
            </a:pPr>
            <a:r>
              <a:t>COME GIVE TO US, O SAVING LORD,</a:t>
            </a:r>
          </a:p>
          <a:p>
            <a:pPr algn="ctr">
              <a:lnSpc>
                <a:spcPct val="105000"/>
              </a:lnSpc>
              <a:spcAft>
                <a:spcPts val="1000"/>
              </a:spcAft>
              <a:defRPr sz="5500" b="1" i="0">
                <a:solidFill>
                  <a:srgbClr val="FFFFFF"/>
                </a:solidFill>
                <a:latin typeface="Arial Black"/>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AS WHEN THE GRAIN BY SAINTS BELIEVED</a:t>
            </a:r>
          </a:p>
          <a:p>
            <a:pPr algn="ctr">
              <a:lnSpc>
                <a:spcPct val="105000"/>
              </a:lnSpc>
              <a:spcAft>
                <a:spcPts val="1000"/>
              </a:spcAft>
              <a:defRPr sz="5500" b="1" i="0">
                <a:solidFill>
                  <a:srgbClr val="FFFFFF"/>
                </a:solidFill>
                <a:latin typeface="Arial Black"/>
              </a:defRPr>
            </a:pPr>
            <a:r>
              <a:t>WAS BLESSED AND BROKEN, LORD,</a:t>
            </a:r>
          </a:p>
          <a:p>
            <a:pPr algn="ctr">
              <a:lnSpc>
                <a:spcPct val="105000"/>
              </a:lnSpc>
              <a:spcAft>
                <a:spcPts val="1000"/>
              </a:spcAft>
              <a:defRPr sz="5500" b="1" i="0">
                <a:solidFill>
                  <a:srgbClr val="FFFFFF"/>
                </a:solidFill>
                <a:latin typeface="Arial Black"/>
              </a:defRPr>
            </a:pPr>
            <a:r>
              <a:t>SO MAY YOUR CHURCH IN LANDS TODAY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BE FED, YOUR PRAISE RESTORED.</a:t>
            </a:r>
          </a:p>
          <a:p>
            <a:pPr algn="ctr">
              <a:lnSpc>
                <a:spcPct val="105000"/>
              </a:lnSpc>
              <a:spcAft>
                <a:spcPts val="1000"/>
              </a:spcAft>
              <a:defRPr sz="5500" b="1" i="0">
                <a:solidFill>
                  <a:srgbClr val="FFFFFF"/>
                </a:solidFill>
                <a:latin typeface="Arial Black"/>
              </a:defRPr>
            </a:pPr>
            <a:r>
              <a:t>O LORD OF HARVEST, GRANT THAT WE</a:t>
            </a:r>
          </a:p>
          <a:p>
            <a:pPr algn="ctr">
              <a:lnSpc>
                <a:spcPct val="105000"/>
              </a:lnSpc>
              <a:spcAft>
                <a:spcPts val="1000"/>
              </a:spcAft>
              <a:defRPr sz="5500" b="1" i="0">
                <a:solidFill>
                  <a:srgbClr val="FFFFFF"/>
                </a:solidFill>
                <a:latin typeface="Arial Black"/>
              </a:defRPr>
            </a:pPr>
            <a:r>
              <a:t>WHO SHARE THIS MYSTERY HERE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MAY FOLLOW YOU UNCEASINGLY</a:t>
            </a:r>
          </a:p>
          <a:p>
            <a:pPr algn="ctr">
              <a:lnSpc>
                <a:spcPct val="105000"/>
              </a:lnSpc>
              <a:spcAft>
                <a:spcPts val="1000"/>
              </a:spcAft>
              <a:defRPr sz="5500" b="1" i="0">
                <a:solidFill>
                  <a:srgbClr val="FFFFFF"/>
                </a:solidFill>
                <a:latin typeface="Arial Black"/>
              </a:defRPr>
            </a:pPr>
            <a:r>
              <a:t>IN PRAISE, IN LOVE, IN FEAR.</a:t>
            </a:r>
          </a:p>
          <a:p>
            <a:pPr algn="ctr">
              <a:lnSpc>
                <a:spcPct val="105000"/>
              </a:lnSpc>
              <a:spcAft>
                <a:spcPts val="1000"/>
              </a:spcAft>
              <a:defRPr sz="5500" b="1" i="0">
                <a:solidFill>
                  <a:srgbClr val="FFFFFF"/>
                </a:solidFill>
                <a:latin typeface="Arial Black"/>
              </a:defRPr>
            </a:pPr>
            <a:r>
              <a:t>ONE BREAD, ONE CUP, ONE LIFE, ONE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OFFER, CHRIST, TO YOU;</a:t>
            </a:r>
          </a:p>
          <a:p>
            <a:pPr algn="ctr">
              <a:lnSpc>
                <a:spcPct val="105000"/>
              </a:lnSpc>
              <a:spcAft>
                <a:spcPts val="1000"/>
              </a:spcAft>
              <a:defRPr sz="5500" b="1" i="0">
                <a:solidFill>
                  <a:srgbClr val="FFFFFF"/>
                </a:solidFill>
                <a:latin typeface="Arial Black"/>
              </a:defRPr>
            </a:pPr>
            <a:r>
              <a:t>UNTIL WE SHARE YOUR BANQUET BOARD</a:t>
            </a:r>
          </a:p>
          <a:p>
            <a:pPr algn="ctr">
              <a:lnSpc>
                <a:spcPct val="105000"/>
              </a:lnSpc>
              <a:spcAft>
                <a:spcPts val="1000"/>
              </a:spcAft>
              <a:defRPr sz="5500" b="1" i="0">
                <a:solidFill>
                  <a:srgbClr val="FFFFFF"/>
                </a:solidFill>
                <a:latin typeface="Arial Black"/>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Pray, brethren, that my sacrifice and yours may be acceptable to God, the almighty Father.</a:t>
            </a:r>
          </a:p>
          <a:p>
            <a:pPr algn="ctr">
              <a:spcBef>
                <a:spcPts val="400"/>
              </a:spcBef>
              <a:spcAft>
                <a:spcPts val="500"/>
              </a:spcAft>
              <a:defRPr sz="20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Bef>
                <a:spcPts val="400"/>
              </a:spcBef>
              <a:spcAft>
                <a:spcPts val="500"/>
              </a:spcAft>
              <a:defRPr sz="2000" b="1" i="0">
                <a:solidFill>
                  <a:srgbClr val="86EFAC"/>
                </a:solidFill>
                <a:latin typeface="Inter"/>
              </a:defRPr>
            </a:pPr>
            <a:r>
              <a:t>Priest: Lift up your hearts.</a:t>
            </a:r>
          </a:p>
          <a:p>
            <a:pPr algn="ctr">
              <a:spcBef>
                <a:spcPts val="400"/>
              </a:spcBef>
              <a:spcAft>
                <a:spcPts val="500"/>
              </a:spcAft>
              <a:defRPr sz="2000" b="1" i="0">
                <a:solidFill>
                  <a:srgbClr val="F0FDF4"/>
                </a:solidFill>
                <a:latin typeface="Inter"/>
              </a:defRPr>
            </a:pPr>
            <a:r>
              <a:t>All: We lift them up to the Lord.</a:t>
            </a:r>
          </a:p>
          <a:p>
            <a:pPr algn="ctr">
              <a:spcBef>
                <a:spcPts val="400"/>
              </a:spcBef>
              <a:spcAft>
                <a:spcPts val="500"/>
              </a:spcAft>
              <a:defRPr sz="2000" b="1" i="0">
                <a:solidFill>
                  <a:srgbClr val="86EFAC"/>
                </a:solidFill>
                <a:latin typeface="Inter"/>
              </a:defRPr>
            </a:pPr>
            <a:r>
              <a:t>Priest: Let us give thanks to the Lord our God.</a:t>
            </a:r>
          </a:p>
          <a:p>
            <a:pPr algn="ctr">
              <a:spcBef>
                <a:spcPts val="400"/>
              </a:spcBef>
              <a:spcAft>
                <a:spcPts val="500"/>
              </a:spcAft>
              <a:defRPr sz="20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The Priest continues with the Preface of the day from the Roman Missal — the entire Preface proper for this Mass, not truncated — until the point where the people join in singing or saying the Holy, Holy (Sanctus).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Holy, Holy, Holy Lord God of hosts.</a:t>
            </a:r>
          </a:p>
          <a:p>
            <a:pPr algn="ctr">
              <a:spcAft>
                <a:spcPts val="500"/>
              </a:spcAft>
              <a:defRPr sz="1900" b="0" i="0">
                <a:solidFill>
                  <a:srgbClr val="F0FDF4"/>
                </a:solidFill>
                <a:latin typeface="Inter"/>
              </a:defRPr>
            </a:pPr>
            <a:r>
              <a:t>Heaven and earth are full of your glory.</a:t>
            </a:r>
          </a:p>
          <a:p>
            <a:pPr algn="ctr">
              <a:spcAft>
                <a:spcPts val="500"/>
              </a:spcAft>
              <a:defRPr sz="1900" b="0" i="0">
                <a:solidFill>
                  <a:srgbClr val="F0FDF4"/>
                </a:solidFill>
                <a:latin typeface="Inter"/>
              </a:defRPr>
            </a:pPr>
            <a:r>
              <a:t>Hosanna in the highest.</a:t>
            </a:r>
          </a:p>
          <a:p>
            <a:pPr algn="ctr">
              <a:spcAft>
                <a:spcPts val="500"/>
              </a:spcAft>
              <a:defRPr sz="1900" b="0" i="0">
                <a:solidFill>
                  <a:srgbClr val="F0FDF4"/>
                </a:solidFill>
                <a:latin typeface="Inter"/>
              </a:defRPr>
            </a:pPr>
            <a:r>
              <a:t>Blessed is he who comes in the name of the Lord.</a:t>
            </a:r>
          </a:p>
          <a:p>
            <a:pPr algn="ctr">
              <a:spcAft>
                <a:spcPts val="500"/>
              </a:spcAft>
              <a:defRPr sz="19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Sanctus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All: We proclaim your Death, O Lord,</a:t>
            </a:r>
          </a:p>
          <a:p>
            <a:pPr algn="ctr">
              <a:spcAft>
                <a:spcPts val="500"/>
              </a:spcAft>
              <a:defRPr sz="1900" b="0" i="0">
                <a:solidFill>
                  <a:srgbClr val="F0FDF4"/>
                </a:solidFill>
                <a:latin typeface="Inter"/>
              </a:defRPr>
            </a:pPr>
            <a:r>
              <a:t>and profess your Resurrection</a:t>
            </a:r>
          </a:p>
          <a:p>
            <a:pPr algn="ctr">
              <a:spcAft>
                <a:spcPts val="500"/>
              </a:spcAft>
              <a:defRPr sz="1900" b="0" i="0">
                <a:solidFill>
                  <a:srgbClr val="F0FDF4"/>
                </a:solidFill>
                <a:latin typeface="Inter"/>
              </a:defRPr>
            </a:pPr>
            <a:r>
              <a:t>until you come again.</a:t>
            </a:r>
          </a:p>
          <a:p>
            <a:pPr algn="ctr">
              <a:spcAft>
                <a:spcPts val="500"/>
              </a:spcAft>
              <a:defRPr sz="1500" b="0" i="1">
                <a:solidFill>
                  <a:srgbClr val="86EFAC"/>
                </a:solidFill>
                <a:latin typeface="Inter"/>
              </a:defRPr>
            </a:pPr>
            <a:r>
              <a:t>(Alternate forms may be used as approved by the Conference of Bishops.)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Eucharistic Prayer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All: Amen.</a:t>
            </a:r>
          </a:p>
          <a:p>
            <a:pPr algn="ctr">
              <a:spcAft>
                <a:spcPts val="500"/>
              </a:spcAft>
              <a:defRPr sz="1500" b="0" i="1">
                <a:solidFill>
                  <a:srgbClr val="86EFAC"/>
                </a:solidFill>
                <a:latin typeface="Inter"/>
              </a:defRPr>
            </a:pPr>
            <a:r>
              <a:t>The people respond “Amen” once to the doxology at the end of the Eucharistic Prayer, unless local solemn custom repeats 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Great Amen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Our Father, who art in heaven,</a:t>
            </a:r>
          </a:p>
          <a:p>
            <a:pPr algn="ctr">
              <a:spcAft>
                <a:spcPts val="500"/>
              </a:spcAft>
              <a:defRPr sz="1900" b="0" i="0">
                <a:solidFill>
                  <a:srgbClr val="F0FDF4"/>
                </a:solidFill>
                <a:latin typeface="Inter"/>
              </a:defRPr>
            </a:pPr>
            <a:r>
              <a:t>hallowed be thy name;</a:t>
            </a:r>
          </a:p>
          <a:p>
            <a:pPr algn="ctr">
              <a:spcAft>
                <a:spcPts val="500"/>
              </a:spcAft>
              <a:defRPr sz="1900" b="0" i="0">
                <a:solidFill>
                  <a:srgbClr val="F0FDF4"/>
                </a:solidFill>
                <a:latin typeface="Inter"/>
              </a:defRPr>
            </a:pPr>
            <a:r>
              <a:t>thy kingdom come,</a:t>
            </a:r>
          </a:p>
          <a:p>
            <a:pPr algn="ctr">
              <a:spcAft>
                <a:spcPts val="500"/>
              </a:spcAft>
              <a:defRPr sz="1900" b="0" i="0">
                <a:solidFill>
                  <a:srgbClr val="F0FDF4"/>
                </a:solidFill>
                <a:latin typeface="Inter"/>
              </a:defRPr>
            </a:pPr>
            <a:r>
              <a:t>thy will be done,</a:t>
            </a:r>
          </a:p>
          <a:p>
            <a:pPr algn="ctr">
              <a:spcAft>
                <a:spcPts val="500"/>
              </a:spcAft>
              <a:defRPr sz="1900" b="0" i="0">
                <a:solidFill>
                  <a:srgbClr val="F0FDF4"/>
                </a:solidFill>
                <a:latin typeface="Inter"/>
              </a:defRPr>
            </a:pPr>
            <a:r>
              <a:t>on earth as it is in heaven.</a:t>
            </a:r>
          </a:p>
          <a:p>
            <a:pPr algn="ctr">
              <a:spcAft>
                <a:spcPts val="500"/>
              </a:spcAft>
              <a:defRPr sz="1900" b="0" i="0">
                <a:solidFill>
                  <a:srgbClr val="F0FDF4"/>
                </a:solidFill>
                <a:latin typeface="Inter"/>
              </a:defRPr>
            </a:pPr>
            <a:r>
              <a:t>Give us this day our daily bread;</a:t>
            </a:r>
          </a:p>
          <a:p>
            <a:pPr algn="ctr">
              <a:spcAft>
                <a:spcPts val="500"/>
              </a:spcAft>
              <a:defRPr sz="1900" b="0" i="0">
                <a:solidFill>
                  <a:srgbClr val="F0FDF4"/>
                </a:solidFill>
                <a:latin typeface="Inter"/>
              </a:defRPr>
            </a:pPr>
            <a:r>
              <a:t>and forgive us our trespasses,</a:t>
            </a:r>
          </a:p>
          <a:p>
            <a:pPr algn="ctr">
              <a:spcAft>
                <a:spcPts val="500"/>
              </a:spcAft>
              <a:defRPr sz="1900" b="0" i="0">
                <a:solidFill>
                  <a:srgbClr val="F0FDF4"/>
                </a:solidFill>
                <a:latin typeface="Inter"/>
              </a:defRPr>
            </a:pPr>
            <a:r>
              <a:t>as we forgive those who trespass against us;</a:t>
            </a:r>
          </a:p>
          <a:p>
            <a:pPr algn="ctr">
              <a:spcAft>
                <a:spcPts val="500"/>
              </a:spcAft>
              <a:defRPr sz="1900" b="0" i="0">
                <a:solidFill>
                  <a:srgbClr val="F0FDF4"/>
                </a:solidFill>
                <a:latin typeface="Inter"/>
              </a:defRPr>
            </a:pPr>
            <a:r>
              <a:t>and lead us not into temptation,</a:t>
            </a:r>
          </a:p>
          <a:p>
            <a:pPr algn="ctr">
              <a:spcAft>
                <a:spcPts val="500"/>
              </a:spcAft>
              <a:defRPr sz="1900" b="0" i="0">
                <a:solidFill>
                  <a:srgbClr val="F0FDF4"/>
                </a:solidFill>
                <a:latin typeface="Inter"/>
              </a:defRPr>
            </a:pPr>
            <a:r>
              <a:t>but deliver us from evil.</a:t>
            </a:r>
          </a:p>
          <a:p>
            <a:pPr algn="ctr">
              <a:spcBef>
                <a:spcPts val="400"/>
              </a:spcBef>
              <a:spcAft>
                <a:spcPts val="500"/>
              </a:spcAft>
              <a:defRPr sz="20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0FDF4"/>
                </a:solidFill>
                <a:latin typeface="Inter"/>
              </a:defRPr>
            </a:pPr>
            <a:r>
              <a:t>All: For the kingdom, the power, and the glory are yours, now and for ever.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peace of the Lord be with you always.</a:t>
            </a:r>
          </a:p>
          <a:p>
            <a:pPr algn="ctr">
              <a:spcBef>
                <a:spcPts val="400"/>
              </a:spcBef>
              <a:spcAft>
                <a:spcPts val="500"/>
              </a:spcAft>
              <a:defRPr sz="2000" b="1" i="0">
                <a:solidFill>
                  <a:srgbClr val="F0FDF4"/>
                </a:solidFill>
                <a:latin typeface="Inter"/>
              </a:defRPr>
            </a:pPr>
            <a:r>
              <a:t>All: And with your spirit.</a:t>
            </a:r>
          </a:p>
          <a:p>
            <a:pPr algn="ctr">
              <a:spcAft>
                <a:spcPts val="500"/>
              </a:spcAft>
              <a:defRPr sz="1500" b="0" i="1">
                <a:solidFill>
                  <a:srgbClr val="86EFAC"/>
                </a:solidFill>
                <a:latin typeface="Inter"/>
              </a:defRPr>
            </a:pPr>
            <a:r>
              <a:t>Let us offer each other the sign of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Sign of Peace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Lamb of God,</a:t>
            </a:r>
          </a:p>
          <a:p>
            <a:pPr algn="ctr">
              <a:spcAft>
                <a:spcPts val="500"/>
              </a:spcAft>
              <a:defRPr sz="1900" b="0" i="0">
                <a:solidFill>
                  <a:srgbClr val="F0FDF4"/>
                </a:solidFill>
                <a:latin typeface="Inter"/>
              </a:defRPr>
            </a:pPr>
            <a:r>
              <a:t>you take away the sins of the world,</a:t>
            </a:r>
          </a:p>
          <a:p>
            <a:pPr algn="ctr">
              <a:spcAft>
                <a:spcPts val="500"/>
              </a:spcAft>
              <a:defRPr sz="1900" b="0" i="0">
                <a:solidFill>
                  <a:srgbClr val="F0FDF4"/>
                </a:solidFill>
                <a:latin typeface="Inter"/>
              </a:defRPr>
            </a:pPr>
            <a:r>
              <a:t>have mercy on us.</a:t>
            </a:r>
          </a:p>
          <a:p>
            <a:pPr algn="ctr">
              <a:spcAft>
                <a:spcPts val="500"/>
              </a:spcAft>
              <a:defRPr sz="1900" b="0" i="0">
                <a:solidFill>
                  <a:srgbClr val="F0FDF4"/>
                </a:solidFill>
                <a:latin typeface="Inter"/>
              </a:defRPr>
            </a:pPr>
            <a:r>
              <a:t>Lamb of God,</a:t>
            </a:r>
          </a:p>
          <a:p>
            <a:pPr algn="ctr">
              <a:spcAft>
                <a:spcPts val="500"/>
              </a:spcAft>
              <a:defRPr sz="1900" b="0" i="0">
                <a:solidFill>
                  <a:srgbClr val="F0FDF4"/>
                </a:solidFill>
                <a:latin typeface="Inter"/>
              </a:defRPr>
            </a:pPr>
            <a:r>
              <a:t>you take away the sins of the world,</a:t>
            </a:r>
          </a:p>
          <a:p>
            <a:pPr algn="ctr">
              <a:spcAft>
                <a:spcPts val="500"/>
              </a:spcAft>
              <a:defRPr sz="1900" b="0" i="0">
                <a:solidFill>
                  <a:srgbClr val="F0FDF4"/>
                </a:solidFill>
                <a:latin typeface="Inter"/>
              </a:defRPr>
            </a:pPr>
            <a:r>
              <a:t>have mercy on us.</a:t>
            </a:r>
          </a:p>
          <a:p>
            <a:pPr algn="ctr">
              <a:spcAft>
                <a:spcPts val="500"/>
              </a:spcAft>
              <a:defRPr sz="1900" b="0" i="0">
                <a:solidFill>
                  <a:srgbClr val="F0FDF4"/>
                </a:solidFill>
                <a:latin typeface="Inter"/>
              </a:defRPr>
            </a:pPr>
            <a:r>
              <a:t>Lamb of God,</a:t>
            </a:r>
          </a:p>
          <a:p>
            <a:pPr algn="ctr">
              <a:spcAft>
                <a:spcPts val="500"/>
              </a:spcAft>
              <a:defRPr sz="1900" b="0" i="0">
                <a:solidFill>
                  <a:srgbClr val="F0FDF4"/>
                </a:solidFill>
                <a:latin typeface="Inter"/>
              </a:defRPr>
            </a:pPr>
            <a:r>
              <a:t>you take away the sins of the world,</a:t>
            </a:r>
          </a:p>
          <a:p>
            <a:pPr algn="ctr">
              <a:spcAft>
                <a:spcPts val="500"/>
              </a:spcAft>
              <a:defRPr sz="1900" b="0" i="0">
                <a:solidFill>
                  <a:srgbClr val="F0FDF4"/>
                </a:solidFill>
                <a:latin typeface="Inter"/>
              </a:defRPr>
            </a:pPr>
            <a:r>
              <a:t>grant us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Lamb of God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20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ILUOM LAHAT NG TAKOT SA IYONG DAMDAMIN</a:t>
            </a:r>
          </a:p>
          <a:p>
            <a:pPr algn="ctr">
              <a:lnSpc>
                <a:spcPct val="105000"/>
              </a:lnSpc>
              <a:spcAft>
                <a:spcPts val="1000"/>
              </a:spcAft>
              <a:defRPr sz="5500" b="1" i="0">
                <a:solidFill>
                  <a:srgbClr val="FFFFFF"/>
                </a:solidFill>
                <a:latin typeface="Arial Black"/>
              </a:defRPr>
            </a:pPr>
            <a:r>
              <a:t>ANG PANGALAN N'YA LAGI ANG TAWAGIN</a:t>
            </a:r>
          </a:p>
          <a:p>
            <a:pPr algn="ctr">
              <a:lnSpc>
                <a:spcPct val="105000"/>
              </a:lnSpc>
              <a:spcAft>
                <a:spcPts val="1000"/>
              </a:spcAft>
              <a:defRPr sz="5500" b="1" i="0">
                <a:solidFill>
                  <a:srgbClr val="FFFFFF"/>
                </a:solidFill>
                <a:latin typeface="Arial Black"/>
              </a:defRPr>
            </a:pPr>
            <a:r>
              <a:t>AT SIYA'Y NAKIKINIG</a:t>
            </a:r>
          </a:p>
          <a:p>
            <a:pPr algn="ctr">
              <a:lnSpc>
                <a:spcPct val="105000"/>
              </a:lnSpc>
              <a:spcAft>
                <a:spcPts val="1000"/>
              </a:spcAft>
              <a:defRPr sz="5500" b="1" i="0">
                <a:solidFill>
                  <a:srgbClr val="FFFFFF"/>
                </a:solidFill>
                <a:latin typeface="Arial Black"/>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MAGMASID</a:t>
            </a:r>
          </a:p>
          <a:p>
            <a:pPr algn="ctr">
              <a:lnSpc>
                <a:spcPct val="105000"/>
              </a:lnSpc>
              <a:spcAft>
                <a:spcPts val="1000"/>
              </a:spcAft>
              <a:defRPr sz="5500" b="1" i="0">
                <a:solidFill>
                  <a:srgbClr val="FFFFFF"/>
                </a:solidFill>
                <a:latin typeface="Arial Black"/>
              </a:defRPr>
            </a:pPr>
            <a:r>
              <a:t>AT MAMULAT SA KANYANG KAPANGYARIHAN</a:t>
            </a:r>
          </a:p>
          <a:p>
            <a:pPr algn="ctr">
              <a:lnSpc>
                <a:spcPct val="105000"/>
              </a:lnSpc>
              <a:spcAft>
                <a:spcPts val="1000"/>
              </a:spcAft>
              <a:defRPr sz="5500" b="1" i="0">
                <a:solidFill>
                  <a:srgbClr val="FFFFFF"/>
                </a:solidFill>
                <a:latin typeface="Arial Black"/>
              </a:defRPr>
            </a:pPr>
            <a:r>
              <a:t>NABATID MO BA NA SIYA'Y NAGLALAAN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PATULOY NA NAGHAHATID NG TUNAY NA KALAYAAN</a:t>
            </a:r>
          </a:p>
          <a:p>
            <a:pPr algn="ctr">
              <a:lnSpc>
                <a:spcPct val="105000"/>
              </a:lnSpc>
              <a:spcAft>
                <a:spcPts val="1000"/>
              </a:spcAft>
              <a:defRPr sz="5000" b="1" i="0">
                <a:solidFill>
                  <a:srgbClr val="FFFFFF"/>
                </a:solidFill>
                <a:latin typeface="Arial Black"/>
              </a:defRPr>
            </a:pPr>
            <a:r>
              <a:t>MANALIG KA</a:t>
            </a:r>
          </a:p>
          <a:p>
            <a:pPr algn="ctr">
              <a:lnSpc>
                <a:spcPct val="105000"/>
              </a:lnSpc>
              <a:spcAft>
                <a:spcPts val="1000"/>
              </a:spcAft>
              <a:defRPr sz="5000" b="1" i="0">
                <a:solidFill>
                  <a:srgbClr val="FFFFFF"/>
                </a:solidFill>
                <a:latin typeface="Arial Black"/>
              </a:defRPr>
            </a:pPr>
            <a:r>
              <a:t>TUYUIN ANG LUHA SA MGA MATA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HINDI SIYA PANAGINIP</a:t>
            </a:r>
          </a:p>
          <a:p>
            <a:pPr algn="ctr">
              <a:lnSpc>
                <a:spcPct val="105000"/>
              </a:lnSpc>
              <a:spcAft>
                <a:spcPts val="1000"/>
              </a:spcAft>
              <a:defRPr sz="5500" b="1" i="0">
                <a:solidFill>
                  <a:srgbClr val="FFFFFF"/>
                </a:solidFill>
                <a:latin typeface="Arial Black"/>
              </a:defRPr>
            </a:pPr>
            <a:r>
              <a:t>HINDI SIYA ISANG PANGARAP</a:t>
            </a:r>
          </a:p>
          <a:p>
            <a:pPr algn="ctr">
              <a:lnSpc>
                <a:spcPct val="105000"/>
              </a:lnSpc>
              <a:spcAft>
                <a:spcPts val="1000"/>
              </a:spcAft>
              <a:defRPr sz="5500" b="1" i="0">
                <a:solidFill>
                  <a:srgbClr val="FFFFFF"/>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ANG NGAYON TILA WALANG MARARATING NA BUKAS</a:t>
            </a:r>
          </a:p>
          <a:p>
            <a:pPr algn="ctr">
              <a:lnSpc>
                <a:spcPct val="105000"/>
              </a:lnSpc>
              <a:spcAft>
                <a:spcPts val="1000"/>
              </a:spcAft>
              <a:defRPr sz="5000" b="1" i="0">
                <a:solidFill>
                  <a:srgbClr val="FFFFFF"/>
                </a:solidFill>
                <a:latin typeface="Arial Black"/>
              </a:defRPr>
            </a:pPr>
            <a:r>
              <a:t>NGUNIT KUNG SIYA ANG ATING HAYAANG MAGLANDAS</a:t>
            </a:r>
          </a:p>
          <a:p>
            <a:pPr algn="ctr">
              <a:lnSpc>
                <a:spcPct val="105000"/>
              </a:lnSpc>
              <a:spcAft>
                <a:spcPts val="1000"/>
              </a:spcAft>
              <a:defRPr sz="5000" b="1" i="0">
                <a:solidFill>
                  <a:srgbClr val="FFFFFF"/>
                </a:solidFill>
                <a:latin typeface="Arial Black"/>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MANALIG KA</a:t>
            </a:r>
          </a:p>
          <a:p>
            <a:pPr algn="ctr">
              <a:lnSpc>
                <a:spcPct val="105000"/>
              </a:lnSpc>
              <a:spcAft>
                <a:spcPts val="1000"/>
              </a:spcAft>
              <a:defRPr sz="5500" b="1" i="0">
                <a:solidFill>
                  <a:srgbClr val="FFFFFF"/>
                </a:solidFill>
                <a:latin typeface="Arial Black"/>
              </a:defRPr>
            </a:pPr>
            <a:r>
              <a:t>TUYUIN ANG LUHA SA MGA MATA</a:t>
            </a:r>
          </a:p>
          <a:p>
            <a:pPr algn="ctr">
              <a:lnSpc>
                <a:spcPct val="105000"/>
              </a:lnSpc>
              <a:spcAft>
                <a:spcPts val="1000"/>
              </a:spcAft>
              <a:defRPr sz="5500" b="1" i="0">
                <a:solidFill>
                  <a:srgbClr val="FFFFFF"/>
                </a:solidFill>
                <a:latin typeface="Arial Black"/>
              </a:defRPr>
            </a:pPr>
            <a:r>
              <a:t>HINDI SIYA PANAGINIP</a:t>
            </a:r>
          </a:p>
          <a:p>
            <a:pPr algn="ctr">
              <a:lnSpc>
                <a:spcPct val="105000"/>
              </a:lnSpc>
              <a:spcAft>
                <a:spcPts val="1000"/>
              </a:spcAft>
              <a:defRPr sz="5500" b="1" i="0">
                <a:solidFill>
                  <a:srgbClr val="FFFFFF"/>
                </a:solidFill>
                <a:latin typeface="Arial Black"/>
              </a:defRPr>
            </a:pPr>
            <a:r>
              <a:t>HINDI SIYA ISANG PANGARAP</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SIYA AY BUHAY MANALIG KA</a:t>
            </a:r>
          </a:p>
          <a:p>
            <a:pPr algn="ctr">
              <a:lnSpc>
                <a:spcPct val="105000"/>
              </a:lnSpc>
              <a:spcAft>
                <a:spcPts val="1000"/>
              </a:spcAft>
              <a:defRPr sz="5500" b="1" i="0">
                <a:solidFill>
                  <a:srgbClr val="FFFFFF"/>
                </a:solidFill>
                <a:latin typeface="Arial Black"/>
              </a:defRPr>
            </a:pPr>
            <a:r>
              <a:t>MANALIG KA (MANALIG KA)</a:t>
            </a:r>
          </a:p>
          <a:p>
            <a:pPr algn="ctr">
              <a:lnSpc>
                <a:spcPct val="105000"/>
              </a:lnSpc>
              <a:spcAft>
                <a:spcPts val="1000"/>
              </a:spcAft>
              <a:defRPr sz="5500" b="1" i="0">
                <a:solidFill>
                  <a:srgbClr val="FFFFFF"/>
                </a:solidFill>
                <a:latin typeface="Arial Black"/>
              </a:defRPr>
            </a:pPr>
            <a:r>
              <a:t>TUYUIN ANG LUHA SA MGA MATA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HINDI SIYA NATUTULOG</a:t>
            </a:r>
          </a:p>
          <a:p>
            <a:pPr algn="ctr">
              <a:lnSpc>
                <a:spcPct val="105000"/>
              </a:lnSpc>
              <a:spcAft>
                <a:spcPts val="1000"/>
              </a:spcAft>
              <a:defRPr sz="5500" b="1" i="0">
                <a:solidFill>
                  <a:srgbClr val="FFFFFF"/>
                </a:solidFill>
                <a:latin typeface="Arial Black"/>
              </a:defRPr>
            </a:pPr>
            <a:r>
              <a:t>HINDI NAKAKALIMOT</a:t>
            </a:r>
          </a:p>
          <a:p>
            <a:pPr algn="ctr">
              <a:lnSpc>
                <a:spcPct val="105000"/>
              </a:lnSpc>
              <a:spcAft>
                <a:spcPts val="1000"/>
              </a:spcAft>
              <a:defRPr sz="5500" b="1" i="0">
                <a:solidFill>
                  <a:srgbClr val="FFFFFF"/>
                </a:solidFill>
                <a:latin typeface="Arial Black"/>
              </a:defRPr>
            </a:pPr>
            <a:r>
              <a:t>KAY HESUS MANALIG KA</a:t>
            </a:r>
          </a:p>
          <a:p>
            <a:pPr algn="ctr">
              <a:lnSpc>
                <a:spcPct val="105000"/>
              </a:lnSpc>
              <a:spcAft>
                <a:spcPts val="1000"/>
              </a:spcAft>
              <a:defRPr sz="5500" b="1" i="0">
                <a:solidFill>
                  <a:srgbClr val="FFFFFF"/>
                </a:solidFill>
                <a:latin typeface="Arial Black"/>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Let us pray.</a:t>
            </a:r>
          </a:p>
          <a:p>
            <a:pPr algn="ctr">
              <a:spcAft>
                <a:spcPts val="500"/>
              </a:spcAft>
              <a:defRPr sz="1500" b="0" i="1">
                <a:solidFill>
                  <a:srgbClr val="86EFAC"/>
                </a:solidFill>
                <a:latin typeface="Inter"/>
              </a:defRPr>
            </a:pPr>
            <a:r>
              <a:t>The Priest says the Post- Communion Prayer for the day in full from the Roman Missal. The people respond at the end.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MASS COLLECTION</a:t>
            </a:r>
          </a:p>
          <a:p>
            <a:pPr algn="ctr">
              <a:spcAft>
                <a:spcPts val="500"/>
              </a:spcAft>
              <a:defRPr sz="1500" b="0" i="1">
                <a:solidFill>
                  <a:srgbClr val="86EFAC"/>
                </a:solidFill>
                <a:latin typeface="Inter"/>
              </a:defRPr>
            </a:pPr>
            <a:r>
              <a:t>Thank you for your generosity.</a:t>
            </a:r>
          </a:p>
          <a:p>
            <a:pPr algn="ctr">
              <a:spcAft>
                <a:spcPts val="500"/>
              </a:spcAft>
              <a:defRPr sz="1500" b="0" i="1">
                <a:solidFill>
                  <a:srgbClr val="86EFAC"/>
                </a:solidFill>
                <a:latin typeface="Inter"/>
              </a:defRPr>
            </a:pPr>
            <a:r>
              <a:t>Date: Sunday, May 24,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Collection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FOOD SPONSORS</a:t>
            </a:r>
          </a:p>
          <a:p>
            <a:pPr algn="ctr">
              <a:spcAft>
                <a:spcPts val="500"/>
              </a:spcAft>
              <a:defRPr sz="1500" b="0" i="1">
                <a:solidFill>
                  <a:srgbClr val="86EFAC"/>
                </a:solidFill>
                <a:latin typeface="Inter"/>
              </a:defRPr>
            </a:pPr>
            <a:r>
              <a:t>The community thanks our food sponsors.</a:t>
            </a:r>
          </a:p>
          <a:p>
            <a:pPr algn="ctr">
              <a:spcAft>
                <a:spcPts val="500"/>
              </a:spcAft>
              <a:defRPr sz="1500" b="0" i="1">
                <a:solidFill>
                  <a:srgbClr val="86EFAC"/>
                </a:solidFill>
                <a:latin typeface="Inter"/>
              </a:defRPr>
            </a:pPr>
            <a:r>
              <a:t>(No sponsors listed — add names in Mass Builder.)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Food Sponsors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CHURCH ANNOUNCEMENTS</a:t>
            </a:r>
          </a:p>
          <a:p>
            <a:pPr algn="ctr">
              <a:spcAft>
                <a:spcPts val="500"/>
              </a:spcAft>
              <a:defRPr sz="1500" b="0" i="1">
                <a:solidFill>
                  <a:srgbClr val="86EFAC"/>
                </a:solidFill>
                <a:latin typeface="Inter"/>
              </a:defRPr>
            </a:pPr>
            <a:r>
              <a:t>Insert bulletin points with complete sentences on the following slides or edit this deck.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Welcome newcomers!</a:t>
            </a:r>
          </a:p>
          <a:p>
            <a:pPr algn="ctr">
              <a:spcAft>
                <a:spcPts val="500"/>
              </a:spcAft>
              <a:defRPr sz="1500" b="0" i="1">
                <a:solidFill>
                  <a:srgbClr val="86EFAC"/>
                </a:solidFill>
                <a:latin typeface="Inter"/>
              </a:defRPr>
            </a:pPr>
            <a:r>
              <a:t>Photo collage optional.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Sacrament of Confession</a:t>
            </a:r>
          </a:p>
          <a:p>
            <a:pPr algn="ctr">
              <a:spcAft>
                <a:spcPts val="500"/>
              </a:spcAft>
              <a:defRPr sz="1500" b="0" i="1">
                <a:solidFill>
                  <a:srgbClr val="86EFAC"/>
                </a:solidFill>
                <a:latin typeface="Inter"/>
              </a:defRPr>
            </a:pPr>
            <a:r>
              <a:t>The Lord never tires of forgiving us; we are the ones who tire of seeking his mercy. — Pope Francis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Updates and Announcements</a:t>
            </a:r>
          </a:p>
          <a:p>
            <a:pPr algn="ctr">
              <a:spcAft>
                <a:spcPts val="500"/>
              </a:spcAft>
              <a:defRPr sz="1500" b="0" i="1">
                <a:solidFill>
                  <a:srgbClr val="86EFAC"/>
                </a:solidFill>
                <a:latin typeface="Inter"/>
              </a:defRPr>
            </a:pPr>
            <a:r>
              <a:t>Name your community page and invitation to follow in full; add a QR code to the slide master if you wish.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Bef>
                <a:spcPts val="400"/>
              </a:spcBef>
              <a:spcAft>
                <a:spcPts val="500"/>
              </a:spcAft>
              <a:defRPr sz="2000" b="1" i="0">
                <a:solidFill>
                  <a:srgbClr val="86EFAC"/>
                </a:solidFill>
                <a:latin typeface="Inter"/>
              </a:defRPr>
            </a:pPr>
            <a:r>
              <a:t>Priest: May almighty God bless you, the Father, and the Son, and the Holy Spirit.</a:t>
            </a:r>
          </a:p>
          <a:p>
            <a:pPr algn="ctr">
              <a:spcBef>
                <a:spcPts val="400"/>
              </a:spcBef>
              <a:spcAft>
                <a:spcPts val="500"/>
              </a:spcAft>
              <a:defRPr sz="2000" b="1" i="0">
                <a:solidFill>
                  <a:srgbClr val="F0FDF4"/>
                </a:solidFill>
                <a:latin typeface="Inter"/>
              </a:defRPr>
            </a:pPr>
            <a:r>
              <a:t>All: Amen.</a:t>
            </a:r>
          </a:p>
          <a:p>
            <a:pPr algn="ctr">
              <a:spcBef>
                <a:spcPts val="400"/>
              </a:spcBef>
              <a:spcAft>
                <a:spcPts val="500"/>
              </a:spcAft>
              <a:defRPr sz="2000" b="1" i="0">
                <a:solidFill>
                  <a:srgbClr val="86EFAC"/>
                </a:solidFill>
                <a:latin typeface="Inter"/>
              </a:defRPr>
            </a:pPr>
            <a:r>
              <a:t>Priest: Go in peace, glorifying the Lord by your life.</a:t>
            </a:r>
          </a:p>
          <a:p>
            <a:pPr algn="ctr">
              <a:spcBef>
                <a:spcPts val="400"/>
              </a:spcBef>
              <a:spcAft>
                <a:spcPts val="500"/>
              </a:spcAft>
              <a:defRPr sz="20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Final Blessing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ARE CALLED TO ACT WITH JUSTICE,</a:t>
            </a:r>
          </a:p>
          <a:p>
            <a:pPr algn="ctr">
              <a:lnSpc>
                <a:spcPct val="105000"/>
              </a:lnSpc>
              <a:spcAft>
                <a:spcPts val="1000"/>
              </a:spcAft>
              <a:defRPr sz="5500" b="1" i="0">
                <a:solidFill>
                  <a:srgbClr val="FFFFFF"/>
                </a:solidFill>
                <a:latin typeface="Arial Black"/>
              </a:defRPr>
            </a:pPr>
            <a:r>
              <a:t>WE ARE CALLED TO LOVE TENDERLY;</a:t>
            </a:r>
          </a:p>
          <a:p>
            <a:pPr algn="ctr">
              <a:lnSpc>
                <a:spcPct val="105000"/>
              </a:lnSpc>
              <a:spcAft>
                <a:spcPts val="1000"/>
              </a:spcAft>
              <a:defRPr sz="5500" b="1" i="0">
                <a:solidFill>
                  <a:srgbClr val="FFFFFF"/>
                </a:solidFill>
                <a:latin typeface="Arial Black"/>
              </a:defRPr>
            </a:pPr>
            <a:r>
              <a:t>WE ARE CALLED TO SERVE ONE ANOTHER,</a:t>
            </a:r>
          </a:p>
          <a:p>
            <a:pPr algn="ctr">
              <a:lnSpc>
                <a:spcPct val="105000"/>
              </a:lnSpc>
              <a:spcAft>
                <a:spcPts val="1000"/>
              </a:spcAft>
              <a:defRPr sz="5500" b="1" i="0">
                <a:solidFill>
                  <a:srgbClr val="FFFFFF"/>
                </a:solidFill>
                <a:latin typeface="Arial Black"/>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COME! LIVE IN THE LIGHT!</a:t>
            </a:r>
          </a:p>
          <a:p>
            <a:pPr algn="ctr">
              <a:lnSpc>
                <a:spcPct val="105000"/>
              </a:lnSpc>
              <a:spcAft>
                <a:spcPts val="1000"/>
              </a:spcAft>
              <a:defRPr sz="5000" b="1" i="0">
                <a:solidFill>
                  <a:srgbClr val="FFFFFF"/>
                </a:solidFill>
                <a:latin typeface="Arial Black"/>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GOD OF DAYBREAK, GOD OF SHADOW,</a:t>
            </a:r>
          </a:p>
          <a:p>
            <a:pPr algn="ctr">
              <a:lnSpc>
                <a:spcPct val="105000"/>
              </a:lnSpc>
              <a:spcAft>
                <a:spcPts val="1000"/>
              </a:spcAft>
              <a:defRPr sz="5500" b="1" i="0">
                <a:solidFill>
                  <a:srgbClr val="FFFFFF"/>
                </a:solidFill>
                <a:latin typeface="Arial Black"/>
              </a:defRPr>
            </a:pPr>
            <a:r>
              <a:t>COME INTO OUR RESTLESS LIVES;</a:t>
            </a:r>
          </a:p>
          <a:p>
            <a:pPr algn="ctr">
              <a:lnSpc>
                <a:spcPct val="105000"/>
              </a:lnSpc>
              <a:spcAft>
                <a:spcPts val="1000"/>
              </a:spcAft>
              <a:defRPr sz="5500" b="1" i="0">
                <a:solidFill>
                  <a:srgbClr val="FFFFFF"/>
                </a:solidFill>
                <a:latin typeface="Arial Black"/>
              </a:defRPr>
            </a:pPr>
            <a:r>
              <a:t>LIFT FROM US THE FEAR OF SHADOWS,</a:t>
            </a:r>
          </a:p>
          <a:p>
            <a:pPr algn="ctr">
              <a:lnSpc>
                <a:spcPct val="105000"/>
              </a:lnSpc>
              <a:spcAft>
                <a:spcPts val="1000"/>
              </a:spcAft>
              <a:defRPr sz="5500" b="1" i="0">
                <a:solidFill>
                  <a:srgbClr val="FFFFFF"/>
                </a:solidFill>
                <a:latin typeface="Arial Black"/>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ARE CALLED TO ACT WITH JUSTICE...</a:t>
            </a:r>
          </a:p>
          <a:p>
            <a:pPr algn="ctr">
              <a:lnSpc>
                <a:spcPct val="105000"/>
              </a:lnSpc>
              <a:spcAft>
                <a:spcPts val="10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GOD OF NEWNESS, GOD OF FRESHNESS,</a:t>
            </a:r>
          </a:p>
          <a:p>
            <a:pPr algn="ctr">
              <a:lnSpc>
                <a:spcPct val="105000"/>
              </a:lnSpc>
              <a:spcAft>
                <a:spcPts val="1000"/>
              </a:spcAft>
              <a:defRPr sz="5500" b="1" i="0">
                <a:solidFill>
                  <a:srgbClr val="FFFFFF"/>
                </a:solidFill>
                <a:latin typeface="Arial Black"/>
              </a:defRPr>
            </a:pPr>
            <a:r>
              <a:t>COME INTO OUR MORNING SONG:</a:t>
            </a:r>
          </a:p>
          <a:p>
            <a:pPr algn="ctr">
              <a:lnSpc>
                <a:spcPct val="105000"/>
              </a:lnSpc>
              <a:spcAft>
                <a:spcPts val="1000"/>
              </a:spcAft>
              <a:defRPr sz="5500" b="1" i="0">
                <a:solidFill>
                  <a:srgbClr val="FFFFFF"/>
                </a:solidFill>
                <a:latin typeface="Arial Black"/>
              </a:defRPr>
            </a:pPr>
            <a:r>
              <a:t>GIVE TO US A NEW BEGINNING,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SEND US FORTH WITH HEARTS MADE STRONG.</a:t>
            </a:r>
          </a:p>
          <a:p>
            <a:pPr algn="ctr">
              <a:lnSpc>
                <a:spcPct val="105000"/>
              </a:lnSpc>
              <a:spcAft>
                <a:spcPts val="10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530352"/>
            <a:ext cx="18288000" cy="88879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Below: World English Bible (WEB) fallback — verify NABRE on bible.usccb.org.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