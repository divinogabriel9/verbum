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Aft>
                <a:spcPts val="500"/>
              </a:spcAft>
              <a:defRPr sz="1900" b="1" i="0">
                <a:solidFill>
                  <a:srgbClr val="0F172A"/>
                </a:solidFill>
                <a:latin typeface="Trebuchet MS"/>
              </a:defRPr>
            </a:pPr>
            <a:r>
              <a:t>PUT YOUR CELLPHONE ON SILENT MODE DURING THE MASS.</a:t>
            </a:r>
          </a:p>
          <a:p>
            <a:pPr algn="ctr">
              <a:spcAft>
                <a:spcPts val="500"/>
              </a:spcAft>
              <a:defRPr sz="1500" b="0" i="1">
                <a:solidFill>
                  <a:srgbClr val="2563EB"/>
                </a:solidFill>
                <a:latin typeface="Trebuchet MS"/>
              </a:defRPr>
            </a:pPr>
            <a:r>
              <a:t>Thank you.</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554480"/>
            <a:ext cx="16916400" cy="960120"/>
          </a:xfrm>
          <a:prstGeom prst="rect">
            <a:avLst/>
          </a:prstGeom>
          <a:noFill/>
        </p:spPr>
        <p:txBody>
          <a:bodyPr wrap="square" lIns="109728" rIns="109728" tIns="73152" bIns="73152">
            <a:noAutofit/>
          </a:bodyPr>
          <a:lstStyle/>
          <a:p>
            <a:pPr algn="ctr">
              <a:defRPr sz="3800" b="1" i="0">
                <a:solidFill>
                  <a:srgbClr val="2563EB"/>
                </a:solidFill>
                <a:latin typeface="Trebuchet MS"/>
              </a:defRPr>
            </a:pPr>
            <a:r>
              <a:t>Eastertide Celebration</a:t>
            </a:r>
          </a:p>
        </p:txBody>
      </p:sp>
      <p:sp>
        <p:nvSpPr>
          <p:cNvPr id="5" name="TextBox 4"/>
          <p:cNvSpPr txBox="1"/>
          <p:nvPr/>
        </p:nvSpPr>
        <p:spPr>
          <a:xfrm>
            <a:off x="685800" y="2606040"/>
            <a:ext cx="16916400" cy="3108960"/>
          </a:xfrm>
          <a:prstGeom prst="rect">
            <a:avLst/>
          </a:prstGeom>
          <a:noFill/>
        </p:spPr>
        <p:txBody>
          <a:bodyPr wrap="square" lIns="109728" rIns="109728" tIns="73152" bIns="73152">
            <a:noAutofit/>
          </a:bodyPr>
          <a:lstStyle/>
          <a:p>
            <a:pPr>
              <a:spcAft>
                <a:spcPts val="500"/>
              </a:spcAft>
              <a:defRPr sz="2100" b="0" i="0">
                <a:solidFill>
                  <a:srgbClr val="0F172A"/>
                </a:solidFill>
                <a:latin typeface="Trebuchet MS"/>
              </a:defRPr>
            </a:pPr>
            <a:r>
              <a:t>2026-04-26</a:t>
            </a:r>
          </a:p>
          <a:p>
            <a:pPr>
              <a:spcAft>
                <a:spcPts val="500"/>
              </a:spcAft>
              <a:defRPr sz="2100" b="0" i="0">
                <a:solidFill>
                  <a:srgbClr val="0F172A"/>
                </a:solidFill>
                <a:latin typeface="Trebuchet MS"/>
              </a:defRPr>
            </a:pPr>
            <a:r>
              <a:t>Celebrant: Rev. Fr. Jonrey Lauron, RCJ</a:t>
            </a:r>
          </a:p>
          <a:p>
            <a:pPr>
              <a:spcAft>
                <a:spcPts val="500"/>
              </a:spcAft>
              <a:defRPr sz="2100" b="0" i="0">
                <a:solidFill>
                  <a:srgbClr val="0F172A"/>
                </a:solidFill>
                <a:latin typeface="Trebuchet MS"/>
              </a:defRPr>
            </a:pPr>
            <a:r>
              <a:t>Gospel: John 10:1-10</a:t>
            </a:r>
            <a:br/>
            <a:r>
              <a:t>Season: Eastertide · Sunday Lectionary Year A</a:t>
            </a:r>
          </a:p>
          <a:p>
            <a:pPr>
              <a:spcAft>
                <a:spcPts val="500"/>
              </a:spcAft>
              <a:defRPr sz="2100" b="0" i="0">
                <a:solidFill>
                  <a:srgbClr val="0F172A"/>
                </a:solidFill>
                <a:latin typeface="Trebuchet MS"/>
              </a:defRPr>
            </a:pPr>
            <a:r>
              <a:t>Excerpt:</a:t>
            </a:r>
            <a:br/>
            <a:r>
              <a:t>“Most certainly, I tell you, one who doesn't enter by the door into the sheep fold, but climbs up some other way, the same is a thief and a robber.”</a:t>
            </a:r>
          </a:p>
          <a:p>
            <a:pPr>
              <a:spcAft>
                <a:spcPts val="500"/>
              </a:spcAft>
              <a:defRPr sz="2100" b="0" i="0">
                <a:solidFill>
                  <a:srgbClr val="0F172A"/>
                </a:solidFill>
                <a:latin typeface="Trebuchet MS"/>
              </a:defRPr>
            </a:pPr>
            <a:r>
              <a:t>Liturgical color: White (easter)</a:t>
            </a:r>
          </a:p>
        </p:txBody>
      </p:sp>
      <p:sp>
        <p:nvSpPr>
          <p:cNvPr id="6" name="TextBox 5"/>
          <p:cNvSpPr txBox="1"/>
          <p:nvPr/>
        </p:nvSpPr>
        <p:spPr>
          <a:xfrm>
            <a:off x="685800" y="9189720"/>
            <a:ext cx="16916400" cy="685800"/>
          </a:xfrm>
          <a:prstGeom prst="rect">
            <a:avLst/>
          </a:prstGeom>
          <a:noFill/>
        </p:spPr>
        <p:txBody>
          <a:bodyPr wrap="square" lIns="109728" rIns="109728" tIns="73152" bIns="73152">
            <a:noAutofit/>
          </a:bodyPr>
          <a:lstStyle/>
          <a:p>
            <a:pPr>
              <a:spcAft>
                <a:spcPts val="500"/>
              </a:spcAft>
              <a:defRPr sz="1400" b="0" i="0">
                <a:solidFill>
                  <a:srgbClr val="F59E0B"/>
                </a:solidFill>
                <a:latin typeface="Trebuchet MS"/>
              </a:defRPr>
            </a:pPr>
            <a:r>
              <a:t>Below: World English Bible (WEB) fallback — verify NABRE on bible.usccb.org.</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Aft>
                <a:spcPts val="500"/>
              </a:spcAft>
              <a:defRPr sz="1500" b="0" i="1">
                <a:solidFill>
                  <a:srgbClr val="2563EB"/>
                </a:solidFill>
                <a:latin typeface="Trebuchet MS"/>
              </a:defRPr>
            </a:pPr>
            <a:r>
              <a:t>Welcome to the celebration of the Holy Eucharist.</a:t>
            </a:r>
          </a:p>
          <a:p>
            <a:pPr algn="ctr">
              <a:spcAft>
                <a:spcPts val="500"/>
              </a:spcAft>
              <a:defRPr sz="1500" b="0" i="1">
                <a:solidFill>
                  <a:srgbClr val="2563EB"/>
                </a:solidFill>
                <a:latin typeface="Trebuchet MS"/>
              </a:defRPr>
            </a:pPr>
            <a:r>
              <a:t>Please stand and join in singing the Entrance hymn.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Sing a New Song</a:t>
            </a:r>
          </a:p>
        </p:txBody>
      </p:sp>
      <p:sp>
        <p:nvSpPr>
          <p:cNvPr id="5" name="TextBox 4"/>
          <p:cNvSpPr txBox="1"/>
          <p:nvPr/>
        </p:nvSpPr>
        <p:spPr>
          <a:xfrm>
            <a:off x="685800" y="2514600"/>
            <a:ext cx="16916400" cy="6903720"/>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REFRAIN:</a:t>
            </a:r>
          </a:p>
          <a:p>
            <a:pPr algn="ctr">
              <a:lnSpc>
                <a:spcPct val="105000"/>
              </a:lnSpc>
              <a:spcAft>
                <a:spcPts val="1000"/>
              </a:spcAft>
              <a:defRPr sz="5000" b="1" i="0">
                <a:solidFill>
                  <a:srgbClr val="FFFFFF"/>
                </a:solidFill>
                <a:latin typeface="Arial Black"/>
              </a:defRPr>
            </a:pPr>
            <a:r>
              <a:t>SING A NEW SONG UNTO THE LORD,</a:t>
            </a:r>
          </a:p>
          <a:p>
            <a:pPr algn="ctr">
              <a:lnSpc>
                <a:spcPct val="105000"/>
              </a:lnSpc>
              <a:spcAft>
                <a:spcPts val="1000"/>
              </a:spcAft>
              <a:defRPr sz="5000" b="1" i="0">
                <a:solidFill>
                  <a:srgbClr val="FFFFFF"/>
                </a:solidFill>
                <a:latin typeface="Arial Black"/>
              </a:defRPr>
            </a:pPr>
            <a:r>
              <a:t>LET YOUR SONG BE SUNG FROM MOUNTAINS HIGH.</a:t>
            </a:r>
          </a:p>
          <a:p>
            <a:pPr algn="ctr">
              <a:lnSpc>
                <a:spcPct val="105000"/>
              </a:lnSpc>
              <a:spcAft>
                <a:spcPts val="1000"/>
              </a:spcAft>
              <a:defRPr sz="5000" b="1" i="0">
                <a:solidFill>
                  <a:srgbClr val="FFFFFF"/>
                </a:solidFill>
                <a:latin typeface="Arial Black"/>
              </a:defRPr>
            </a:pPr>
            <a:r>
              <a:t>SING A NEW SONG UNTO THE LORD,</a:t>
            </a:r>
          </a:p>
          <a:p>
            <a:pPr algn="ctr">
              <a:lnSpc>
                <a:spcPct val="105000"/>
              </a:lnSpc>
              <a:spcAft>
                <a:spcPts val="1000"/>
              </a:spcAft>
              <a:defRPr sz="5000" b="1" i="0">
                <a:solidFill>
                  <a:srgbClr val="FFFFFF"/>
                </a:solidFill>
                <a:latin typeface="Arial Black"/>
              </a:defRPr>
            </a:pPr>
            <a:r>
              <a:t>SINGING ALLELUIA.</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YAHWEH'S PEOPLE DANCE FOR JOY.</a:t>
            </a:r>
          </a:p>
          <a:p>
            <a:pPr algn="ctr">
              <a:lnSpc>
                <a:spcPct val="105000"/>
              </a:lnSpc>
              <a:spcAft>
                <a:spcPts val="1000"/>
              </a:spcAft>
              <a:defRPr sz="5500" b="1" i="0">
                <a:solidFill>
                  <a:srgbClr val="FFFFFF"/>
                </a:solidFill>
                <a:latin typeface="Arial Black"/>
              </a:defRPr>
            </a:pPr>
            <a:r>
              <a:t>O COME BEFORE THE LORD,</a:t>
            </a:r>
          </a:p>
          <a:p>
            <a:pPr algn="ctr">
              <a:lnSpc>
                <a:spcPct val="105000"/>
              </a:lnSpc>
              <a:spcAft>
                <a:spcPts val="1000"/>
              </a:spcAft>
              <a:defRPr sz="5500" b="1" i="0">
                <a:solidFill>
                  <a:srgbClr val="FFFFFF"/>
                </a:solidFill>
                <a:latin typeface="Arial Black"/>
              </a:defRPr>
            </a:pPr>
            <a:r>
              <a:t>AND PLAY FOR HIM ON GLAD TAMBOURINES</a:t>
            </a:r>
          </a:p>
          <a:p>
            <a:pPr algn="ctr">
              <a:lnSpc>
                <a:spcPct val="105000"/>
              </a:lnSpc>
              <a:spcAft>
                <a:spcPts val="1000"/>
              </a:spcAft>
              <a:defRPr sz="5500" b="1" i="0">
                <a:solidFill>
                  <a:srgbClr val="FFFFFF"/>
                </a:solidFill>
                <a:latin typeface="Arial Black"/>
              </a:defRPr>
            </a:pPr>
            <a:r>
              <a:t>AND LET YOUR TRUMPET SOUND.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REFRAIN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RISE, O RISE, IN SPLENDOR:</a:t>
            </a:r>
          </a:p>
          <a:p>
            <a:pPr algn="ctr">
              <a:lnSpc>
                <a:spcPct val="105000"/>
              </a:lnSpc>
              <a:spcAft>
                <a:spcPts val="1000"/>
              </a:spcAft>
              <a:defRPr sz="5500" b="1" i="0">
                <a:solidFill>
                  <a:srgbClr val="FFFFFF"/>
                </a:solidFill>
                <a:latin typeface="Arial Black"/>
              </a:defRPr>
            </a:pPr>
            <a:r>
              <a:t>DARKNESS NOW DISSOLVES AWAY,</a:t>
            </a:r>
          </a:p>
          <a:p>
            <a:pPr algn="ctr">
              <a:lnSpc>
                <a:spcPct val="105000"/>
              </a:lnSpc>
              <a:spcAft>
                <a:spcPts val="1000"/>
              </a:spcAft>
              <a:defRPr sz="5500" b="1" i="0">
                <a:solidFill>
                  <a:srgbClr val="FFFFFF"/>
                </a:solidFill>
                <a:latin typeface="Arial Black"/>
              </a:defRPr>
            </a:pPr>
            <a:r>
              <a:t>AS ALL CREATION JOINS TO SAY,</a:t>
            </a:r>
          </a:p>
          <a:p>
            <a:pPr algn="ctr">
              <a:lnSpc>
                <a:spcPct val="105000"/>
              </a:lnSpc>
              <a:spcAft>
                <a:spcPts val="1000"/>
              </a:spcAft>
              <a:defRPr sz="5500" b="1" i="0">
                <a:solidFill>
                  <a:srgbClr val="FFFFFF"/>
                </a:solidFill>
                <a:latin typeface="Arial Black"/>
              </a:defRPr>
            </a:pPr>
            <a:r>
              <a:t>"ALLELUIA!"</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REFRAIN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PRAISE TO YAHWEH, LIGHT OF DAWN,</a:t>
            </a:r>
          </a:p>
          <a:p>
            <a:pPr algn="ctr">
              <a:lnSpc>
                <a:spcPct val="105000"/>
              </a:lnSpc>
              <a:spcAft>
                <a:spcPts val="1000"/>
              </a:spcAft>
              <a:defRPr sz="5500" b="1" i="0">
                <a:solidFill>
                  <a:srgbClr val="FFFFFF"/>
                </a:solidFill>
                <a:latin typeface="Arial Black"/>
              </a:defRPr>
            </a:pPr>
            <a:r>
              <a:t>ROCK AND FORTRESS, SAVING SON,</a:t>
            </a:r>
          </a:p>
          <a:p>
            <a:pPr algn="ctr">
              <a:lnSpc>
                <a:spcPct val="105000"/>
              </a:lnSpc>
              <a:spcAft>
                <a:spcPts val="1000"/>
              </a:spcAft>
              <a:defRPr sz="5500" b="1" i="0">
                <a:solidFill>
                  <a:srgbClr val="FFFFFF"/>
                </a:solidFill>
                <a:latin typeface="Arial Black"/>
              </a:defRPr>
            </a:pPr>
            <a:r>
              <a:t>FROM THE SLAVE LAND LET US RUN,</a:t>
            </a:r>
          </a:p>
          <a:p>
            <a:pPr algn="ctr">
              <a:lnSpc>
                <a:spcPct val="105000"/>
              </a:lnSpc>
              <a:spcAft>
                <a:spcPts val="1000"/>
              </a:spcAft>
              <a:defRPr sz="5500" b="1" i="0">
                <a:solidFill>
                  <a:srgbClr val="FFFFFF"/>
                </a:solidFill>
                <a:latin typeface="Arial Black"/>
              </a:defRPr>
            </a:pPr>
            <a:r>
              <a:t>SINGING ALLELUIA.</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Entrance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REFRAIN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Entrance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6Apr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685800" y="256032"/>
            <a:ext cx="387682" cy="384048"/>
          </a:xfrm>
          <a:prstGeom prst="rect">
            <a:avLst/>
          </a:prstGeom>
        </p:spPr>
      </p:pic>
      <p:sp>
        <p:nvSpPr>
          <p:cNvPr id="4" name="TextBox 3"/>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5" name="TextBox 4"/>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2563EB"/>
                </a:solidFill>
                <a:latin typeface="Trebuchet MS"/>
              </a:defRPr>
            </a:pPr>
            <a:r>
              <a:t>MASS CELEBRANT:</a:t>
            </a:r>
          </a:p>
          <a:p>
            <a:pPr>
              <a:spcAft>
                <a:spcPts val="300"/>
              </a:spcAft>
              <a:defRPr sz="2100" b="0" i="0">
                <a:solidFill>
                  <a:srgbClr val="0F172A"/>
                </a:solidFill>
                <a:latin typeface="Trebuchet MS"/>
              </a:defRPr>
            </a:pPr>
            <a:r>
              <a:t>Rev. Fr. Jonrey Lauron, RCJ</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Gwangju</a:t>
            </a:r>
            <a:br/>
            <a:r>
              <a:t>Filipino</a:t>
            </a:r>
            <a:br/>
            <a:r>
              <a:t>Catholic</a:t>
            </a:r>
            <a:br/>
            <a:r>
              <a:t>Community</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Gospel (John 10:1-10)</a:t>
            </a:r>
          </a:p>
          <a:p>
            <a:pPr>
              <a:spcAft>
                <a:spcPts val="300"/>
              </a:spcAft>
              <a:defRPr sz="2100" b="0" i="0">
                <a:solidFill>
                  <a:srgbClr val="0F172A"/>
                </a:solidFill>
                <a:latin typeface="Trebuchet MS"/>
              </a:defRPr>
            </a:pPr>
            <a:r>
              <a:t>“Most certainly, I tell you, one who doesn't enter by the door into the sheep fold, but climbs up some other way, the same is a thief and a robber.”</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YEAR A</a:t>
            </a:r>
          </a:p>
          <a:p>
            <a:pPr>
              <a:spcAft>
                <a:spcPts val="300"/>
              </a:spcAft>
              <a:defRPr sz="2100" b="0" i="0">
                <a:solidFill>
                  <a:srgbClr val="0F172A"/>
                </a:solidFill>
                <a:latin typeface="Trebuchet MS"/>
              </a:defRPr>
            </a:pPr>
            <a:r>
              <a:t>2026-04-26 · Eastertide</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Mass poster / divider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2563EB"/>
                </a:solidFill>
                <a:latin typeface="Trebuchet MS"/>
              </a:defRPr>
            </a:pPr>
            <a:r>
              <a:t>Priest: In the Name of the Father, and of the Son, and of the Holy Spirit.</a:t>
            </a:r>
          </a:p>
          <a:p>
            <a:pPr algn="ctr">
              <a:spcBef>
                <a:spcPts val="400"/>
              </a:spcBef>
              <a:spcAft>
                <a:spcPts val="500"/>
              </a:spcAft>
              <a:defRPr sz="2000" b="1" i="0">
                <a:solidFill>
                  <a:srgbClr val="0F172A"/>
                </a:solidFill>
                <a:latin typeface="Trebuchet MS"/>
              </a:defRPr>
            </a:pPr>
            <a:r>
              <a:t>Churchgoers: Amen.</a:t>
            </a:r>
          </a:p>
          <a:p>
            <a:pPr algn="ctr">
              <a:spcBef>
                <a:spcPts val="400"/>
              </a:spcBef>
              <a:spcAft>
                <a:spcPts val="500"/>
              </a:spcAft>
              <a:defRPr sz="2000" b="1" i="0">
                <a:solidFill>
                  <a:srgbClr val="2563EB"/>
                </a:solidFill>
                <a:latin typeface="Trebuchet MS"/>
              </a:defRPr>
            </a:pPr>
            <a:r>
              <a:t>Priest: The Lord be with you.</a:t>
            </a:r>
          </a:p>
          <a:p>
            <a:pPr algn="ctr">
              <a:spcBef>
                <a:spcPts val="400"/>
              </a:spcBef>
              <a:spcAft>
                <a:spcPts val="500"/>
              </a:spcAft>
              <a:defRPr sz="2000" b="1" i="0">
                <a:solidFill>
                  <a:srgbClr val="0F172A"/>
                </a:solidFill>
                <a:latin typeface="Trebuchet MS"/>
              </a:defRPr>
            </a:pPr>
            <a:r>
              <a:t>Churchgoers: And with your spirit.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Introductory Rites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2563EB"/>
                </a:solidFill>
                <a:latin typeface="Trebuchet MS"/>
              </a:defRPr>
            </a:pPr>
            <a:r>
              <a:t>Priest: Brethren (brothers and sisters), let us acknowledge our sins, and so prepare ourselves to celebrate the sacred mysteries.</a:t>
            </a:r>
          </a:p>
          <a:p>
            <a:pPr algn="ctr">
              <a:spcBef>
                <a:spcPts val="400"/>
              </a:spcBef>
              <a:spcAft>
                <a:spcPts val="500"/>
              </a:spcAft>
              <a:defRPr sz="2000" b="1" i="0">
                <a:solidFill>
                  <a:srgbClr val="0F172A"/>
                </a:solidFill>
                <a:latin typeface="Trebuchet MS"/>
              </a:defRPr>
            </a:pPr>
            <a:r>
              <a:t>Churchgoers: I confess to almighty God</a:t>
            </a:r>
          </a:p>
          <a:p>
            <a:pPr algn="ctr">
              <a:spcAft>
                <a:spcPts val="500"/>
              </a:spcAft>
              <a:defRPr sz="1900" b="0" i="0">
                <a:solidFill>
                  <a:srgbClr val="0F172A"/>
                </a:solidFill>
                <a:latin typeface="Trebuchet MS"/>
              </a:defRPr>
            </a:pPr>
            <a:r>
              <a:t>and to you, my brothers and sisters,</a:t>
            </a:r>
          </a:p>
          <a:p>
            <a:pPr algn="ctr">
              <a:spcAft>
                <a:spcPts val="500"/>
              </a:spcAft>
              <a:defRPr sz="1900" b="0" i="0">
                <a:solidFill>
                  <a:srgbClr val="0F172A"/>
                </a:solidFill>
                <a:latin typeface="Trebuchet MS"/>
              </a:defRPr>
            </a:pPr>
            <a:r>
              <a:t>that I have greatly sinned,</a:t>
            </a:r>
          </a:p>
          <a:p>
            <a:pPr algn="ctr">
              <a:spcAft>
                <a:spcPts val="500"/>
              </a:spcAft>
              <a:defRPr sz="1900" b="0" i="0">
                <a:solidFill>
                  <a:srgbClr val="0F172A"/>
                </a:solidFill>
                <a:latin typeface="Trebuchet MS"/>
              </a:defRPr>
            </a:pPr>
            <a:r>
              <a:t>in my thoughts and in my words,</a:t>
            </a:r>
          </a:p>
          <a:p>
            <a:pPr algn="ctr">
              <a:spcAft>
                <a:spcPts val="500"/>
              </a:spcAft>
              <a:defRPr sz="1900" b="0" i="0">
                <a:solidFill>
                  <a:srgbClr val="0F172A"/>
                </a:solidFill>
                <a:latin typeface="Trebuchet MS"/>
              </a:defRPr>
            </a:pPr>
            <a:r>
              <a:t>in what I have done and in what I have failed to do,</a:t>
            </a:r>
          </a:p>
          <a:p>
            <a:pPr algn="ctr">
              <a:spcAft>
                <a:spcPts val="500"/>
              </a:spcAft>
              <a:defRPr sz="1900" b="0" i="0">
                <a:solidFill>
                  <a:srgbClr val="0F172A"/>
                </a:solidFill>
                <a:latin typeface="Trebuchet MS"/>
              </a:defRPr>
            </a:pPr>
            <a:r>
              <a:t>through my fault, through my fault,</a:t>
            </a:r>
          </a:p>
          <a:p>
            <a:pPr algn="ctr">
              <a:spcAft>
                <a:spcPts val="500"/>
              </a:spcAft>
              <a:defRPr sz="1900" b="0" i="0">
                <a:solidFill>
                  <a:srgbClr val="0F172A"/>
                </a:solidFill>
                <a:latin typeface="Trebuchet MS"/>
              </a:defRPr>
            </a:pPr>
            <a:r>
              <a:t>through my most grievous fault;</a:t>
            </a:r>
          </a:p>
          <a:p>
            <a:pPr algn="ctr">
              <a:spcAft>
                <a:spcPts val="500"/>
              </a:spcAft>
              <a:defRPr sz="1900" b="0" i="0">
                <a:solidFill>
                  <a:srgbClr val="0F172A"/>
                </a:solidFill>
                <a:latin typeface="Trebuchet MS"/>
              </a:defRPr>
            </a:pPr>
            <a:r>
              <a:t>therefore I ask blessed Mary ever-Virgin,</a:t>
            </a:r>
          </a:p>
          <a:p>
            <a:pPr algn="ctr">
              <a:spcAft>
                <a:spcPts val="500"/>
              </a:spcAft>
              <a:defRPr sz="1900" b="0" i="0">
                <a:solidFill>
                  <a:srgbClr val="0F172A"/>
                </a:solidFill>
                <a:latin typeface="Trebuchet MS"/>
              </a:defRPr>
            </a:pPr>
            <a:r>
              <a:t>all the Angels and Saints,</a:t>
            </a:r>
          </a:p>
          <a:p>
            <a:pPr algn="ctr">
              <a:spcAft>
                <a:spcPts val="500"/>
              </a:spcAft>
              <a:defRPr sz="1900" b="0" i="0">
                <a:solidFill>
                  <a:srgbClr val="0F172A"/>
                </a:solidFill>
                <a:latin typeface="Trebuchet MS"/>
              </a:defRPr>
            </a:pPr>
            <a:r>
              <a:t>and you, my brothers and sisters,</a:t>
            </a:r>
          </a:p>
          <a:p>
            <a:pPr algn="ctr">
              <a:spcAft>
                <a:spcPts val="500"/>
              </a:spcAft>
              <a:defRPr sz="1900" b="0" i="0">
                <a:solidFill>
                  <a:srgbClr val="0F172A"/>
                </a:solidFill>
                <a:latin typeface="Trebuchet MS"/>
              </a:defRPr>
            </a:pPr>
            <a:r>
              <a:t>to pray for me to the Lord our God.</a:t>
            </a:r>
          </a:p>
          <a:p>
            <a:pPr algn="ctr">
              <a:spcBef>
                <a:spcPts val="400"/>
              </a:spcBef>
              <a:spcAft>
                <a:spcPts val="500"/>
              </a:spcAft>
              <a:defRPr sz="2000" b="1" i="0">
                <a:solidFill>
                  <a:srgbClr val="2563EB"/>
                </a:solidFill>
                <a:latin typeface="Trebuchet MS"/>
              </a:defRPr>
            </a:pPr>
            <a:r>
              <a:t>Priest: May almighty God have mercy on us, forgive us our sins, and bring us to everlasting life.</a:t>
            </a:r>
          </a:p>
          <a:p>
            <a:pPr algn="ctr">
              <a:spcBef>
                <a:spcPts val="400"/>
              </a:spcBef>
              <a:spcAft>
                <a:spcPts val="500"/>
              </a:spcAft>
              <a:defRPr sz="2000" b="1" i="0">
                <a:solidFill>
                  <a:srgbClr val="0F172A"/>
                </a:solidFill>
                <a:latin typeface="Trebuchet MS"/>
              </a:defRPr>
            </a:pPr>
            <a:r>
              <a:t>Churchgoers: 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Penitential Act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0F172A"/>
                </a:solidFill>
                <a:latin typeface="Trebuchet MS"/>
              </a:defRPr>
            </a:pPr>
            <a:r>
              <a:t>Churchgoers: Lord, have mercy.</a:t>
            </a:r>
          </a:p>
          <a:p>
            <a:pPr algn="ctr">
              <a:spcBef>
                <a:spcPts val="400"/>
              </a:spcBef>
              <a:spcAft>
                <a:spcPts val="500"/>
              </a:spcAft>
              <a:defRPr sz="2000" b="1" i="0">
                <a:solidFill>
                  <a:srgbClr val="0F172A"/>
                </a:solidFill>
                <a:latin typeface="Trebuchet MS"/>
              </a:defRPr>
            </a:pPr>
            <a:r>
              <a:t>Churchgoers: Lord, have mercy.</a:t>
            </a:r>
          </a:p>
          <a:p>
            <a:pPr algn="ctr">
              <a:spcBef>
                <a:spcPts val="400"/>
              </a:spcBef>
              <a:spcAft>
                <a:spcPts val="500"/>
              </a:spcAft>
              <a:defRPr sz="2000" b="1" i="0">
                <a:solidFill>
                  <a:srgbClr val="0F172A"/>
                </a:solidFill>
                <a:latin typeface="Trebuchet MS"/>
              </a:defRPr>
            </a:pPr>
            <a:r>
              <a:t>Churchgoers: Christ, have mercy.</a:t>
            </a:r>
          </a:p>
          <a:p>
            <a:pPr algn="ctr">
              <a:spcBef>
                <a:spcPts val="400"/>
              </a:spcBef>
              <a:spcAft>
                <a:spcPts val="500"/>
              </a:spcAft>
              <a:defRPr sz="2000" b="1" i="0">
                <a:solidFill>
                  <a:srgbClr val="0F172A"/>
                </a:solidFill>
                <a:latin typeface="Trebuchet MS"/>
              </a:defRPr>
            </a:pPr>
            <a:r>
              <a:t>Churchgoers: Christ, have mercy.</a:t>
            </a:r>
          </a:p>
          <a:p>
            <a:pPr algn="ctr">
              <a:spcBef>
                <a:spcPts val="400"/>
              </a:spcBef>
              <a:spcAft>
                <a:spcPts val="500"/>
              </a:spcAft>
              <a:defRPr sz="2000" b="1" i="0">
                <a:solidFill>
                  <a:srgbClr val="0F172A"/>
                </a:solidFill>
                <a:latin typeface="Trebuchet MS"/>
              </a:defRPr>
            </a:pPr>
            <a:r>
              <a:t>Churchgoers: Lord, have mercy.</a:t>
            </a:r>
          </a:p>
          <a:p>
            <a:pPr algn="ctr">
              <a:spcBef>
                <a:spcPts val="400"/>
              </a:spcBef>
              <a:spcAft>
                <a:spcPts val="500"/>
              </a:spcAft>
              <a:defRPr sz="2000" b="1" i="0">
                <a:solidFill>
                  <a:srgbClr val="0F172A"/>
                </a:solidFill>
                <a:latin typeface="Trebuchet MS"/>
              </a:defRPr>
            </a:pPr>
            <a:r>
              <a:t>Churchgoers: Lord, have mercy.</a:t>
            </a:r>
          </a:p>
          <a:p>
            <a:pPr algn="ctr">
              <a:spcAft>
                <a:spcPts val="500"/>
              </a:spcAft>
              <a:defRPr sz="1500" b="0" i="1">
                <a:solidFill>
                  <a:srgbClr val="2563EB"/>
                </a:solidFill>
                <a:latin typeface="Trebuchet MS"/>
              </a:defRPr>
            </a:pPr>
            <a:r>
              <a:t>This acclamation may also be sung, or the invocations from the Missal or approved pastoral practice may be used in full.</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Kyrie Eleison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0F172A"/>
                </a:solidFill>
                <a:latin typeface="Trebuchet MS"/>
              </a:defRPr>
            </a:pPr>
            <a:r>
              <a:t>Churchgoers: Glory to God in the highest,</a:t>
            </a:r>
          </a:p>
          <a:p>
            <a:pPr algn="ctr">
              <a:spcAft>
                <a:spcPts val="500"/>
              </a:spcAft>
              <a:defRPr sz="1900" b="0" i="0">
                <a:solidFill>
                  <a:srgbClr val="0F172A"/>
                </a:solidFill>
                <a:latin typeface="Trebuchet MS"/>
              </a:defRPr>
            </a:pPr>
            <a:r>
              <a:t>and on earth peace to people of good will.</a:t>
            </a:r>
          </a:p>
          <a:p>
            <a:pPr algn="ctr">
              <a:spcAft>
                <a:spcPts val="500"/>
              </a:spcAft>
              <a:defRPr sz="1900" b="0" i="0">
                <a:solidFill>
                  <a:srgbClr val="0F172A"/>
                </a:solidFill>
                <a:latin typeface="Trebuchet MS"/>
              </a:defRPr>
            </a:pPr>
            <a:r>
              <a:t>We praise you, we bless you, we adore you,</a:t>
            </a:r>
          </a:p>
          <a:p>
            <a:pPr algn="ctr">
              <a:spcAft>
                <a:spcPts val="500"/>
              </a:spcAft>
              <a:defRPr sz="1900" b="0" i="0">
                <a:solidFill>
                  <a:srgbClr val="0F172A"/>
                </a:solidFill>
                <a:latin typeface="Trebuchet MS"/>
              </a:defRPr>
            </a:pPr>
            <a:r>
              <a:t>we glorify you, we give you thanks</a:t>
            </a:r>
          </a:p>
          <a:p>
            <a:pPr algn="ctr">
              <a:spcAft>
                <a:spcPts val="500"/>
              </a:spcAft>
              <a:defRPr sz="1900" b="0" i="0">
                <a:solidFill>
                  <a:srgbClr val="0F172A"/>
                </a:solidFill>
                <a:latin typeface="Trebuchet MS"/>
              </a:defRPr>
            </a:pPr>
            <a:r>
              <a:t>for your great glory,</a:t>
            </a:r>
          </a:p>
          <a:p>
            <a:pPr algn="ctr">
              <a:spcAft>
                <a:spcPts val="500"/>
              </a:spcAft>
              <a:defRPr sz="1900" b="0" i="0">
                <a:solidFill>
                  <a:srgbClr val="0F172A"/>
                </a:solidFill>
                <a:latin typeface="Trebuchet MS"/>
              </a:defRPr>
            </a:pPr>
            <a:r>
              <a:t>Lord God, heavenly King, O God, almighty Father.</a:t>
            </a:r>
          </a:p>
          <a:p>
            <a:pPr algn="ctr">
              <a:spcAft>
                <a:spcPts val="500"/>
              </a:spcAft>
              <a:defRPr sz="1900" b="0" i="0">
                <a:solidFill>
                  <a:srgbClr val="0F172A"/>
                </a:solidFill>
                <a:latin typeface="Trebuchet MS"/>
              </a:defRPr>
            </a:pPr>
            <a:r>
              <a:t>Lord Jesus Christ, Only Begotten Son,</a:t>
            </a:r>
          </a:p>
          <a:p>
            <a:pPr algn="ctr">
              <a:spcAft>
                <a:spcPts val="500"/>
              </a:spcAft>
              <a:defRPr sz="1900" b="0" i="0">
                <a:solidFill>
                  <a:srgbClr val="0F172A"/>
                </a:solidFill>
                <a:latin typeface="Trebuchet MS"/>
              </a:defRPr>
            </a:pPr>
            <a:r>
              <a:t>Lord God, Lamb of God, Son of the Father,</a:t>
            </a:r>
          </a:p>
          <a:p>
            <a:pPr algn="ctr">
              <a:spcAft>
                <a:spcPts val="500"/>
              </a:spcAft>
              <a:defRPr sz="1900" b="0" i="0">
                <a:solidFill>
                  <a:srgbClr val="0F172A"/>
                </a:solidFill>
                <a:latin typeface="Trebuchet MS"/>
              </a:defRPr>
            </a:pPr>
            <a:r>
              <a:t>you take away the sins of the world, have mercy on us;</a:t>
            </a:r>
          </a:p>
          <a:p>
            <a:pPr algn="ctr">
              <a:spcAft>
                <a:spcPts val="500"/>
              </a:spcAft>
              <a:defRPr sz="1900" b="0" i="0">
                <a:solidFill>
                  <a:srgbClr val="0F172A"/>
                </a:solidFill>
                <a:latin typeface="Trebuchet MS"/>
              </a:defRPr>
            </a:pPr>
            <a:r>
              <a:t>you take away the sins of the world, receive our prayer;</a:t>
            </a:r>
          </a:p>
          <a:p>
            <a:pPr algn="ctr">
              <a:spcAft>
                <a:spcPts val="500"/>
              </a:spcAft>
              <a:defRPr sz="1900" b="0" i="0">
                <a:solidFill>
                  <a:srgbClr val="0F172A"/>
                </a:solidFill>
                <a:latin typeface="Trebuchet MS"/>
              </a:defRPr>
            </a:pPr>
            <a:r>
              <a:t>you are seated at the right hand of the Father, have mercy on us.</a:t>
            </a:r>
          </a:p>
          <a:p>
            <a:pPr algn="ctr">
              <a:spcAft>
                <a:spcPts val="500"/>
              </a:spcAft>
              <a:defRPr sz="1900" b="0" i="0">
                <a:solidFill>
                  <a:srgbClr val="0F172A"/>
                </a:solidFill>
                <a:latin typeface="Trebuchet MS"/>
              </a:defRPr>
            </a:pPr>
            <a:r>
              <a:t>For you alone are the Holy One,</a:t>
            </a:r>
          </a:p>
          <a:p>
            <a:pPr algn="ctr">
              <a:spcAft>
                <a:spcPts val="500"/>
              </a:spcAft>
              <a:defRPr sz="1900" b="0" i="0">
                <a:solidFill>
                  <a:srgbClr val="0F172A"/>
                </a:solidFill>
                <a:latin typeface="Trebuchet MS"/>
              </a:defRPr>
            </a:pPr>
            <a:r>
              <a:t>you alone are the Lord,</a:t>
            </a:r>
          </a:p>
          <a:p>
            <a:pPr algn="ctr">
              <a:spcAft>
                <a:spcPts val="500"/>
              </a:spcAft>
              <a:defRPr sz="1900" b="0" i="0">
                <a:solidFill>
                  <a:srgbClr val="0F172A"/>
                </a:solidFill>
                <a:latin typeface="Trebuchet MS"/>
              </a:defRPr>
            </a:pPr>
            <a:r>
              <a:t>you alone are the Most High,</a:t>
            </a:r>
          </a:p>
          <a:p>
            <a:pPr algn="ctr">
              <a:spcAft>
                <a:spcPts val="500"/>
              </a:spcAft>
              <a:defRPr sz="1900" b="0" i="0">
                <a:solidFill>
                  <a:srgbClr val="0F172A"/>
                </a:solidFill>
                <a:latin typeface="Trebuchet MS"/>
              </a:defRPr>
            </a:pPr>
            <a:r>
              <a:t>Jesus Christ,</a:t>
            </a:r>
          </a:p>
          <a:p>
            <a:pPr algn="ctr">
              <a:spcAft>
                <a:spcPts val="500"/>
              </a:spcAft>
              <a:defRPr sz="1900" b="0" i="0">
                <a:solidFill>
                  <a:srgbClr val="0F172A"/>
                </a:solidFill>
                <a:latin typeface="Trebuchet MS"/>
              </a:defRPr>
            </a:pPr>
            <a:r>
              <a:t>with the Holy Spirit,</a:t>
            </a:r>
          </a:p>
          <a:p>
            <a:pPr algn="ctr">
              <a:spcAft>
                <a:spcPts val="500"/>
              </a:spcAft>
              <a:defRPr sz="1900" b="0" i="0">
                <a:solidFill>
                  <a:srgbClr val="0F172A"/>
                </a:solidFill>
                <a:latin typeface="Trebuchet MS"/>
              </a:defRPr>
            </a:pPr>
            <a:r>
              <a:t>in the glory of God the Father.</a:t>
            </a:r>
          </a:p>
          <a:p>
            <a:pPr algn="ctr">
              <a:spcAft>
                <a:spcPts val="500"/>
              </a:spcAft>
              <a:defRPr sz="1900" b="0" i="0">
                <a:solidFill>
                  <a:srgbClr val="0F172A"/>
                </a:solidFill>
                <a:latin typeface="Trebuchet MS"/>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Gloria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2563EB"/>
                </a:solidFill>
                <a:latin typeface="Trebuchet MS"/>
              </a:defRPr>
            </a:pPr>
            <a:r>
              <a:t>Priest: Let us pray.</a:t>
            </a:r>
          </a:p>
          <a:p>
            <a:pPr algn="ctr">
              <a:spcAft>
                <a:spcPts val="500"/>
              </a:spcAft>
              <a:defRPr sz="1500" b="0" i="1">
                <a:solidFill>
                  <a:srgbClr val="2563EB"/>
                </a:solidFill>
                <a:latin typeface="Trebuchet MS"/>
              </a:defRPr>
            </a:pPr>
            <a:r>
              <a:t>All pray silently with the Priest for a moment. Then the Priest says the Collect for the day, that is, the Opening Prayer, in full from the Roman Missal for this celebration—nothing abbreviated. The people respond at the end.</a:t>
            </a:r>
          </a:p>
          <a:p>
            <a:pPr algn="ctr">
              <a:spcBef>
                <a:spcPts val="400"/>
              </a:spcBef>
              <a:spcAft>
                <a:spcPts val="500"/>
              </a:spcAft>
              <a:defRPr sz="2000" b="1" i="0">
                <a:solidFill>
                  <a:srgbClr val="0F172A"/>
                </a:solidFill>
                <a:latin typeface="Trebuchet MS"/>
              </a:defRPr>
            </a:pPr>
            <a:r>
              <a:t>Churchgoers: 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2563EB"/>
                </a:solidFill>
                <a:latin typeface="Trebuchet MS"/>
              </a:defRPr>
            </a:pPr>
            <a:r>
              <a:t>LITURGY OF</a:t>
            </a:r>
            <a:br/>
            <a:r>
              <a:t>THE WORD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2563EB"/>
                </a:solidFill>
                <a:latin typeface="Trebuchet MS"/>
              </a:defRPr>
            </a:pPr>
            <a:r>
              <a:t>Liturgy of the Word</a:t>
            </a:r>
          </a:p>
          <a:p>
            <a:pPr>
              <a:defRPr sz="1600" b="0" i="0">
                <a:solidFill>
                  <a:srgbClr val="F59E0B"/>
                </a:solidFill>
                <a:latin typeface="Trebuchet MS"/>
              </a:defRPr>
            </a:pPr>
            <a:r>
              <a:t>First Reading (Acts 2:14a, 36-41)</a:t>
            </a:r>
          </a:p>
        </p:txBody>
      </p:sp>
      <p:sp>
        <p:nvSpPr>
          <p:cNvPr id="5" name="TextBox 4"/>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F59E0B"/>
                </a:solidFill>
                <a:latin typeface="Trebuchet MS"/>
              </a:defRPr>
            </a:pPr>
            <a:r>
              <a:t>Acts 2:14a, 36-41</a:t>
            </a:r>
          </a:p>
        </p:txBody>
      </p:sp>
      <p:sp>
        <p:nvSpPr>
          <p:cNvPr id="6" name="TextBox 5"/>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0F172A"/>
                </a:solidFill>
                <a:latin typeface="Trebuchet MS"/>
              </a:defRPr>
            </a:pPr>
            <a:r>
              <a:t>Full text was not loaded from bible.usccb.org. Open today’s readings for this date and paste if needed.</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2563EB"/>
                </a:solidFill>
                <a:latin typeface="Trebuchet MS"/>
              </a:defRPr>
            </a:pPr>
            <a:r>
              <a:t>Liturgy of the Word</a:t>
            </a:r>
          </a:p>
          <a:p>
            <a:pPr>
              <a:defRPr sz="1600" b="0" i="0">
                <a:solidFill>
                  <a:srgbClr val="F59E0B"/>
                </a:solidFill>
                <a:latin typeface="Trebuchet MS"/>
              </a:defRPr>
            </a:pPr>
            <a:r>
              <a:t>Responsorial Psalm (Psalm 23: 1-3a, 3b4, 5, 6)</a:t>
            </a:r>
          </a:p>
        </p:txBody>
      </p:sp>
      <p:sp>
        <p:nvSpPr>
          <p:cNvPr id="5" name="TextBox 4"/>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F59E0B"/>
                </a:solidFill>
                <a:latin typeface="Trebuchet MS"/>
              </a:defRPr>
            </a:pPr>
            <a:r>
              <a:t>Psalm 23: 1-3a, 3b4, 5, 6</a:t>
            </a:r>
          </a:p>
        </p:txBody>
      </p:sp>
      <p:sp>
        <p:nvSpPr>
          <p:cNvPr id="6" name="TextBox 5"/>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0F172A"/>
                </a:solidFill>
                <a:latin typeface="Trebuchet MS"/>
              </a:defRPr>
            </a:pPr>
            <a:r>
              <a:t>Full text was not loaded from bible.usccb.org. Open today’s readings for this date and paste if needed.</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2563EB"/>
                </a:solidFill>
                <a:latin typeface="Trebuchet MS"/>
              </a:defRPr>
            </a:pPr>
            <a:r>
              <a:t>Liturgy of the Word</a:t>
            </a:r>
          </a:p>
          <a:p>
            <a:pPr>
              <a:defRPr sz="1600" b="0" i="0">
                <a:solidFill>
                  <a:srgbClr val="F59E0B"/>
                </a:solidFill>
                <a:latin typeface="Trebuchet MS"/>
              </a:defRPr>
            </a:pPr>
            <a:r>
              <a:t>Second Reading (1 Peter 2:20b-25)</a:t>
            </a:r>
          </a:p>
        </p:txBody>
      </p:sp>
      <p:sp>
        <p:nvSpPr>
          <p:cNvPr id="5" name="TextBox 4"/>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F59E0B"/>
                </a:solidFill>
                <a:latin typeface="Trebuchet MS"/>
              </a:defRPr>
            </a:pPr>
            <a:r>
              <a:t>1 Peter 2:20b-25</a:t>
            </a:r>
          </a:p>
        </p:txBody>
      </p:sp>
      <p:sp>
        <p:nvSpPr>
          <p:cNvPr id="6" name="TextBox 5"/>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0F172A"/>
                </a:solidFill>
                <a:latin typeface="Trebuchet MS"/>
              </a:defRPr>
            </a:pPr>
            <a:r>
              <a:t>Full text was not loaded from bible.usccb.org. Open today’s readings for this date and paste if needed.</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Aft>
                <a:spcPts val="500"/>
              </a:spcAft>
              <a:defRPr sz="1900" b="1" i="0">
                <a:solidFill>
                  <a:srgbClr val="0F172A"/>
                </a:solidFill>
                <a:latin typeface="Trebuchet MS"/>
              </a:defRPr>
            </a:pPr>
            <a:r>
              <a:t>ALLELUIA! ALLELUIA! ALLELUIA! ALLELUIA!</a:t>
            </a:r>
          </a:p>
          <a:p>
            <a:pPr algn="ctr">
              <a:spcAft>
                <a:spcPts val="500"/>
              </a:spcAft>
              <a:defRPr sz="1500" b="0" i="1">
                <a:solidFill>
                  <a:srgbClr val="2563EB"/>
                </a:solidFill>
                <a:latin typeface="Trebuchet MS"/>
              </a:defRPr>
            </a:pPr>
            <a:r>
              <a:t>Sing the verse of the Gospel Acclamation given in the Lectionary for this Mass in full, not shortened.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Gospel Acclamation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Aft>
                <a:spcPts val="500"/>
              </a:spcAft>
              <a:defRPr sz="1500" b="0" i="1">
                <a:solidFill>
                  <a:srgbClr val="2563EB"/>
                </a:solidFill>
                <a:latin typeface="Trebuchet MS"/>
              </a:defRPr>
            </a:pPr>
            <a:r>
              <a:t>If a commentator announces the verse before the Gospel Acclamation, the verse from the Lectionary is spoken in full, and then the assembly sings the Alleluia and response without abbreviation.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Gospel Acclamation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2563EB"/>
                </a:solidFill>
                <a:latin typeface="Trebuchet MS"/>
              </a:defRPr>
            </a:pPr>
            <a:r>
              <a:t>Priest: The Lord be with you.</a:t>
            </a:r>
          </a:p>
          <a:p>
            <a:pPr algn="ctr">
              <a:spcBef>
                <a:spcPts val="400"/>
              </a:spcBef>
              <a:spcAft>
                <a:spcPts val="500"/>
              </a:spcAft>
              <a:defRPr sz="2000" b="1" i="0">
                <a:solidFill>
                  <a:srgbClr val="0F172A"/>
                </a:solidFill>
                <a:latin typeface="Trebuchet MS"/>
              </a:defRPr>
            </a:pPr>
            <a:r>
              <a:t>Churchgoers: And with your spirit.</a:t>
            </a:r>
          </a:p>
          <a:p>
            <a:pPr algn="ctr">
              <a:spcAft>
                <a:spcPts val="500"/>
              </a:spcAft>
              <a:defRPr sz="1500" b="0" i="1">
                <a:solidFill>
                  <a:srgbClr val="2563EB"/>
                </a:solidFill>
                <a:latin typeface="Trebuchet MS"/>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lgn="ctr">
              <a:spcBef>
                <a:spcPts val="400"/>
              </a:spcBef>
              <a:spcAft>
                <a:spcPts val="500"/>
              </a:spcAft>
              <a:defRPr sz="2000" b="1" i="0">
                <a:solidFill>
                  <a:srgbClr val="0F172A"/>
                </a:solidFill>
                <a:latin typeface="Trebuchet MS"/>
              </a:defRPr>
            </a:pPr>
            <a:r>
              <a:t>Churchgoers: Glory to you, O Lord.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Aft>
                <a:spcPts val="500"/>
              </a:spcAft>
              <a:defRPr sz="1500" b="0" i="1">
                <a:solidFill>
                  <a:srgbClr val="2563EB"/>
                </a:solidFill>
                <a:latin typeface="Trebuchet MS"/>
              </a:defRPr>
            </a:pPr>
            <a:r>
              <a:t>John 10:1-10</a:t>
            </a:r>
          </a:p>
          <a:p>
            <a:pPr algn="ctr">
              <a:spcAft>
                <a:spcPts val="500"/>
              </a:spcAft>
              <a:defRPr sz="1500" b="0" i="1">
                <a:solidFill>
                  <a:srgbClr val="2563EB"/>
                </a:solidFill>
                <a:latin typeface="Trebuchet MS"/>
              </a:defRPr>
            </a:pPr>
          </a:p>
          <a:p>
            <a:pPr algn="ctr">
              <a:spcBef>
                <a:spcPts val="400"/>
              </a:spcBef>
              <a:spcAft>
                <a:spcPts val="500"/>
              </a:spcAft>
              <a:defRPr sz="2000" b="1" i="0">
                <a:solidFill>
                  <a:srgbClr val="0F172A"/>
                </a:solidFill>
                <a:latin typeface="Trebuchet MS"/>
              </a:defRPr>
            </a:pPr>
            <a:r>
              <a:t>Churchgoers: “Most certainly, I tell you, one who doesn't enter by the door into the sheep fold, but climbs up some other way, the same is a thief and a robber.”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Gospel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2563EB"/>
                </a:solidFill>
                <a:latin typeface="Trebuchet MS"/>
              </a:defRPr>
            </a:pPr>
            <a:r>
              <a:t>Gospel</a:t>
            </a:r>
          </a:p>
        </p:txBody>
      </p:sp>
      <p:sp>
        <p:nvSpPr>
          <p:cNvPr id="5" name="TextBox 4"/>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F59E0B"/>
                </a:solidFill>
                <a:latin typeface="Trebuchet MS"/>
              </a:defRPr>
            </a:pPr>
            <a:r>
              <a:t>John 10:1-10  ·  slide 1 of 2</a:t>
            </a:r>
          </a:p>
        </p:txBody>
      </p:sp>
      <p:sp>
        <p:nvSpPr>
          <p:cNvPr id="6" name="TextBox 5"/>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0F172A"/>
                </a:solidFill>
                <a:latin typeface="Trebuchet MS"/>
              </a:defRPr>
            </a:pPr>
            <a:r>
              <a:t>“Most certainly, I tell you, one who doesn’t enter by the door into the sheep fold, but climbs up some other way, the same is a thief and a robber. But one who enters in by the door is the shepherd of the sheep. The gatekeeper opens the gate for him, and the sheep listen to his voice. He calls his own sheep by name, and leads them out. Whenever he brings out his own sheep, he goes before them, and the sheep follow him, for they know his voice. They will by no means follow a stranger, but will flee from him; for they don’t know the voice of strangers.” Jesus spoke this parable to them, but they didn’t understand what he was telling them. Jesus therefore said to them again, “Most certainly, I tell you, I am the sheep’s door. All who came before me are thieves and robbers, but the sheep didn’t listen to them. I am the door.</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Gospel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2563EB"/>
                </a:solidFill>
                <a:latin typeface="Trebuchet MS"/>
              </a:defRPr>
            </a:pPr>
            <a:r>
              <a:t>Gospel (continued)</a:t>
            </a:r>
          </a:p>
        </p:txBody>
      </p:sp>
      <p:sp>
        <p:nvSpPr>
          <p:cNvPr id="5" name="TextBox 4"/>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F59E0B"/>
                </a:solidFill>
                <a:latin typeface="Trebuchet MS"/>
              </a:defRPr>
            </a:pPr>
            <a:r>
              <a:t>John 10:1-10  ·  slide 2 of 2</a:t>
            </a:r>
          </a:p>
        </p:txBody>
      </p:sp>
      <p:sp>
        <p:nvSpPr>
          <p:cNvPr id="6" name="TextBox 5"/>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0F172A"/>
                </a:solidFill>
                <a:latin typeface="Trebuchet MS"/>
              </a:defRPr>
            </a:pPr>
            <a:r>
              <a:t>If anyone enters in by me, he will be saved, and will go in and go out, and will find pasture. The thief only comes to steal, kill, and destroy. I came that they may have life, and may have it abundantly.</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Gospel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2563EB"/>
                </a:solidFill>
                <a:latin typeface="Trebuchet MS"/>
              </a:defRPr>
            </a:pPr>
            <a:r>
              <a:t>Priest: The Gospel of the Lord.</a:t>
            </a:r>
          </a:p>
          <a:p>
            <a:pPr algn="ctr">
              <a:spcBef>
                <a:spcPts val="400"/>
              </a:spcBef>
              <a:spcAft>
                <a:spcPts val="500"/>
              </a:spcAft>
              <a:defRPr sz="2000" b="1" i="0">
                <a:solidFill>
                  <a:srgbClr val="0F172A"/>
                </a:solidFill>
                <a:latin typeface="Trebuchet MS"/>
              </a:defRPr>
            </a:pPr>
            <a:r>
              <a:t>Churchgoers: Praise to you, Lord Jesus Christ.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Gospel Acclamation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Aft>
                <a:spcPts val="500"/>
              </a:spcAft>
              <a:defRPr sz="1500" b="0" i="1">
                <a:solidFill>
                  <a:srgbClr val="2563EB"/>
                </a:solidFill>
                <a:latin typeface="Trebuchet MS"/>
              </a:defRPr>
            </a:pPr>
            <a:r>
              <a:t>Time for the homily — Father will now preach.</a:t>
            </a:r>
          </a:p>
          <a:p>
            <a:pPr algn="ctr">
              <a:spcAft>
                <a:spcPts val="500"/>
              </a:spcAft>
              <a:defRPr sz="1500" b="0" i="1">
                <a:solidFill>
                  <a:srgbClr val="2563EB"/>
                </a:solidFill>
                <a:latin typeface="Trebuchet MS"/>
              </a:defRPr>
            </a:pPr>
            <a:r>
              <a:t>Commentator may introduce the theme.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Homily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6Apr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685800" y="256032"/>
            <a:ext cx="387682" cy="384048"/>
          </a:xfrm>
          <a:prstGeom prst="rect">
            <a:avLst/>
          </a:prstGeom>
        </p:spPr>
      </p:pic>
      <p:sp>
        <p:nvSpPr>
          <p:cNvPr id="4" name="TextBox 3"/>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5" name="TextBox 4"/>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2563EB"/>
                </a:solidFill>
                <a:latin typeface="Trebuchet MS"/>
              </a:defRPr>
            </a:pPr>
            <a:r>
              <a:t>MASS CELEBRANT:</a:t>
            </a:r>
          </a:p>
          <a:p>
            <a:pPr>
              <a:spcAft>
                <a:spcPts val="300"/>
              </a:spcAft>
              <a:defRPr sz="2100" b="0" i="0">
                <a:solidFill>
                  <a:srgbClr val="0F172A"/>
                </a:solidFill>
                <a:latin typeface="Trebuchet MS"/>
              </a:defRPr>
            </a:pPr>
            <a:r>
              <a:t>Rev. Fr. Jonrey Lauron, RCJ</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Gwangju</a:t>
            </a:r>
            <a:br/>
            <a:r>
              <a:t>Filipino</a:t>
            </a:r>
            <a:br/>
            <a:r>
              <a:t>Catholic</a:t>
            </a:r>
            <a:br/>
            <a:r>
              <a:t>Community</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Gospel (John 10:1-10)</a:t>
            </a:r>
          </a:p>
          <a:p>
            <a:pPr>
              <a:spcAft>
                <a:spcPts val="300"/>
              </a:spcAft>
              <a:defRPr sz="2100" b="0" i="0">
                <a:solidFill>
                  <a:srgbClr val="0F172A"/>
                </a:solidFill>
                <a:latin typeface="Trebuchet MS"/>
              </a:defRPr>
            </a:pPr>
            <a:r>
              <a:t>“Most certainly, I tell you, one who doesn't enter by the door into the sheep fold, but climbs up some other way, the same is a thief and a robber.”</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YEAR A</a:t>
            </a:r>
          </a:p>
          <a:p>
            <a:pPr>
              <a:spcAft>
                <a:spcPts val="300"/>
              </a:spcAft>
              <a:defRPr sz="2100" b="0" i="0">
                <a:solidFill>
                  <a:srgbClr val="0F172A"/>
                </a:solidFill>
                <a:latin typeface="Trebuchet MS"/>
              </a:defRPr>
            </a:pPr>
            <a:r>
              <a:t>2026-04-26 · Eastertide</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Mass poster / divider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0F172A"/>
                </a:solidFill>
                <a:latin typeface="Trebuchet MS"/>
              </a:defRPr>
            </a:pPr>
            <a:r>
              <a:t>Churchgoers: I believe in one God,</a:t>
            </a:r>
          </a:p>
          <a:p>
            <a:pPr algn="ctr">
              <a:spcAft>
                <a:spcPts val="500"/>
              </a:spcAft>
              <a:defRPr sz="1900" b="0" i="0">
                <a:solidFill>
                  <a:srgbClr val="0F172A"/>
                </a:solidFill>
                <a:latin typeface="Trebuchet MS"/>
              </a:defRPr>
            </a:pPr>
            <a:r>
              <a:t>the Father almighty,</a:t>
            </a:r>
          </a:p>
          <a:p>
            <a:pPr algn="ctr">
              <a:spcAft>
                <a:spcPts val="500"/>
              </a:spcAft>
              <a:defRPr sz="1900" b="0" i="0">
                <a:solidFill>
                  <a:srgbClr val="0F172A"/>
                </a:solidFill>
                <a:latin typeface="Trebuchet MS"/>
              </a:defRPr>
            </a:pPr>
            <a:r>
              <a:t>maker of heaven and earth,</a:t>
            </a:r>
          </a:p>
          <a:p>
            <a:pPr algn="ctr">
              <a:spcAft>
                <a:spcPts val="500"/>
              </a:spcAft>
              <a:defRPr sz="1900" b="0" i="0">
                <a:solidFill>
                  <a:srgbClr val="0F172A"/>
                </a:solidFill>
                <a:latin typeface="Trebuchet MS"/>
              </a:defRPr>
            </a:pPr>
            <a:r>
              <a:t>of all things visible and invisible.</a:t>
            </a:r>
          </a:p>
          <a:p>
            <a:pPr algn="ctr">
              <a:spcAft>
                <a:spcPts val="500"/>
              </a:spcAft>
              <a:defRPr sz="1900" b="0" i="0">
                <a:solidFill>
                  <a:srgbClr val="0F172A"/>
                </a:solidFill>
                <a:latin typeface="Trebuchet MS"/>
              </a:defRPr>
            </a:pPr>
            <a:r>
              <a:t>I believe in one Lord Jesus Christ,</a:t>
            </a:r>
          </a:p>
          <a:p>
            <a:pPr algn="ctr">
              <a:spcAft>
                <a:spcPts val="500"/>
              </a:spcAft>
              <a:defRPr sz="1900" b="0" i="0">
                <a:solidFill>
                  <a:srgbClr val="0F172A"/>
                </a:solidFill>
                <a:latin typeface="Trebuchet MS"/>
              </a:defRPr>
            </a:pPr>
            <a:r>
              <a:t>the Only Begotten Son of God,</a:t>
            </a:r>
          </a:p>
          <a:p>
            <a:pPr algn="ctr">
              <a:spcAft>
                <a:spcPts val="500"/>
              </a:spcAft>
              <a:defRPr sz="1900" b="0" i="0">
                <a:solidFill>
                  <a:srgbClr val="0F172A"/>
                </a:solidFill>
                <a:latin typeface="Trebuchet MS"/>
              </a:defRPr>
            </a:pPr>
            <a:r>
              <a:t>born of the Father before all ages.</a:t>
            </a:r>
          </a:p>
          <a:p>
            <a:pPr algn="ctr">
              <a:spcAft>
                <a:spcPts val="500"/>
              </a:spcAft>
              <a:defRPr sz="1900" b="0" i="0">
                <a:solidFill>
                  <a:srgbClr val="0F172A"/>
                </a:solidFill>
                <a:latin typeface="Trebuchet MS"/>
              </a:defRPr>
            </a:pPr>
            <a:r>
              <a:t>God from God, Light from Light,</a:t>
            </a:r>
          </a:p>
          <a:p>
            <a:pPr algn="ctr">
              <a:spcAft>
                <a:spcPts val="500"/>
              </a:spcAft>
              <a:defRPr sz="1900" b="0" i="0">
                <a:solidFill>
                  <a:srgbClr val="0F172A"/>
                </a:solidFill>
                <a:latin typeface="Trebuchet MS"/>
              </a:defRPr>
            </a:pPr>
            <a:r>
              <a:t>true God from true God,</a:t>
            </a:r>
          </a:p>
          <a:p>
            <a:pPr algn="ctr">
              <a:spcAft>
                <a:spcPts val="500"/>
              </a:spcAft>
              <a:defRPr sz="1900" b="0" i="0">
                <a:solidFill>
                  <a:srgbClr val="0F172A"/>
                </a:solidFill>
                <a:latin typeface="Trebuchet MS"/>
              </a:defRPr>
            </a:pPr>
            <a:r>
              <a:t>begotten, not made, consubstantial with the Father;</a:t>
            </a:r>
          </a:p>
          <a:p>
            <a:pPr algn="ctr">
              <a:spcAft>
                <a:spcPts val="500"/>
              </a:spcAft>
              <a:defRPr sz="1900" b="0" i="0">
                <a:solidFill>
                  <a:srgbClr val="0F172A"/>
                </a:solidFill>
                <a:latin typeface="Trebuchet MS"/>
              </a:defRPr>
            </a:pPr>
            <a:r>
              <a:t>through him all things were made.</a:t>
            </a:r>
          </a:p>
          <a:p>
            <a:pPr algn="ctr">
              <a:spcAft>
                <a:spcPts val="500"/>
              </a:spcAft>
              <a:defRPr sz="1900" b="0" i="0">
                <a:solidFill>
                  <a:srgbClr val="0F172A"/>
                </a:solidFill>
                <a:latin typeface="Trebuchet MS"/>
              </a:defRPr>
            </a:pPr>
            <a:r>
              <a:t>For us men and for our salvation</a:t>
            </a:r>
          </a:p>
          <a:p>
            <a:pPr algn="ctr">
              <a:spcAft>
                <a:spcPts val="500"/>
              </a:spcAft>
              <a:defRPr sz="1900" b="0" i="0">
                <a:solidFill>
                  <a:srgbClr val="0F172A"/>
                </a:solidFill>
                <a:latin typeface="Trebuchet MS"/>
              </a:defRPr>
            </a:pPr>
            <a:r>
              <a:t>he came down from heaven,</a:t>
            </a:r>
          </a:p>
          <a:p>
            <a:pPr algn="ctr">
              <a:spcAft>
                <a:spcPts val="500"/>
              </a:spcAft>
              <a:defRPr sz="1900" b="0" i="0">
                <a:solidFill>
                  <a:srgbClr val="0F172A"/>
                </a:solidFill>
                <a:latin typeface="Trebuchet MS"/>
              </a:defRPr>
            </a:pPr>
            <a:r>
              <a:t>and by the Holy Spirit was incarnate of the Virgin Mary,</a:t>
            </a:r>
          </a:p>
          <a:p>
            <a:pPr algn="ctr">
              <a:spcAft>
                <a:spcPts val="500"/>
              </a:spcAft>
              <a:defRPr sz="1900" b="0" i="0">
                <a:solidFill>
                  <a:srgbClr val="0F172A"/>
                </a:solidFill>
                <a:latin typeface="Trebuchet MS"/>
              </a:defRPr>
            </a:pPr>
            <a:r>
              <a:t>and became man.</a:t>
            </a:r>
          </a:p>
          <a:p>
            <a:pPr algn="ctr">
              <a:spcAft>
                <a:spcPts val="500"/>
              </a:spcAft>
              <a:defRPr sz="1900" b="0" i="0">
                <a:solidFill>
                  <a:srgbClr val="0F172A"/>
                </a:solidFill>
                <a:latin typeface="Trebuchet MS"/>
              </a:defRPr>
            </a:pPr>
            <a:r>
              <a:t>For our sake he was crucified under Pontius Pilate,</a:t>
            </a:r>
          </a:p>
          <a:p>
            <a:pPr algn="ctr">
              <a:spcAft>
                <a:spcPts val="500"/>
              </a:spcAft>
              <a:defRPr sz="1900" b="0" i="0">
                <a:solidFill>
                  <a:srgbClr val="0F172A"/>
                </a:solidFill>
                <a:latin typeface="Trebuchet MS"/>
              </a:defRPr>
            </a:pPr>
            <a:r>
              <a:t>he suffered death and was buried,</a:t>
            </a:r>
          </a:p>
          <a:p>
            <a:pPr algn="ctr">
              <a:spcAft>
                <a:spcPts val="500"/>
              </a:spcAft>
              <a:defRPr sz="1900" b="0" i="0">
                <a:solidFill>
                  <a:srgbClr val="0F172A"/>
                </a:solidFill>
                <a:latin typeface="Trebuchet MS"/>
              </a:defRPr>
            </a:pPr>
            <a:r>
              <a:t>and rose again on the third day</a:t>
            </a:r>
          </a:p>
          <a:p>
            <a:pPr algn="ctr">
              <a:spcAft>
                <a:spcPts val="500"/>
              </a:spcAft>
              <a:defRPr sz="1900" b="0" i="0">
                <a:solidFill>
                  <a:srgbClr val="0F172A"/>
                </a:solidFill>
                <a:latin typeface="Trebuchet MS"/>
              </a:defRPr>
            </a:pPr>
            <a:r>
              <a:t>in accordance with the Scriptures.</a:t>
            </a:r>
          </a:p>
          <a:p>
            <a:pPr algn="ctr">
              <a:spcAft>
                <a:spcPts val="500"/>
              </a:spcAft>
              <a:defRPr sz="1900" b="0" i="0">
                <a:solidFill>
                  <a:srgbClr val="0F172A"/>
                </a:solidFill>
                <a:latin typeface="Trebuchet MS"/>
              </a:defRPr>
            </a:pPr>
            <a:r>
              <a:t>He ascended into heaven</a:t>
            </a:r>
          </a:p>
          <a:p>
            <a:pPr algn="ctr">
              <a:spcAft>
                <a:spcPts val="500"/>
              </a:spcAft>
              <a:defRPr sz="1900" b="0" i="0">
                <a:solidFill>
                  <a:srgbClr val="0F172A"/>
                </a:solidFill>
                <a:latin typeface="Trebuchet MS"/>
              </a:defRPr>
            </a:pPr>
            <a:r>
              <a:t>and is seated at the right hand of the Father.</a:t>
            </a:r>
          </a:p>
          <a:p>
            <a:pPr algn="ctr">
              <a:spcAft>
                <a:spcPts val="500"/>
              </a:spcAft>
              <a:defRPr sz="1900" b="0" i="0">
                <a:solidFill>
                  <a:srgbClr val="0F172A"/>
                </a:solidFill>
                <a:latin typeface="Trebuchet MS"/>
              </a:defRPr>
            </a:pPr>
            <a:r>
              <a:t>He will come again in glory</a:t>
            </a:r>
          </a:p>
          <a:p>
            <a:pPr algn="ctr">
              <a:spcAft>
                <a:spcPts val="500"/>
              </a:spcAft>
              <a:defRPr sz="1900" b="0" i="0">
                <a:solidFill>
                  <a:srgbClr val="0F172A"/>
                </a:solidFill>
                <a:latin typeface="Trebuchet MS"/>
              </a:defRPr>
            </a:pPr>
            <a:r>
              <a:t>to judge the living and the dead</a:t>
            </a:r>
          </a:p>
          <a:p>
            <a:pPr algn="ctr">
              <a:spcAft>
                <a:spcPts val="500"/>
              </a:spcAft>
              <a:defRPr sz="1900" b="0" i="0">
                <a:solidFill>
                  <a:srgbClr val="0F172A"/>
                </a:solidFill>
                <a:latin typeface="Trebuchet MS"/>
              </a:defRPr>
            </a:pPr>
            <a:r>
              <a:t>and his kingdom will have no end.</a:t>
            </a:r>
          </a:p>
          <a:p>
            <a:pPr algn="ctr">
              <a:spcAft>
                <a:spcPts val="500"/>
              </a:spcAft>
              <a:defRPr sz="1900" b="0" i="0">
                <a:solidFill>
                  <a:srgbClr val="0F172A"/>
                </a:solidFill>
                <a:latin typeface="Trebuchet MS"/>
              </a:defRPr>
            </a:pPr>
            <a:r>
              <a:t>I believe in the Holy Spirit, the Lord, the giver of life,</a:t>
            </a:r>
          </a:p>
          <a:p>
            <a:pPr algn="ctr">
              <a:spcAft>
                <a:spcPts val="500"/>
              </a:spcAft>
              <a:defRPr sz="1900" b="0" i="0">
                <a:solidFill>
                  <a:srgbClr val="0F172A"/>
                </a:solidFill>
                <a:latin typeface="Trebuchet MS"/>
              </a:defRPr>
            </a:pPr>
            <a:r>
              <a:t>who proceeds from the Father and the Son,</a:t>
            </a:r>
          </a:p>
          <a:p>
            <a:pPr algn="ctr">
              <a:spcAft>
                <a:spcPts val="500"/>
              </a:spcAft>
              <a:defRPr sz="1900" b="0" i="0">
                <a:solidFill>
                  <a:srgbClr val="0F172A"/>
                </a:solidFill>
                <a:latin typeface="Trebuchet MS"/>
              </a:defRPr>
            </a:pPr>
            <a:r>
              <a:t>who with the Father and the Son is adored and glorified,</a:t>
            </a:r>
          </a:p>
          <a:p>
            <a:pPr algn="ctr">
              <a:spcAft>
                <a:spcPts val="500"/>
              </a:spcAft>
              <a:defRPr sz="1900" b="0" i="0">
                <a:solidFill>
                  <a:srgbClr val="0F172A"/>
                </a:solidFill>
                <a:latin typeface="Trebuchet MS"/>
              </a:defRPr>
            </a:pPr>
            <a:r>
              <a:t>who has spoken through the prophets.</a:t>
            </a:r>
          </a:p>
          <a:p>
            <a:pPr algn="ctr">
              <a:spcAft>
                <a:spcPts val="500"/>
              </a:spcAft>
              <a:defRPr sz="1900" b="0" i="0">
                <a:solidFill>
                  <a:srgbClr val="0F172A"/>
                </a:solidFill>
                <a:latin typeface="Trebuchet MS"/>
              </a:defRPr>
            </a:pPr>
            <a:r>
              <a:t>I believe in one, holy, catholic and apostolic Church.</a:t>
            </a:r>
          </a:p>
          <a:p>
            <a:pPr algn="ctr">
              <a:spcAft>
                <a:spcPts val="500"/>
              </a:spcAft>
              <a:defRPr sz="1900" b="0" i="0">
                <a:solidFill>
                  <a:srgbClr val="0F172A"/>
                </a:solidFill>
                <a:latin typeface="Trebuchet MS"/>
              </a:defRPr>
            </a:pPr>
            <a:r>
              <a:t>I confess one Baptism for the forgiveness of sins</a:t>
            </a:r>
          </a:p>
          <a:p>
            <a:pPr algn="ctr">
              <a:spcAft>
                <a:spcPts val="500"/>
              </a:spcAft>
              <a:defRPr sz="1900" b="0" i="0">
                <a:solidFill>
                  <a:srgbClr val="0F172A"/>
                </a:solidFill>
                <a:latin typeface="Trebuchet MS"/>
              </a:defRPr>
            </a:pPr>
            <a:r>
              <a:t>and I look forward to the resurrection of the dead</a:t>
            </a:r>
          </a:p>
          <a:p>
            <a:pPr algn="ctr">
              <a:spcAft>
                <a:spcPts val="500"/>
              </a:spcAft>
              <a:defRPr sz="1900" b="0" i="0">
                <a:solidFill>
                  <a:srgbClr val="0F172A"/>
                </a:solidFill>
                <a:latin typeface="Trebuchet MS"/>
              </a:defRPr>
            </a:pPr>
            <a:r>
              <a:t>and the life of the world to come. 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Nicene Creed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6Apr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685800" y="256032"/>
            <a:ext cx="387682" cy="384048"/>
          </a:xfrm>
          <a:prstGeom prst="rect">
            <a:avLst/>
          </a:prstGeom>
        </p:spPr>
      </p:pic>
      <p:sp>
        <p:nvSpPr>
          <p:cNvPr id="4" name="TextBox 3"/>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5" name="TextBox 4"/>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2563EB"/>
                </a:solidFill>
                <a:latin typeface="Trebuchet MS"/>
              </a:defRPr>
            </a:pPr>
            <a:r>
              <a:t>MASS CELEBRANT:</a:t>
            </a:r>
          </a:p>
          <a:p>
            <a:pPr>
              <a:spcAft>
                <a:spcPts val="300"/>
              </a:spcAft>
              <a:defRPr sz="2100" b="0" i="0">
                <a:solidFill>
                  <a:srgbClr val="0F172A"/>
                </a:solidFill>
                <a:latin typeface="Trebuchet MS"/>
              </a:defRPr>
            </a:pPr>
            <a:r>
              <a:t>Rev. Fr. Jonrey Lauron, RCJ</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Gwangju</a:t>
            </a:r>
            <a:br/>
            <a:r>
              <a:t>Filipino</a:t>
            </a:r>
            <a:br/>
            <a:r>
              <a:t>Catholic</a:t>
            </a:r>
            <a:br/>
            <a:r>
              <a:t>Community</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Gospel (John 10:1-10)</a:t>
            </a:r>
          </a:p>
          <a:p>
            <a:pPr>
              <a:spcAft>
                <a:spcPts val="300"/>
              </a:spcAft>
              <a:defRPr sz="2100" b="0" i="0">
                <a:solidFill>
                  <a:srgbClr val="0F172A"/>
                </a:solidFill>
                <a:latin typeface="Trebuchet MS"/>
              </a:defRPr>
            </a:pPr>
            <a:r>
              <a:t>“Most certainly, I tell you, one who doesn't enter by the door into the sheep fold, but climbs up some other way, the same is a thief and a robber.”</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YEAR A</a:t>
            </a:r>
          </a:p>
          <a:p>
            <a:pPr>
              <a:spcAft>
                <a:spcPts val="300"/>
              </a:spcAft>
              <a:defRPr sz="2100" b="0" i="0">
                <a:solidFill>
                  <a:srgbClr val="0F172A"/>
                </a:solidFill>
                <a:latin typeface="Trebuchet MS"/>
              </a:defRPr>
            </a:pPr>
            <a:r>
              <a:t>2026-04-26 · Eastertide</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Mass poster / divider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Aft>
                <a:spcPts val="500"/>
              </a:spcAft>
              <a:defRPr sz="1500" b="0" i="1">
                <a:solidFill>
                  <a:srgbClr val="2563EB"/>
                </a:solidFill>
                <a:latin typeface="Trebuchet MS"/>
              </a:defRPr>
            </a:pPr>
            <a:r>
              <a:t>The Universal Prayer is led so that each petition is spoken in full and each response by the people is sung or said in full (for example, “Lord, hear our prayer”), never abbreviated.</a:t>
            </a:r>
          </a:p>
          <a:p>
            <a:pPr algn="ctr">
              <a:spcBef>
                <a:spcPts val="400"/>
              </a:spcBef>
              <a:spcAft>
                <a:spcPts val="500"/>
              </a:spcAft>
              <a:defRPr sz="2000" b="1" i="0">
                <a:solidFill>
                  <a:srgbClr val="2563EB"/>
                </a:solidFill>
                <a:latin typeface="Trebuchet MS"/>
              </a:defRPr>
            </a:pPr>
            <a:r>
              <a:t>Priest: For the holy Church of God throughout the world, that the Lord may guard her and grant her peace and unity according to his will: let us pray to the Lord.</a:t>
            </a:r>
          </a:p>
          <a:p>
            <a:pPr algn="ctr">
              <a:spcBef>
                <a:spcPts val="400"/>
              </a:spcBef>
              <a:spcAft>
                <a:spcPts val="500"/>
              </a:spcAft>
              <a:defRPr sz="2000" b="1" i="0">
                <a:solidFill>
                  <a:srgbClr val="0F172A"/>
                </a:solidFill>
                <a:latin typeface="Trebuchet MS"/>
              </a:defRPr>
            </a:pPr>
            <a:r>
              <a:t>Churchgoers: Lord, hear our prayer.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Prayer of the Faithful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2563EB"/>
                </a:solidFill>
                <a:latin typeface="Trebuchet MS"/>
              </a:defRPr>
            </a:pPr>
            <a:r>
              <a:t>Priest: The Priest concludes the Prayer of the Faithful with a prayer in full, for example:</a:t>
            </a:r>
          </a:p>
          <a:p>
            <a:pPr algn="ctr">
              <a:spcBef>
                <a:spcPts val="400"/>
              </a:spcBef>
              <a:spcAft>
                <a:spcPts val="500"/>
              </a:spcAft>
              <a:defRPr sz="2000" b="1" i="0">
                <a:solidFill>
                  <a:srgbClr val="2563EB"/>
                </a:solidFill>
                <a:latin typeface="Trebuchet MS"/>
              </a:defRPr>
            </a:pPr>
            <a:r>
              <a:t>Priest: Heavenly Father, hear the prayers of the Church, which we make through Christ our Lord.</a:t>
            </a:r>
          </a:p>
          <a:p>
            <a:pPr algn="ctr">
              <a:spcBef>
                <a:spcPts val="400"/>
              </a:spcBef>
              <a:spcAft>
                <a:spcPts val="500"/>
              </a:spcAft>
              <a:defRPr sz="2000" b="1" i="0">
                <a:solidFill>
                  <a:srgbClr val="0F172A"/>
                </a:solidFill>
                <a:latin typeface="Trebuchet MS"/>
              </a:defRPr>
            </a:pPr>
            <a:r>
              <a:t>Churchgoers: 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Prayer of the Faithful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6Apr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685800" y="256032"/>
            <a:ext cx="387682" cy="384048"/>
          </a:xfrm>
          <a:prstGeom prst="rect">
            <a:avLst/>
          </a:prstGeom>
        </p:spPr>
      </p:pic>
      <p:sp>
        <p:nvSpPr>
          <p:cNvPr id="4" name="TextBox 3"/>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5" name="TextBox 4"/>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2563EB"/>
                </a:solidFill>
                <a:latin typeface="Trebuchet MS"/>
              </a:defRPr>
            </a:pPr>
            <a:r>
              <a:t>MASS CELEBRANT:</a:t>
            </a:r>
          </a:p>
          <a:p>
            <a:pPr>
              <a:spcAft>
                <a:spcPts val="300"/>
              </a:spcAft>
              <a:defRPr sz="2100" b="0" i="0">
                <a:solidFill>
                  <a:srgbClr val="0F172A"/>
                </a:solidFill>
                <a:latin typeface="Trebuchet MS"/>
              </a:defRPr>
            </a:pPr>
            <a:r>
              <a:t>Rev. Fr. Jonrey Lauron, RCJ</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Gwangju</a:t>
            </a:r>
            <a:br/>
            <a:r>
              <a:t>Filipino</a:t>
            </a:r>
            <a:br/>
            <a:r>
              <a:t>Catholic</a:t>
            </a:r>
            <a:br/>
            <a:r>
              <a:t>Community</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Gospel (John 10:1-10)</a:t>
            </a:r>
          </a:p>
          <a:p>
            <a:pPr>
              <a:spcAft>
                <a:spcPts val="300"/>
              </a:spcAft>
              <a:defRPr sz="2100" b="0" i="0">
                <a:solidFill>
                  <a:srgbClr val="0F172A"/>
                </a:solidFill>
                <a:latin typeface="Trebuchet MS"/>
              </a:defRPr>
            </a:pPr>
            <a:r>
              <a:t>“Most certainly, I tell you, one who doesn't enter by the door into the sheep fold, but climbs up some other way, the same is a thief and a robber.”</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YEAR A</a:t>
            </a:r>
          </a:p>
          <a:p>
            <a:pPr>
              <a:spcAft>
                <a:spcPts val="300"/>
              </a:spcAft>
              <a:defRPr sz="2100" b="0" i="0">
                <a:solidFill>
                  <a:srgbClr val="0F172A"/>
                </a:solidFill>
                <a:latin typeface="Trebuchet MS"/>
              </a:defRPr>
            </a:pPr>
            <a:r>
              <a:t>2026-04-26 · Eastertide</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Mass poster / divider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I Am the Bread of Life</a:t>
            </a:r>
          </a:p>
        </p:txBody>
      </p:sp>
      <p:sp>
        <p:nvSpPr>
          <p:cNvPr id="5" name="TextBox 4"/>
          <p:cNvSpPr txBox="1"/>
          <p:nvPr/>
        </p:nvSpPr>
        <p:spPr>
          <a:xfrm>
            <a:off x="685800" y="2514600"/>
            <a:ext cx="16916400" cy="6903720"/>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I AM THE BREAD OF LIFE;</a:t>
            </a:r>
          </a:p>
          <a:p>
            <a:pPr algn="ctr">
              <a:lnSpc>
                <a:spcPct val="105000"/>
              </a:lnSpc>
              <a:spcAft>
                <a:spcPts val="1000"/>
              </a:spcAft>
              <a:defRPr sz="5500" b="1" i="0">
                <a:solidFill>
                  <a:srgbClr val="FFFFFF"/>
                </a:solidFill>
                <a:latin typeface="Arial Black"/>
              </a:defRPr>
            </a:pPr>
            <a:r>
              <a:t>ALL WHO COME TO ME SHALL NOT HUNGER,</a:t>
            </a:r>
          </a:p>
          <a:p>
            <a:pPr algn="ctr">
              <a:lnSpc>
                <a:spcPct val="105000"/>
              </a:lnSpc>
              <a:spcAft>
                <a:spcPts val="1000"/>
              </a:spcAft>
              <a:defRPr sz="5500" b="1" i="0">
                <a:solidFill>
                  <a:srgbClr val="FFFFFF"/>
                </a:solidFill>
                <a:latin typeface="Arial Black"/>
              </a:defRPr>
            </a:pPr>
            <a:r>
              <a:t>AND WHO BELIEVE IN ME SHALL NOT THIRST.</a:t>
            </a:r>
          </a:p>
          <a:p>
            <a:pPr algn="ctr">
              <a:lnSpc>
                <a:spcPct val="105000"/>
              </a:lnSpc>
              <a:spcAft>
                <a:spcPts val="1000"/>
              </a:spcAft>
              <a:defRPr sz="5500" b="1" i="0">
                <a:solidFill>
                  <a:srgbClr val="FFFFFF"/>
                </a:solidFill>
                <a:latin typeface="Arial Black"/>
              </a:defRPr>
            </a:pPr>
            <a:r>
              <a:t>NO ONE CAN COME TO ME UNLESS</a:t>
            </a:r>
          </a:p>
          <a:p>
            <a:pPr algn="ctr">
              <a:lnSpc>
                <a:spcPct val="105000"/>
              </a:lnSpc>
              <a:spcAft>
                <a:spcPts val="1000"/>
              </a:spcAft>
              <a:defRPr sz="5500" b="1" i="0">
                <a:solidFill>
                  <a:srgbClr val="FFFFFF"/>
                </a:solidFill>
                <a:latin typeface="Arial Black"/>
              </a:defRPr>
            </a:pPr>
            <a:r>
              <a:t>MY FATHER BECKONS.</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Offertory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AND I WILL RAISE THEM UP,</a:t>
            </a:r>
          </a:p>
          <a:p>
            <a:pPr algn="ctr">
              <a:lnSpc>
                <a:spcPct val="105000"/>
              </a:lnSpc>
              <a:spcAft>
                <a:spcPts val="1000"/>
              </a:spcAft>
              <a:defRPr sz="5000" b="1" i="0">
                <a:solidFill>
                  <a:srgbClr val="FFFFFF"/>
                </a:solidFill>
                <a:latin typeface="Arial Black"/>
              </a:defRPr>
            </a:pPr>
            <a:r>
              <a:t>AND I WILL RAISE THEM UP,</a:t>
            </a:r>
          </a:p>
          <a:p>
            <a:pPr algn="ctr">
              <a:lnSpc>
                <a:spcPct val="105000"/>
              </a:lnSpc>
              <a:spcAft>
                <a:spcPts val="1000"/>
              </a:spcAft>
              <a:defRPr sz="5000" b="1" i="0">
                <a:solidFill>
                  <a:srgbClr val="FFFFFF"/>
                </a:solidFill>
                <a:latin typeface="Arial Black"/>
              </a:defRPr>
            </a:pPr>
            <a:r>
              <a:t>AND I WILL RAISE THEM UP ON THE LAST DAY.</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Offertory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THE BREAD THAT I WILL GIVE</a:t>
            </a:r>
          </a:p>
          <a:p>
            <a:pPr algn="ctr">
              <a:lnSpc>
                <a:spcPct val="105000"/>
              </a:lnSpc>
              <a:spcAft>
                <a:spcPts val="1000"/>
              </a:spcAft>
              <a:defRPr sz="5500" b="1" i="0">
                <a:solidFill>
                  <a:srgbClr val="FFFFFF"/>
                </a:solidFill>
                <a:latin typeface="Arial Black"/>
              </a:defRPr>
            </a:pPr>
            <a:r>
              <a:t>IS MY FLESH FOR THE LIFE OF THE WORLD</a:t>
            </a:r>
          </a:p>
          <a:p>
            <a:pPr algn="ctr">
              <a:lnSpc>
                <a:spcPct val="105000"/>
              </a:lnSpc>
              <a:spcAft>
                <a:spcPts val="1000"/>
              </a:spcAft>
              <a:defRPr sz="5500" b="1" i="0">
                <a:solidFill>
                  <a:srgbClr val="FFFFFF"/>
                </a:solidFill>
                <a:latin typeface="Arial Black"/>
              </a:defRPr>
            </a:pPr>
            <a:r>
              <a:t>AND IF YOU EAT OF THIS BREAD,</a:t>
            </a:r>
          </a:p>
          <a:p>
            <a:pPr algn="ctr">
              <a:lnSpc>
                <a:spcPct val="105000"/>
              </a:lnSpc>
              <a:spcAft>
                <a:spcPts val="1000"/>
              </a:spcAft>
              <a:defRPr sz="5500" b="1" i="0">
                <a:solidFill>
                  <a:srgbClr val="FFFFFF"/>
                </a:solidFill>
                <a:latin typeface="Arial Black"/>
              </a:defRPr>
            </a:pPr>
            <a:r>
              <a:t>YOU SHALL LIVE FOREVER,</a:t>
            </a:r>
          </a:p>
          <a:p>
            <a:pPr algn="ctr">
              <a:lnSpc>
                <a:spcPct val="105000"/>
              </a:lnSpc>
              <a:spcAft>
                <a:spcPts val="1000"/>
              </a:spcAft>
              <a:defRPr sz="5500" b="1" i="0">
                <a:solidFill>
                  <a:srgbClr val="FFFFFF"/>
                </a:solidFill>
                <a:latin typeface="Arial Black"/>
              </a:defRPr>
            </a:pPr>
            <a:r>
              <a:t>YES, LIVE FOREVER.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Offertory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UNLESS YOU EAT</a:t>
            </a:r>
          </a:p>
          <a:p>
            <a:pPr algn="ctr">
              <a:lnSpc>
                <a:spcPct val="105000"/>
              </a:lnSpc>
              <a:spcAft>
                <a:spcPts val="1000"/>
              </a:spcAft>
              <a:defRPr sz="5500" b="1" i="0">
                <a:solidFill>
                  <a:srgbClr val="FFFFFF"/>
                </a:solidFill>
                <a:latin typeface="Arial Black"/>
              </a:defRPr>
            </a:pPr>
            <a:r>
              <a:t>OF THE FLESH OF THE SON OF MAN</a:t>
            </a:r>
          </a:p>
          <a:p>
            <a:pPr algn="ctr">
              <a:lnSpc>
                <a:spcPct val="105000"/>
              </a:lnSpc>
              <a:spcAft>
                <a:spcPts val="1000"/>
              </a:spcAft>
              <a:defRPr sz="5500" b="1" i="0">
                <a:solidFill>
                  <a:srgbClr val="FFFFFF"/>
                </a:solidFill>
                <a:latin typeface="Arial Black"/>
              </a:defRPr>
            </a:pPr>
            <a:r>
              <a:t>AND DRINK OF HIS BLOOD,</a:t>
            </a:r>
          </a:p>
          <a:p>
            <a:pPr algn="ctr">
              <a:lnSpc>
                <a:spcPct val="105000"/>
              </a:lnSpc>
              <a:spcAft>
                <a:spcPts val="1000"/>
              </a:spcAft>
              <a:defRPr sz="5500" b="1" i="0">
                <a:solidFill>
                  <a:srgbClr val="FFFFFF"/>
                </a:solidFill>
                <a:latin typeface="Arial Black"/>
              </a:defRPr>
            </a:pPr>
            <a:r>
              <a:t>AND DRINK OF HIS BLOOD,</a:t>
            </a:r>
          </a:p>
          <a:p>
            <a:pPr algn="ctr">
              <a:lnSpc>
                <a:spcPct val="105000"/>
              </a:lnSpc>
              <a:spcAft>
                <a:spcPts val="1000"/>
              </a:spcAft>
              <a:defRPr sz="5500" b="1" i="0">
                <a:solidFill>
                  <a:srgbClr val="FFFFFF"/>
                </a:solidFill>
                <a:latin typeface="Arial Black"/>
              </a:defRPr>
            </a:pPr>
            <a:r>
              <a:t>THERE IS NO LIFE IN YOU,</a:t>
            </a:r>
          </a:p>
          <a:p>
            <a:pPr algn="ctr">
              <a:lnSpc>
                <a:spcPct val="105000"/>
              </a:lnSpc>
              <a:spcAft>
                <a:spcPts val="1000"/>
              </a:spcAft>
              <a:defRPr sz="5500" b="1" i="0">
                <a:solidFill>
                  <a:srgbClr val="FFFFFF"/>
                </a:solidFill>
                <a:latin typeface="Arial Black"/>
              </a:defRPr>
            </a:pPr>
            <a:r>
              <a:t>THERE IS NO LIFE IN YOU.</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Offertory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AND I WILL RAISE THEM UP,</a:t>
            </a:r>
          </a:p>
          <a:p>
            <a:pPr algn="ctr">
              <a:lnSpc>
                <a:spcPct val="105000"/>
              </a:lnSpc>
              <a:spcAft>
                <a:spcPts val="1000"/>
              </a:spcAft>
              <a:defRPr sz="5000" b="1" i="0">
                <a:solidFill>
                  <a:srgbClr val="FFFFFF"/>
                </a:solidFill>
                <a:latin typeface="Arial Black"/>
              </a:defRPr>
            </a:pPr>
            <a:r>
              <a:t>AND I WILL RAISE THEM UP,</a:t>
            </a:r>
          </a:p>
          <a:p>
            <a:pPr algn="ctr">
              <a:lnSpc>
                <a:spcPct val="105000"/>
              </a:lnSpc>
              <a:spcAft>
                <a:spcPts val="1000"/>
              </a:spcAft>
              <a:defRPr sz="5000" b="1" i="0">
                <a:solidFill>
                  <a:srgbClr val="FFFFFF"/>
                </a:solidFill>
                <a:latin typeface="Arial Black"/>
              </a:defRPr>
            </a:pPr>
            <a:r>
              <a:t>AND I WILL RAISE THEM UP ON THE LAST DAY.</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Offertory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2563EB"/>
                </a:solidFill>
                <a:latin typeface="Trebuchet MS"/>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Liturgy of the Eucharist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2563EB"/>
                </a:solidFill>
                <a:latin typeface="Trebuchet MS"/>
              </a:defRPr>
            </a:pPr>
            <a:r>
              <a:t>Priest: Pray, brethren, that my sacrifice and yours may be acceptable to God, the almighty Father.</a:t>
            </a:r>
          </a:p>
          <a:p>
            <a:pPr algn="ctr">
              <a:spcBef>
                <a:spcPts val="400"/>
              </a:spcBef>
              <a:spcAft>
                <a:spcPts val="500"/>
              </a:spcAft>
              <a:defRPr sz="2000" b="1" i="0">
                <a:solidFill>
                  <a:srgbClr val="0F172A"/>
                </a:solidFill>
                <a:latin typeface="Trebuchet MS"/>
              </a:defRPr>
            </a:pPr>
            <a:r>
              <a:t>Churchgoers: May the Lord accept the sacrifice at your hands, for the praise and glory of his name, for our good and the good of all his holy Church.</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Liturgy of the Eucharist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2563EB"/>
                </a:solidFill>
                <a:latin typeface="Trebuchet MS"/>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Liturgy of the Eucharist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2563EB"/>
                </a:solidFill>
                <a:latin typeface="Trebuchet MS"/>
              </a:defRPr>
            </a:pPr>
            <a:r>
              <a:t>Priest: The Lord be with you.</a:t>
            </a:r>
          </a:p>
          <a:p>
            <a:pPr algn="ctr">
              <a:spcBef>
                <a:spcPts val="400"/>
              </a:spcBef>
              <a:spcAft>
                <a:spcPts val="500"/>
              </a:spcAft>
              <a:defRPr sz="2000" b="1" i="0">
                <a:solidFill>
                  <a:srgbClr val="0F172A"/>
                </a:solidFill>
                <a:latin typeface="Trebuchet MS"/>
              </a:defRPr>
            </a:pPr>
            <a:r>
              <a:t>Churchgoers: And with your spirit.</a:t>
            </a:r>
          </a:p>
          <a:p>
            <a:pPr algn="ctr">
              <a:spcBef>
                <a:spcPts val="400"/>
              </a:spcBef>
              <a:spcAft>
                <a:spcPts val="500"/>
              </a:spcAft>
              <a:defRPr sz="2000" b="1" i="0">
                <a:solidFill>
                  <a:srgbClr val="2563EB"/>
                </a:solidFill>
                <a:latin typeface="Trebuchet MS"/>
              </a:defRPr>
            </a:pPr>
            <a:r>
              <a:t>Priest: Lift up your hearts.</a:t>
            </a:r>
          </a:p>
          <a:p>
            <a:pPr algn="ctr">
              <a:spcBef>
                <a:spcPts val="400"/>
              </a:spcBef>
              <a:spcAft>
                <a:spcPts val="500"/>
              </a:spcAft>
              <a:defRPr sz="2000" b="1" i="0">
                <a:solidFill>
                  <a:srgbClr val="0F172A"/>
                </a:solidFill>
                <a:latin typeface="Trebuchet MS"/>
              </a:defRPr>
            </a:pPr>
            <a:r>
              <a:t>Churchgoers: We lift them up to the Lord.</a:t>
            </a:r>
          </a:p>
          <a:p>
            <a:pPr algn="ctr">
              <a:spcBef>
                <a:spcPts val="400"/>
              </a:spcBef>
              <a:spcAft>
                <a:spcPts val="500"/>
              </a:spcAft>
              <a:defRPr sz="2000" b="1" i="0">
                <a:solidFill>
                  <a:srgbClr val="2563EB"/>
                </a:solidFill>
                <a:latin typeface="Trebuchet MS"/>
              </a:defRPr>
            </a:pPr>
            <a:r>
              <a:t>Priest: Let us give thanks to the Lord our God.</a:t>
            </a:r>
          </a:p>
          <a:p>
            <a:pPr algn="ctr">
              <a:spcBef>
                <a:spcPts val="400"/>
              </a:spcBef>
              <a:spcAft>
                <a:spcPts val="500"/>
              </a:spcAft>
              <a:defRPr sz="2000" b="1" i="0">
                <a:solidFill>
                  <a:srgbClr val="0F172A"/>
                </a:solidFill>
                <a:latin typeface="Trebuchet MS"/>
              </a:defRPr>
            </a:pPr>
            <a:r>
              <a:t>Churchgoers: It is right and just.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Aft>
                <a:spcPts val="500"/>
              </a:spcAft>
              <a:defRPr sz="1500" b="0" i="1">
                <a:solidFill>
                  <a:srgbClr val="2563EB"/>
                </a:solidFill>
                <a:latin typeface="Trebuchet MS"/>
              </a:defRPr>
            </a:pPr>
            <a:r>
              <a:t>The Priest continues with the Preface of the day from the Roman Missal — the entire Preface proper for this Mass, not truncated — until the point where the people join in singing or saying the Holy, Holy (Sanctus).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Liturgy of the Eucharist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0F172A"/>
                </a:solidFill>
                <a:latin typeface="Trebuchet MS"/>
              </a:defRPr>
            </a:pPr>
            <a:r>
              <a:t>Churchgoers: Holy, Holy, Holy Lord God of hosts.</a:t>
            </a:r>
          </a:p>
          <a:p>
            <a:pPr algn="ctr">
              <a:spcAft>
                <a:spcPts val="500"/>
              </a:spcAft>
              <a:defRPr sz="1900" b="0" i="0">
                <a:solidFill>
                  <a:srgbClr val="0F172A"/>
                </a:solidFill>
                <a:latin typeface="Trebuchet MS"/>
              </a:defRPr>
            </a:pPr>
            <a:r>
              <a:t>Heaven and earth are full of your glory.</a:t>
            </a:r>
          </a:p>
          <a:p>
            <a:pPr algn="ctr">
              <a:spcAft>
                <a:spcPts val="500"/>
              </a:spcAft>
              <a:defRPr sz="1900" b="0" i="0">
                <a:solidFill>
                  <a:srgbClr val="0F172A"/>
                </a:solidFill>
                <a:latin typeface="Trebuchet MS"/>
              </a:defRPr>
            </a:pPr>
            <a:r>
              <a:t>Hosanna in the highest.</a:t>
            </a:r>
          </a:p>
          <a:p>
            <a:pPr algn="ctr">
              <a:spcAft>
                <a:spcPts val="500"/>
              </a:spcAft>
              <a:defRPr sz="1900" b="0" i="0">
                <a:solidFill>
                  <a:srgbClr val="0F172A"/>
                </a:solidFill>
                <a:latin typeface="Trebuchet MS"/>
              </a:defRPr>
            </a:pPr>
            <a:r>
              <a:t>Blessed is he who comes in the name of the Lord.</a:t>
            </a:r>
          </a:p>
          <a:p>
            <a:pPr algn="ctr">
              <a:spcAft>
                <a:spcPts val="500"/>
              </a:spcAft>
              <a:defRPr sz="1900" b="0" i="0">
                <a:solidFill>
                  <a:srgbClr val="0F172A"/>
                </a:solidFill>
                <a:latin typeface="Trebuchet MS"/>
              </a:defRPr>
            </a:pPr>
            <a:r>
              <a:t>Hosanna in the highest.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Sanctus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2563EB"/>
                </a:solidFill>
                <a:latin typeface="Trebuchet MS"/>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Liturgy of the Eucharist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0F172A"/>
                </a:solidFill>
                <a:latin typeface="Trebuchet MS"/>
              </a:defRPr>
            </a:pPr>
            <a:r>
              <a:t>Churchgoers: We proclaim your Death, O Lord,</a:t>
            </a:r>
          </a:p>
          <a:p>
            <a:pPr algn="ctr">
              <a:spcAft>
                <a:spcPts val="500"/>
              </a:spcAft>
              <a:defRPr sz="1900" b="0" i="0">
                <a:solidFill>
                  <a:srgbClr val="0F172A"/>
                </a:solidFill>
                <a:latin typeface="Trebuchet MS"/>
              </a:defRPr>
            </a:pPr>
            <a:r>
              <a:t>and profess your Resurrection</a:t>
            </a:r>
          </a:p>
          <a:p>
            <a:pPr algn="ctr">
              <a:spcAft>
                <a:spcPts val="500"/>
              </a:spcAft>
              <a:defRPr sz="1900" b="0" i="0">
                <a:solidFill>
                  <a:srgbClr val="0F172A"/>
                </a:solidFill>
                <a:latin typeface="Trebuchet MS"/>
              </a:defRPr>
            </a:pPr>
            <a:r>
              <a:t>until you come again.</a:t>
            </a:r>
          </a:p>
          <a:p>
            <a:pPr algn="ctr">
              <a:spcAft>
                <a:spcPts val="500"/>
              </a:spcAft>
              <a:defRPr sz="1500" b="0" i="1">
                <a:solidFill>
                  <a:srgbClr val="2563EB"/>
                </a:solidFill>
                <a:latin typeface="Trebuchet MS"/>
              </a:defRPr>
            </a:pPr>
            <a:r>
              <a:t>(Alternate forms may be used as approved by the Conference of Bishops.)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The Eucharistic Prayer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2563EB"/>
                </a:solidFill>
                <a:latin typeface="Trebuchet MS"/>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Liturgy of the Eucharist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0F172A"/>
                </a:solidFill>
                <a:latin typeface="Trebuchet MS"/>
              </a:defRPr>
            </a:pPr>
            <a:r>
              <a:t>Churchgoers: Amen.</a:t>
            </a:r>
          </a:p>
          <a:p>
            <a:pPr algn="ctr">
              <a:spcAft>
                <a:spcPts val="500"/>
              </a:spcAft>
              <a:defRPr sz="1500" b="0" i="1">
                <a:solidFill>
                  <a:srgbClr val="2563EB"/>
                </a:solidFill>
                <a:latin typeface="Trebuchet MS"/>
              </a:defRPr>
            </a:pPr>
            <a:r>
              <a:t>The people respond “Amen” once to the doxology at the end of the Eucharistic Prayer, unless local solemn custom repeats it.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Great Amen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0F172A"/>
                </a:solidFill>
                <a:latin typeface="Trebuchet MS"/>
              </a:defRPr>
            </a:pPr>
            <a:r>
              <a:t>Churchgoers: Our Father, who art in heaven,</a:t>
            </a:r>
          </a:p>
          <a:p>
            <a:pPr algn="ctr">
              <a:spcAft>
                <a:spcPts val="500"/>
              </a:spcAft>
              <a:defRPr sz="1900" b="0" i="0">
                <a:solidFill>
                  <a:srgbClr val="0F172A"/>
                </a:solidFill>
                <a:latin typeface="Trebuchet MS"/>
              </a:defRPr>
            </a:pPr>
            <a:r>
              <a:t>hallowed be thy name;</a:t>
            </a:r>
          </a:p>
          <a:p>
            <a:pPr algn="ctr">
              <a:spcAft>
                <a:spcPts val="500"/>
              </a:spcAft>
              <a:defRPr sz="1900" b="0" i="0">
                <a:solidFill>
                  <a:srgbClr val="0F172A"/>
                </a:solidFill>
                <a:latin typeface="Trebuchet MS"/>
              </a:defRPr>
            </a:pPr>
            <a:r>
              <a:t>thy kingdom come,</a:t>
            </a:r>
          </a:p>
          <a:p>
            <a:pPr algn="ctr">
              <a:spcAft>
                <a:spcPts val="500"/>
              </a:spcAft>
              <a:defRPr sz="1900" b="0" i="0">
                <a:solidFill>
                  <a:srgbClr val="0F172A"/>
                </a:solidFill>
                <a:latin typeface="Trebuchet MS"/>
              </a:defRPr>
            </a:pPr>
            <a:r>
              <a:t>thy will be done,</a:t>
            </a:r>
          </a:p>
          <a:p>
            <a:pPr algn="ctr">
              <a:spcAft>
                <a:spcPts val="500"/>
              </a:spcAft>
              <a:defRPr sz="1900" b="0" i="0">
                <a:solidFill>
                  <a:srgbClr val="0F172A"/>
                </a:solidFill>
                <a:latin typeface="Trebuchet MS"/>
              </a:defRPr>
            </a:pPr>
            <a:r>
              <a:t>on earth as it is in heaven.</a:t>
            </a:r>
          </a:p>
          <a:p>
            <a:pPr algn="ctr">
              <a:spcAft>
                <a:spcPts val="500"/>
              </a:spcAft>
              <a:defRPr sz="1900" b="0" i="0">
                <a:solidFill>
                  <a:srgbClr val="0F172A"/>
                </a:solidFill>
                <a:latin typeface="Trebuchet MS"/>
              </a:defRPr>
            </a:pPr>
            <a:r>
              <a:t>Give us this day our daily bread;</a:t>
            </a:r>
          </a:p>
          <a:p>
            <a:pPr algn="ctr">
              <a:spcAft>
                <a:spcPts val="500"/>
              </a:spcAft>
              <a:defRPr sz="1900" b="0" i="0">
                <a:solidFill>
                  <a:srgbClr val="0F172A"/>
                </a:solidFill>
                <a:latin typeface="Trebuchet MS"/>
              </a:defRPr>
            </a:pPr>
            <a:r>
              <a:t>and forgive us our trespasses,</a:t>
            </a:r>
          </a:p>
          <a:p>
            <a:pPr algn="ctr">
              <a:spcAft>
                <a:spcPts val="500"/>
              </a:spcAft>
              <a:defRPr sz="1900" b="0" i="0">
                <a:solidFill>
                  <a:srgbClr val="0F172A"/>
                </a:solidFill>
                <a:latin typeface="Trebuchet MS"/>
              </a:defRPr>
            </a:pPr>
            <a:r>
              <a:t>as we forgive those who trespass against us;</a:t>
            </a:r>
          </a:p>
          <a:p>
            <a:pPr algn="ctr">
              <a:spcAft>
                <a:spcPts val="500"/>
              </a:spcAft>
              <a:defRPr sz="1900" b="0" i="0">
                <a:solidFill>
                  <a:srgbClr val="0F172A"/>
                </a:solidFill>
                <a:latin typeface="Trebuchet MS"/>
              </a:defRPr>
            </a:pPr>
            <a:r>
              <a:t>and lead us not into temptation,</a:t>
            </a:r>
          </a:p>
          <a:p>
            <a:pPr algn="ctr">
              <a:spcAft>
                <a:spcPts val="500"/>
              </a:spcAft>
              <a:defRPr sz="1900" b="0" i="0">
                <a:solidFill>
                  <a:srgbClr val="0F172A"/>
                </a:solidFill>
                <a:latin typeface="Trebuchet MS"/>
              </a:defRPr>
            </a:pPr>
            <a:r>
              <a:t>but deliver us from evil.</a:t>
            </a:r>
          </a:p>
          <a:p>
            <a:pPr algn="ctr">
              <a:spcBef>
                <a:spcPts val="400"/>
              </a:spcBef>
              <a:spcAft>
                <a:spcPts val="500"/>
              </a:spcAft>
              <a:defRPr sz="2000" b="1" i="0">
                <a:solidFill>
                  <a:srgbClr val="2563EB"/>
                </a:solidFill>
                <a:latin typeface="Trebuchet MS"/>
              </a:defRPr>
            </a:pPr>
            <a:r>
              <a:t>Priest: Deliver us, Lord, we pray, from every evil, graciously grant peace in our days, that, by the help of your mercy, we may be always free from sin and safe from all distress, as we await the blessed hope and the coming of our Savior, Jesus Christ.</a:t>
            </a:r>
          </a:p>
          <a:p>
            <a:pPr algn="ctr">
              <a:spcBef>
                <a:spcPts val="400"/>
              </a:spcBef>
              <a:spcAft>
                <a:spcPts val="500"/>
              </a:spcAft>
              <a:defRPr sz="2000" b="1" i="0">
                <a:solidFill>
                  <a:srgbClr val="0F172A"/>
                </a:solidFill>
                <a:latin typeface="Trebuchet MS"/>
              </a:defRPr>
            </a:pPr>
            <a:r>
              <a:t>Churchgoers: For the kingdom, the power, and the glory are yours now and for ever.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Our Father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6Apr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685800" y="256032"/>
            <a:ext cx="387682" cy="384048"/>
          </a:xfrm>
          <a:prstGeom prst="rect">
            <a:avLst/>
          </a:prstGeom>
        </p:spPr>
      </p:pic>
      <p:sp>
        <p:nvSpPr>
          <p:cNvPr id="4" name="TextBox 3"/>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5" name="TextBox 4"/>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2563EB"/>
                </a:solidFill>
                <a:latin typeface="Trebuchet MS"/>
              </a:defRPr>
            </a:pPr>
            <a:r>
              <a:t>MASS CELEBRANT:</a:t>
            </a:r>
          </a:p>
          <a:p>
            <a:pPr>
              <a:spcAft>
                <a:spcPts val="300"/>
              </a:spcAft>
              <a:defRPr sz="2100" b="0" i="0">
                <a:solidFill>
                  <a:srgbClr val="0F172A"/>
                </a:solidFill>
                <a:latin typeface="Trebuchet MS"/>
              </a:defRPr>
            </a:pPr>
            <a:r>
              <a:t>Rev. Fr. Jonrey Lauron, RCJ</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Gwangju</a:t>
            </a:r>
            <a:br/>
            <a:r>
              <a:t>Filipino</a:t>
            </a:r>
            <a:br/>
            <a:r>
              <a:t>Catholic</a:t>
            </a:r>
            <a:br/>
            <a:r>
              <a:t>Community</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Gospel (John 10:1-10)</a:t>
            </a:r>
          </a:p>
          <a:p>
            <a:pPr>
              <a:spcAft>
                <a:spcPts val="300"/>
              </a:spcAft>
              <a:defRPr sz="2100" b="0" i="0">
                <a:solidFill>
                  <a:srgbClr val="0F172A"/>
                </a:solidFill>
                <a:latin typeface="Trebuchet MS"/>
              </a:defRPr>
            </a:pPr>
            <a:r>
              <a:t>“Most certainly, I tell you, one who doesn't enter by the door into the sheep fold, but climbs up some other way, the same is a thief and a robber.”</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YEAR A</a:t>
            </a:r>
          </a:p>
          <a:p>
            <a:pPr>
              <a:spcAft>
                <a:spcPts val="300"/>
              </a:spcAft>
              <a:defRPr sz="2100" b="0" i="0">
                <a:solidFill>
                  <a:srgbClr val="0F172A"/>
                </a:solidFill>
                <a:latin typeface="Trebuchet MS"/>
              </a:defRPr>
            </a:pPr>
            <a:r>
              <a:t>2026-04-26 · Eastertide</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Mass poster / divider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2563EB"/>
                </a:solidFill>
                <a:latin typeface="Trebuchet MS"/>
              </a:defRPr>
            </a:pPr>
            <a:r>
              <a:t>Priest: Deliver us, Lord, we pray, from every evil, graciously grant peace in our days, that, by the help of your mercy, we may be always free from sin and safe from all distress, as we await the blessed hope and the coming of our Savior, Jesus Christ.</a:t>
            </a:r>
          </a:p>
          <a:p>
            <a:pPr algn="ctr">
              <a:spcBef>
                <a:spcPts val="400"/>
              </a:spcBef>
              <a:spcAft>
                <a:spcPts val="500"/>
              </a:spcAft>
              <a:defRPr sz="2000" b="1" i="0">
                <a:solidFill>
                  <a:srgbClr val="0F172A"/>
                </a:solidFill>
                <a:latin typeface="Trebuchet MS"/>
              </a:defRPr>
            </a:pPr>
            <a:r>
              <a:t>Churchgoers: For the kingdom, the power, and the glory are yours, now and for ever. 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The Communion Rite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6Apr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685800" y="256032"/>
            <a:ext cx="387682" cy="384048"/>
          </a:xfrm>
          <a:prstGeom prst="rect">
            <a:avLst/>
          </a:prstGeom>
        </p:spPr>
      </p:pic>
      <p:sp>
        <p:nvSpPr>
          <p:cNvPr id="4" name="TextBox 3"/>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5" name="TextBox 4"/>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2563EB"/>
                </a:solidFill>
                <a:latin typeface="Trebuchet MS"/>
              </a:defRPr>
            </a:pPr>
            <a:r>
              <a:t>MASS CELEBRANT:</a:t>
            </a:r>
          </a:p>
          <a:p>
            <a:pPr>
              <a:spcAft>
                <a:spcPts val="300"/>
              </a:spcAft>
              <a:defRPr sz="2100" b="0" i="0">
                <a:solidFill>
                  <a:srgbClr val="0F172A"/>
                </a:solidFill>
                <a:latin typeface="Trebuchet MS"/>
              </a:defRPr>
            </a:pPr>
            <a:r>
              <a:t>Rev. Fr. Jonrey Lauron, RCJ</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Gwangju</a:t>
            </a:r>
            <a:br/>
            <a:r>
              <a:t>Filipino</a:t>
            </a:r>
            <a:br/>
            <a:r>
              <a:t>Catholic</a:t>
            </a:r>
            <a:br/>
            <a:r>
              <a:t>Community</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Gospel (John 10:1-10)</a:t>
            </a:r>
          </a:p>
          <a:p>
            <a:pPr>
              <a:spcAft>
                <a:spcPts val="300"/>
              </a:spcAft>
              <a:defRPr sz="2100" b="0" i="0">
                <a:solidFill>
                  <a:srgbClr val="0F172A"/>
                </a:solidFill>
                <a:latin typeface="Trebuchet MS"/>
              </a:defRPr>
            </a:pPr>
            <a:r>
              <a:t>“Most certainly, I tell you, one who doesn't enter by the door into the sheep fold, but climbs up some other way, the same is a thief and a robber.”</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YEAR A</a:t>
            </a:r>
          </a:p>
          <a:p>
            <a:pPr>
              <a:spcAft>
                <a:spcPts val="300"/>
              </a:spcAft>
              <a:defRPr sz="2100" b="0" i="0">
                <a:solidFill>
                  <a:srgbClr val="0F172A"/>
                </a:solidFill>
                <a:latin typeface="Trebuchet MS"/>
              </a:defRPr>
            </a:pPr>
            <a:r>
              <a:t>2026-04-26 · Eastertide</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Mass poster / divider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2563EB"/>
                </a:solidFill>
                <a:latin typeface="Trebuchet MS"/>
              </a:defRPr>
            </a:pPr>
            <a:r>
              <a:t>Priest: The peace of the Lord be with you always.</a:t>
            </a:r>
          </a:p>
          <a:p>
            <a:pPr algn="ctr">
              <a:spcBef>
                <a:spcPts val="400"/>
              </a:spcBef>
              <a:spcAft>
                <a:spcPts val="500"/>
              </a:spcAft>
              <a:defRPr sz="2000" b="1" i="0">
                <a:solidFill>
                  <a:srgbClr val="0F172A"/>
                </a:solidFill>
                <a:latin typeface="Trebuchet MS"/>
              </a:defRPr>
            </a:pPr>
            <a:r>
              <a:t>Churchgoers: And with your spirit.</a:t>
            </a:r>
          </a:p>
          <a:p>
            <a:pPr algn="ctr">
              <a:spcAft>
                <a:spcPts val="500"/>
              </a:spcAft>
              <a:defRPr sz="1500" b="0" i="1">
                <a:solidFill>
                  <a:srgbClr val="2563EB"/>
                </a:solidFill>
                <a:latin typeface="Trebuchet MS"/>
              </a:defRPr>
            </a:pPr>
            <a:r>
              <a:t>Let us offer each other the sign of peace.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Sign of Peace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0F172A"/>
                </a:solidFill>
                <a:latin typeface="Trebuchet MS"/>
              </a:defRPr>
            </a:pPr>
            <a:r>
              <a:t>Churchgoers: Lamb of God,</a:t>
            </a:r>
          </a:p>
          <a:p>
            <a:pPr algn="ctr">
              <a:spcAft>
                <a:spcPts val="500"/>
              </a:spcAft>
              <a:defRPr sz="1900" b="0" i="0">
                <a:solidFill>
                  <a:srgbClr val="0F172A"/>
                </a:solidFill>
                <a:latin typeface="Trebuchet MS"/>
              </a:defRPr>
            </a:pPr>
            <a:r>
              <a:t>you take away the sins of the world,</a:t>
            </a:r>
          </a:p>
          <a:p>
            <a:pPr algn="ctr">
              <a:spcAft>
                <a:spcPts val="500"/>
              </a:spcAft>
              <a:defRPr sz="1900" b="0" i="0">
                <a:solidFill>
                  <a:srgbClr val="0F172A"/>
                </a:solidFill>
                <a:latin typeface="Trebuchet MS"/>
              </a:defRPr>
            </a:pPr>
            <a:r>
              <a:t>have mercy on us.</a:t>
            </a:r>
          </a:p>
          <a:p>
            <a:pPr algn="ctr">
              <a:spcAft>
                <a:spcPts val="500"/>
              </a:spcAft>
              <a:defRPr sz="1900" b="0" i="0">
                <a:solidFill>
                  <a:srgbClr val="0F172A"/>
                </a:solidFill>
                <a:latin typeface="Trebuchet MS"/>
              </a:defRPr>
            </a:pPr>
            <a:r>
              <a:t>Lamb of God,</a:t>
            </a:r>
          </a:p>
          <a:p>
            <a:pPr algn="ctr">
              <a:spcAft>
                <a:spcPts val="500"/>
              </a:spcAft>
              <a:defRPr sz="1900" b="0" i="0">
                <a:solidFill>
                  <a:srgbClr val="0F172A"/>
                </a:solidFill>
                <a:latin typeface="Trebuchet MS"/>
              </a:defRPr>
            </a:pPr>
            <a:r>
              <a:t>you take away the sins of the world,</a:t>
            </a:r>
          </a:p>
          <a:p>
            <a:pPr algn="ctr">
              <a:spcAft>
                <a:spcPts val="500"/>
              </a:spcAft>
              <a:defRPr sz="1900" b="0" i="0">
                <a:solidFill>
                  <a:srgbClr val="0F172A"/>
                </a:solidFill>
                <a:latin typeface="Trebuchet MS"/>
              </a:defRPr>
            </a:pPr>
            <a:r>
              <a:t>have mercy on us.</a:t>
            </a:r>
          </a:p>
          <a:p>
            <a:pPr algn="ctr">
              <a:spcAft>
                <a:spcPts val="500"/>
              </a:spcAft>
              <a:defRPr sz="1900" b="0" i="0">
                <a:solidFill>
                  <a:srgbClr val="0F172A"/>
                </a:solidFill>
                <a:latin typeface="Trebuchet MS"/>
              </a:defRPr>
            </a:pPr>
            <a:r>
              <a:t>Lamb of God,</a:t>
            </a:r>
          </a:p>
          <a:p>
            <a:pPr algn="ctr">
              <a:spcAft>
                <a:spcPts val="500"/>
              </a:spcAft>
              <a:defRPr sz="1900" b="0" i="0">
                <a:solidFill>
                  <a:srgbClr val="0F172A"/>
                </a:solidFill>
                <a:latin typeface="Trebuchet MS"/>
              </a:defRPr>
            </a:pPr>
            <a:r>
              <a:t>you take away the sins of the world,</a:t>
            </a:r>
          </a:p>
          <a:p>
            <a:pPr algn="ctr">
              <a:spcAft>
                <a:spcPts val="500"/>
              </a:spcAft>
              <a:defRPr sz="1900" b="0" i="0">
                <a:solidFill>
                  <a:srgbClr val="0F172A"/>
                </a:solidFill>
                <a:latin typeface="Trebuchet MS"/>
              </a:defRPr>
            </a:pPr>
            <a:r>
              <a:t>grant us peace.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Lamb of God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2563EB"/>
                </a:solidFill>
                <a:latin typeface="Trebuchet MS"/>
              </a:defRPr>
            </a:pPr>
            <a:r>
              <a:t>Priest: Behold the Lamb of God, behold him who takes away the sins of the world. Blessed are those called to the supper of the Lamb.</a:t>
            </a:r>
          </a:p>
          <a:p>
            <a:pPr algn="ctr">
              <a:spcBef>
                <a:spcPts val="400"/>
              </a:spcBef>
              <a:spcAft>
                <a:spcPts val="500"/>
              </a:spcAft>
              <a:defRPr sz="2000" b="1" i="0">
                <a:solidFill>
                  <a:srgbClr val="0F172A"/>
                </a:solidFill>
                <a:latin typeface="Trebuchet MS"/>
              </a:defRPr>
            </a:pPr>
            <a:r>
              <a:t>Churchgoers: Lord, I am not worthy that you should enter under my roof, but only say the word and my soul shall be healed.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The Communion Rite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6Apr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685800" y="256032"/>
            <a:ext cx="387682" cy="384048"/>
          </a:xfrm>
          <a:prstGeom prst="rect">
            <a:avLst/>
          </a:prstGeom>
        </p:spPr>
      </p:pic>
      <p:sp>
        <p:nvSpPr>
          <p:cNvPr id="4" name="TextBox 3"/>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5" name="TextBox 4"/>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2563EB"/>
                </a:solidFill>
                <a:latin typeface="Trebuchet MS"/>
              </a:defRPr>
            </a:pPr>
            <a:r>
              <a:t>MASS CELEBRANT:</a:t>
            </a:r>
          </a:p>
          <a:p>
            <a:pPr>
              <a:spcAft>
                <a:spcPts val="300"/>
              </a:spcAft>
              <a:defRPr sz="2100" b="0" i="0">
                <a:solidFill>
                  <a:srgbClr val="0F172A"/>
                </a:solidFill>
                <a:latin typeface="Trebuchet MS"/>
              </a:defRPr>
            </a:pPr>
            <a:r>
              <a:t>Rev. Fr. Jonrey Lauron, RCJ</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Gwangju</a:t>
            </a:r>
            <a:br/>
            <a:r>
              <a:t>Filipino</a:t>
            </a:r>
            <a:br/>
            <a:r>
              <a:t>Catholic</a:t>
            </a:r>
            <a:br/>
            <a:r>
              <a:t>Community</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Gospel (John 10:1-10)</a:t>
            </a:r>
          </a:p>
          <a:p>
            <a:pPr>
              <a:spcAft>
                <a:spcPts val="300"/>
              </a:spcAft>
              <a:defRPr sz="2100" b="0" i="0">
                <a:solidFill>
                  <a:srgbClr val="0F172A"/>
                </a:solidFill>
                <a:latin typeface="Trebuchet MS"/>
              </a:defRPr>
            </a:pPr>
            <a:r>
              <a:t>“Most certainly, I tell you, one who doesn't enter by the door into the sheep fold, but climbs up some other way, the same is a thief and a robber.”</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YEAR A</a:t>
            </a:r>
          </a:p>
          <a:p>
            <a:pPr>
              <a:spcAft>
                <a:spcPts val="300"/>
              </a:spcAft>
              <a:defRPr sz="2100" b="0" i="0">
                <a:solidFill>
                  <a:srgbClr val="0F172A"/>
                </a:solidFill>
                <a:latin typeface="Trebuchet MS"/>
              </a:defRPr>
            </a:pPr>
            <a:r>
              <a:t>2026-04-26 · Eastertide</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Mass poster / divider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Panis Angelicus</a:t>
            </a:r>
          </a:p>
        </p:txBody>
      </p:sp>
      <p:sp>
        <p:nvSpPr>
          <p:cNvPr id="5" name="TextBox 4"/>
          <p:cNvSpPr txBox="1"/>
          <p:nvPr/>
        </p:nvSpPr>
        <p:spPr>
          <a:xfrm>
            <a:off x="685800" y="2514600"/>
            <a:ext cx="16916400" cy="6903720"/>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PANIS ANGELICUS</a:t>
            </a:r>
          </a:p>
          <a:p>
            <a:pPr algn="ctr">
              <a:lnSpc>
                <a:spcPct val="105000"/>
              </a:lnSpc>
              <a:spcAft>
                <a:spcPts val="1000"/>
              </a:spcAft>
              <a:defRPr sz="5500" b="1" i="0">
                <a:solidFill>
                  <a:srgbClr val="FFFFFF"/>
                </a:solidFill>
                <a:latin typeface="Arial Black"/>
              </a:defRPr>
            </a:pPr>
            <a:r>
              <a:t>FIT PANIS HOMINUM;</a:t>
            </a:r>
          </a:p>
          <a:p>
            <a:pPr algn="ctr">
              <a:lnSpc>
                <a:spcPct val="105000"/>
              </a:lnSpc>
              <a:spcAft>
                <a:spcPts val="1000"/>
              </a:spcAft>
              <a:defRPr sz="5500" b="1" i="0">
                <a:solidFill>
                  <a:srgbClr val="FFFFFF"/>
                </a:solidFill>
                <a:latin typeface="Arial Black"/>
              </a:defRPr>
            </a:pPr>
            <a:r>
              <a:t>DAT PANIS CAELICUS</a:t>
            </a:r>
          </a:p>
          <a:p>
            <a:pPr algn="ctr">
              <a:lnSpc>
                <a:spcPct val="105000"/>
              </a:lnSpc>
              <a:spcAft>
                <a:spcPts val="1000"/>
              </a:spcAft>
              <a:defRPr sz="5500" b="1" i="0">
                <a:solidFill>
                  <a:srgbClr val="FFFFFF"/>
                </a:solidFill>
                <a:latin typeface="Arial Black"/>
              </a:defRPr>
            </a:pPr>
            <a:r>
              <a:t>FIGURIS TERMINUM.</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Communion (1)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O RES MIRABILIS!</a:t>
            </a:r>
          </a:p>
          <a:p>
            <a:pPr algn="ctr">
              <a:lnSpc>
                <a:spcPct val="105000"/>
              </a:lnSpc>
              <a:spcAft>
                <a:spcPts val="1000"/>
              </a:spcAft>
              <a:defRPr sz="5500" b="1" i="0">
                <a:solidFill>
                  <a:srgbClr val="FFFFFF"/>
                </a:solidFill>
                <a:latin typeface="Arial Black"/>
              </a:defRPr>
            </a:pPr>
            <a:r>
              <a:t>MANDUCAT DOMINUM</a:t>
            </a:r>
          </a:p>
          <a:p>
            <a:pPr algn="ctr">
              <a:lnSpc>
                <a:spcPct val="105000"/>
              </a:lnSpc>
              <a:spcAft>
                <a:spcPts val="1000"/>
              </a:spcAft>
              <a:defRPr sz="5500" b="1" i="0">
                <a:solidFill>
                  <a:srgbClr val="FFFFFF"/>
                </a:solidFill>
                <a:latin typeface="Arial Black"/>
              </a:defRPr>
            </a:pPr>
            <a:r>
              <a:t>PAUPER, SERVUS ET HUMILIS.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Communion (1)</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TE TRINA DEITAS</a:t>
            </a:r>
          </a:p>
          <a:p>
            <a:pPr algn="ctr">
              <a:lnSpc>
                <a:spcPct val="105000"/>
              </a:lnSpc>
              <a:spcAft>
                <a:spcPts val="1000"/>
              </a:spcAft>
              <a:defRPr sz="5500" b="1" i="0">
                <a:solidFill>
                  <a:srgbClr val="FFFFFF"/>
                </a:solidFill>
                <a:latin typeface="Arial Black"/>
              </a:defRPr>
            </a:pPr>
            <a:r>
              <a:t>UNAQUE POSCIMUS,</a:t>
            </a:r>
          </a:p>
          <a:p>
            <a:pPr algn="ctr">
              <a:lnSpc>
                <a:spcPct val="105000"/>
              </a:lnSpc>
              <a:spcAft>
                <a:spcPts val="1000"/>
              </a:spcAft>
              <a:defRPr sz="5500" b="1" i="0">
                <a:solidFill>
                  <a:srgbClr val="FFFFFF"/>
                </a:solidFill>
                <a:latin typeface="Arial Black"/>
              </a:defRPr>
            </a:pPr>
            <a:r>
              <a:t>SIC NOS TU VISITA,</a:t>
            </a:r>
          </a:p>
          <a:p>
            <a:pPr algn="ctr">
              <a:lnSpc>
                <a:spcPct val="105000"/>
              </a:lnSpc>
              <a:spcAft>
                <a:spcPts val="1000"/>
              </a:spcAft>
              <a:defRPr sz="5500" b="1" i="0">
                <a:solidFill>
                  <a:srgbClr val="FFFFFF"/>
                </a:solidFill>
                <a:latin typeface="Arial Black"/>
              </a:defRPr>
            </a:pPr>
            <a:r>
              <a:t>SICUT TE COLIMUS.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Communion (1)</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PER HUIUS VIAM DUCTUS</a:t>
            </a:r>
          </a:p>
          <a:p>
            <a:pPr algn="ctr">
              <a:lnSpc>
                <a:spcPct val="105000"/>
              </a:lnSpc>
              <a:spcAft>
                <a:spcPts val="1000"/>
              </a:spcAft>
              <a:defRPr sz="5500" b="1" i="0">
                <a:solidFill>
                  <a:srgbClr val="FFFFFF"/>
                </a:solidFill>
                <a:latin typeface="Arial Black"/>
              </a:defRPr>
            </a:pPr>
            <a:r>
              <a:t>TENDIMUS AD LUCEM,</a:t>
            </a:r>
          </a:p>
          <a:p>
            <a:pPr algn="ctr">
              <a:lnSpc>
                <a:spcPct val="105000"/>
              </a:lnSpc>
              <a:spcAft>
                <a:spcPts val="1000"/>
              </a:spcAft>
              <a:defRPr sz="5500" b="1" i="0">
                <a:solidFill>
                  <a:srgbClr val="FFFFFF"/>
                </a:solidFill>
                <a:latin typeface="Arial Black"/>
              </a:defRPr>
            </a:pPr>
            <a:r>
              <a:t>QUAM IN HABITATIONE</a:t>
            </a:r>
          </a:p>
          <a:p>
            <a:pPr algn="ctr">
              <a:lnSpc>
                <a:spcPct val="105000"/>
              </a:lnSpc>
              <a:spcAft>
                <a:spcPts val="1000"/>
              </a:spcAft>
              <a:defRPr sz="5500" b="1" i="0">
                <a:solidFill>
                  <a:srgbClr val="FFFFFF"/>
                </a:solidFill>
                <a:latin typeface="Arial Black"/>
              </a:defRPr>
            </a:pPr>
            <a:r>
              <a:t>SANCTA TU INHABITAS.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Communion (1)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(ENGLISH SINGING TRANSLATION, IF USED:</a:t>
            </a:r>
          </a:p>
          <a:p>
            <a:pPr algn="ctr">
              <a:lnSpc>
                <a:spcPct val="105000"/>
              </a:lnSpc>
              <a:spcAft>
                <a:spcPts val="1000"/>
              </a:spcAft>
              <a:defRPr sz="3800" b="1" i="0">
                <a:solidFill>
                  <a:srgbClr val="FFFFFF"/>
                </a:solidFill>
                <a:latin typeface="Arial Black"/>
              </a:defRPr>
            </a:pPr>
            <a:r>
              <a:t>BREAD OF ANGELS, BECOME BREAD FOR MORTALS;</a:t>
            </a:r>
          </a:p>
          <a:p>
            <a:pPr algn="ctr">
              <a:lnSpc>
                <a:spcPct val="105000"/>
              </a:lnSpc>
              <a:spcAft>
                <a:spcPts val="1000"/>
              </a:spcAft>
              <a:defRPr sz="3800" b="1" i="0">
                <a:solidFill>
                  <a:srgbClr val="FFFFFF"/>
                </a:solidFill>
                <a:latin typeface="Arial Black"/>
              </a:defRPr>
            </a:pPr>
            <a:r>
              <a:t>THIS HEAVENLY BREAD ENDS OUR SYMBOLS.</a:t>
            </a:r>
          </a:p>
          <a:p>
            <a:pPr algn="ctr">
              <a:lnSpc>
                <a:spcPct val="105000"/>
              </a:lnSpc>
              <a:spcAft>
                <a:spcPts val="1000"/>
              </a:spcAft>
              <a:defRPr sz="3800" b="1" i="0">
                <a:solidFill>
                  <a:srgbClr val="FFFFFF"/>
                </a:solidFill>
                <a:latin typeface="Arial Black"/>
              </a:defRPr>
            </a:pPr>
            <a:r>
              <a:t>O WONDROUS THING! THE POOR, LOWLY SERVANT EATS THE LORD.)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Communion (1)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Let Us Break Bread Together</a:t>
            </a:r>
          </a:p>
        </p:txBody>
      </p:sp>
      <p:sp>
        <p:nvSpPr>
          <p:cNvPr id="5" name="TextBox 4"/>
          <p:cNvSpPr txBox="1"/>
          <p:nvPr/>
        </p:nvSpPr>
        <p:spPr>
          <a:xfrm>
            <a:off x="685800" y="2514600"/>
            <a:ext cx="16916400" cy="6903720"/>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LET US BREAK BREAD TOGETHER ON OUR KNEES,</a:t>
            </a:r>
          </a:p>
          <a:p>
            <a:pPr algn="ctr">
              <a:lnSpc>
                <a:spcPct val="105000"/>
              </a:lnSpc>
              <a:spcAft>
                <a:spcPts val="1000"/>
              </a:spcAft>
              <a:defRPr sz="5000" b="1" i="0">
                <a:solidFill>
                  <a:srgbClr val="FFFFFF"/>
                </a:solidFill>
                <a:latin typeface="Arial Black"/>
              </a:defRPr>
            </a:pPr>
            <a:r>
              <a:t>LET US BREAK BREAD TOGETHER ON OUR KNEES.</a:t>
            </a:r>
          </a:p>
          <a:p>
            <a:pPr algn="ctr">
              <a:lnSpc>
                <a:spcPct val="105000"/>
              </a:lnSpc>
              <a:spcAft>
                <a:spcPts val="1000"/>
              </a:spcAft>
              <a:defRPr sz="5000" b="1" i="0">
                <a:solidFill>
                  <a:srgbClr val="FFFFFF"/>
                </a:solidFill>
                <a:latin typeface="Arial Black"/>
              </a:defRPr>
            </a:pPr>
            <a:r>
              <a:t>WHEN I FALL ON MY KNEES,</a:t>
            </a:r>
          </a:p>
          <a:p>
            <a:pPr algn="ctr">
              <a:lnSpc>
                <a:spcPct val="105000"/>
              </a:lnSpc>
              <a:spcAft>
                <a:spcPts val="1000"/>
              </a:spcAft>
              <a:defRPr sz="5000" b="1" i="0">
                <a:solidFill>
                  <a:srgbClr val="FFFFFF"/>
                </a:solidFill>
                <a:latin typeface="Arial Black"/>
              </a:defRPr>
            </a:pPr>
            <a:r>
              <a:t>WITH MY FACE TO THE RISING SUN,</a:t>
            </a:r>
          </a:p>
          <a:p>
            <a:pPr algn="ctr">
              <a:lnSpc>
                <a:spcPct val="105000"/>
              </a:lnSpc>
              <a:spcAft>
                <a:spcPts val="1000"/>
              </a:spcAft>
              <a:defRPr sz="5000" b="1" i="0">
                <a:solidFill>
                  <a:srgbClr val="FFFFFF"/>
                </a:solidFill>
                <a:latin typeface="Arial Black"/>
              </a:defRPr>
            </a:pPr>
            <a:r>
              <a:t>O LORD, HAVE MERCY ON ME.</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Communion (2)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LET US DRINK WINE TOGETHER ON OUR KNEES,</a:t>
            </a:r>
          </a:p>
          <a:p>
            <a:pPr algn="ctr">
              <a:lnSpc>
                <a:spcPct val="105000"/>
              </a:lnSpc>
              <a:spcAft>
                <a:spcPts val="1000"/>
              </a:spcAft>
              <a:defRPr sz="5000" b="1" i="0">
                <a:solidFill>
                  <a:srgbClr val="FFFFFF"/>
                </a:solidFill>
                <a:latin typeface="Arial Black"/>
              </a:defRPr>
            </a:pPr>
            <a:r>
              <a:t>LET US DRINK WINE TOGETHER ON OUR KNEES.</a:t>
            </a:r>
          </a:p>
          <a:p>
            <a:pPr algn="ctr">
              <a:lnSpc>
                <a:spcPct val="105000"/>
              </a:lnSpc>
              <a:spcAft>
                <a:spcPts val="1000"/>
              </a:spcAft>
              <a:defRPr sz="5000" b="1" i="0">
                <a:solidFill>
                  <a:srgbClr val="FFFFFF"/>
                </a:solidFill>
                <a:latin typeface="Arial Black"/>
              </a:defRPr>
            </a:pPr>
            <a:r>
              <a:t>WHEN I FALL ON MY KNEES,</a:t>
            </a:r>
          </a:p>
          <a:p>
            <a:pPr algn="ctr">
              <a:lnSpc>
                <a:spcPct val="105000"/>
              </a:lnSpc>
              <a:spcAft>
                <a:spcPts val="1000"/>
              </a:spcAft>
              <a:defRPr sz="5000" b="1" i="0">
                <a:solidFill>
                  <a:srgbClr val="FFFFFF"/>
                </a:solidFill>
                <a:latin typeface="Arial Black"/>
              </a:defRPr>
            </a:pPr>
            <a:r>
              <a:t>WITH MY FACE TO THE RISING SUN,</a:t>
            </a:r>
          </a:p>
          <a:p>
            <a:pPr algn="ctr">
              <a:lnSpc>
                <a:spcPct val="105000"/>
              </a:lnSpc>
              <a:spcAft>
                <a:spcPts val="1000"/>
              </a:spcAft>
              <a:defRPr sz="5000" b="1" i="0">
                <a:solidFill>
                  <a:srgbClr val="FFFFFF"/>
                </a:solidFill>
                <a:latin typeface="Arial Black"/>
              </a:defRPr>
            </a:pPr>
            <a:r>
              <a:t>O LORD, HAVE MERCY ON ME.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Communion (2)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LET US PRAISE GOD TOGETHER ON OUR KNEES,</a:t>
            </a:r>
          </a:p>
          <a:p>
            <a:pPr algn="ctr">
              <a:lnSpc>
                <a:spcPct val="105000"/>
              </a:lnSpc>
              <a:spcAft>
                <a:spcPts val="1000"/>
              </a:spcAft>
              <a:defRPr sz="5000" b="1" i="0">
                <a:solidFill>
                  <a:srgbClr val="FFFFFF"/>
                </a:solidFill>
                <a:latin typeface="Arial Black"/>
              </a:defRPr>
            </a:pPr>
            <a:r>
              <a:t>LET US PRAISE GOD TOGETHER ON OUR KNEES.</a:t>
            </a:r>
          </a:p>
          <a:p>
            <a:pPr algn="ctr">
              <a:lnSpc>
                <a:spcPct val="105000"/>
              </a:lnSpc>
              <a:spcAft>
                <a:spcPts val="1000"/>
              </a:spcAft>
              <a:defRPr sz="5000" b="1" i="0">
                <a:solidFill>
                  <a:srgbClr val="FFFFFF"/>
                </a:solidFill>
                <a:latin typeface="Arial Black"/>
              </a:defRPr>
            </a:pPr>
            <a:r>
              <a:t>WHEN I FALL ON MY KNEES,</a:t>
            </a:r>
          </a:p>
          <a:p>
            <a:pPr algn="ctr">
              <a:lnSpc>
                <a:spcPct val="105000"/>
              </a:lnSpc>
              <a:spcAft>
                <a:spcPts val="1000"/>
              </a:spcAft>
              <a:defRPr sz="5000" b="1" i="0">
                <a:solidFill>
                  <a:srgbClr val="FFFFFF"/>
                </a:solidFill>
                <a:latin typeface="Arial Black"/>
              </a:defRPr>
            </a:pPr>
            <a:r>
              <a:t>WITH MY FACE TO THE RISING SUN,</a:t>
            </a:r>
          </a:p>
          <a:p>
            <a:pPr algn="ctr">
              <a:lnSpc>
                <a:spcPct val="105000"/>
              </a:lnSpc>
              <a:spcAft>
                <a:spcPts val="1000"/>
              </a:spcAft>
              <a:defRPr sz="5000" b="1" i="0">
                <a:solidFill>
                  <a:srgbClr val="FFFFFF"/>
                </a:solidFill>
                <a:latin typeface="Arial Black"/>
              </a:defRPr>
            </a:pPr>
            <a:r>
              <a:t>O LORD, HAVE MERCY ON ME.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Communion (2)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2563EB"/>
                </a:solidFill>
                <a:latin typeface="Trebuchet MS"/>
              </a:defRPr>
            </a:pPr>
            <a:r>
              <a:t>Priest: Let us pray.</a:t>
            </a:r>
          </a:p>
          <a:p>
            <a:pPr algn="ctr">
              <a:spcAft>
                <a:spcPts val="500"/>
              </a:spcAft>
              <a:defRPr sz="1500" b="0" i="1">
                <a:solidFill>
                  <a:srgbClr val="2563EB"/>
                </a:solidFill>
                <a:latin typeface="Trebuchet MS"/>
              </a:defRPr>
            </a:pPr>
            <a:r>
              <a:t>The Priest says the Post- Communion Prayer for the day in full from the Roman Missal. The people respond at the end.</a:t>
            </a:r>
          </a:p>
          <a:p>
            <a:pPr algn="ctr">
              <a:spcBef>
                <a:spcPts val="400"/>
              </a:spcBef>
              <a:spcAft>
                <a:spcPts val="500"/>
              </a:spcAft>
              <a:defRPr sz="2000" b="1" i="0">
                <a:solidFill>
                  <a:srgbClr val="0F172A"/>
                </a:solidFill>
                <a:latin typeface="Trebuchet MS"/>
              </a:defRPr>
            </a:pPr>
            <a:r>
              <a:t>Churchgoers: 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The Communion Rite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6Apr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685800" y="256032"/>
            <a:ext cx="387682" cy="384048"/>
          </a:xfrm>
          <a:prstGeom prst="rect">
            <a:avLst/>
          </a:prstGeom>
        </p:spPr>
      </p:pic>
      <p:sp>
        <p:nvSpPr>
          <p:cNvPr id="4" name="TextBox 3"/>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5" name="TextBox 4"/>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2563EB"/>
                </a:solidFill>
                <a:latin typeface="Trebuchet MS"/>
              </a:defRPr>
            </a:pPr>
            <a:r>
              <a:t>MASS CELEBRANT:</a:t>
            </a:r>
          </a:p>
          <a:p>
            <a:pPr>
              <a:spcAft>
                <a:spcPts val="300"/>
              </a:spcAft>
              <a:defRPr sz="2100" b="0" i="0">
                <a:solidFill>
                  <a:srgbClr val="0F172A"/>
                </a:solidFill>
                <a:latin typeface="Trebuchet MS"/>
              </a:defRPr>
            </a:pPr>
            <a:r>
              <a:t>Rev. Fr. Jonrey Lauron, RCJ</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Gwangju</a:t>
            </a:r>
            <a:br/>
            <a:r>
              <a:t>Filipino</a:t>
            </a:r>
            <a:br/>
            <a:r>
              <a:t>Catholic</a:t>
            </a:r>
            <a:br/>
            <a:r>
              <a:t>Community</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Gospel (John 10:1-10)</a:t>
            </a:r>
          </a:p>
          <a:p>
            <a:pPr>
              <a:spcAft>
                <a:spcPts val="300"/>
              </a:spcAft>
              <a:defRPr sz="2100" b="0" i="0">
                <a:solidFill>
                  <a:srgbClr val="0F172A"/>
                </a:solidFill>
                <a:latin typeface="Trebuchet MS"/>
              </a:defRPr>
            </a:pPr>
            <a:r>
              <a:t>“Most certainly, I tell you, one who doesn't enter by the door into the sheep fold, but climbs up some other way, the same is a thief and a robber.”</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YEAR A</a:t>
            </a:r>
          </a:p>
          <a:p>
            <a:pPr>
              <a:spcAft>
                <a:spcPts val="300"/>
              </a:spcAft>
              <a:defRPr sz="2100" b="0" i="0">
                <a:solidFill>
                  <a:srgbClr val="0F172A"/>
                </a:solidFill>
                <a:latin typeface="Trebuchet MS"/>
              </a:defRPr>
            </a:pPr>
            <a:r>
              <a:t>2026-04-26 · Eastertide</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Mass poster / divider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Aft>
                <a:spcPts val="500"/>
              </a:spcAft>
              <a:defRPr sz="1900" b="1" i="0">
                <a:solidFill>
                  <a:srgbClr val="0F172A"/>
                </a:solidFill>
                <a:latin typeface="Trebuchet MS"/>
              </a:defRPr>
            </a:pPr>
            <a:r>
              <a:t>CHURCH ANNOUNCEMENTS</a:t>
            </a:r>
          </a:p>
          <a:p>
            <a:pPr algn="ctr">
              <a:spcAft>
                <a:spcPts val="500"/>
              </a:spcAft>
              <a:defRPr sz="1500" b="0" i="1">
                <a:solidFill>
                  <a:srgbClr val="2563EB"/>
                </a:solidFill>
                <a:latin typeface="Trebuchet MS"/>
              </a:defRPr>
            </a:pPr>
            <a:r>
              <a:t>Insert bulletin points with complete sentences on the following slides or edit this deck.</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Announcements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Aft>
                <a:spcPts val="500"/>
              </a:spcAft>
              <a:defRPr sz="1900" b="1" i="0">
                <a:solidFill>
                  <a:srgbClr val="0F172A"/>
                </a:solidFill>
                <a:latin typeface="Trebuchet MS"/>
              </a:defRPr>
            </a:pPr>
            <a:r>
              <a:t>Welcome newcomers!</a:t>
            </a:r>
          </a:p>
          <a:p>
            <a:pPr algn="ctr">
              <a:spcAft>
                <a:spcPts val="500"/>
              </a:spcAft>
              <a:defRPr sz="1500" b="0" i="1">
                <a:solidFill>
                  <a:srgbClr val="2563EB"/>
                </a:solidFill>
                <a:latin typeface="Trebuchet MS"/>
              </a:defRPr>
            </a:pPr>
            <a:r>
              <a:t>Photo collage optional.</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Announcements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Aft>
                <a:spcPts val="500"/>
              </a:spcAft>
              <a:defRPr sz="1900" b="1" i="0">
                <a:solidFill>
                  <a:srgbClr val="0F172A"/>
                </a:solidFill>
                <a:latin typeface="Trebuchet MS"/>
              </a:defRPr>
            </a:pPr>
            <a:r>
              <a:t>Sacrament of Confession</a:t>
            </a:r>
          </a:p>
          <a:p>
            <a:pPr algn="ctr">
              <a:spcAft>
                <a:spcPts val="500"/>
              </a:spcAft>
              <a:defRPr sz="1500" b="0" i="1">
                <a:solidFill>
                  <a:srgbClr val="2563EB"/>
                </a:solidFill>
                <a:latin typeface="Trebuchet MS"/>
              </a:defRPr>
            </a:pPr>
            <a:r>
              <a:t>The Lord never tires of forgiving us; we are the ones who tire of seeking his mercy. — Pope Francis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Announcements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Aft>
                <a:spcPts val="500"/>
              </a:spcAft>
              <a:defRPr sz="1900" b="1" i="0">
                <a:solidFill>
                  <a:srgbClr val="0F172A"/>
                </a:solidFill>
                <a:latin typeface="Trebuchet MS"/>
              </a:defRPr>
            </a:pPr>
            <a:r>
              <a:t>Mass Collection</a:t>
            </a:r>
          </a:p>
          <a:p>
            <a:pPr algn="ctr">
              <a:spcAft>
                <a:spcPts val="500"/>
              </a:spcAft>
              <a:defRPr sz="1500" b="0" i="1">
                <a:solidFill>
                  <a:srgbClr val="2563EB"/>
                </a:solidFill>
                <a:latin typeface="Trebuchet MS"/>
              </a:defRPr>
            </a:pPr>
            <a:r>
              <a:t>State the purpose and date in full words. You may add Second Letter to the Corinthians, chapter 9, verse 7 if you include the full quotation.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Announcements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Aft>
                <a:spcPts val="500"/>
              </a:spcAft>
              <a:defRPr sz="1900" b="1" i="0">
                <a:solidFill>
                  <a:srgbClr val="0F172A"/>
                </a:solidFill>
                <a:latin typeface="Trebuchet MS"/>
              </a:defRPr>
            </a:pPr>
            <a:r>
              <a:t>Food or Mass Sponsorship</a:t>
            </a:r>
          </a:p>
          <a:p>
            <a:pPr algn="ctr">
              <a:spcAft>
                <a:spcPts val="500"/>
              </a:spcAft>
              <a:defRPr sz="1500" b="0" i="1">
                <a:solidFill>
                  <a:srgbClr val="2563EB"/>
                </a:solidFill>
                <a:latin typeface="Trebuchet MS"/>
              </a:defRPr>
            </a:pPr>
            <a:r>
              <a:t>Give the parish coordinator’s complete contact information in words, not abbreviations.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Announcements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Aft>
                <a:spcPts val="500"/>
              </a:spcAft>
              <a:defRPr sz="1900" b="1" i="0">
                <a:solidFill>
                  <a:srgbClr val="0F172A"/>
                </a:solidFill>
                <a:latin typeface="Trebuchet MS"/>
              </a:defRPr>
            </a:pPr>
            <a:r>
              <a:t>Updates and Announcements</a:t>
            </a:r>
          </a:p>
          <a:p>
            <a:pPr algn="ctr">
              <a:spcAft>
                <a:spcPts val="500"/>
              </a:spcAft>
              <a:defRPr sz="1500" b="0" i="1">
                <a:solidFill>
                  <a:srgbClr val="2563EB"/>
                </a:solidFill>
                <a:latin typeface="Trebuchet MS"/>
              </a:defRPr>
            </a:pPr>
            <a:r>
              <a:t>Name your community page and invitation to follow in full; add a QR code to the slide master if you wish.</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Announcements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Bef>
                <a:spcPts val="400"/>
              </a:spcBef>
              <a:spcAft>
                <a:spcPts val="500"/>
              </a:spcAft>
              <a:defRPr sz="2000" b="1" i="0">
                <a:solidFill>
                  <a:srgbClr val="2563EB"/>
                </a:solidFill>
                <a:latin typeface="Trebuchet MS"/>
              </a:defRPr>
            </a:pPr>
            <a:r>
              <a:t>Priest: The Lord be with you.</a:t>
            </a:r>
          </a:p>
          <a:p>
            <a:pPr algn="ctr">
              <a:spcBef>
                <a:spcPts val="400"/>
              </a:spcBef>
              <a:spcAft>
                <a:spcPts val="500"/>
              </a:spcAft>
              <a:defRPr sz="2000" b="1" i="0">
                <a:solidFill>
                  <a:srgbClr val="0F172A"/>
                </a:solidFill>
                <a:latin typeface="Trebuchet MS"/>
              </a:defRPr>
            </a:pPr>
            <a:r>
              <a:t>Churchgoers: And with your spirit.</a:t>
            </a:r>
          </a:p>
          <a:p>
            <a:pPr algn="ctr">
              <a:spcBef>
                <a:spcPts val="400"/>
              </a:spcBef>
              <a:spcAft>
                <a:spcPts val="500"/>
              </a:spcAft>
              <a:defRPr sz="2000" b="1" i="0">
                <a:solidFill>
                  <a:srgbClr val="2563EB"/>
                </a:solidFill>
                <a:latin typeface="Trebuchet MS"/>
              </a:defRPr>
            </a:pPr>
            <a:r>
              <a:t>Priest: May almighty God bless you, the Father, and the Son, and the Holy Spirit.</a:t>
            </a:r>
          </a:p>
          <a:p>
            <a:pPr algn="ctr">
              <a:spcBef>
                <a:spcPts val="400"/>
              </a:spcBef>
              <a:spcAft>
                <a:spcPts val="500"/>
              </a:spcAft>
              <a:defRPr sz="2000" b="1" i="0">
                <a:solidFill>
                  <a:srgbClr val="0F172A"/>
                </a:solidFill>
                <a:latin typeface="Trebuchet MS"/>
              </a:defRPr>
            </a:pPr>
            <a:r>
              <a:t>Churchgoers: Amen.</a:t>
            </a:r>
          </a:p>
          <a:p>
            <a:pPr algn="ctr">
              <a:spcBef>
                <a:spcPts val="400"/>
              </a:spcBef>
              <a:spcAft>
                <a:spcPts val="500"/>
              </a:spcAft>
              <a:defRPr sz="2000" b="1" i="0">
                <a:solidFill>
                  <a:srgbClr val="2563EB"/>
                </a:solidFill>
                <a:latin typeface="Trebuchet MS"/>
              </a:defRPr>
            </a:pPr>
            <a:r>
              <a:t>Priest: Go in peace, glorifying the Lord by your life.</a:t>
            </a:r>
          </a:p>
          <a:p>
            <a:pPr algn="ctr">
              <a:spcBef>
                <a:spcPts val="400"/>
              </a:spcBef>
              <a:spcAft>
                <a:spcPts val="500"/>
              </a:spcAft>
              <a:defRPr sz="2000" b="1" i="0">
                <a:solidFill>
                  <a:srgbClr val="0F172A"/>
                </a:solidFill>
                <a:latin typeface="Trebuchet MS"/>
              </a:defRPr>
            </a:pPr>
            <a:r>
              <a:t>Churchgoers: Thanks be to God.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Final Blessing</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Alleluia! Sing to Jesus</a:t>
            </a:r>
          </a:p>
        </p:txBody>
      </p:sp>
      <p:sp>
        <p:nvSpPr>
          <p:cNvPr id="5" name="TextBox 4"/>
          <p:cNvSpPr txBox="1"/>
          <p:nvPr/>
        </p:nvSpPr>
        <p:spPr>
          <a:xfrm>
            <a:off x="685800" y="2514600"/>
            <a:ext cx="16916400" cy="6903720"/>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ALLELUIA! SING TO JESUS!</a:t>
            </a:r>
          </a:p>
          <a:p>
            <a:pPr algn="ctr">
              <a:lnSpc>
                <a:spcPct val="105000"/>
              </a:lnSpc>
              <a:spcAft>
                <a:spcPts val="1000"/>
              </a:spcAft>
              <a:defRPr sz="5500" b="1" i="0">
                <a:solidFill>
                  <a:srgbClr val="FFFFFF"/>
                </a:solidFill>
                <a:latin typeface="Arial Black"/>
              </a:defRPr>
            </a:pPr>
            <a:r>
              <a:t>HIS THE SCEPTER, HIS THE THRONE;</a:t>
            </a:r>
          </a:p>
          <a:p>
            <a:pPr algn="ctr">
              <a:lnSpc>
                <a:spcPct val="105000"/>
              </a:lnSpc>
              <a:spcAft>
                <a:spcPts val="1000"/>
              </a:spcAft>
              <a:defRPr sz="5500" b="1" i="0">
                <a:solidFill>
                  <a:srgbClr val="FFFFFF"/>
                </a:solidFill>
                <a:latin typeface="Arial Black"/>
              </a:defRPr>
            </a:pPr>
            <a:r>
              <a:t>ALLELUIA! HIS THE TRIUMPH,</a:t>
            </a:r>
          </a:p>
          <a:p>
            <a:pPr algn="ctr">
              <a:lnSpc>
                <a:spcPct val="105000"/>
              </a:lnSpc>
              <a:spcAft>
                <a:spcPts val="1000"/>
              </a:spcAft>
              <a:defRPr sz="5500" b="1" i="0">
                <a:solidFill>
                  <a:srgbClr val="FFFFFF"/>
                </a:solidFill>
                <a:latin typeface="Arial Black"/>
              </a:defRPr>
            </a:pPr>
            <a:r>
              <a:t>HIS THE VICTORY ALONE.</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Recessional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HARK! THE SONGS OF PEACEFUL ZION</a:t>
            </a:r>
          </a:p>
          <a:p>
            <a:pPr algn="ctr">
              <a:lnSpc>
                <a:spcPct val="105000"/>
              </a:lnSpc>
              <a:spcAft>
                <a:spcPts val="1000"/>
              </a:spcAft>
              <a:defRPr sz="5500" b="1" i="0">
                <a:solidFill>
                  <a:srgbClr val="FFFFFF"/>
                </a:solidFill>
                <a:latin typeface="Arial Black"/>
              </a:defRPr>
            </a:pPr>
            <a:r>
              <a:t>THUNDER LIKE A MIGHTY FLOOD;</a:t>
            </a:r>
          </a:p>
          <a:p>
            <a:pPr algn="ctr">
              <a:lnSpc>
                <a:spcPct val="105000"/>
              </a:lnSpc>
              <a:spcAft>
                <a:spcPts val="1000"/>
              </a:spcAft>
              <a:defRPr sz="5500" b="1" i="0">
                <a:solidFill>
                  <a:srgbClr val="FFFFFF"/>
                </a:solidFill>
                <a:latin typeface="Arial Black"/>
              </a:defRPr>
            </a:pPr>
            <a:r>
              <a:t>JESUS OUT OF EVERY NATION</a:t>
            </a:r>
          </a:p>
          <a:p>
            <a:pPr algn="ctr">
              <a:lnSpc>
                <a:spcPct val="105000"/>
              </a:lnSpc>
              <a:spcAft>
                <a:spcPts val="1000"/>
              </a:spcAft>
              <a:defRPr sz="5500" b="1" i="0">
                <a:solidFill>
                  <a:srgbClr val="FFFFFF"/>
                </a:solidFill>
                <a:latin typeface="Arial Black"/>
              </a:defRPr>
            </a:pPr>
            <a:r>
              <a:t>HATH REDEEMED US BY HIS BLOOD.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Recessional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ALLELUIA! NOT AS ORPHANS</a:t>
            </a:r>
          </a:p>
          <a:p>
            <a:pPr algn="ctr">
              <a:lnSpc>
                <a:spcPct val="105000"/>
              </a:lnSpc>
              <a:spcAft>
                <a:spcPts val="1000"/>
              </a:spcAft>
              <a:defRPr sz="5500" b="1" i="0">
                <a:solidFill>
                  <a:srgbClr val="FFFFFF"/>
                </a:solidFill>
                <a:latin typeface="Arial Black"/>
              </a:defRPr>
            </a:pPr>
            <a:r>
              <a:t>ARE WE LEFT IN SORROW SORE;</a:t>
            </a:r>
          </a:p>
          <a:p>
            <a:pPr algn="ctr">
              <a:lnSpc>
                <a:spcPct val="105000"/>
              </a:lnSpc>
              <a:spcAft>
                <a:spcPts val="1000"/>
              </a:spcAft>
              <a:defRPr sz="5500" b="1" i="0">
                <a:solidFill>
                  <a:srgbClr val="FFFFFF"/>
                </a:solidFill>
                <a:latin typeface="Arial Black"/>
              </a:defRPr>
            </a:pPr>
            <a:r>
              <a:t>ONE WITH LOVE EXCEEDING FATHER,</a:t>
            </a:r>
          </a:p>
          <a:p>
            <a:pPr algn="ctr">
              <a:lnSpc>
                <a:spcPct val="105000"/>
              </a:lnSpc>
              <a:spcAft>
                <a:spcPts val="1000"/>
              </a:spcAft>
              <a:defRPr sz="5500" b="1" i="0">
                <a:solidFill>
                  <a:srgbClr val="FFFFFF"/>
                </a:solidFill>
                <a:latin typeface="Arial Black"/>
              </a:defRPr>
            </a:pPr>
            <a:r>
              <a:t>ONE WITH LOVE EXCEEDING MOTHER,</a:t>
            </a:r>
          </a:p>
          <a:p>
            <a:pPr algn="ctr">
              <a:lnSpc>
                <a:spcPct val="105000"/>
              </a:lnSpc>
              <a:spcAft>
                <a:spcPts val="1000"/>
              </a:spcAft>
              <a:defRPr sz="5500" b="1" i="0">
                <a:solidFill>
                  <a:srgbClr val="FFFFFF"/>
                </a:solidFill>
                <a:latin typeface="Arial Black"/>
              </a:defRPr>
            </a:pPr>
            <a:r>
              <a:t>HE HATH GONE BEFORE.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Recessional</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ALLELUIA! BREAD OF ANGELS,</a:t>
            </a:r>
          </a:p>
          <a:p>
            <a:pPr algn="ctr">
              <a:lnSpc>
                <a:spcPct val="105000"/>
              </a:lnSpc>
              <a:spcAft>
                <a:spcPts val="1000"/>
              </a:spcAft>
              <a:defRPr sz="5500" b="1" i="0">
                <a:solidFill>
                  <a:srgbClr val="FFFFFF"/>
                </a:solidFill>
                <a:latin typeface="Arial Black"/>
              </a:defRPr>
            </a:pPr>
            <a:r>
              <a:t>THOU ON EARTH OUR FOOD, OUR STAY;</a:t>
            </a:r>
          </a:p>
          <a:p>
            <a:pPr algn="ctr">
              <a:lnSpc>
                <a:spcPct val="105000"/>
              </a:lnSpc>
              <a:spcAft>
                <a:spcPts val="1000"/>
              </a:spcAft>
              <a:defRPr sz="5500" b="1" i="0">
                <a:solidFill>
                  <a:srgbClr val="FFFFFF"/>
                </a:solidFill>
                <a:latin typeface="Arial Black"/>
              </a:defRPr>
            </a:pPr>
            <a:r>
              <a:t>ALLELUIA! HERE THE SINFUL</a:t>
            </a:r>
          </a:p>
          <a:p>
            <a:pPr algn="ctr">
              <a:lnSpc>
                <a:spcPct val="105000"/>
              </a:lnSpc>
              <a:spcAft>
                <a:spcPts val="1000"/>
              </a:spcAft>
              <a:defRPr sz="5500" b="1" i="0">
                <a:solidFill>
                  <a:srgbClr val="FFFFFF"/>
                </a:solidFill>
                <a:latin typeface="Arial Black"/>
              </a:defRPr>
            </a:pPr>
            <a:r>
              <a:t>TO THY PRESENCE SING ALWAY.</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Recessional</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ALLELUIA! KING ETERNAL,</a:t>
            </a:r>
          </a:p>
          <a:p>
            <a:pPr algn="ctr">
              <a:lnSpc>
                <a:spcPct val="105000"/>
              </a:lnSpc>
              <a:spcAft>
                <a:spcPts val="1000"/>
              </a:spcAft>
              <a:defRPr sz="5500" b="1" i="0">
                <a:solidFill>
                  <a:srgbClr val="FFFFFF"/>
                </a:solidFill>
                <a:latin typeface="Arial Black"/>
              </a:defRPr>
            </a:pPr>
            <a:r>
              <a:t>THOU THE LORD WHOM WE ADORE;</a:t>
            </a:r>
          </a:p>
          <a:p>
            <a:pPr algn="ctr">
              <a:lnSpc>
                <a:spcPct val="105000"/>
              </a:lnSpc>
              <a:spcAft>
                <a:spcPts val="1000"/>
              </a:spcAft>
              <a:defRPr sz="5500" b="1" i="0">
                <a:solidFill>
                  <a:srgbClr val="FFFFFF"/>
                </a:solidFill>
                <a:latin typeface="Arial Black"/>
              </a:defRPr>
            </a:pPr>
            <a:r>
              <a:t>ALLELUIA! SON AND FATHER,</a:t>
            </a:r>
          </a:p>
          <a:p>
            <a:pPr algn="ctr">
              <a:lnSpc>
                <a:spcPct val="105000"/>
              </a:lnSpc>
              <a:spcAft>
                <a:spcPts val="1000"/>
              </a:spcAft>
              <a:defRPr sz="5500" b="1" i="0">
                <a:solidFill>
                  <a:srgbClr val="FFFFFF"/>
                </a:solidFill>
                <a:latin typeface="Arial Black"/>
              </a:defRPr>
            </a:pPr>
            <a:r>
              <a:t>HOLY SPIRIT, ONE FOREVERMORE,</a:t>
            </a:r>
          </a:p>
          <a:p>
            <a:pPr algn="ctr">
              <a:lnSpc>
                <a:spcPct val="105000"/>
              </a:lnSpc>
              <a:spcAft>
                <a:spcPts val="1000"/>
              </a:spcAft>
              <a:defRPr sz="5500" b="1" i="0">
                <a:solidFill>
                  <a:srgbClr val="FFFFFF"/>
                </a:solidFill>
                <a:latin typeface="Arial Black"/>
              </a:defRPr>
            </a:pPr>
            <a:r>
              <a:t>WE WOULD BOW BEFORE.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Recessional</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Trebuchet MS"/>
              </a:defRPr>
            </a:pPr>
            <a:r>
              <a:t>Gwangju Filipino Catholic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ALLELUIA! SING TO JESUS!</a:t>
            </a:r>
          </a:p>
          <a:p>
            <a:pPr algn="ctr">
              <a:lnSpc>
                <a:spcPct val="105000"/>
              </a:lnSpc>
              <a:spcAft>
                <a:spcPts val="1000"/>
              </a:spcAft>
              <a:defRPr sz="5500" b="1" i="0">
                <a:solidFill>
                  <a:srgbClr val="FFFFFF"/>
                </a:solidFill>
                <a:latin typeface="Arial Black"/>
              </a:defRPr>
            </a:pPr>
            <a:r>
              <a:t>HIS THE SCEPTER, HIS THE THRONE;</a:t>
            </a:r>
          </a:p>
          <a:p>
            <a:pPr algn="ctr">
              <a:lnSpc>
                <a:spcPct val="105000"/>
              </a:lnSpc>
              <a:spcAft>
                <a:spcPts val="1000"/>
              </a:spcAft>
              <a:defRPr sz="5500" b="1" i="0">
                <a:solidFill>
                  <a:srgbClr val="FFFFFF"/>
                </a:solidFill>
                <a:latin typeface="Arial Black"/>
              </a:defRPr>
            </a:pPr>
            <a:r>
              <a:t>ALLELUIA! HIS THE TRIUMPH,</a:t>
            </a:r>
          </a:p>
          <a:p>
            <a:pPr algn="ctr">
              <a:lnSpc>
                <a:spcPct val="105000"/>
              </a:lnSpc>
              <a:spcAft>
                <a:spcPts val="1000"/>
              </a:spcAft>
              <a:defRPr sz="5500" b="1" i="0">
                <a:solidFill>
                  <a:srgbClr val="FFFFFF"/>
                </a:solidFill>
                <a:latin typeface="Arial Black"/>
              </a:defRPr>
            </a:pPr>
            <a:r>
              <a:t>HIS THE VICTORY ALONE.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Trebuchet MS"/>
              </a:defRPr>
            </a:pPr>
            <a:r>
              <a:t>Gwangju Filipino Catholic Community</a:t>
            </a:r>
          </a:p>
          <a:p>
            <a:pPr>
              <a:spcBef>
                <a:spcPts val="200"/>
              </a:spcBef>
              <a:defRPr sz="1200" b="0" i="0">
                <a:solidFill>
                  <a:srgbClr val="FFCC4D"/>
                </a:solidFill>
                <a:latin typeface="Trebuchet MS"/>
              </a:defRPr>
            </a:pPr>
            <a:r>
              <a:t>Recessional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6Apr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685800" y="256032"/>
            <a:ext cx="387682" cy="384048"/>
          </a:xfrm>
          <a:prstGeom prst="rect">
            <a:avLst/>
          </a:prstGeom>
        </p:spPr>
      </p:pic>
      <p:sp>
        <p:nvSpPr>
          <p:cNvPr id="4" name="TextBox 3"/>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5" name="TextBox 4"/>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2563EB"/>
                </a:solidFill>
                <a:latin typeface="Trebuchet MS"/>
              </a:defRPr>
            </a:pPr>
            <a:r>
              <a:t>MASS CELEBRANT:</a:t>
            </a:r>
          </a:p>
          <a:p>
            <a:pPr>
              <a:spcAft>
                <a:spcPts val="300"/>
              </a:spcAft>
              <a:defRPr sz="2100" b="0" i="0">
                <a:solidFill>
                  <a:srgbClr val="0F172A"/>
                </a:solidFill>
                <a:latin typeface="Trebuchet MS"/>
              </a:defRPr>
            </a:pPr>
            <a:r>
              <a:t>Rev. Fr. Jonrey Lauron, RCJ</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Gwangju</a:t>
            </a:r>
            <a:br/>
            <a:r>
              <a:t>Filipino</a:t>
            </a:r>
            <a:br/>
            <a:r>
              <a:t>Catholic</a:t>
            </a:r>
            <a:br/>
            <a:r>
              <a:t>Community</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Gospel (John 10:1-10)</a:t>
            </a:r>
          </a:p>
          <a:p>
            <a:pPr>
              <a:spcAft>
                <a:spcPts val="300"/>
              </a:spcAft>
              <a:defRPr sz="2100" b="0" i="0">
                <a:solidFill>
                  <a:srgbClr val="0F172A"/>
                </a:solidFill>
                <a:latin typeface="Trebuchet MS"/>
              </a:defRPr>
            </a:pPr>
            <a:r>
              <a:t>“Most certainly, I tell you, one who doesn't enter by the door into the sheep fold, but climbs up some other way, the same is a thief and a robber.”</a:t>
            </a:r>
          </a:p>
          <a:p>
            <a:pPr>
              <a:spcAft>
                <a:spcPts val="300"/>
              </a:spcAft>
              <a:defRPr sz="2100" b="0" i="0">
                <a:solidFill>
                  <a:srgbClr val="0F172A"/>
                </a:solidFill>
                <a:latin typeface="Trebuchet MS"/>
              </a:defRPr>
            </a:pPr>
          </a:p>
          <a:p>
            <a:pPr>
              <a:spcAft>
                <a:spcPts val="300"/>
              </a:spcAft>
              <a:defRPr sz="2100" b="0" i="0">
                <a:solidFill>
                  <a:srgbClr val="0F172A"/>
                </a:solidFill>
                <a:latin typeface="Trebuchet MS"/>
              </a:defRPr>
            </a:pPr>
            <a:r>
              <a:t>YEAR A</a:t>
            </a:r>
          </a:p>
          <a:p>
            <a:pPr>
              <a:spcAft>
                <a:spcPts val="300"/>
              </a:spcAft>
              <a:defRPr sz="2100" b="0" i="0">
                <a:solidFill>
                  <a:srgbClr val="0F172A"/>
                </a:solidFill>
                <a:latin typeface="Trebuchet MS"/>
              </a:defRPr>
            </a:pPr>
            <a:r>
              <a:t>2026-04-26 · Eastertide</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Mass poster / divider</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6Apr2026_Eastertide_16x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0F172A"/>
                </a:solidFill>
                <a:latin typeface="Trebuchet MS"/>
              </a:defRPr>
            </a:pPr>
            <a:r>
              <a:t>Gwangju Filipino Catholic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lgn="ctr">
              <a:spcAft>
                <a:spcPts val="500"/>
              </a:spcAft>
              <a:defRPr sz="1500" b="0" i="1">
                <a:solidFill>
                  <a:srgbClr val="2563EB"/>
                </a:solidFill>
                <a:latin typeface="Trebuchet MS"/>
              </a:defRPr>
            </a:pPr>
            <a:r>
              <a:t>Below: World English Bible (WEB) fallback — verify NABRE on bible.usccb.org.</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59E0B"/>
                </a:solidFill>
                <a:latin typeface="Trebuchet MS"/>
              </a:defRPr>
            </a:pPr>
            <a:r>
              <a:t>Gwangju Filipino Catholic Community</a:t>
            </a:r>
          </a:p>
          <a:p>
            <a:pPr>
              <a:spcBef>
                <a:spcPts val="200"/>
              </a:spcBef>
              <a:defRPr sz="1200" b="0" i="0">
                <a:solidFill>
                  <a:srgbClr val="2563EB"/>
                </a:solidFill>
                <a:latin typeface="Trebuchet MS"/>
              </a:defRPr>
            </a:pPr>
            <a:r>
              <a:t>Scripture note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