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PUT YOUR CELLPHONE ON SILENT MODE DURING THE MASS.</a:t>
            </a:r>
          </a:p>
          <a:p>
            <a:pPr algn="ctr">
              <a:spcAft>
                <a:spcPts val="500"/>
              </a:spcAft>
              <a:defRPr sz="1500" b="0" i="1">
                <a:solidFill>
                  <a:srgbClr val="D8B4FE"/>
                </a:solidFill>
                <a:latin typeface="Georgia"/>
              </a:defRPr>
            </a:pPr>
            <a:r>
              <a:t>Thank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627632"/>
            <a:ext cx="16459200" cy="960120"/>
          </a:xfrm>
          <a:prstGeom prst="rect">
            <a:avLst/>
          </a:prstGeom>
          <a:noFill/>
        </p:spPr>
        <p:txBody>
          <a:bodyPr wrap="square" lIns="109728" rIns="109728" tIns="73152" bIns="73152">
            <a:noAutofit/>
          </a:bodyPr>
          <a:lstStyle/>
          <a:p>
            <a:pPr algn="ctr">
              <a:defRPr sz="3800" b="1" i="0">
                <a:solidFill>
                  <a:srgbClr val="D8B4FE"/>
                </a:solidFill>
                <a:latin typeface="Georgia"/>
              </a:defRPr>
            </a:pPr>
            <a:r>
              <a:t>Eastertide Celebration</a:t>
            </a:r>
          </a:p>
        </p:txBody>
      </p:sp>
      <p:sp>
        <p:nvSpPr>
          <p:cNvPr id="5" name="TextBox 4"/>
          <p:cNvSpPr txBox="1"/>
          <p:nvPr/>
        </p:nvSpPr>
        <p:spPr>
          <a:xfrm>
            <a:off x="914400" y="2679192"/>
            <a:ext cx="16459200" cy="3108960"/>
          </a:xfrm>
          <a:prstGeom prst="rect">
            <a:avLst/>
          </a:prstGeom>
          <a:noFill/>
        </p:spPr>
        <p:txBody>
          <a:bodyPr wrap="square" lIns="109728" rIns="109728" tIns="73152" bIns="73152">
            <a:noAutofit/>
          </a:bodyPr>
          <a:lstStyle/>
          <a:p>
            <a:pPr>
              <a:spcAft>
                <a:spcPts val="500"/>
              </a:spcAft>
              <a:defRPr sz="2100" b="0" i="0">
                <a:solidFill>
                  <a:srgbClr val="FFFFFF"/>
                </a:solidFill>
                <a:latin typeface="Georgia"/>
              </a:defRPr>
            </a:pPr>
            <a:r>
              <a:t>2026-04-26</a:t>
            </a:r>
          </a:p>
          <a:p>
            <a:pPr>
              <a:spcAft>
                <a:spcPts val="500"/>
              </a:spcAft>
              <a:defRPr sz="2100" b="0" i="0">
                <a:solidFill>
                  <a:srgbClr val="FFFFFF"/>
                </a:solidFill>
                <a:latin typeface="Georgia"/>
              </a:defRPr>
            </a:pPr>
            <a:r>
              <a:t>Celebrant: Rev. Fr. Jonrey Lauron, RCJ</a:t>
            </a:r>
          </a:p>
          <a:p>
            <a:pPr>
              <a:spcAft>
                <a:spcPts val="500"/>
              </a:spcAft>
              <a:defRPr sz="2100" b="0" i="0">
                <a:solidFill>
                  <a:srgbClr val="FFFFFF"/>
                </a:solidFill>
                <a:latin typeface="Georgia"/>
              </a:defRPr>
            </a:pPr>
            <a:r>
              <a:t>Gospel: John 10:1-10</a:t>
            </a:r>
            <a:br/>
            <a:r>
              <a:t>Season: Eastertide · Sunday Lectionary Year A</a:t>
            </a:r>
          </a:p>
          <a:p>
            <a:pPr>
              <a:spcAft>
                <a:spcPts val="500"/>
              </a:spcAft>
              <a:defRPr sz="2100" b="0" i="0">
                <a:solidFill>
                  <a:srgbClr val="FFFFFF"/>
                </a:solidFill>
                <a:latin typeface="Georgia"/>
              </a:defRPr>
            </a:pPr>
            <a:r>
              <a:t>Excerpt:</a:t>
            </a:r>
            <a:br/>
            <a:r>
              <a:t>“Most certainly, I tell you, one who doesn't enter by the door into the sheep fold, but climbs up some other way, the same is a thief and a robber.”</a:t>
            </a:r>
          </a:p>
          <a:p>
            <a:pPr>
              <a:spcAft>
                <a:spcPts val="500"/>
              </a:spcAft>
              <a:defRPr sz="2100" b="0" i="0">
                <a:solidFill>
                  <a:srgbClr val="FFFFFF"/>
                </a:solidFill>
                <a:latin typeface="Georgia"/>
              </a:defRPr>
            </a:pPr>
            <a:r>
              <a:t>Liturgical color: White (easter)</a:t>
            </a:r>
          </a:p>
        </p:txBody>
      </p:sp>
      <p:sp>
        <p:nvSpPr>
          <p:cNvPr id="6" name="TextBox 5"/>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F8C66A"/>
                </a:solidFill>
                <a:latin typeface="Georgia"/>
              </a:defRPr>
            </a:pPr>
            <a:r>
              <a:t>Below: World English Bible (WEB) fallback — verify NABRE on bible.usccb.org.</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Welcome to the celebration of the Holy Eucharist.</a:t>
            </a:r>
          </a:p>
          <a:p>
            <a:pPr algn="ctr">
              <a:spcAft>
                <a:spcPts val="500"/>
              </a:spcAft>
              <a:defRPr sz="1500" b="0" i="1">
                <a:solidFill>
                  <a:srgbClr val="D8B4FE"/>
                </a:solidFill>
                <a:latin typeface="Georgia"/>
              </a:defRPr>
            </a:pPr>
            <a:r>
              <a:t>Please stand and join in singing the Entrance hymn.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Sing a New Song</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SING A NEW SONG UNTO THE LORD,</a:t>
            </a:r>
          </a:p>
          <a:p>
            <a:pPr algn="ctr">
              <a:lnSpc>
                <a:spcPct val="105000"/>
              </a:lnSpc>
              <a:spcAft>
                <a:spcPts val="1000"/>
              </a:spcAft>
              <a:defRPr sz="5000" b="1" i="0">
                <a:solidFill>
                  <a:srgbClr val="FFFFFF"/>
                </a:solidFill>
                <a:latin typeface="Arial Black"/>
              </a:defRPr>
            </a:pPr>
            <a:r>
              <a:t>LET YOUR SONG BE SUNG FROM MOUNTAINS HIGH.</a:t>
            </a:r>
          </a:p>
          <a:p>
            <a:pPr algn="ctr">
              <a:lnSpc>
                <a:spcPct val="105000"/>
              </a:lnSpc>
              <a:spcAft>
                <a:spcPts val="1000"/>
              </a:spcAft>
              <a:defRPr sz="5000" b="1" i="0">
                <a:solidFill>
                  <a:srgbClr val="FFFFFF"/>
                </a:solidFill>
                <a:latin typeface="Arial Black"/>
              </a:defRPr>
            </a:pPr>
            <a:r>
              <a:t>SING A NEW SONG UNTO THE LORD,</a:t>
            </a:r>
          </a:p>
          <a:p>
            <a:pPr algn="ctr">
              <a:lnSpc>
                <a:spcPct val="105000"/>
              </a:lnSpc>
              <a:spcAft>
                <a:spcPts val="1000"/>
              </a:spcAft>
              <a:defRPr sz="5000" b="1" i="0">
                <a:solidFill>
                  <a:srgbClr val="FFFFFF"/>
                </a:solidFill>
                <a:latin typeface="Arial Black"/>
              </a:defRPr>
            </a:pPr>
            <a:r>
              <a:t>SINGING ALLELUIA.</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YAHWEH'S PEOPLE DANCE FOR JOY.</a:t>
            </a:r>
          </a:p>
          <a:p>
            <a:pPr algn="ctr">
              <a:lnSpc>
                <a:spcPct val="105000"/>
              </a:lnSpc>
              <a:spcAft>
                <a:spcPts val="1000"/>
              </a:spcAft>
              <a:defRPr sz="5500" b="1" i="0">
                <a:solidFill>
                  <a:srgbClr val="FFFFFF"/>
                </a:solidFill>
                <a:latin typeface="Arial Black"/>
              </a:defRPr>
            </a:pPr>
            <a:r>
              <a:t>O COME BEFORE THE LORD,</a:t>
            </a:r>
          </a:p>
          <a:p>
            <a:pPr algn="ctr">
              <a:lnSpc>
                <a:spcPct val="105000"/>
              </a:lnSpc>
              <a:spcAft>
                <a:spcPts val="1000"/>
              </a:spcAft>
              <a:defRPr sz="5500" b="1" i="0">
                <a:solidFill>
                  <a:srgbClr val="FFFFFF"/>
                </a:solidFill>
                <a:latin typeface="Arial Black"/>
              </a:defRPr>
            </a:pPr>
            <a:r>
              <a:t>AND PLAY FOR HIM ON GLAD TAMBOURINES</a:t>
            </a:r>
          </a:p>
          <a:p>
            <a:pPr algn="ctr">
              <a:lnSpc>
                <a:spcPct val="105000"/>
              </a:lnSpc>
              <a:spcAft>
                <a:spcPts val="1000"/>
              </a:spcAft>
              <a:defRPr sz="5500" b="1" i="0">
                <a:solidFill>
                  <a:srgbClr val="FFFFFF"/>
                </a:solidFill>
                <a:latin typeface="Arial Black"/>
              </a:defRPr>
            </a:pPr>
            <a:r>
              <a:t>AND LET YOUR TRUMPET SOUND.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RISE, O RISE, IN SPLENDOR:</a:t>
            </a:r>
          </a:p>
          <a:p>
            <a:pPr algn="ctr">
              <a:lnSpc>
                <a:spcPct val="105000"/>
              </a:lnSpc>
              <a:spcAft>
                <a:spcPts val="1000"/>
              </a:spcAft>
              <a:defRPr sz="5500" b="1" i="0">
                <a:solidFill>
                  <a:srgbClr val="FFFFFF"/>
                </a:solidFill>
                <a:latin typeface="Arial Black"/>
              </a:defRPr>
            </a:pPr>
            <a:r>
              <a:t>DARKNESS NOW DISSOLVES AWAY,</a:t>
            </a:r>
          </a:p>
          <a:p>
            <a:pPr algn="ctr">
              <a:lnSpc>
                <a:spcPct val="105000"/>
              </a:lnSpc>
              <a:spcAft>
                <a:spcPts val="1000"/>
              </a:spcAft>
              <a:defRPr sz="5500" b="1" i="0">
                <a:solidFill>
                  <a:srgbClr val="FFFFFF"/>
                </a:solidFill>
                <a:latin typeface="Arial Black"/>
              </a:defRPr>
            </a:pPr>
            <a:r>
              <a:t>AS ALL CREATION JOINS TO SAY,</a:t>
            </a:r>
          </a:p>
          <a:p>
            <a:pPr algn="ctr">
              <a:lnSpc>
                <a:spcPct val="105000"/>
              </a:lnSpc>
              <a:spcAft>
                <a:spcPts val="1000"/>
              </a:spcAft>
              <a:defRPr sz="5500" b="1" i="0">
                <a:solidFill>
                  <a:srgbClr val="FFFFFF"/>
                </a:solidFill>
                <a:latin typeface="Arial Black"/>
              </a:defRPr>
            </a:pPr>
            <a:r>
              <a:t>"ALLELUIA!"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PRAISE TO YAHWEH, LIGHT OF DAWN,</a:t>
            </a:r>
          </a:p>
          <a:p>
            <a:pPr algn="ctr">
              <a:lnSpc>
                <a:spcPct val="105000"/>
              </a:lnSpc>
              <a:spcAft>
                <a:spcPts val="1000"/>
              </a:spcAft>
              <a:defRPr sz="5500" b="1" i="0">
                <a:solidFill>
                  <a:srgbClr val="FFFFFF"/>
                </a:solidFill>
                <a:latin typeface="Arial Black"/>
              </a:defRPr>
            </a:pPr>
            <a:r>
              <a:t>ROCK AND FORTRESS, SAVING SON,</a:t>
            </a:r>
          </a:p>
          <a:p>
            <a:pPr algn="ctr">
              <a:lnSpc>
                <a:spcPct val="105000"/>
              </a:lnSpc>
              <a:spcAft>
                <a:spcPts val="1000"/>
              </a:spcAft>
              <a:defRPr sz="5500" b="1" i="0">
                <a:solidFill>
                  <a:srgbClr val="FFFFFF"/>
                </a:solidFill>
                <a:latin typeface="Arial Black"/>
              </a:defRPr>
            </a:pPr>
            <a:r>
              <a:t>FROM THE SLAVE LAND LET US RUN,</a:t>
            </a:r>
          </a:p>
          <a:p>
            <a:pPr algn="ctr">
              <a:lnSpc>
                <a:spcPct val="105000"/>
              </a:lnSpc>
              <a:spcAft>
                <a:spcPts val="1000"/>
              </a:spcAft>
              <a:defRPr sz="5500" b="1" i="0">
                <a:solidFill>
                  <a:srgbClr val="FFFFFF"/>
                </a:solidFill>
                <a:latin typeface="Arial Black"/>
              </a:defRPr>
            </a:pPr>
            <a:r>
              <a:t>SINGING ALLELUIA.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In the Name of the Father, and of the Son, and of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Brethren (brothers and sisters), let us acknowledge our sins, and so prepare ourselves to celebrate the sacred mysteries.</a:t>
            </a:r>
          </a:p>
          <a:p>
            <a:pPr algn="ctr">
              <a:spcBef>
                <a:spcPts val="400"/>
              </a:spcBef>
              <a:spcAft>
                <a:spcPts val="500"/>
              </a:spcAft>
              <a:defRPr sz="2000" b="1" i="0">
                <a:solidFill>
                  <a:srgbClr val="FFFFFF"/>
                </a:solidFill>
                <a:latin typeface="Georgia"/>
              </a:defRPr>
            </a:pPr>
            <a:r>
              <a:t>All: I confess to almighty God</a:t>
            </a:r>
          </a:p>
          <a:p>
            <a:pPr algn="ctr">
              <a:spcAft>
                <a:spcPts val="500"/>
              </a:spcAft>
              <a:defRPr sz="1900" b="0" i="0">
                <a:solidFill>
                  <a:srgbClr val="FFFFFF"/>
                </a:solidFill>
                <a:latin typeface="Georgia"/>
              </a:defRPr>
            </a:pPr>
            <a:r>
              <a:t>and to you, my brothers and sisters,</a:t>
            </a:r>
          </a:p>
          <a:p>
            <a:pPr algn="ctr">
              <a:spcAft>
                <a:spcPts val="500"/>
              </a:spcAft>
              <a:defRPr sz="1900" b="0" i="0">
                <a:solidFill>
                  <a:srgbClr val="FFFFFF"/>
                </a:solidFill>
                <a:latin typeface="Georgia"/>
              </a:defRPr>
            </a:pPr>
            <a:r>
              <a:t>that I have greatly sinned,</a:t>
            </a:r>
          </a:p>
          <a:p>
            <a:pPr algn="ctr">
              <a:spcAft>
                <a:spcPts val="500"/>
              </a:spcAft>
              <a:defRPr sz="1900" b="0" i="0">
                <a:solidFill>
                  <a:srgbClr val="FFFFFF"/>
                </a:solidFill>
                <a:latin typeface="Georgia"/>
              </a:defRPr>
            </a:pPr>
            <a:r>
              <a:t>in my thoughts and in my words,</a:t>
            </a:r>
          </a:p>
          <a:p>
            <a:pPr algn="ctr">
              <a:spcAft>
                <a:spcPts val="500"/>
              </a:spcAft>
              <a:defRPr sz="1900" b="0" i="0">
                <a:solidFill>
                  <a:srgbClr val="FFFFFF"/>
                </a:solidFill>
                <a:latin typeface="Georgia"/>
              </a:defRPr>
            </a:pPr>
            <a:r>
              <a:t>in what I have done and in what I have failed to do,</a:t>
            </a:r>
          </a:p>
          <a:p>
            <a:pPr algn="ctr">
              <a:spcAft>
                <a:spcPts val="500"/>
              </a:spcAft>
              <a:defRPr sz="1900" b="0" i="0">
                <a:solidFill>
                  <a:srgbClr val="FFFFFF"/>
                </a:solidFill>
                <a:latin typeface="Georgia"/>
              </a:defRPr>
            </a:pPr>
            <a:r>
              <a:t>through my fault, through my fault,</a:t>
            </a:r>
          </a:p>
          <a:p>
            <a:pPr algn="ctr">
              <a:spcAft>
                <a:spcPts val="500"/>
              </a:spcAft>
              <a:defRPr sz="1900" b="0" i="0">
                <a:solidFill>
                  <a:srgbClr val="FFFFFF"/>
                </a:solidFill>
                <a:latin typeface="Georgia"/>
              </a:defRPr>
            </a:pPr>
            <a:r>
              <a:t>through my most grievous fault;</a:t>
            </a:r>
          </a:p>
          <a:p>
            <a:pPr algn="ctr">
              <a:spcAft>
                <a:spcPts val="500"/>
              </a:spcAft>
              <a:defRPr sz="1900" b="0" i="0">
                <a:solidFill>
                  <a:srgbClr val="FFFFFF"/>
                </a:solidFill>
                <a:latin typeface="Georgia"/>
              </a:defRPr>
            </a:pPr>
            <a:r>
              <a:t>therefore I ask blessed Mary ever-Virgin,</a:t>
            </a:r>
          </a:p>
          <a:p>
            <a:pPr algn="ctr">
              <a:spcAft>
                <a:spcPts val="500"/>
              </a:spcAft>
              <a:defRPr sz="1900" b="0" i="0">
                <a:solidFill>
                  <a:srgbClr val="FFFFFF"/>
                </a:solidFill>
                <a:latin typeface="Georgia"/>
              </a:defRPr>
            </a:pPr>
            <a:r>
              <a:t>all the Angels and Saints,</a:t>
            </a:r>
          </a:p>
          <a:p>
            <a:pPr algn="ctr">
              <a:spcAft>
                <a:spcPts val="500"/>
              </a:spcAft>
              <a:defRPr sz="1900" b="0" i="0">
                <a:solidFill>
                  <a:srgbClr val="FFFFFF"/>
                </a:solidFill>
                <a:latin typeface="Georgia"/>
              </a:defRPr>
            </a:pPr>
            <a:r>
              <a:t>and you, my brothers and sisters,</a:t>
            </a:r>
          </a:p>
          <a:p>
            <a:pPr algn="ctr">
              <a:spcAft>
                <a:spcPts val="500"/>
              </a:spcAft>
              <a:defRPr sz="1900" b="0" i="0">
                <a:solidFill>
                  <a:srgbClr val="FFFFFF"/>
                </a:solidFill>
                <a:latin typeface="Georgia"/>
              </a:defRPr>
            </a:pPr>
            <a:r>
              <a:t>to pray for me to the Lord our God.</a:t>
            </a:r>
          </a:p>
          <a:p>
            <a:pPr algn="ctr">
              <a:spcBef>
                <a:spcPts val="400"/>
              </a:spcBef>
              <a:spcAft>
                <a:spcPts val="500"/>
              </a:spcAft>
              <a:defRPr sz="2000" b="1" i="0">
                <a:solidFill>
                  <a:srgbClr val="D8B4FE"/>
                </a:solidFill>
                <a:latin typeface="Georgia"/>
              </a:defRPr>
            </a:pPr>
            <a:r>
              <a:t>Priest: May almighty God have mercy on us, forgive us our sins, and bring us to everlasting life.</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Penitential 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Aft>
                <a:spcPts val="500"/>
              </a:spcAft>
              <a:defRPr sz="1500" b="0" i="1">
                <a:solidFill>
                  <a:srgbClr val="D8B4FE"/>
                </a:solidFill>
                <a:latin typeface="Georgia"/>
              </a:defRPr>
            </a:pPr>
            <a:r>
              <a:t>This acclamation may also be sung, or the invocations from the Missal or approved pastoral practice may be used in full.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Kyrie Eleison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Glory to God in the highest,</a:t>
            </a:r>
          </a:p>
          <a:p>
            <a:pPr algn="ctr">
              <a:spcAft>
                <a:spcPts val="500"/>
              </a:spcAft>
              <a:defRPr sz="1900" b="0" i="0">
                <a:solidFill>
                  <a:srgbClr val="FFFFFF"/>
                </a:solidFill>
                <a:latin typeface="Georgia"/>
              </a:defRPr>
            </a:pPr>
            <a:r>
              <a:t>and on earth peace to people of good will.</a:t>
            </a:r>
          </a:p>
          <a:p>
            <a:pPr algn="ctr">
              <a:spcAft>
                <a:spcPts val="500"/>
              </a:spcAft>
              <a:defRPr sz="1900" b="0" i="0">
                <a:solidFill>
                  <a:srgbClr val="FFFFFF"/>
                </a:solidFill>
                <a:latin typeface="Georgia"/>
              </a:defRPr>
            </a:pPr>
            <a:r>
              <a:t>We praise you, we bless you, we adore you,</a:t>
            </a:r>
          </a:p>
          <a:p>
            <a:pPr algn="ctr">
              <a:spcAft>
                <a:spcPts val="500"/>
              </a:spcAft>
              <a:defRPr sz="1900" b="0" i="0">
                <a:solidFill>
                  <a:srgbClr val="FFFFFF"/>
                </a:solidFill>
                <a:latin typeface="Georgia"/>
              </a:defRPr>
            </a:pPr>
            <a:r>
              <a:t>we glorify you, we give you thanks</a:t>
            </a:r>
          </a:p>
          <a:p>
            <a:pPr algn="ctr">
              <a:spcAft>
                <a:spcPts val="500"/>
              </a:spcAft>
              <a:defRPr sz="1900" b="0" i="0">
                <a:solidFill>
                  <a:srgbClr val="FFFFFF"/>
                </a:solidFill>
                <a:latin typeface="Georgia"/>
              </a:defRPr>
            </a:pPr>
            <a:r>
              <a:t>for your great glory,</a:t>
            </a:r>
          </a:p>
          <a:p>
            <a:pPr algn="ctr">
              <a:spcAft>
                <a:spcPts val="500"/>
              </a:spcAft>
              <a:defRPr sz="1900" b="0" i="0">
                <a:solidFill>
                  <a:srgbClr val="FFFFFF"/>
                </a:solidFill>
                <a:latin typeface="Georgia"/>
              </a:defRPr>
            </a:pPr>
            <a:r>
              <a:t>Lord God, heavenly King, O God, almighty Father.</a:t>
            </a:r>
          </a:p>
          <a:p>
            <a:pPr algn="ctr">
              <a:spcAft>
                <a:spcPts val="500"/>
              </a:spcAft>
              <a:defRPr sz="1900" b="0" i="0">
                <a:solidFill>
                  <a:srgbClr val="FFFFFF"/>
                </a:solidFill>
                <a:latin typeface="Georgia"/>
              </a:defRPr>
            </a:pPr>
            <a:r>
              <a:t>Lord Jesus Christ, Only Begotten Son,</a:t>
            </a:r>
          </a:p>
          <a:p>
            <a:pPr algn="ctr">
              <a:spcAft>
                <a:spcPts val="500"/>
              </a:spcAft>
              <a:defRPr sz="1900" b="0" i="0">
                <a:solidFill>
                  <a:srgbClr val="FFFFFF"/>
                </a:solidFill>
                <a:latin typeface="Georgia"/>
              </a:defRPr>
            </a:pPr>
            <a:r>
              <a:t>Lord God, Lamb of God, Son of the Father,</a:t>
            </a:r>
          </a:p>
          <a:p>
            <a:pPr algn="ctr">
              <a:spcAft>
                <a:spcPts val="500"/>
              </a:spcAft>
              <a:defRPr sz="1900" b="0" i="0">
                <a:solidFill>
                  <a:srgbClr val="FFFFFF"/>
                </a:solidFill>
                <a:latin typeface="Georgia"/>
              </a:defRPr>
            </a:pPr>
            <a:r>
              <a:t>you take away the sins of the world, have mercy on us;</a:t>
            </a:r>
          </a:p>
          <a:p>
            <a:pPr algn="ctr">
              <a:spcAft>
                <a:spcPts val="500"/>
              </a:spcAft>
              <a:defRPr sz="1900" b="0" i="0">
                <a:solidFill>
                  <a:srgbClr val="FFFFFF"/>
                </a:solidFill>
                <a:latin typeface="Georgia"/>
              </a:defRPr>
            </a:pPr>
            <a:r>
              <a:t>you take away the sins of the world, receive our prayer;</a:t>
            </a:r>
          </a:p>
          <a:p>
            <a:pPr algn="ctr">
              <a:spcAft>
                <a:spcPts val="500"/>
              </a:spcAft>
              <a:defRPr sz="1900" b="0" i="0">
                <a:solidFill>
                  <a:srgbClr val="FFFFFF"/>
                </a:solidFill>
                <a:latin typeface="Georgia"/>
              </a:defRPr>
            </a:pPr>
            <a:r>
              <a:t>you are seated at the right hand of the Father, have mercy on us.</a:t>
            </a:r>
          </a:p>
          <a:p>
            <a:pPr algn="ctr">
              <a:spcAft>
                <a:spcPts val="500"/>
              </a:spcAft>
              <a:defRPr sz="1900" b="0" i="0">
                <a:solidFill>
                  <a:srgbClr val="FFFFFF"/>
                </a:solidFill>
                <a:latin typeface="Georgia"/>
              </a:defRPr>
            </a:pPr>
            <a:r>
              <a:t>For you alone are the Holy One,</a:t>
            </a:r>
          </a:p>
          <a:p>
            <a:pPr algn="ctr">
              <a:spcAft>
                <a:spcPts val="500"/>
              </a:spcAft>
              <a:defRPr sz="1900" b="0" i="0">
                <a:solidFill>
                  <a:srgbClr val="FFFFFF"/>
                </a:solidFill>
                <a:latin typeface="Georgia"/>
              </a:defRPr>
            </a:pPr>
            <a:r>
              <a:t>you alone are the Lord,</a:t>
            </a:r>
          </a:p>
          <a:p>
            <a:pPr algn="ctr">
              <a:spcAft>
                <a:spcPts val="500"/>
              </a:spcAft>
              <a:defRPr sz="1900" b="0" i="0">
                <a:solidFill>
                  <a:srgbClr val="FFFFFF"/>
                </a:solidFill>
                <a:latin typeface="Georgia"/>
              </a:defRPr>
            </a:pPr>
            <a:r>
              <a:t>you alone are the Most High,</a:t>
            </a:r>
          </a:p>
          <a:p>
            <a:pPr algn="ctr">
              <a:spcAft>
                <a:spcPts val="500"/>
              </a:spcAft>
              <a:defRPr sz="1900" b="0" i="0">
                <a:solidFill>
                  <a:srgbClr val="FFFFFF"/>
                </a:solidFill>
                <a:latin typeface="Georgia"/>
              </a:defRPr>
            </a:pPr>
            <a:r>
              <a:t>Jesus Christ,</a:t>
            </a:r>
          </a:p>
          <a:p>
            <a:pPr algn="ctr">
              <a:spcAft>
                <a:spcPts val="500"/>
              </a:spcAft>
              <a:defRPr sz="1900" b="0" i="0">
                <a:solidFill>
                  <a:srgbClr val="FFFFFF"/>
                </a:solidFill>
                <a:latin typeface="Georgia"/>
              </a:defRPr>
            </a:pPr>
            <a:r>
              <a:t>with the Holy Spirit,</a:t>
            </a:r>
          </a:p>
          <a:p>
            <a:pPr algn="ctr">
              <a:spcAft>
                <a:spcPts val="500"/>
              </a:spcAft>
              <a:defRPr sz="1900" b="0" i="0">
                <a:solidFill>
                  <a:srgbClr val="FFFFFF"/>
                </a:solidFill>
                <a:latin typeface="Georgia"/>
              </a:defRPr>
            </a:pPr>
            <a:r>
              <a:t>in the glory of God the Father.</a:t>
            </a:r>
          </a:p>
          <a:p>
            <a:pPr algn="ctr">
              <a:spcAft>
                <a:spcPts val="500"/>
              </a:spcAft>
              <a:defRPr sz="1900" b="0" i="0">
                <a:solidFill>
                  <a:srgbClr val="FFFFFF"/>
                </a:solidFill>
                <a:latin typeface="Georgia"/>
              </a:defRPr>
            </a:pPr>
            <a:r>
              <a:t>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Gloria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WORD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First Reading (Acts 2:14a, 36-41)</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Acts 2:14a, 36-41</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Responsorial Psalm (Psalm 23: 1-3a, 3b4, 5, 6)</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Psalm 23: 1-3a, 3b4, 5, 6</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Second Reading (1 Peter 2:20b-25)</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1 Peter 2:20b-25</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ALLELUIA! ALLELUIA! ALLELUIA! ALLELUIA!</a:t>
            </a:r>
          </a:p>
          <a:p>
            <a:pPr algn="ctr">
              <a:spcAft>
                <a:spcPts val="500"/>
              </a:spcAft>
              <a:defRPr sz="1500" b="0" i="1">
                <a:solidFill>
                  <a:srgbClr val="D8B4FE"/>
                </a:solidFill>
                <a:latin typeface="Georgia"/>
              </a:defRPr>
            </a:pPr>
            <a:r>
              <a:t>Sing the verse of the Gospel Acclamation given in the Lectionary for this Mass in full, not shortened.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If a commentator announces the verse before the Gospel Acclamation, the verse from the Lectionary is spoken in full, and then the assembly sings the Alleluia and response without abbreviation.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FFFFF"/>
                </a:solidFill>
                <a:latin typeface="Georgia"/>
              </a:defRPr>
            </a:pPr>
            <a:r>
              <a:t>All: Glory to you, O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John 10:1-10</a:t>
            </a:r>
          </a:p>
          <a:p>
            <a:pPr algn="ctr">
              <a:spcAft>
                <a:spcPts val="500"/>
              </a:spcAft>
              <a:defRPr sz="1500" b="0" i="1">
                <a:solidFill>
                  <a:srgbClr val="D8B4FE"/>
                </a:solidFill>
                <a:latin typeface="Georgia"/>
              </a:defRPr>
            </a:pPr>
          </a:p>
          <a:p>
            <a:pPr algn="ctr">
              <a:spcBef>
                <a:spcPts val="400"/>
              </a:spcBef>
              <a:spcAft>
                <a:spcPts val="500"/>
              </a:spcAft>
              <a:defRPr sz="2000" b="1" i="0">
                <a:solidFill>
                  <a:srgbClr val="FFFFFF"/>
                </a:solidFill>
                <a:latin typeface="Georgia"/>
              </a:defRPr>
            </a:pPr>
            <a:r>
              <a:t>All: “Most certainly, I tell you, one who doesn't enter by the door into the sheep fold, but climbs up some other way, the same is a thief and a robber.”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a:t>
            </a:r>
          </a:p>
        </p:txBody>
      </p:sp>
      <p:sp>
        <p:nvSpPr>
          <p:cNvPr id="5" name="TextBox 4"/>
          <p:cNvSpPr txBox="1"/>
          <p:nvPr/>
        </p:nvSpPr>
        <p:spPr>
          <a:xfrm>
            <a:off x="914400" y="238658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John 10:1-10  ·  slide 1 of 2</a:t>
            </a:r>
          </a:p>
        </p:txBody>
      </p:sp>
      <p:sp>
        <p:nvSpPr>
          <p:cNvPr id="6" name="TextBox 5"/>
          <p:cNvSpPr txBox="1"/>
          <p:nvPr/>
        </p:nvSpPr>
        <p:spPr>
          <a:xfrm>
            <a:off x="914400" y="2935224"/>
            <a:ext cx="16459200" cy="643737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“Most certainly, I tell you, one who doesn’t enter by the door into the sheep fold, but climbs up some other way, the same is a thief and a robber. But one who enters in by the door is the shepherd of the sheep. The gatekeeper opens the gate for him, and the sheep listen to his voice. He calls his own sheep by name, and leads them out. Whenever he brings out his own sheep, he goes before them, and the sheep follow him, for they know his voice. They will by no means follow a stranger, but will flee from him; for they don’t know the voice of strangers.” Jesus spoke this parable to them, but they didn’t understand what he was telling them. Jesus therefore said to them again, “Most certainly, I tell you, I am the sheep’s door. All who came before me are thieves and robbers, but the sheep didn’t listen to them.</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 (continued)</a:t>
            </a:r>
          </a:p>
        </p:txBody>
      </p:sp>
      <p:sp>
        <p:nvSpPr>
          <p:cNvPr id="5" name="TextBox 4"/>
          <p:cNvSpPr txBox="1"/>
          <p:nvPr/>
        </p:nvSpPr>
        <p:spPr>
          <a:xfrm>
            <a:off x="914400" y="238658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John 10:1-10  ·  slide 2 of 2</a:t>
            </a:r>
          </a:p>
        </p:txBody>
      </p:sp>
      <p:sp>
        <p:nvSpPr>
          <p:cNvPr id="6" name="TextBox 5"/>
          <p:cNvSpPr txBox="1"/>
          <p:nvPr/>
        </p:nvSpPr>
        <p:spPr>
          <a:xfrm>
            <a:off x="914400" y="2935224"/>
            <a:ext cx="16459200" cy="643737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I am the door. If anyone enters in by me, he will be saved, and will go in and go out, and will find pasture. The thief only comes to steal, kill, and destroy. I came that they may have life, and may have it abundantly.</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Gospel of the Lord.</a:t>
            </a:r>
          </a:p>
          <a:p>
            <a:pPr algn="ctr">
              <a:spcBef>
                <a:spcPts val="400"/>
              </a:spcBef>
              <a:spcAft>
                <a:spcPts val="500"/>
              </a:spcAft>
              <a:defRPr sz="2000" b="1" i="0">
                <a:solidFill>
                  <a:srgbClr val="FFFFFF"/>
                </a:solidFill>
                <a:latin typeface="Georgia"/>
              </a:defRPr>
            </a:pPr>
            <a:r>
              <a:t>All: Praise to you, Lord Jesus Christ.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Time for the homily — Father will now preach.</a:t>
            </a:r>
          </a:p>
          <a:p>
            <a:pPr algn="ctr">
              <a:spcAft>
                <a:spcPts val="500"/>
              </a:spcAft>
              <a:defRPr sz="1500" b="0" i="1">
                <a:solidFill>
                  <a:srgbClr val="D8B4FE"/>
                </a:solidFill>
                <a:latin typeface="Georgia"/>
              </a:defRPr>
            </a:pPr>
            <a:r>
              <a:t>Commentator may introduce the theme.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Homily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I believe in one God,</a:t>
            </a:r>
          </a:p>
          <a:p>
            <a:pPr algn="ctr">
              <a:spcAft>
                <a:spcPts val="500"/>
              </a:spcAft>
              <a:defRPr sz="1900" b="0" i="0">
                <a:solidFill>
                  <a:srgbClr val="FFFFFF"/>
                </a:solidFill>
                <a:latin typeface="Georgia"/>
              </a:defRPr>
            </a:pPr>
            <a:r>
              <a:t>the Father almighty,</a:t>
            </a:r>
          </a:p>
          <a:p>
            <a:pPr algn="ctr">
              <a:spcAft>
                <a:spcPts val="500"/>
              </a:spcAft>
              <a:defRPr sz="1900" b="0" i="0">
                <a:solidFill>
                  <a:srgbClr val="FFFFFF"/>
                </a:solidFill>
                <a:latin typeface="Georgia"/>
              </a:defRPr>
            </a:pPr>
            <a:r>
              <a:t>maker of heaven and earth,</a:t>
            </a:r>
          </a:p>
          <a:p>
            <a:pPr algn="ctr">
              <a:spcAft>
                <a:spcPts val="500"/>
              </a:spcAft>
              <a:defRPr sz="1900" b="0" i="0">
                <a:solidFill>
                  <a:srgbClr val="FFFFFF"/>
                </a:solidFill>
                <a:latin typeface="Georgia"/>
              </a:defRPr>
            </a:pPr>
            <a:r>
              <a:t>of all things visible and invisible.</a:t>
            </a:r>
          </a:p>
          <a:p>
            <a:pPr algn="ctr">
              <a:spcAft>
                <a:spcPts val="500"/>
              </a:spcAft>
              <a:defRPr sz="1900" b="0" i="0">
                <a:solidFill>
                  <a:srgbClr val="FFFFFF"/>
                </a:solidFill>
                <a:latin typeface="Georgia"/>
              </a:defRPr>
            </a:pPr>
            <a:r>
              <a:t>I believe in one Lord Jesus Christ,</a:t>
            </a:r>
          </a:p>
          <a:p>
            <a:pPr algn="ctr">
              <a:spcAft>
                <a:spcPts val="500"/>
              </a:spcAft>
              <a:defRPr sz="1900" b="0" i="0">
                <a:solidFill>
                  <a:srgbClr val="FFFFFF"/>
                </a:solidFill>
                <a:latin typeface="Georgia"/>
              </a:defRPr>
            </a:pPr>
            <a:r>
              <a:t>the Only Begotten Son of God,</a:t>
            </a:r>
          </a:p>
          <a:p>
            <a:pPr algn="ctr">
              <a:spcAft>
                <a:spcPts val="500"/>
              </a:spcAft>
              <a:defRPr sz="1900" b="0" i="0">
                <a:solidFill>
                  <a:srgbClr val="FFFFFF"/>
                </a:solidFill>
                <a:latin typeface="Georgia"/>
              </a:defRPr>
            </a:pPr>
            <a:r>
              <a:t>born of the Father before all ages.</a:t>
            </a:r>
          </a:p>
          <a:p>
            <a:pPr algn="ctr">
              <a:spcAft>
                <a:spcPts val="500"/>
              </a:spcAft>
              <a:defRPr sz="1900" b="0" i="0">
                <a:solidFill>
                  <a:srgbClr val="FFFFFF"/>
                </a:solidFill>
                <a:latin typeface="Georgia"/>
              </a:defRPr>
            </a:pPr>
            <a:r>
              <a:t>God from God, Light from Light,</a:t>
            </a:r>
          </a:p>
          <a:p>
            <a:pPr algn="ctr">
              <a:spcAft>
                <a:spcPts val="500"/>
              </a:spcAft>
              <a:defRPr sz="1900" b="0" i="0">
                <a:solidFill>
                  <a:srgbClr val="FFFFFF"/>
                </a:solidFill>
                <a:latin typeface="Georgia"/>
              </a:defRPr>
            </a:pPr>
            <a:r>
              <a:t>true God from true God,</a:t>
            </a:r>
          </a:p>
          <a:p>
            <a:pPr algn="ctr">
              <a:spcAft>
                <a:spcPts val="500"/>
              </a:spcAft>
              <a:defRPr sz="1900" b="0" i="0">
                <a:solidFill>
                  <a:srgbClr val="FFFFFF"/>
                </a:solidFill>
                <a:latin typeface="Georgia"/>
              </a:defRPr>
            </a:pPr>
            <a:r>
              <a:t>begotten, not made, consubstantial with the Father;</a:t>
            </a:r>
          </a:p>
          <a:p>
            <a:pPr algn="ctr">
              <a:spcAft>
                <a:spcPts val="500"/>
              </a:spcAft>
              <a:defRPr sz="1900" b="0" i="0">
                <a:solidFill>
                  <a:srgbClr val="FFFFFF"/>
                </a:solidFill>
                <a:latin typeface="Georgia"/>
              </a:defRPr>
            </a:pPr>
            <a:r>
              <a:t>through him all things were made.</a:t>
            </a:r>
          </a:p>
          <a:p>
            <a:pPr algn="ctr">
              <a:spcAft>
                <a:spcPts val="500"/>
              </a:spcAft>
              <a:defRPr sz="1900" b="0" i="0">
                <a:solidFill>
                  <a:srgbClr val="FFFFFF"/>
                </a:solidFill>
                <a:latin typeface="Georgia"/>
              </a:defRPr>
            </a:pPr>
            <a:r>
              <a:t>For us men and for our salvation</a:t>
            </a:r>
          </a:p>
          <a:p>
            <a:pPr algn="ctr">
              <a:spcAft>
                <a:spcPts val="500"/>
              </a:spcAft>
              <a:defRPr sz="1900" b="0" i="0">
                <a:solidFill>
                  <a:srgbClr val="FFFFFF"/>
                </a:solidFill>
                <a:latin typeface="Georgia"/>
              </a:defRPr>
            </a:pPr>
            <a:r>
              <a:t>he came down from heaven,</a:t>
            </a:r>
          </a:p>
          <a:p>
            <a:pPr algn="ctr">
              <a:spcAft>
                <a:spcPts val="500"/>
              </a:spcAft>
              <a:defRPr sz="1900" b="0" i="0">
                <a:solidFill>
                  <a:srgbClr val="FFFFFF"/>
                </a:solidFill>
                <a:latin typeface="Georgia"/>
              </a:defRPr>
            </a:pPr>
            <a:r>
              <a:t>and by the Holy Spirit was incarnate of the Virgin Mary,</a:t>
            </a:r>
          </a:p>
          <a:p>
            <a:pPr algn="ctr">
              <a:spcAft>
                <a:spcPts val="500"/>
              </a:spcAft>
              <a:defRPr sz="1900" b="0" i="0">
                <a:solidFill>
                  <a:srgbClr val="FFFFFF"/>
                </a:solidFill>
                <a:latin typeface="Georgia"/>
              </a:defRPr>
            </a:pPr>
            <a:r>
              <a:t>and became man.</a:t>
            </a:r>
          </a:p>
          <a:p>
            <a:pPr algn="ctr">
              <a:spcAft>
                <a:spcPts val="500"/>
              </a:spcAft>
              <a:defRPr sz="1900" b="0" i="0">
                <a:solidFill>
                  <a:srgbClr val="FFFFFF"/>
                </a:solidFill>
                <a:latin typeface="Georgia"/>
              </a:defRPr>
            </a:pPr>
            <a:r>
              <a:t>For our sake he was crucified under Pontius Pilate,</a:t>
            </a:r>
          </a:p>
          <a:p>
            <a:pPr algn="ctr">
              <a:spcAft>
                <a:spcPts val="500"/>
              </a:spcAft>
              <a:defRPr sz="1900" b="0" i="0">
                <a:solidFill>
                  <a:srgbClr val="FFFFFF"/>
                </a:solidFill>
                <a:latin typeface="Georgia"/>
              </a:defRPr>
            </a:pPr>
            <a:r>
              <a:t>he suffered death and was buried,</a:t>
            </a:r>
          </a:p>
          <a:p>
            <a:pPr algn="ctr">
              <a:spcAft>
                <a:spcPts val="500"/>
              </a:spcAft>
              <a:defRPr sz="1900" b="0" i="0">
                <a:solidFill>
                  <a:srgbClr val="FFFFFF"/>
                </a:solidFill>
                <a:latin typeface="Georgia"/>
              </a:defRPr>
            </a:pPr>
            <a:r>
              <a:t>and rose again on the third day</a:t>
            </a:r>
          </a:p>
          <a:p>
            <a:pPr algn="ctr">
              <a:spcAft>
                <a:spcPts val="500"/>
              </a:spcAft>
              <a:defRPr sz="1900" b="0" i="0">
                <a:solidFill>
                  <a:srgbClr val="FFFFFF"/>
                </a:solidFill>
                <a:latin typeface="Georgia"/>
              </a:defRPr>
            </a:pPr>
            <a:r>
              <a:t>in accordance with the Scriptures.</a:t>
            </a:r>
          </a:p>
          <a:p>
            <a:pPr algn="ctr">
              <a:spcAft>
                <a:spcPts val="500"/>
              </a:spcAft>
              <a:defRPr sz="1900" b="0" i="0">
                <a:solidFill>
                  <a:srgbClr val="FFFFFF"/>
                </a:solidFill>
                <a:latin typeface="Georgia"/>
              </a:defRPr>
            </a:pPr>
            <a:r>
              <a:t>He ascended into heaven</a:t>
            </a:r>
          </a:p>
          <a:p>
            <a:pPr algn="ctr">
              <a:spcAft>
                <a:spcPts val="500"/>
              </a:spcAft>
              <a:defRPr sz="1900" b="0" i="0">
                <a:solidFill>
                  <a:srgbClr val="FFFFFF"/>
                </a:solidFill>
                <a:latin typeface="Georgia"/>
              </a:defRPr>
            </a:pPr>
            <a:r>
              <a:t>and is seated at the right hand of the Father.</a:t>
            </a:r>
          </a:p>
          <a:p>
            <a:pPr algn="ctr">
              <a:spcAft>
                <a:spcPts val="500"/>
              </a:spcAft>
              <a:defRPr sz="1900" b="0" i="0">
                <a:solidFill>
                  <a:srgbClr val="FFFFFF"/>
                </a:solidFill>
                <a:latin typeface="Georgia"/>
              </a:defRPr>
            </a:pPr>
            <a:r>
              <a:t>He will come again in glory</a:t>
            </a:r>
          </a:p>
          <a:p>
            <a:pPr algn="ctr">
              <a:spcAft>
                <a:spcPts val="500"/>
              </a:spcAft>
              <a:defRPr sz="1900" b="0" i="0">
                <a:solidFill>
                  <a:srgbClr val="FFFFFF"/>
                </a:solidFill>
                <a:latin typeface="Georgia"/>
              </a:defRPr>
            </a:pPr>
            <a:r>
              <a:t>to judge the living and the dead</a:t>
            </a:r>
          </a:p>
          <a:p>
            <a:pPr algn="ctr">
              <a:spcAft>
                <a:spcPts val="500"/>
              </a:spcAft>
              <a:defRPr sz="1900" b="0" i="0">
                <a:solidFill>
                  <a:srgbClr val="FFFFFF"/>
                </a:solidFill>
                <a:latin typeface="Georgia"/>
              </a:defRPr>
            </a:pPr>
            <a:r>
              <a:t>and his kingdom will have no end.</a:t>
            </a:r>
          </a:p>
          <a:p>
            <a:pPr algn="ctr">
              <a:spcAft>
                <a:spcPts val="500"/>
              </a:spcAft>
              <a:defRPr sz="1900" b="0" i="0">
                <a:solidFill>
                  <a:srgbClr val="FFFFFF"/>
                </a:solidFill>
                <a:latin typeface="Georgia"/>
              </a:defRPr>
            </a:pPr>
            <a:r>
              <a:t>I believe in the Holy Spirit, the Lord, the giver of life,</a:t>
            </a:r>
          </a:p>
          <a:p>
            <a:pPr algn="ctr">
              <a:spcAft>
                <a:spcPts val="500"/>
              </a:spcAft>
              <a:defRPr sz="1900" b="0" i="0">
                <a:solidFill>
                  <a:srgbClr val="FFFFFF"/>
                </a:solidFill>
                <a:latin typeface="Georgia"/>
              </a:defRPr>
            </a:pPr>
            <a:r>
              <a:t>who proceeds from the Father and the Son,</a:t>
            </a:r>
          </a:p>
          <a:p>
            <a:pPr algn="ctr">
              <a:spcAft>
                <a:spcPts val="500"/>
              </a:spcAft>
              <a:defRPr sz="1900" b="0" i="0">
                <a:solidFill>
                  <a:srgbClr val="FFFFFF"/>
                </a:solidFill>
                <a:latin typeface="Georgia"/>
              </a:defRPr>
            </a:pPr>
            <a:r>
              <a:t>who with the Father and the Son is adored and glorified,</a:t>
            </a:r>
          </a:p>
          <a:p>
            <a:pPr algn="ctr">
              <a:spcAft>
                <a:spcPts val="500"/>
              </a:spcAft>
              <a:defRPr sz="1900" b="0" i="0">
                <a:solidFill>
                  <a:srgbClr val="FFFFFF"/>
                </a:solidFill>
                <a:latin typeface="Georgia"/>
              </a:defRPr>
            </a:pPr>
            <a:r>
              <a:t>who has spoken through the prophets.</a:t>
            </a:r>
          </a:p>
          <a:p>
            <a:pPr algn="ctr">
              <a:spcAft>
                <a:spcPts val="500"/>
              </a:spcAft>
              <a:defRPr sz="1900" b="0" i="0">
                <a:solidFill>
                  <a:srgbClr val="FFFFFF"/>
                </a:solidFill>
                <a:latin typeface="Georgia"/>
              </a:defRPr>
            </a:pPr>
            <a:r>
              <a:t>I believe in one, holy, catholic and apostolic Church.</a:t>
            </a:r>
          </a:p>
          <a:p>
            <a:pPr algn="ctr">
              <a:spcAft>
                <a:spcPts val="500"/>
              </a:spcAft>
              <a:defRPr sz="1900" b="0" i="0">
                <a:solidFill>
                  <a:srgbClr val="FFFFFF"/>
                </a:solidFill>
                <a:latin typeface="Georgia"/>
              </a:defRPr>
            </a:pPr>
            <a:r>
              <a:t>I confess one Baptism for the forgiveness of sins</a:t>
            </a:r>
          </a:p>
          <a:p>
            <a:pPr algn="ctr">
              <a:spcAft>
                <a:spcPts val="500"/>
              </a:spcAft>
              <a:defRPr sz="1900" b="0" i="0">
                <a:solidFill>
                  <a:srgbClr val="FFFFFF"/>
                </a:solidFill>
                <a:latin typeface="Georgia"/>
              </a:defRPr>
            </a:pPr>
            <a:r>
              <a:t>and I look forward to the resurrection of the dead</a:t>
            </a:r>
          </a:p>
          <a:p>
            <a:pPr algn="ctr">
              <a:spcAft>
                <a:spcPts val="500"/>
              </a:spcAft>
              <a:defRPr sz="1900" b="0" i="0">
                <a:solidFill>
                  <a:srgbClr val="FFFFFF"/>
                </a:solidFill>
                <a:latin typeface="Georgia"/>
              </a:defRPr>
            </a:pPr>
            <a:r>
              <a:t>and the life of the world to come.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Nicene Creed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FFFFF"/>
                </a:solidFill>
                <a:latin typeface="Georgia"/>
              </a:defRPr>
            </a:pPr>
            <a:r>
              <a:t>All: Lord, hear our prayer.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Priest concludes the Prayer of the Faithful with a prayer in full, for example:</a:t>
            </a:r>
          </a:p>
          <a:p>
            <a:pPr algn="ctr">
              <a:spcBef>
                <a:spcPts val="400"/>
              </a:spcBef>
              <a:spcAft>
                <a:spcPts val="500"/>
              </a:spcAft>
              <a:defRPr sz="2000" b="1" i="0">
                <a:solidFill>
                  <a:srgbClr val="D8B4FE"/>
                </a:solidFill>
                <a:latin typeface="Georgia"/>
              </a:defRPr>
            </a:pPr>
            <a:r>
              <a:t>Priest: Heavenly Father, hear the prayers of the Church, which we make through Christ our Lord.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I Am the Bread of Life</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 AM THE BREAD OF LIFE;</a:t>
            </a:r>
          </a:p>
          <a:p>
            <a:pPr algn="ctr">
              <a:lnSpc>
                <a:spcPct val="105000"/>
              </a:lnSpc>
              <a:spcAft>
                <a:spcPts val="1000"/>
              </a:spcAft>
              <a:defRPr sz="5500" b="1" i="0">
                <a:solidFill>
                  <a:srgbClr val="FFFFFF"/>
                </a:solidFill>
                <a:latin typeface="Arial Black"/>
              </a:defRPr>
            </a:pPr>
            <a:r>
              <a:t>ALL WHO COME TO ME SHALL NOT HUNGER,</a:t>
            </a:r>
          </a:p>
          <a:p>
            <a:pPr algn="ctr">
              <a:lnSpc>
                <a:spcPct val="105000"/>
              </a:lnSpc>
              <a:spcAft>
                <a:spcPts val="1000"/>
              </a:spcAft>
              <a:defRPr sz="5500" b="1" i="0">
                <a:solidFill>
                  <a:srgbClr val="FFFFFF"/>
                </a:solidFill>
                <a:latin typeface="Arial Black"/>
              </a:defRPr>
            </a:pPr>
            <a:r>
              <a:t>AND WHO BELIEVE IN ME SHALL NOT THIRST.</a:t>
            </a:r>
          </a:p>
          <a:p>
            <a:pPr algn="ctr">
              <a:lnSpc>
                <a:spcPct val="105000"/>
              </a:lnSpc>
              <a:spcAft>
                <a:spcPts val="1000"/>
              </a:spcAft>
              <a:defRPr sz="5500" b="1" i="0">
                <a:solidFill>
                  <a:srgbClr val="FFFFFF"/>
                </a:solidFill>
                <a:latin typeface="Arial Black"/>
              </a:defRPr>
            </a:pPr>
            <a:r>
              <a:t>NO ONE CAN COME TO ME UNLESS</a:t>
            </a:r>
          </a:p>
          <a:p>
            <a:pPr algn="ctr">
              <a:lnSpc>
                <a:spcPct val="105000"/>
              </a:lnSpc>
              <a:spcAft>
                <a:spcPts val="1000"/>
              </a:spcAft>
              <a:defRPr sz="5500" b="1" i="0">
                <a:solidFill>
                  <a:srgbClr val="FFFFFF"/>
                </a:solidFill>
                <a:latin typeface="Arial Black"/>
              </a:defRPr>
            </a:pPr>
            <a:r>
              <a:t>MY FATHER BECKONS.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 ON THE LAST DAY.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THE BREAD THAT I WILL GIVE</a:t>
            </a:r>
          </a:p>
          <a:p>
            <a:pPr algn="ctr">
              <a:lnSpc>
                <a:spcPct val="105000"/>
              </a:lnSpc>
              <a:spcAft>
                <a:spcPts val="1000"/>
              </a:spcAft>
              <a:defRPr sz="5500" b="1" i="0">
                <a:solidFill>
                  <a:srgbClr val="FFFFFF"/>
                </a:solidFill>
                <a:latin typeface="Arial Black"/>
              </a:defRPr>
            </a:pPr>
            <a:r>
              <a:t>IS MY FLESH FOR THE LIFE OF THE WORLD</a:t>
            </a:r>
          </a:p>
          <a:p>
            <a:pPr algn="ctr">
              <a:lnSpc>
                <a:spcPct val="105000"/>
              </a:lnSpc>
              <a:spcAft>
                <a:spcPts val="1000"/>
              </a:spcAft>
              <a:defRPr sz="5500" b="1" i="0">
                <a:solidFill>
                  <a:srgbClr val="FFFFFF"/>
                </a:solidFill>
                <a:latin typeface="Arial Black"/>
              </a:defRPr>
            </a:pPr>
            <a:r>
              <a:t>AND IF YOU EAT OF THIS BREAD,</a:t>
            </a:r>
          </a:p>
          <a:p>
            <a:pPr algn="ctr">
              <a:lnSpc>
                <a:spcPct val="105000"/>
              </a:lnSpc>
              <a:spcAft>
                <a:spcPts val="1000"/>
              </a:spcAft>
              <a:defRPr sz="5500" b="1" i="0">
                <a:solidFill>
                  <a:srgbClr val="FFFFFF"/>
                </a:solidFill>
                <a:latin typeface="Arial Black"/>
              </a:defRPr>
            </a:pPr>
            <a:r>
              <a:t>YOU SHALL LIVE FOREVER,</a:t>
            </a:r>
          </a:p>
          <a:p>
            <a:pPr algn="ctr">
              <a:lnSpc>
                <a:spcPct val="105000"/>
              </a:lnSpc>
              <a:spcAft>
                <a:spcPts val="1000"/>
              </a:spcAft>
              <a:defRPr sz="5500" b="1" i="0">
                <a:solidFill>
                  <a:srgbClr val="FFFFFF"/>
                </a:solidFill>
                <a:latin typeface="Arial Black"/>
              </a:defRPr>
            </a:pPr>
            <a:r>
              <a:t>YES, LIVE FOREVER.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UNLESS YOU EAT</a:t>
            </a:r>
          </a:p>
          <a:p>
            <a:pPr algn="ctr">
              <a:lnSpc>
                <a:spcPct val="105000"/>
              </a:lnSpc>
              <a:spcAft>
                <a:spcPts val="1000"/>
              </a:spcAft>
              <a:defRPr sz="5500" b="1" i="0">
                <a:solidFill>
                  <a:srgbClr val="FFFFFF"/>
                </a:solidFill>
                <a:latin typeface="Arial Black"/>
              </a:defRPr>
            </a:pPr>
            <a:r>
              <a:t>OF THE FLESH OF THE SON OF MAN</a:t>
            </a:r>
          </a:p>
          <a:p>
            <a:pPr algn="ctr">
              <a:lnSpc>
                <a:spcPct val="105000"/>
              </a:lnSpc>
              <a:spcAft>
                <a:spcPts val="1000"/>
              </a:spcAft>
              <a:defRPr sz="5500" b="1" i="0">
                <a:solidFill>
                  <a:srgbClr val="FFFFFF"/>
                </a:solidFill>
                <a:latin typeface="Arial Black"/>
              </a:defRPr>
            </a:pPr>
            <a:r>
              <a:t>AND DRINK OF HIS BLOOD,</a:t>
            </a:r>
          </a:p>
          <a:p>
            <a:pPr algn="ctr">
              <a:lnSpc>
                <a:spcPct val="105000"/>
              </a:lnSpc>
              <a:spcAft>
                <a:spcPts val="1000"/>
              </a:spcAft>
              <a:defRPr sz="5500" b="1" i="0">
                <a:solidFill>
                  <a:srgbClr val="FFFFFF"/>
                </a:solidFill>
                <a:latin typeface="Arial Black"/>
              </a:defRPr>
            </a:pPr>
            <a:r>
              <a:t>AND DRINK OF HIS BLOOD,</a:t>
            </a:r>
          </a:p>
          <a:p>
            <a:pPr algn="ctr">
              <a:lnSpc>
                <a:spcPct val="105000"/>
              </a:lnSpc>
              <a:spcAft>
                <a:spcPts val="1000"/>
              </a:spcAft>
              <a:defRPr sz="5500" b="1" i="0">
                <a:solidFill>
                  <a:srgbClr val="FFFFFF"/>
                </a:solidFill>
                <a:latin typeface="Arial Black"/>
              </a:defRPr>
            </a:pPr>
            <a:r>
              <a:t>THERE IS NO LIFE IN YOU,</a:t>
            </a:r>
          </a:p>
          <a:p>
            <a:pPr algn="ctr">
              <a:lnSpc>
                <a:spcPct val="105000"/>
              </a:lnSpc>
              <a:spcAft>
                <a:spcPts val="1000"/>
              </a:spcAft>
              <a:defRPr sz="5500" b="1" i="0">
                <a:solidFill>
                  <a:srgbClr val="FFFFFF"/>
                </a:solidFill>
                <a:latin typeface="Arial Black"/>
              </a:defRPr>
            </a:pPr>
            <a:r>
              <a:t>THERE IS NO LIFE IN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 ON THE LAST DAY.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Pray, brethren, that my sacrifice and yours may be acceptable to God, the almighty Father.</a:t>
            </a:r>
          </a:p>
          <a:p>
            <a:pPr algn="ctr">
              <a:spcBef>
                <a:spcPts val="400"/>
              </a:spcBef>
              <a:spcAft>
                <a:spcPts val="500"/>
              </a:spcAft>
              <a:defRPr sz="2000" b="1" i="0">
                <a:solidFill>
                  <a:srgbClr val="FFFFFF"/>
                </a:solidFill>
                <a:latin typeface="Georgia"/>
              </a:defRPr>
            </a:pPr>
            <a:r>
              <a:t>All: May the Lord accept the sacrifice at your hands, for the praise and glory of his name, for our good and the good of all his holy Church.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Lift up your hearts.</a:t>
            </a:r>
          </a:p>
          <a:p>
            <a:pPr algn="ctr">
              <a:spcBef>
                <a:spcPts val="400"/>
              </a:spcBef>
              <a:spcAft>
                <a:spcPts val="500"/>
              </a:spcAft>
              <a:defRPr sz="2000" b="1" i="0">
                <a:solidFill>
                  <a:srgbClr val="FFFFFF"/>
                </a:solidFill>
                <a:latin typeface="Georgia"/>
              </a:defRPr>
            </a:pPr>
            <a:r>
              <a:t>All: We lift them up to the Lord.</a:t>
            </a:r>
          </a:p>
          <a:p>
            <a:pPr algn="ctr">
              <a:spcBef>
                <a:spcPts val="400"/>
              </a:spcBef>
              <a:spcAft>
                <a:spcPts val="500"/>
              </a:spcAft>
              <a:defRPr sz="2000" b="1" i="0">
                <a:solidFill>
                  <a:srgbClr val="D8B4FE"/>
                </a:solidFill>
                <a:latin typeface="Georgia"/>
              </a:defRPr>
            </a:pPr>
            <a:r>
              <a:t>Priest: Let us give thanks to the Lord our God.</a:t>
            </a:r>
          </a:p>
          <a:p>
            <a:pPr algn="ctr">
              <a:spcBef>
                <a:spcPts val="400"/>
              </a:spcBef>
              <a:spcAft>
                <a:spcPts val="500"/>
              </a:spcAft>
              <a:defRPr sz="2000" b="1" i="0">
                <a:solidFill>
                  <a:srgbClr val="FFFFFF"/>
                </a:solidFill>
                <a:latin typeface="Georgia"/>
              </a:defRPr>
            </a:pPr>
            <a:r>
              <a:t>All: It is right and just.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Holy, Holy, Holy Lord God of hosts.</a:t>
            </a:r>
          </a:p>
          <a:p>
            <a:pPr algn="ctr">
              <a:spcAft>
                <a:spcPts val="500"/>
              </a:spcAft>
              <a:defRPr sz="1900" b="0" i="0">
                <a:solidFill>
                  <a:srgbClr val="FFFFFF"/>
                </a:solidFill>
                <a:latin typeface="Georgia"/>
              </a:defRPr>
            </a:pPr>
            <a:r>
              <a:t>Heaven and earth are full of your glory.</a:t>
            </a:r>
          </a:p>
          <a:p>
            <a:pPr algn="ctr">
              <a:spcAft>
                <a:spcPts val="500"/>
              </a:spcAft>
              <a:defRPr sz="1900" b="0" i="0">
                <a:solidFill>
                  <a:srgbClr val="FFFFFF"/>
                </a:solidFill>
                <a:latin typeface="Georgia"/>
              </a:defRPr>
            </a:pPr>
            <a:r>
              <a:t>Hosanna in the highest.</a:t>
            </a:r>
          </a:p>
          <a:p>
            <a:pPr algn="ctr">
              <a:spcAft>
                <a:spcPts val="500"/>
              </a:spcAft>
              <a:defRPr sz="1900" b="0" i="0">
                <a:solidFill>
                  <a:srgbClr val="FFFFFF"/>
                </a:solidFill>
                <a:latin typeface="Georgia"/>
              </a:defRPr>
            </a:pPr>
            <a:r>
              <a:t>Blessed is he who comes in the name of the Lord.</a:t>
            </a:r>
          </a:p>
          <a:p>
            <a:pPr algn="ctr">
              <a:spcAft>
                <a:spcPts val="500"/>
              </a:spcAft>
              <a:defRPr sz="1900" b="0" i="0">
                <a:solidFill>
                  <a:srgbClr val="FFFFFF"/>
                </a:solidFill>
                <a:latin typeface="Georgia"/>
              </a:defRPr>
            </a:pPr>
            <a:r>
              <a:t>Hosanna in the highest.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Sanctus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We proclaim your Death, O Lord,</a:t>
            </a:r>
          </a:p>
          <a:p>
            <a:pPr algn="ctr">
              <a:spcAft>
                <a:spcPts val="500"/>
              </a:spcAft>
              <a:defRPr sz="1900" b="0" i="0">
                <a:solidFill>
                  <a:srgbClr val="FFFFFF"/>
                </a:solidFill>
                <a:latin typeface="Georgia"/>
              </a:defRPr>
            </a:pPr>
            <a:r>
              <a:t>and profess your Resurrection</a:t>
            </a:r>
          </a:p>
          <a:p>
            <a:pPr algn="ctr">
              <a:spcAft>
                <a:spcPts val="500"/>
              </a:spcAft>
              <a:defRPr sz="1900" b="0" i="0">
                <a:solidFill>
                  <a:srgbClr val="FFFFFF"/>
                </a:solidFill>
                <a:latin typeface="Georgia"/>
              </a:defRPr>
            </a:pPr>
            <a:r>
              <a:t>until you come again.</a:t>
            </a:r>
          </a:p>
          <a:p>
            <a:pPr algn="ctr">
              <a:spcAft>
                <a:spcPts val="500"/>
              </a:spcAft>
              <a:defRPr sz="1500" b="0" i="1">
                <a:solidFill>
                  <a:srgbClr val="D8B4FE"/>
                </a:solidFill>
                <a:latin typeface="Georgia"/>
              </a:defRPr>
            </a:pPr>
            <a:r>
              <a:t>(Alternate forms may be used as approved by the Conference of Bishops.)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Eucharistic Prayer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Amen.</a:t>
            </a:r>
          </a:p>
          <a:p>
            <a:pPr algn="ctr">
              <a:spcAft>
                <a:spcPts val="500"/>
              </a:spcAft>
              <a:defRPr sz="1500" b="0" i="1">
                <a:solidFill>
                  <a:srgbClr val="D8B4FE"/>
                </a:solidFill>
                <a:latin typeface="Georgia"/>
              </a:defRPr>
            </a:pPr>
            <a:r>
              <a:t>The people respond “Amen” once to the doxology at the end of the Eucharistic Prayer, unless local solemn custom repeats 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Great Amen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Our Father, who art in heaven,</a:t>
            </a:r>
          </a:p>
          <a:p>
            <a:pPr algn="ctr">
              <a:spcAft>
                <a:spcPts val="500"/>
              </a:spcAft>
              <a:defRPr sz="1900" b="0" i="0">
                <a:solidFill>
                  <a:srgbClr val="FFFFFF"/>
                </a:solidFill>
                <a:latin typeface="Georgia"/>
              </a:defRPr>
            </a:pPr>
            <a:r>
              <a:t>hallowed be thy name;</a:t>
            </a:r>
          </a:p>
          <a:p>
            <a:pPr algn="ctr">
              <a:spcAft>
                <a:spcPts val="500"/>
              </a:spcAft>
              <a:defRPr sz="1900" b="0" i="0">
                <a:solidFill>
                  <a:srgbClr val="FFFFFF"/>
                </a:solidFill>
                <a:latin typeface="Georgia"/>
              </a:defRPr>
            </a:pPr>
            <a:r>
              <a:t>thy kingdom come,</a:t>
            </a:r>
          </a:p>
          <a:p>
            <a:pPr algn="ctr">
              <a:spcAft>
                <a:spcPts val="500"/>
              </a:spcAft>
              <a:defRPr sz="1900" b="0" i="0">
                <a:solidFill>
                  <a:srgbClr val="FFFFFF"/>
                </a:solidFill>
                <a:latin typeface="Georgia"/>
              </a:defRPr>
            </a:pPr>
            <a:r>
              <a:t>thy will be done,</a:t>
            </a:r>
          </a:p>
          <a:p>
            <a:pPr algn="ctr">
              <a:spcAft>
                <a:spcPts val="500"/>
              </a:spcAft>
              <a:defRPr sz="1900" b="0" i="0">
                <a:solidFill>
                  <a:srgbClr val="FFFFFF"/>
                </a:solidFill>
                <a:latin typeface="Georgia"/>
              </a:defRPr>
            </a:pPr>
            <a:r>
              <a:t>on earth as it is in heaven.</a:t>
            </a:r>
          </a:p>
          <a:p>
            <a:pPr algn="ctr">
              <a:spcAft>
                <a:spcPts val="500"/>
              </a:spcAft>
              <a:defRPr sz="1900" b="0" i="0">
                <a:solidFill>
                  <a:srgbClr val="FFFFFF"/>
                </a:solidFill>
                <a:latin typeface="Georgia"/>
              </a:defRPr>
            </a:pPr>
            <a:r>
              <a:t>Give us this day our daily bread;</a:t>
            </a:r>
          </a:p>
          <a:p>
            <a:pPr algn="ctr">
              <a:spcAft>
                <a:spcPts val="500"/>
              </a:spcAft>
              <a:defRPr sz="1900" b="0" i="0">
                <a:solidFill>
                  <a:srgbClr val="FFFFFF"/>
                </a:solidFill>
                <a:latin typeface="Georgia"/>
              </a:defRPr>
            </a:pPr>
            <a:r>
              <a:t>and forgive us our trespasses,</a:t>
            </a:r>
          </a:p>
          <a:p>
            <a:pPr algn="ctr">
              <a:spcAft>
                <a:spcPts val="500"/>
              </a:spcAft>
              <a:defRPr sz="1900" b="0" i="0">
                <a:solidFill>
                  <a:srgbClr val="FFFFFF"/>
                </a:solidFill>
                <a:latin typeface="Georgia"/>
              </a:defRPr>
            </a:pPr>
            <a:r>
              <a:t>as we forgive those who trespass against us;</a:t>
            </a:r>
          </a:p>
          <a:p>
            <a:pPr algn="ctr">
              <a:spcAft>
                <a:spcPts val="500"/>
              </a:spcAft>
              <a:defRPr sz="1900" b="0" i="0">
                <a:solidFill>
                  <a:srgbClr val="FFFFFF"/>
                </a:solidFill>
                <a:latin typeface="Georgia"/>
              </a:defRPr>
            </a:pPr>
            <a:r>
              <a:t>and lead us not into temptation,</a:t>
            </a:r>
          </a:p>
          <a:p>
            <a:pPr algn="ctr">
              <a:spcAft>
                <a:spcPts val="500"/>
              </a:spcAft>
              <a:defRPr sz="1900" b="0" i="0">
                <a:solidFill>
                  <a:srgbClr val="FFFFFF"/>
                </a:solidFill>
                <a:latin typeface="Georgia"/>
              </a:defRPr>
            </a:pPr>
            <a:r>
              <a:t>but deliver us from evil.</a:t>
            </a:r>
          </a:p>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For the kingdom, the power, and the glory are yours now and for 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Our Father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All: For the kingdom, the power, and the glory are yours, now and for ever.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peace of the Lord be with you always.</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Let us offer each other the sign of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Sign of Peace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grant us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Lamb of God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2000" b="1" i="0">
                <a:solidFill>
                  <a:srgbClr val="FFFFFF"/>
                </a:solidFill>
                <a:latin typeface="Georgia"/>
              </a:defRPr>
            </a:pPr>
            <a:r>
              <a:t>All: Lord, I am not worthy that you should enter under my roof, but only say the word and my soul shall be healed.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Taste and See</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TASTE AND SEE THE GOODNESS OF THE LORD,</a:t>
            </a:r>
          </a:p>
          <a:p>
            <a:pPr algn="ctr">
              <a:lnSpc>
                <a:spcPct val="105000"/>
              </a:lnSpc>
              <a:spcAft>
                <a:spcPts val="1000"/>
              </a:spcAft>
              <a:defRPr sz="5500" b="1" i="0">
                <a:solidFill>
                  <a:srgbClr val="FFFFFF"/>
                </a:solidFill>
                <a:latin typeface="Arial Black"/>
              </a:defRPr>
            </a:pPr>
            <a:r>
              <a:t>TASTE AND SEE THE GOODNESS OF THE LORD.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 WILL BLESS THE LORD AT ALL TIMES,</a:t>
            </a:r>
          </a:p>
          <a:p>
            <a:pPr algn="ctr">
              <a:lnSpc>
                <a:spcPct val="105000"/>
              </a:lnSpc>
              <a:spcAft>
                <a:spcPts val="1000"/>
              </a:spcAft>
              <a:defRPr sz="5500" b="1" i="0">
                <a:solidFill>
                  <a:srgbClr val="FFFFFF"/>
                </a:solidFill>
                <a:latin typeface="Arial Black"/>
              </a:defRPr>
            </a:pPr>
            <a:r>
              <a:t>HIS PRAISE SHALL BE ALWAYS IN MY MOUTH.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TASTE AND SEE THE GOODNESS OF THE LORD,</a:t>
            </a:r>
          </a:p>
          <a:p>
            <a:pPr algn="ctr">
              <a:lnSpc>
                <a:spcPct val="105000"/>
              </a:lnSpc>
              <a:spcAft>
                <a:spcPts val="1000"/>
              </a:spcAft>
              <a:defRPr sz="5500" b="1" i="0">
                <a:solidFill>
                  <a:srgbClr val="FFFFFF"/>
                </a:solidFill>
                <a:latin typeface="Arial Black"/>
              </a:defRPr>
            </a:pPr>
            <a:r>
              <a:t>TASTE AND SEE THE GOODNESS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GLORIFY THE LORD WITH ME,</a:t>
            </a:r>
          </a:p>
          <a:p>
            <a:pPr algn="ctr">
              <a:lnSpc>
                <a:spcPct val="105000"/>
              </a:lnSpc>
              <a:spcAft>
                <a:spcPts val="1000"/>
              </a:spcAft>
              <a:defRPr sz="5500" b="1" i="0">
                <a:solidFill>
                  <a:srgbClr val="FFFFFF"/>
                </a:solidFill>
                <a:latin typeface="Arial Black"/>
              </a:defRPr>
            </a:pPr>
            <a:r>
              <a:t>LET US EXALT HIS NAME TOGETHER.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TASTE AND SEE THE GOODNESS OF THE LORD,</a:t>
            </a:r>
          </a:p>
          <a:p>
            <a:pPr algn="ctr">
              <a:lnSpc>
                <a:spcPct val="105000"/>
              </a:lnSpc>
              <a:spcAft>
                <a:spcPts val="1000"/>
              </a:spcAft>
              <a:defRPr sz="5500" b="1" i="0">
                <a:solidFill>
                  <a:srgbClr val="FFFFFF"/>
                </a:solidFill>
                <a:latin typeface="Arial Black"/>
              </a:defRPr>
            </a:pPr>
            <a:r>
              <a:t>TASTE AND SEE THE GOODNESS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LOOK TO HIM THAT YOU MAY BE RADIANT WITH JOY,</a:t>
            </a:r>
          </a:p>
          <a:p>
            <a:pPr algn="ctr">
              <a:lnSpc>
                <a:spcPct val="105000"/>
              </a:lnSpc>
              <a:spcAft>
                <a:spcPts val="1000"/>
              </a:spcAft>
              <a:defRPr sz="5000" b="1" i="0">
                <a:solidFill>
                  <a:srgbClr val="FFFFFF"/>
                </a:solidFill>
                <a:latin typeface="Arial Black"/>
              </a:defRPr>
            </a:pPr>
            <a:r>
              <a:t>AND YOUR SOULS SHALL FIND THEIR JOY IN HIM.</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TASTE AND SEE THE GOODNESS OF THE LORD,</a:t>
            </a:r>
          </a:p>
          <a:p>
            <a:pPr algn="ctr">
              <a:lnSpc>
                <a:spcPct val="105000"/>
              </a:lnSpc>
              <a:spcAft>
                <a:spcPts val="1000"/>
              </a:spcAft>
              <a:defRPr sz="5500" b="1" i="0">
                <a:solidFill>
                  <a:srgbClr val="FFFFFF"/>
                </a:solidFill>
                <a:latin typeface="Arial Black"/>
              </a:defRPr>
            </a:pPr>
            <a:r>
              <a:t>TASTE AND SEE THE GOODNESS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Awit ng Paghahangad</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OH DIYOS, IKAW ANG LAGING HANAP</a:t>
            </a:r>
          </a:p>
          <a:p>
            <a:pPr algn="ctr">
              <a:lnSpc>
                <a:spcPct val="105000"/>
              </a:lnSpc>
              <a:spcAft>
                <a:spcPts val="1000"/>
              </a:spcAft>
              <a:defRPr sz="5500" b="1" i="0">
                <a:solidFill>
                  <a:srgbClr val="FFFFFF"/>
                </a:solidFill>
                <a:latin typeface="Arial Black"/>
              </a:defRPr>
            </a:pPr>
            <a:r>
              <a:t>LOOB KO'Y IKAW ANG TANGING HANGAD</a:t>
            </a:r>
          </a:p>
          <a:p>
            <a:pPr algn="ctr">
              <a:lnSpc>
                <a:spcPct val="105000"/>
              </a:lnSpc>
              <a:spcAft>
                <a:spcPts val="1000"/>
              </a:spcAft>
              <a:defRPr sz="5500" b="1" i="0">
                <a:solidFill>
                  <a:srgbClr val="FFFFFF"/>
                </a:solidFill>
                <a:latin typeface="Arial Black"/>
              </a:defRPr>
            </a:pPr>
            <a:r>
              <a:t>NAUUHAW AKONG PARANG TIGANG NA LUPA</a:t>
            </a:r>
          </a:p>
          <a:p>
            <a:pPr algn="ctr">
              <a:lnSpc>
                <a:spcPct val="105000"/>
              </a:lnSpc>
              <a:spcAft>
                <a:spcPts val="1000"/>
              </a:spcAft>
              <a:defRPr sz="5500" b="1" i="0">
                <a:solidFill>
                  <a:srgbClr val="FFFFFF"/>
                </a:solidFill>
                <a:latin typeface="Arial Black"/>
              </a:defRPr>
            </a:pPr>
            <a:r>
              <a:t>SA TUBIG NG 'YONG PAG-AARUGA</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IKA'Y PAGMAMASDAN SA DAKONG BANAL</a:t>
            </a:r>
          </a:p>
          <a:p>
            <a:pPr algn="ctr">
              <a:lnSpc>
                <a:spcPct val="105000"/>
              </a:lnSpc>
              <a:spcAft>
                <a:spcPts val="1000"/>
              </a:spcAft>
              <a:defRPr sz="5500" b="1" i="0">
                <a:solidFill>
                  <a:srgbClr val="FFFFFF"/>
                </a:solidFill>
                <a:latin typeface="Arial Black"/>
              </a:defRPr>
            </a:pPr>
            <a:r>
              <a:t>NANG MAKITA KO ANG 'YONG PAGKARANGAL</a:t>
            </a:r>
          </a:p>
          <a:p>
            <a:pPr algn="ctr">
              <a:lnSpc>
                <a:spcPct val="105000"/>
              </a:lnSpc>
              <a:spcAft>
                <a:spcPts val="1000"/>
              </a:spcAft>
              <a:defRPr sz="5500" b="1" i="0">
                <a:solidFill>
                  <a:srgbClr val="FFFFFF"/>
                </a:solidFill>
                <a:latin typeface="Arial Black"/>
              </a:defRPr>
            </a:pPr>
            <a:r>
              <a:t>DADALANGIN AKONG NAKATAAS AKING KAMAY</a:t>
            </a:r>
          </a:p>
          <a:p>
            <a:pPr algn="ctr">
              <a:lnSpc>
                <a:spcPct val="105000"/>
              </a:lnSpc>
              <a:spcAft>
                <a:spcPts val="1000"/>
              </a:spcAft>
              <a:defRPr sz="5500" b="1" i="0">
                <a:solidFill>
                  <a:srgbClr val="FFFFFF"/>
                </a:solidFill>
                <a:latin typeface="Arial Black"/>
              </a:defRPr>
            </a:pPr>
            <a:r>
              <a:t>MAGAGALAK NA AAWIT NG PAPURING IAALAY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GUNITA KO'Y IKAW HABANG NAHIHIMLAY</a:t>
            </a:r>
          </a:p>
          <a:p>
            <a:pPr algn="ctr">
              <a:lnSpc>
                <a:spcPct val="105000"/>
              </a:lnSpc>
              <a:spcAft>
                <a:spcPts val="1000"/>
              </a:spcAft>
              <a:defRPr sz="5500" b="1" i="0">
                <a:solidFill>
                  <a:srgbClr val="FFFFFF"/>
                </a:solidFill>
                <a:latin typeface="Arial Black"/>
              </a:defRPr>
            </a:pPr>
            <a:r>
              <a:t>PAGKAT ANG TULONG MO SA TUWINA'Y TAGLAY</a:t>
            </a:r>
          </a:p>
          <a:p>
            <a:pPr algn="ctr">
              <a:lnSpc>
                <a:spcPct val="105000"/>
              </a:lnSpc>
              <a:spcAft>
                <a:spcPts val="1000"/>
              </a:spcAft>
              <a:defRPr sz="5500" b="1" i="0">
                <a:solidFill>
                  <a:srgbClr val="FFFFFF"/>
                </a:solidFill>
                <a:latin typeface="Arial Black"/>
              </a:defRPr>
            </a:pPr>
            <a:r>
              <a:t>SA LILIM NG IYONG MGA PAKPAK</a:t>
            </a:r>
          </a:p>
          <a:p>
            <a:pPr algn="ctr">
              <a:lnSpc>
                <a:spcPct val="105000"/>
              </a:lnSpc>
              <a:spcAft>
                <a:spcPts val="1000"/>
              </a:spcAft>
              <a:defRPr sz="5500" b="1" i="0">
                <a:solidFill>
                  <a:srgbClr val="FFFFFF"/>
                </a:solidFill>
                <a:latin typeface="Arial Black"/>
              </a:defRPr>
            </a:pPr>
            <a:r>
              <a:t>UMAAWIT AKONG BUONG GALAK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AKING KALULUWA'Y KUMAKAPIT SA 'YO</a:t>
            </a:r>
          </a:p>
          <a:p>
            <a:pPr algn="ctr">
              <a:lnSpc>
                <a:spcPct val="105000"/>
              </a:lnSpc>
              <a:spcAft>
                <a:spcPts val="1000"/>
              </a:spcAft>
              <a:defRPr sz="5000" b="1" i="0">
                <a:solidFill>
                  <a:srgbClr val="FFFFFF"/>
                </a:solidFill>
                <a:latin typeface="Arial Black"/>
              </a:defRPr>
            </a:pPr>
            <a:r>
              <a:t>KALIGTASA'Y T'YAK KONG HAWAK MO AKO</a:t>
            </a:r>
          </a:p>
          <a:p>
            <a:pPr algn="ctr">
              <a:lnSpc>
                <a:spcPct val="105000"/>
              </a:lnSpc>
              <a:spcAft>
                <a:spcPts val="1000"/>
              </a:spcAft>
              <a:defRPr sz="5000" b="1" i="0">
                <a:solidFill>
                  <a:srgbClr val="FFFFFF"/>
                </a:solidFill>
                <a:latin typeface="Arial Black"/>
              </a:defRPr>
            </a:pPr>
            <a:r>
              <a:t>MAGDIRIWANG ANG HARI ANG DIYOS S'YANG DAHILAN</a:t>
            </a:r>
          </a:p>
          <a:p>
            <a:pPr algn="ctr">
              <a:lnSpc>
                <a:spcPct val="105000"/>
              </a:lnSpc>
              <a:spcAft>
                <a:spcPts val="1000"/>
              </a:spcAft>
              <a:defRPr sz="5000" b="1" i="0">
                <a:solidFill>
                  <a:srgbClr val="FFFFFF"/>
                </a:solidFill>
                <a:latin typeface="Arial Black"/>
              </a:defRPr>
            </a:pPr>
            <a:r>
              <a:t>ANG SA IYO AY NANGAKONG GALAK YAONG MAKAKAMTAN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GUNITA KO'Y IKAW HABANG NAHIHIMLAY</a:t>
            </a:r>
          </a:p>
          <a:p>
            <a:pPr algn="ctr">
              <a:lnSpc>
                <a:spcPct val="105000"/>
              </a:lnSpc>
              <a:spcAft>
                <a:spcPts val="1000"/>
              </a:spcAft>
              <a:defRPr sz="5500" b="1" i="0">
                <a:solidFill>
                  <a:srgbClr val="FFFFFF"/>
                </a:solidFill>
                <a:latin typeface="Arial Black"/>
              </a:defRPr>
            </a:pPr>
            <a:r>
              <a:t>PAGKAT ANG TULONG MO SA TUWINA'Y TAGLAY</a:t>
            </a:r>
          </a:p>
          <a:p>
            <a:pPr algn="ctr">
              <a:lnSpc>
                <a:spcPct val="105000"/>
              </a:lnSpc>
              <a:spcAft>
                <a:spcPts val="1000"/>
              </a:spcAft>
              <a:defRPr sz="5500" b="1" i="0">
                <a:solidFill>
                  <a:srgbClr val="FFFFFF"/>
                </a:solidFill>
                <a:latin typeface="Arial Black"/>
              </a:defRPr>
            </a:pPr>
            <a:r>
              <a:t>SA LILIM NG IYONG MGA PAKPAK</a:t>
            </a:r>
          </a:p>
          <a:p>
            <a:pPr algn="ctr">
              <a:lnSpc>
                <a:spcPct val="105000"/>
              </a:lnSpc>
              <a:spcAft>
                <a:spcPts val="1000"/>
              </a:spcAft>
              <a:defRPr sz="5500" b="1" i="0">
                <a:solidFill>
                  <a:srgbClr val="FFFFFF"/>
                </a:solidFill>
                <a:latin typeface="Arial Black"/>
              </a:defRPr>
            </a:pPr>
            <a:r>
              <a:t>UMAAWIT AKONG BUONG GALAK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UMAAWIT, UMAAWIT</a:t>
            </a:r>
          </a:p>
          <a:p>
            <a:pPr algn="ctr">
              <a:lnSpc>
                <a:spcPct val="105000"/>
              </a:lnSpc>
              <a:spcAft>
                <a:spcPts val="1000"/>
              </a:spcAft>
              <a:defRPr sz="5500" b="1" i="0">
                <a:solidFill>
                  <a:srgbClr val="FFFFFF"/>
                </a:solidFill>
                <a:latin typeface="Arial Black"/>
              </a:defRPr>
            </a:pPr>
            <a:r>
              <a:t>UMAAWIT AKONG BUONG GALAK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The Priest says the Post- Communion Prayer for the day in full from the Roman Missal.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MASS COLLECTION</a:t>
            </a:r>
          </a:p>
          <a:p>
            <a:pPr algn="ctr">
              <a:spcAft>
                <a:spcPts val="500"/>
              </a:spcAft>
              <a:defRPr sz="1500" b="0" i="1">
                <a:solidFill>
                  <a:srgbClr val="D8B4FE"/>
                </a:solidFill>
                <a:latin typeface="Georgia"/>
              </a:defRPr>
            </a:pPr>
            <a:r>
              <a:t>Thank you for your generosity.</a:t>
            </a:r>
          </a:p>
          <a:p>
            <a:pPr algn="ctr">
              <a:spcAft>
                <a:spcPts val="500"/>
              </a:spcAft>
              <a:defRPr sz="1500" b="0" i="1">
                <a:solidFill>
                  <a:srgbClr val="D8B4FE"/>
                </a:solidFill>
                <a:latin typeface="Georgia"/>
              </a:defRPr>
            </a:pPr>
            <a:r>
              <a:t>Date: Sunday, May 10, 2026</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Collection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FOOD SPONSORS</a:t>
            </a:r>
          </a:p>
          <a:p>
            <a:pPr algn="ctr">
              <a:spcAft>
                <a:spcPts val="500"/>
              </a:spcAft>
              <a:defRPr sz="1500" b="0" i="1">
                <a:solidFill>
                  <a:srgbClr val="D8B4FE"/>
                </a:solidFill>
                <a:latin typeface="Georgia"/>
              </a:defRPr>
            </a:pPr>
            <a:r>
              <a:t>The community thanks our food sponsors.</a:t>
            </a:r>
          </a:p>
          <a:p>
            <a:pPr algn="ctr">
              <a:spcAft>
                <a:spcPts val="500"/>
              </a:spcAft>
              <a:defRPr sz="1500" b="0" i="1">
                <a:solidFill>
                  <a:srgbClr val="D8B4FE"/>
                </a:solidFill>
                <a:latin typeface="Georgia"/>
              </a:defRPr>
            </a:pPr>
            <a:r>
              <a:t>(No sponsors listed — add names in Mass Builder.)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Food Sponsors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CHURCH ANNOUNCEMENTS</a:t>
            </a:r>
          </a:p>
          <a:p>
            <a:pPr algn="ctr">
              <a:spcAft>
                <a:spcPts val="500"/>
              </a:spcAft>
              <a:defRPr sz="1500" b="0" i="1">
                <a:solidFill>
                  <a:srgbClr val="D8B4FE"/>
                </a:solidFill>
                <a:latin typeface="Georgia"/>
              </a:defRPr>
            </a:pPr>
            <a:r>
              <a:t>Insert bulletin points with complete sentences on the following slides or edit this deck.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Welcome newcomers!</a:t>
            </a:r>
          </a:p>
          <a:p>
            <a:pPr algn="ctr">
              <a:spcAft>
                <a:spcPts val="500"/>
              </a:spcAft>
              <a:defRPr sz="1500" b="0" i="1">
                <a:solidFill>
                  <a:srgbClr val="D8B4FE"/>
                </a:solidFill>
                <a:latin typeface="Georgia"/>
              </a:defRPr>
            </a:pPr>
            <a:r>
              <a:t>Photo collage optional.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Sacrament of Confession</a:t>
            </a:r>
          </a:p>
          <a:p>
            <a:pPr algn="ctr">
              <a:spcAft>
                <a:spcPts val="500"/>
              </a:spcAft>
              <a:defRPr sz="1500" b="0" i="1">
                <a:solidFill>
                  <a:srgbClr val="D8B4FE"/>
                </a:solidFill>
                <a:latin typeface="Georgia"/>
              </a:defRPr>
            </a:pPr>
            <a:r>
              <a:t>The Lord never tires of forgiving us; we are the ones who tire of seeking his mercy. — Pope Francis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Updates and Announcements</a:t>
            </a:r>
          </a:p>
          <a:p>
            <a:pPr algn="ctr">
              <a:spcAft>
                <a:spcPts val="500"/>
              </a:spcAft>
              <a:defRPr sz="1500" b="0" i="1">
                <a:solidFill>
                  <a:srgbClr val="D8B4FE"/>
                </a:solidFill>
                <a:latin typeface="Georgia"/>
              </a:defRPr>
            </a:pPr>
            <a:r>
              <a:t>Name your community page and invitation to follow in full; add a QR code to the slide master if you wish.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May almighty God bless you, the Father, and the Son, and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Go in peace, glorifying the Lord by your life.</a:t>
            </a:r>
          </a:p>
          <a:p>
            <a:pPr algn="ctr">
              <a:spcBef>
                <a:spcPts val="400"/>
              </a:spcBef>
              <a:spcAft>
                <a:spcPts val="500"/>
              </a:spcAft>
              <a:defRPr sz="2000" b="1" i="0">
                <a:solidFill>
                  <a:srgbClr val="FFFFFF"/>
                </a:solidFill>
                <a:latin typeface="Georgia"/>
              </a:defRPr>
            </a:pPr>
            <a:r>
              <a:t>All: Thanks be to God.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Final Blessing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Alleluia! Sing to Jesus</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SING TO JESUS!</a:t>
            </a:r>
          </a:p>
          <a:p>
            <a:pPr algn="ctr">
              <a:lnSpc>
                <a:spcPct val="105000"/>
              </a:lnSpc>
              <a:spcAft>
                <a:spcPts val="1000"/>
              </a:spcAft>
              <a:defRPr sz="5500" b="1" i="0">
                <a:solidFill>
                  <a:srgbClr val="FFFFFF"/>
                </a:solidFill>
                <a:latin typeface="Arial Black"/>
              </a:defRPr>
            </a:pPr>
            <a:r>
              <a:t>HIS THE SCEPTER, HIS THE THRONE;</a:t>
            </a:r>
          </a:p>
          <a:p>
            <a:pPr algn="ctr">
              <a:lnSpc>
                <a:spcPct val="105000"/>
              </a:lnSpc>
              <a:spcAft>
                <a:spcPts val="1000"/>
              </a:spcAft>
              <a:defRPr sz="5500" b="1" i="0">
                <a:solidFill>
                  <a:srgbClr val="FFFFFF"/>
                </a:solidFill>
                <a:latin typeface="Arial Black"/>
              </a:defRPr>
            </a:pPr>
            <a:r>
              <a:t>ALLELUIA! HIS THE TRIUMPH,</a:t>
            </a:r>
          </a:p>
          <a:p>
            <a:pPr algn="ctr">
              <a:lnSpc>
                <a:spcPct val="105000"/>
              </a:lnSpc>
              <a:spcAft>
                <a:spcPts val="1000"/>
              </a:spcAft>
              <a:defRPr sz="5500" b="1" i="0">
                <a:solidFill>
                  <a:srgbClr val="FFFFFF"/>
                </a:solidFill>
                <a:latin typeface="Arial Black"/>
              </a:defRPr>
            </a:pPr>
            <a:r>
              <a:t>HIS THE VICTORY ALONE.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HARK! THE SONGS OF PEACEFUL ZION</a:t>
            </a:r>
          </a:p>
          <a:p>
            <a:pPr algn="ctr">
              <a:lnSpc>
                <a:spcPct val="105000"/>
              </a:lnSpc>
              <a:spcAft>
                <a:spcPts val="1000"/>
              </a:spcAft>
              <a:defRPr sz="5500" b="1" i="0">
                <a:solidFill>
                  <a:srgbClr val="FFFFFF"/>
                </a:solidFill>
                <a:latin typeface="Arial Black"/>
              </a:defRPr>
            </a:pPr>
            <a:r>
              <a:t>THUNDER LIKE A MIGHTY FLOOD;</a:t>
            </a:r>
          </a:p>
          <a:p>
            <a:pPr algn="ctr">
              <a:lnSpc>
                <a:spcPct val="105000"/>
              </a:lnSpc>
              <a:spcAft>
                <a:spcPts val="1000"/>
              </a:spcAft>
              <a:defRPr sz="5500" b="1" i="0">
                <a:solidFill>
                  <a:srgbClr val="FFFFFF"/>
                </a:solidFill>
                <a:latin typeface="Arial Black"/>
              </a:defRPr>
            </a:pPr>
            <a:r>
              <a:t>JESUS OUT OF EVERY NATION</a:t>
            </a:r>
          </a:p>
          <a:p>
            <a:pPr algn="ctr">
              <a:lnSpc>
                <a:spcPct val="105000"/>
              </a:lnSpc>
              <a:spcAft>
                <a:spcPts val="1000"/>
              </a:spcAft>
              <a:defRPr sz="5500" b="1" i="0">
                <a:solidFill>
                  <a:srgbClr val="FFFFFF"/>
                </a:solidFill>
                <a:latin typeface="Arial Black"/>
              </a:defRPr>
            </a:pPr>
            <a:r>
              <a:t>HATH REDEEMED US BY HIS BLOOD.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NOT AS ORPHANS</a:t>
            </a:r>
          </a:p>
          <a:p>
            <a:pPr algn="ctr">
              <a:lnSpc>
                <a:spcPct val="105000"/>
              </a:lnSpc>
              <a:spcAft>
                <a:spcPts val="1000"/>
              </a:spcAft>
              <a:defRPr sz="5500" b="1" i="0">
                <a:solidFill>
                  <a:srgbClr val="FFFFFF"/>
                </a:solidFill>
                <a:latin typeface="Arial Black"/>
              </a:defRPr>
            </a:pPr>
            <a:r>
              <a:t>ARE WE LEFT IN SORROW SORE;</a:t>
            </a:r>
          </a:p>
          <a:p>
            <a:pPr algn="ctr">
              <a:lnSpc>
                <a:spcPct val="105000"/>
              </a:lnSpc>
              <a:spcAft>
                <a:spcPts val="1000"/>
              </a:spcAft>
              <a:defRPr sz="5500" b="1" i="0">
                <a:solidFill>
                  <a:srgbClr val="FFFFFF"/>
                </a:solidFill>
                <a:latin typeface="Arial Black"/>
              </a:defRPr>
            </a:pPr>
            <a:r>
              <a:t>ONE WITH LOVE EXCEEDING FATHER,</a:t>
            </a:r>
          </a:p>
          <a:p>
            <a:pPr algn="ctr">
              <a:lnSpc>
                <a:spcPct val="105000"/>
              </a:lnSpc>
              <a:spcAft>
                <a:spcPts val="1000"/>
              </a:spcAft>
              <a:defRPr sz="5500" b="1" i="0">
                <a:solidFill>
                  <a:srgbClr val="FFFFFF"/>
                </a:solidFill>
                <a:latin typeface="Arial Black"/>
              </a:defRPr>
            </a:pPr>
            <a:r>
              <a:t>ONE WITH LOVE EXCEEDING MOTHER,</a:t>
            </a:r>
          </a:p>
          <a:p>
            <a:pPr algn="ctr">
              <a:lnSpc>
                <a:spcPct val="105000"/>
              </a:lnSpc>
              <a:spcAft>
                <a:spcPts val="1000"/>
              </a:spcAft>
              <a:defRPr sz="5500" b="1" i="0">
                <a:solidFill>
                  <a:srgbClr val="FFFFFF"/>
                </a:solidFill>
                <a:latin typeface="Arial Black"/>
              </a:defRPr>
            </a:pPr>
            <a:r>
              <a:t>HE HATH GONE BEFORE.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BREAD OF ANGELS,</a:t>
            </a:r>
          </a:p>
          <a:p>
            <a:pPr algn="ctr">
              <a:lnSpc>
                <a:spcPct val="105000"/>
              </a:lnSpc>
              <a:spcAft>
                <a:spcPts val="1000"/>
              </a:spcAft>
              <a:defRPr sz="5500" b="1" i="0">
                <a:solidFill>
                  <a:srgbClr val="FFFFFF"/>
                </a:solidFill>
                <a:latin typeface="Arial Black"/>
              </a:defRPr>
            </a:pPr>
            <a:r>
              <a:t>THOU ON EARTH OUR FOOD, OUR STAY;</a:t>
            </a:r>
          </a:p>
          <a:p>
            <a:pPr algn="ctr">
              <a:lnSpc>
                <a:spcPct val="105000"/>
              </a:lnSpc>
              <a:spcAft>
                <a:spcPts val="1000"/>
              </a:spcAft>
              <a:defRPr sz="5500" b="1" i="0">
                <a:solidFill>
                  <a:srgbClr val="FFFFFF"/>
                </a:solidFill>
                <a:latin typeface="Arial Black"/>
              </a:defRPr>
            </a:pPr>
            <a:r>
              <a:t>ALLELUIA! HERE THE SINFUL</a:t>
            </a:r>
          </a:p>
          <a:p>
            <a:pPr algn="ctr">
              <a:lnSpc>
                <a:spcPct val="105000"/>
              </a:lnSpc>
              <a:spcAft>
                <a:spcPts val="1000"/>
              </a:spcAft>
              <a:defRPr sz="5500" b="1" i="0">
                <a:solidFill>
                  <a:srgbClr val="FFFFFF"/>
                </a:solidFill>
                <a:latin typeface="Arial Black"/>
              </a:defRPr>
            </a:pPr>
            <a:r>
              <a:t>TO THY PRESENCE SING ALWAY.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KING ETERNAL,</a:t>
            </a:r>
          </a:p>
          <a:p>
            <a:pPr algn="ctr">
              <a:lnSpc>
                <a:spcPct val="105000"/>
              </a:lnSpc>
              <a:spcAft>
                <a:spcPts val="1000"/>
              </a:spcAft>
              <a:defRPr sz="5500" b="1" i="0">
                <a:solidFill>
                  <a:srgbClr val="FFFFFF"/>
                </a:solidFill>
                <a:latin typeface="Arial Black"/>
              </a:defRPr>
            </a:pPr>
            <a:r>
              <a:t>THOU THE LORD WHOM WE ADORE;</a:t>
            </a:r>
          </a:p>
          <a:p>
            <a:pPr algn="ctr">
              <a:lnSpc>
                <a:spcPct val="105000"/>
              </a:lnSpc>
              <a:spcAft>
                <a:spcPts val="1000"/>
              </a:spcAft>
              <a:defRPr sz="5500" b="1" i="0">
                <a:solidFill>
                  <a:srgbClr val="FFFFFF"/>
                </a:solidFill>
                <a:latin typeface="Arial Black"/>
              </a:defRPr>
            </a:pPr>
            <a:r>
              <a:t>ALLELUIA! SON AND FATHER,</a:t>
            </a:r>
          </a:p>
          <a:p>
            <a:pPr algn="ctr">
              <a:lnSpc>
                <a:spcPct val="105000"/>
              </a:lnSpc>
              <a:spcAft>
                <a:spcPts val="1000"/>
              </a:spcAft>
              <a:defRPr sz="5500" b="1" i="0">
                <a:solidFill>
                  <a:srgbClr val="FFFFFF"/>
                </a:solidFill>
                <a:latin typeface="Arial Black"/>
              </a:defRPr>
            </a:pPr>
            <a:r>
              <a:t>HOLY SPIRIT, ONE FOREVERMORE,</a:t>
            </a:r>
          </a:p>
          <a:p>
            <a:pPr algn="ctr">
              <a:lnSpc>
                <a:spcPct val="105000"/>
              </a:lnSpc>
              <a:spcAft>
                <a:spcPts val="1000"/>
              </a:spcAft>
              <a:defRPr sz="5500" b="1" i="0">
                <a:solidFill>
                  <a:srgbClr val="FFFFFF"/>
                </a:solidFill>
                <a:latin typeface="Arial Black"/>
              </a:defRPr>
            </a:pPr>
            <a:r>
              <a:t>WE WOULD BOW BEFORE.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SING TO JESUS!</a:t>
            </a:r>
          </a:p>
          <a:p>
            <a:pPr algn="ctr">
              <a:lnSpc>
                <a:spcPct val="105000"/>
              </a:lnSpc>
              <a:spcAft>
                <a:spcPts val="1000"/>
              </a:spcAft>
              <a:defRPr sz="5500" b="1" i="0">
                <a:solidFill>
                  <a:srgbClr val="FFFFFF"/>
                </a:solidFill>
                <a:latin typeface="Arial Black"/>
              </a:defRPr>
            </a:pPr>
            <a:r>
              <a:t>HIS THE SCEPTER, HIS THE THRONE;</a:t>
            </a:r>
          </a:p>
          <a:p>
            <a:pPr algn="ctr">
              <a:lnSpc>
                <a:spcPct val="105000"/>
              </a:lnSpc>
              <a:spcAft>
                <a:spcPts val="1000"/>
              </a:spcAft>
              <a:defRPr sz="5500" b="1" i="0">
                <a:solidFill>
                  <a:srgbClr val="FFFFFF"/>
                </a:solidFill>
                <a:latin typeface="Arial Black"/>
              </a:defRPr>
            </a:pPr>
            <a:r>
              <a:t>ALLELUIA! HIS THE TRIUMPH,</a:t>
            </a:r>
          </a:p>
          <a:p>
            <a:pPr algn="ctr">
              <a:lnSpc>
                <a:spcPct val="105000"/>
              </a:lnSpc>
              <a:spcAft>
                <a:spcPts val="1000"/>
              </a:spcAft>
              <a:defRPr sz="5500" b="1" i="0">
                <a:solidFill>
                  <a:srgbClr val="FFFFFF"/>
                </a:solidFill>
                <a:latin typeface="Arial Black"/>
              </a:defRPr>
            </a:pPr>
            <a:r>
              <a:t>HIS THE VICTORY ALONE.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