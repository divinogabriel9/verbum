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PUT YOUR CELLPHONE ON SILENT MODE DURING THE MASS.</a:t>
            </a:r>
          </a:p>
          <a:p>
            <a:pPr algn="ctr">
              <a:spcAft>
                <a:spcPts val="500"/>
              </a:spcAft>
              <a:defRPr sz="1500" b="0" i="1">
                <a:solidFill>
                  <a:srgbClr val="D8B4FE"/>
                </a:solidFill>
                <a:latin typeface="Georgia"/>
              </a:defRPr>
            </a:pPr>
            <a:r>
              <a:t>Thank you.</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627632"/>
            <a:ext cx="16459200" cy="960120"/>
          </a:xfrm>
          <a:prstGeom prst="rect">
            <a:avLst/>
          </a:prstGeom>
          <a:noFill/>
        </p:spPr>
        <p:txBody>
          <a:bodyPr wrap="square" lIns="109728" rIns="109728" tIns="73152" bIns="73152">
            <a:noAutofit/>
          </a:bodyPr>
          <a:lstStyle/>
          <a:p>
            <a:pPr algn="ctr">
              <a:defRPr sz="3800" b="1" i="0">
                <a:solidFill>
                  <a:srgbClr val="D8B4FE"/>
                </a:solidFill>
                <a:latin typeface="Georgia"/>
              </a:defRPr>
            </a:pPr>
            <a:r>
              <a:t>Eastertide Celebration</a:t>
            </a:r>
          </a:p>
        </p:txBody>
      </p:sp>
      <p:sp>
        <p:nvSpPr>
          <p:cNvPr id="5" name="TextBox 4"/>
          <p:cNvSpPr txBox="1"/>
          <p:nvPr/>
        </p:nvSpPr>
        <p:spPr>
          <a:xfrm>
            <a:off x="914400" y="2679192"/>
            <a:ext cx="16459200" cy="3108960"/>
          </a:xfrm>
          <a:prstGeom prst="rect">
            <a:avLst/>
          </a:prstGeom>
          <a:noFill/>
        </p:spPr>
        <p:txBody>
          <a:bodyPr wrap="square" lIns="109728" rIns="109728" tIns="73152" bIns="73152">
            <a:noAutofit/>
          </a:bodyPr>
          <a:lstStyle/>
          <a:p>
            <a:pPr>
              <a:spcAft>
                <a:spcPts val="500"/>
              </a:spcAft>
              <a:defRPr sz="2100" b="0" i="0">
                <a:solidFill>
                  <a:srgbClr val="FFFFFF"/>
                </a:solidFill>
                <a:latin typeface="Georgia"/>
              </a:defRPr>
            </a:pPr>
            <a:r>
              <a:t>2026-04-26</a:t>
            </a:r>
          </a:p>
          <a:p>
            <a:pPr>
              <a:spcAft>
                <a:spcPts val="500"/>
              </a:spcAft>
              <a:defRPr sz="2100" b="0" i="0">
                <a:solidFill>
                  <a:srgbClr val="FFFFFF"/>
                </a:solidFill>
                <a:latin typeface="Georgia"/>
              </a:defRPr>
            </a:pPr>
            <a:r>
              <a:t>Celebrant: Rev. Fr. Jonrey Lauron, RCJ</a:t>
            </a:r>
          </a:p>
          <a:p>
            <a:pPr>
              <a:spcAft>
                <a:spcPts val="500"/>
              </a:spcAft>
              <a:defRPr sz="2100" b="0" i="0">
                <a:solidFill>
                  <a:srgbClr val="FFFFFF"/>
                </a:solidFill>
                <a:latin typeface="Georgia"/>
              </a:defRPr>
            </a:pPr>
            <a:r>
              <a:t>Gospel: John 10:1-10</a:t>
            </a:r>
            <a:br/>
            <a:r>
              <a:t>Season: Eastertide · Sunday Lectionary Year A</a:t>
            </a:r>
          </a:p>
          <a:p>
            <a:pPr>
              <a:spcAft>
                <a:spcPts val="500"/>
              </a:spcAft>
              <a:defRPr sz="2100" b="0" i="0">
                <a:solidFill>
                  <a:srgbClr val="FFFFFF"/>
                </a:solidFill>
                <a:latin typeface="Georgia"/>
              </a:defRPr>
            </a:pPr>
            <a:r>
              <a:t>Excerpt:</a:t>
            </a:r>
            <a:br/>
            <a:r>
              <a:t>“Most certainly, I tell you, one who doesn't enter by the door into the sheep fold, but climbs up some other way, the same is a thief and a robber.”</a:t>
            </a:r>
          </a:p>
          <a:p>
            <a:pPr>
              <a:spcAft>
                <a:spcPts val="500"/>
              </a:spcAft>
              <a:defRPr sz="2100" b="0" i="0">
                <a:solidFill>
                  <a:srgbClr val="FFFFFF"/>
                </a:solidFill>
                <a:latin typeface="Georgia"/>
              </a:defRPr>
            </a:pPr>
            <a:r>
              <a:t>Liturgical color: White (easter)</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Title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Welcome to the celebration of the Holy Eucharist.</a:t>
            </a:r>
          </a:p>
          <a:p>
            <a:pPr algn="ctr">
              <a:spcAft>
                <a:spcPts val="500"/>
              </a:spcAft>
              <a:defRPr sz="1500" b="0" i="1">
                <a:solidFill>
                  <a:srgbClr val="D8B4FE"/>
                </a:solidFill>
                <a:latin typeface="Georgia"/>
              </a:defRPr>
            </a:pPr>
            <a:r>
              <a:t>Please stand and join in singing the Entrance hymn.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Intro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Sing a New Song</a:t>
            </a:r>
          </a:p>
        </p:txBody>
      </p:sp>
      <p:sp>
        <p:nvSpPr>
          <p:cNvPr id="5" name="TextBox 4"/>
          <p:cNvSpPr txBox="1"/>
          <p:nvPr/>
        </p:nvSpPr>
        <p:spPr>
          <a:xfrm>
            <a:off x="0" y="2587752"/>
            <a:ext cx="18288000" cy="683056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SING A NEW SONG UNTO THE LORD,</a:t>
            </a:r>
          </a:p>
          <a:p>
            <a:pPr algn="ctr">
              <a:lnSpc>
                <a:spcPct val="105000"/>
              </a:lnSpc>
              <a:spcAft>
                <a:spcPts val="1000"/>
              </a:spcAft>
              <a:defRPr sz="5000" b="1" i="0">
                <a:solidFill>
                  <a:srgbClr val="FFFFFF"/>
                </a:solidFill>
                <a:latin typeface="Arial Black"/>
              </a:defRPr>
            </a:pPr>
            <a:r>
              <a:t>LET YOUR SONG BE SUNG FROM MOUNTAINS HIGH.</a:t>
            </a:r>
          </a:p>
          <a:p>
            <a:pPr algn="ctr">
              <a:lnSpc>
                <a:spcPct val="105000"/>
              </a:lnSpc>
              <a:spcAft>
                <a:spcPts val="1000"/>
              </a:spcAft>
              <a:defRPr sz="5000" b="1" i="0">
                <a:solidFill>
                  <a:srgbClr val="FFFFFF"/>
                </a:solidFill>
                <a:latin typeface="Arial Black"/>
              </a:defRPr>
            </a:pPr>
            <a:r>
              <a:t>SING A NEW SONG UNTO THE LORD,</a:t>
            </a:r>
          </a:p>
          <a:p>
            <a:pPr algn="ctr">
              <a:lnSpc>
                <a:spcPct val="105000"/>
              </a:lnSpc>
              <a:spcAft>
                <a:spcPts val="1000"/>
              </a:spcAft>
              <a:defRPr sz="5000" b="1" i="0">
                <a:solidFill>
                  <a:srgbClr val="FFFFFF"/>
                </a:solidFill>
                <a:latin typeface="Arial Black"/>
              </a:defRPr>
            </a:pPr>
            <a:r>
              <a:t>SINGING ALLELUIA.</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YAHWEH'S PEOPLE DANCE FOR JOY.</a:t>
            </a:r>
          </a:p>
          <a:p>
            <a:pPr algn="ctr">
              <a:lnSpc>
                <a:spcPct val="105000"/>
              </a:lnSpc>
              <a:spcAft>
                <a:spcPts val="1000"/>
              </a:spcAft>
              <a:defRPr sz="5500" b="1" i="0">
                <a:solidFill>
                  <a:srgbClr val="FFFFFF"/>
                </a:solidFill>
                <a:latin typeface="Arial Black"/>
              </a:defRPr>
            </a:pPr>
            <a:r>
              <a:t>O COME BEFORE THE LORD,</a:t>
            </a:r>
          </a:p>
          <a:p>
            <a:pPr algn="ctr">
              <a:lnSpc>
                <a:spcPct val="105000"/>
              </a:lnSpc>
              <a:spcAft>
                <a:spcPts val="1000"/>
              </a:spcAft>
              <a:defRPr sz="5500" b="1" i="0">
                <a:solidFill>
                  <a:srgbClr val="FFFFFF"/>
                </a:solidFill>
                <a:latin typeface="Arial Black"/>
              </a:defRPr>
            </a:pPr>
            <a:r>
              <a:t>AND PLAY FOR HIM ON GLAD TAMBOURINES</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AND LET YOUR TRUMPET SOUND.</a:t>
            </a:r>
          </a:p>
          <a:p>
            <a:pPr algn="ctr">
              <a:lnSpc>
                <a:spcPct val="105000"/>
              </a:lnSpc>
              <a:spcAft>
                <a:spcPts val="1000"/>
              </a:spcAft>
              <a:defRPr sz="5500" b="1" i="0">
                <a:solidFill>
                  <a:srgbClr val="FFFFFF"/>
                </a:solidFill>
                <a:latin typeface="Arial Black"/>
              </a:defRPr>
            </a:pPr>
            <a:r>
              <a:t>RISE, O RISE, IN SPLENDOR:</a:t>
            </a:r>
          </a:p>
          <a:p>
            <a:pPr algn="ctr">
              <a:lnSpc>
                <a:spcPct val="105000"/>
              </a:lnSpc>
              <a:spcAft>
                <a:spcPts val="1000"/>
              </a:spcAft>
              <a:defRPr sz="5500" b="1" i="0">
                <a:solidFill>
                  <a:srgbClr val="FFFFFF"/>
                </a:solidFill>
                <a:latin typeface="Arial Black"/>
              </a:defRPr>
            </a:pPr>
            <a:r>
              <a:t>DARKNESS NOW DISSOLVES AWAY,</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AS ALL CREATION JOINS TO SAY,</a:t>
            </a:r>
          </a:p>
          <a:p>
            <a:pPr algn="ctr">
              <a:lnSpc>
                <a:spcPct val="105000"/>
              </a:lnSpc>
              <a:spcAft>
                <a:spcPts val="1000"/>
              </a:spcAft>
              <a:defRPr sz="5500" b="1" i="0">
                <a:solidFill>
                  <a:srgbClr val="FFFFFF"/>
                </a:solidFill>
                <a:latin typeface="Arial Black"/>
              </a:defRPr>
            </a:pPr>
            <a:r>
              <a:t>"ALLELUIA!"</a:t>
            </a:r>
          </a:p>
          <a:p>
            <a:pPr algn="ctr">
              <a:lnSpc>
                <a:spcPct val="105000"/>
              </a:lnSpc>
              <a:spcAft>
                <a:spcPts val="1000"/>
              </a:spcAft>
              <a:defRPr sz="5500" b="1" i="0">
                <a:solidFill>
                  <a:srgbClr val="FFFFFF"/>
                </a:solidFill>
                <a:latin typeface="Arial Black"/>
              </a:defRPr>
            </a:pPr>
            <a:r>
              <a:t>PRAISE TO YAHWEH, LIGHT OF DAWN,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Entrance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ROCK AND FORTRESS, SAVING SON,</a:t>
            </a:r>
          </a:p>
          <a:p>
            <a:pPr algn="ctr">
              <a:lnSpc>
                <a:spcPct val="105000"/>
              </a:lnSpc>
              <a:spcAft>
                <a:spcPts val="1000"/>
              </a:spcAft>
              <a:defRPr sz="5500" b="1" i="0">
                <a:solidFill>
                  <a:srgbClr val="FFFFFF"/>
                </a:solidFill>
                <a:latin typeface="Arial Black"/>
              </a:defRPr>
            </a:pPr>
            <a:r>
              <a:t>FROM THE SLAVE LAND LET US RUN,</a:t>
            </a:r>
          </a:p>
          <a:p>
            <a:pPr algn="ctr">
              <a:lnSpc>
                <a:spcPct val="105000"/>
              </a:lnSpc>
              <a:spcAft>
                <a:spcPts val="1000"/>
              </a:spcAft>
              <a:defRPr sz="5500" b="1" i="0">
                <a:solidFill>
                  <a:srgbClr val="FFFFFF"/>
                </a:solidFill>
                <a:latin typeface="Arial Black"/>
              </a:defRPr>
            </a:pPr>
            <a:r>
              <a:t>SINGING ALLELUIA.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Entrance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10:1-10)</a:t>
            </a:r>
          </a:p>
          <a:p>
            <a:pPr>
              <a:spcAft>
                <a:spcPts val="300"/>
              </a:spcAft>
              <a:defRPr sz="2100" b="0" i="0">
                <a:solidFill>
                  <a:srgbClr val="FFFFFF"/>
                </a:solidFill>
                <a:latin typeface="Georgia"/>
              </a:defRPr>
            </a:pPr>
            <a:r>
              <a:t>“Most certainly, I tell you, one who doesn't enter by the door into the sheep fold, but climbs up some other way, the same is a thief and a robber.”</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2026-04-26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In the Name of the Father, and of the Son, and of the Holy Spirit.</a:t>
            </a:r>
          </a:p>
          <a:p>
            <a:pPr algn="ctr">
              <a:spcBef>
                <a:spcPts val="400"/>
              </a:spcBef>
              <a:spcAft>
                <a:spcPts val="500"/>
              </a:spcAft>
              <a:defRPr sz="2000" b="1" i="0">
                <a:solidFill>
                  <a:srgbClr val="FFFFFF"/>
                </a:solidFill>
                <a:latin typeface="Georgia"/>
              </a:defRPr>
            </a:pPr>
            <a:r>
              <a:t>All: Amen.</a:t>
            </a:r>
          </a:p>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Introductory Rites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Brethren (brothers and sisters), let us acknowledge our sins, and so prepare ourselves to celebrate the sacred mysteries.</a:t>
            </a:r>
          </a:p>
          <a:p>
            <a:pPr algn="ctr">
              <a:spcBef>
                <a:spcPts val="400"/>
              </a:spcBef>
              <a:spcAft>
                <a:spcPts val="500"/>
              </a:spcAft>
              <a:defRPr sz="2000" b="1" i="0">
                <a:solidFill>
                  <a:srgbClr val="FFFFFF"/>
                </a:solidFill>
                <a:latin typeface="Georgia"/>
              </a:defRPr>
            </a:pPr>
            <a:r>
              <a:t>All: I confess to almighty God</a:t>
            </a:r>
          </a:p>
          <a:p>
            <a:pPr algn="ctr">
              <a:spcAft>
                <a:spcPts val="500"/>
              </a:spcAft>
              <a:defRPr sz="1900" b="0" i="0">
                <a:solidFill>
                  <a:srgbClr val="FFFFFF"/>
                </a:solidFill>
                <a:latin typeface="Georgia"/>
              </a:defRPr>
            </a:pPr>
            <a:r>
              <a:t>and to you, my brothers and sisters,</a:t>
            </a:r>
          </a:p>
          <a:p>
            <a:pPr algn="ctr">
              <a:spcAft>
                <a:spcPts val="500"/>
              </a:spcAft>
              <a:defRPr sz="1900" b="0" i="0">
                <a:solidFill>
                  <a:srgbClr val="FFFFFF"/>
                </a:solidFill>
                <a:latin typeface="Georgia"/>
              </a:defRPr>
            </a:pPr>
            <a:r>
              <a:t>that I have greatly sinned,</a:t>
            </a:r>
          </a:p>
          <a:p>
            <a:pPr algn="ctr">
              <a:spcAft>
                <a:spcPts val="500"/>
              </a:spcAft>
              <a:defRPr sz="1900" b="0" i="0">
                <a:solidFill>
                  <a:srgbClr val="FFFFFF"/>
                </a:solidFill>
                <a:latin typeface="Georgia"/>
              </a:defRPr>
            </a:pPr>
            <a:r>
              <a:t>in my thoughts and in my words,</a:t>
            </a:r>
          </a:p>
          <a:p>
            <a:pPr algn="ctr">
              <a:spcAft>
                <a:spcPts val="500"/>
              </a:spcAft>
              <a:defRPr sz="1900" b="0" i="0">
                <a:solidFill>
                  <a:srgbClr val="FFFFFF"/>
                </a:solidFill>
                <a:latin typeface="Georgia"/>
              </a:defRPr>
            </a:pPr>
            <a:r>
              <a:t>in what I have done and in what I have failed to do,</a:t>
            </a:r>
          </a:p>
          <a:p>
            <a:pPr algn="ctr">
              <a:spcAft>
                <a:spcPts val="500"/>
              </a:spcAft>
              <a:defRPr sz="1900" b="0" i="0">
                <a:solidFill>
                  <a:srgbClr val="FFFFFF"/>
                </a:solidFill>
                <a:latin typeface="Georgia"/>
              </a:defRPr>
            </a:pPr>
            <a:r>
              <a:t>through my fault, through my fault,</a:t>
            </a:r>
          </a:p>
          <a:p>
            <a:pPr algn="ctr">
              <a:spcAft>
                <a:spcPts val="500"/>
              </a:spcAft>
              <a:defRPr sz="1900" b="0" i="0">
                <a:solidFill>
                  <a:srgbClr val="FFFFFF"/>
                </a:solidFill>
                <a:latin typeface="Georgia"/>
              </a:defRPr>
            </a:pPr>
            <a:r>
              <a:t>through my most grievous fault;</a:t>
            </a:r>
          </a:p>
          <a:p>
            <a:pPr algn="ctr">
              <a:spcAft>
                <a:spcPts val="500"/>
              </a:spcAft>
              <a:defRPr sz="1900" b="0" i="0">
                <a:solidFill>
                  <a:srgbClr val="FFFFFF"/>
                </a:solidFill>
                <a:latin typeface="Georgia"/>
              </a:defRPr>
            </a:pPr>
            <a:r>
              <a:t>therefore I ask blessed Mary ever-Virgin,</a:t>
            </a:r>
          </a:p>
          <a:p>
            <a:pPr algn="ctr">
              <a:spcAft>
                <a:spcPts val="500"/>
              </a:spcAft>
              <a:defRPr sz="1900" b="0" i="0">
                <a:solidFill>
                  <a:srgbClr val="FFFFFF"/>
                </a:solidFill>
                <a:latin typeface="Georgia"/>
              </a:defRPr>
            </a:pPr>
            <a:r>
              <a:t>all the Angels and Saints,</a:t>
            </a:r>
          </a:p>
          <a:p>
            <a:pPr algn="ctr">
              <a:spcAft>
                <a:spcPts val="500"/>
              </a:spcAft>
              <a:defRPr sz="1900" b="0" i="0">
                <a:solidFill>
                  <a:srgbClr val="FFFFFF"/>
                </a:solidFill>
                <a:latin typeface="Georgia"/>
              </a:defRPr>
            </a:pPr>
            <a:r>
              <a:t>and you, my brothers and sisters,</a:t>
            </a:r>
          </a:p>
          <a:p>
            <a:pPr algn="ctr">
              <a:spcAft>
                <a:spcPts val="500"/>
              </a:spcAft>
              <a:defRPr sz="1900" b="0" i="0">
                <a:solidFill>
                  <a:srgbClr val="FFFFFF"/>
                </a:solidFill>
                <a:latin typeface="Georgia"/>
              </a:defRPr>
            </a:pPr>
            <a:r>
              <a:t>to pray for me to the Lord our God.</a:t>
            </a:r>
          </a:p>
          <a:p>
            <a:pPr algn="ctr">
              <a:spcBef>
                <a:spcPts val="400"/>
              </a:spcBef>
              <a:spcAft>
                <a:spcPts val="500"/>
              </a:spcAft>
              <a:defRPr sz="2000" b="1" i="0">
                <a:solidFill>
                  <a:srgbClr val="D8B4FE"/>
                </a:solidFill>
                <a:latin typeface="Georgia"/>
              </a:defRPr>
            </a:pPr>
            <a:r>
              <a:t>Priest: May almighty God have mercy on us, forgive us our sins, and bring us to everlasting life.</a:t>
            </a:r>
          </a:p>
          <a:p>
            <a:pPr algn="ctr">
              <a:spcBef>
                <a:spcPts val="400"/>
              </a:spcBef>
              <a:spcAft>
                <a:spcPts val="500"/>
              </a:spcAft>
              <a:defRPr sz="2000" b="1" i="0">
                <a:solidFill>
                  <a:srgbClr val="FFFFFF"/>
                </a:solidFill>
                <a:latin typeface="Georgia"/>
              </a:defRPr>
            </a:pPr>
            <a:r>
              <a:t>All: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Penitential Act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Lord, have mercy.</a:t>
            </a:r>
          </a:p>
          <a:p>
            <a:pPr algn="ctr">
              <a:spcBef>
                <a:spcPts val="400"/>
              </a:spcBef>
              <a:spcAft>
                <a:spcPts val="500"/>
              </a:spcAft>
              <a:defRPr sz="2000" b="1" i="0">
                <a:solidFill>
                  <a:srgbClr val="FFFFFF"/>
                </a:solidFill>
                <a:latin typeface="Georgia"/>
              </a:defRPr>
            </a:pPr>
            <a:r>
              <a:t>Lord, have mercy.</a:t>
            </a:r>
          </a:p>
          <a:p>
            <a:pPr algn="ctr">
              <a:spcBef>
                <a:spcPts val="400"/>
              </a:spcBef>
              <a:spcAft>
                <a:spcPts val="500"/>
              </a:spcAft>
              <a:defRPr sz="2000" b="1" i="0">
                <a:solidFill>
                  <a:srgbClr val="FFFFFF"/>
                </a:solidFill>
                <a:latin typeface="Georgia"/>
              </a:defRPr>
            </a:pPr>
            <a:r>
              <a:t>Christ, have mercy.</a:t>
            </a:r>
          </a:p>
          <a:p>
            <a:pPr algn="ctr">
              <a:spcBef>
                <a:spcPts val="400"/>
              </a:spcBef>
              <a:spcAft>
                <a:spcPts val="500"/>
              </a:spcAft>
              <a:defRPr sz="2000" b="1" i="0">
                <a:solidFill>
                  <a:srgbClr val="FFFFFF"/>
                </a:solidFill>
                <a:latin typeface="Georgia"/>
              </a:defRPr>
            </a:pPr>
            <a:r>
              <a:t>Christ, have mercy.</a:t>
            </a:r>
          </a:p>
          <a:p>
            <a:pPr algn="ctr">
              <a:spcBef>
                <a:spcPts val="400"/>
              </a:spcBef>
              <a:spcAft>
                <a:spcPts val="500"/>
              </a:spcAft>
              <a:defRPr sz="2000" b="1" i="0">
                <a:solidFill>
                  <a:srgbClr val="FFFFFF"/>
                </a:solidFill>
                <a:latin typeface="Georgia"/>
              </a:defRPr>
            </a:pPr>
            <a:r>
              <a:t>Lord, have mercy.</a:t>
            </a:r>
          </a:p>
          <a:p>
            <a:pPr algn="ctr">
              <a:spcBef>
                <a:spcPts val="400"/>
              </a:spcBef>
              <a:spcAft>
                <a:spcPts val="500"/>
              </a:spcAft>
              <a:defRPr sz="2000" b="1" i="0">
                <a:solidFill>
                  <a:srgbClr val="FFFFFF"/>
                </a:solidFill>
                <a:latin typeface="Georgia"/>
              </a:defRPr>
            </a:pPr>
            <a:r>
              <a:t>Lord, have mercy.</a:t>
            </a:r>
          </a:p>
          <a:p>
            <a:pPr algn="ctr">
              <a:spcAft>
                <a:spcPts val="500"/>
              </a:spcAft>
              <a:defRPr sz="1500" b="0" i="1">
                <a:solidFill>
                  <a:srgbClr val="D8B4FE"/>
                </a:solidFill>
                <a:latin typeface="Georgia"/>
              </a:defRPr>
            </a:pPr>
            <a:r>
              <a:t>This acclamation may also be sung, or the invocations from the Missal or approved pastoral practice may be used in full.</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Kyrie Eleison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Glory to God in the highest,</a:t>
            </a:r>
          </a:p>
          <a:p>
            <a:pPr algn="ctr">
              <a:spcAft>
                <a:spcPts val="500"/>
              </a:spcAft>
              <a:defRPr sz="1900" b="0" i="0">
                <a:solidFill>
                  <a:srgbClr val="FFFFFF"/>
                </a:solidFill>
                <a:latin typeface="Georgia"/>
              </a:defRPr>
            </a:pPr>
            <a:r>
              <a:t>and on earth peace to people of good will.</a:t>
            </a:r>
          </a:p>
          <a:p>
            <a:pPr algn="ctr">
              <a:spcAft>
                <a:spcPts val="500"/>
              </a:spcAft>
              <a:defRPr sz="1900" b="0" i="0">
                <a:solidFill>
                  <a:srgbClr val="FFFFFF"/>
                </a:solidFill>
                <a:latin typeface="Georgia"/>
              </a:defRPr>
            </a:pPr>
            <a:r>
              <a:t>We praise you, we bless you, we adore you,</a:t>
            </a:r>
          </a:p>
          <a:p>
            <a:pPr algn="ctr">
              <a:spcAft>
                <a:spcPts val="500"/>
              </a:spcAft>
              <a:defRPr sz="1900" b="0" i="0">
                <a:solidFill>
                  <a:srgbClr val="FFFFFF"/>
                </a:solidFill>
                <a:latin typeface="Georgia"/>
              </a:defRPr>
            </a:pPr>
            <a:r>
              <a:t>we glorify you, we give you thanks</a:t>
            </a:r>
          </a:p>
          <a:p>
            <a:pPr algn="ctr">
              <a:spcAft>
                <a:spcPts val="500"/>
              </a:spcAft>
              <a:defRPr sz="1900" b="0" i="0">
                <a:solidFill>
                  <a:srgbClr val="FFFFFF"/>
                </a:solidFill>
                <a:latin typeface="Georgia"/>
              </a:defRPr>
            </a:pPr>
            <a:r>
              <a:t>for your great glory,</a:t>
            </a:r>
          </a:p>
          <a:p>
            <a:pPr algn="ctr">
              <a:spcAft>
                <a:spcPts val="500"/>
              </a:spcAft>
              <a:defRPr sz="1900" b="0" i="0">
                <a:solidFill>
                  <a:srgbClr val="FFFFFF"/>
                </a:solidFill>
                <a:latin typeface="Georgia"/>
              </a:defRPr>
            </a:pPr>
            <a:r>
              <a:t>Lord God, heavenly King, O God, almighty Father.</a:t>
            </a:r>
          </a:p>
          <a:p>
            <a:pPr algn="ctr">
              <a:spcAft>
                <a:spcPts val="500"/>
              </a:spcAft>
              <a:defRPr sz="1900" b="0" i="0">
                <a:solidFill>
                  <a:srgbClr val="FFFFFF"/>
                </a:solidFill>
                <a:latin typeface="Georgia"/>
              </a:defRPr>
            </a:pPr>
            <a:r>
              <a:t>Lord Jesus Christ, Only Begotten Son,</a:t>
            </a:r>
          </a:p>
          <a:p>
            <a:pPr algn="ctr">
              <a:spcAft>
                <a:spcPts val="500"/>
              </a:spcAft>
              <a:defRPr sz="1900" b="0" i="0">
                <a:solidFill>
                  <a:srgbClr val="FFFFFF"/>
                </a:solidFill>
                <a:latin typeface="Georgia"/>
              </a:defRPr>
            </a:pPr>
            <a:r>
              <a:t>Lord God, Lamb of God, Son of the Father,</a:t>
            </a:r>
          </a:p>
          <a:p>
            <a:pPr algn="ctr">
              <a:spcAft>
                <a:spcPts val="500"/>
              </a:spcAft>
              <a:defRPr sz="1900" b="0" i="0">
                <a:solidFill>
                  <a:srgbClr val="FFFFFF"/>
                </a:solidFill>
                <a:latin typeface="Georgia"/>
              </a:defRPr>
            </a:pPr>
            <a:r>
              <a:t>you take away the sins of the world, have mercy on us;</a:t>
            </a:r>
          </a:p>
          <a:p>
            <a:pPr algn="ctr">
              <a:spcAft>
                <a:spcPts val="500"/>
              </a:spcAft>
              <a:defRPr sz="1900" b="0" i="0">
                <a:solidFill>
                  <a:srgbClr val="FFFFFF"/>
                </a:solidFill>
                <a:latin typeface="Georgia"/>
              </a:defRPr>
            </a:pPr>
            <a:r>
              <a:t>you take away the sins of the world, receive our prayer;</a:t>
            </a:r>
          </a:p>
          <a:p>
            <a:pPr algn="ctr">
              <a:spcAft>
                <a:spcPts val="500"/>
              </a:spcAft>
              <a:defRPr sz="1900" b="0" i="0">
                <a:solidFill>
                  <a:srgbClr val="FFFFFF"/>
                </a:solidFill>
                <a:latin typeface="Georgia"/>
              </a:defRPr>
            </a:pPr>
            <a:r>
              <a:t>you are seated at the right hand of the Father, have mercy on us.</a:t>
            </a:r>
          </a:p>
          <a:p>
            <a:pPr algn="ctr">
              <a:spcAft>
                <a:spcPts val="500"/>
              </a:spcAft>
              <a:defRPr sz="1900" b="0" i="0">
                <a:solidFill>
                  <a:srgbClr val="FFFFFF"/>
                </a:solidFill>
                <a:latin typeface="Georgia"/>
              </a:defRPr>
            </a:pPr>
            <a:r>
              <a:t>For you alone are the Holy One,</a:t>
            </a:r>
          </a:p>
          <a:p>
            <a:pPr algn="ctr">
              <a:spcAft>
                <a:spcPts val="500"/>
              </a:spcAft>
              <a:defRPr sz="1900" b="0" i="0">
                <a:solidFill>
                  <a:srgbClr val="FFFFFF"/>
                </a:solidFill>
                <a:latin typeface="Georgia"/>
              </a:defRPr>
            </a:pPr>
            <a:r>
              <a:t>you alone are the Lord,</a:t>
            </a:r>
          </a:p>
          <a:p>
            <a:pPr algn="ctr">
              <a:spcAft>
                <a:spcPts val="500"/>
              </a:spcAft>
              <a:defRPr sz="1900" b="0" i="0">
                <a:solidFill>
                  <a:srgbClr val="FFFFFF"/>
                </a:solidFill>
                <a:latin typeface="Georgia"/>
              </a:defRPr>
            </a:pPr>
            <a:r>
              <a:t>you alone are the Most High,</a:t>
            </a:r>
          </a:p>
          <a:p>
            <a:pPr algn="ctr">
              <a:spcAft>
                <a:spcPts val="500"/>
              </a:spcAft>
              <a:defRPr sz="1900" b="0" i="0">
                <a:solidFill>
                  <a:srgbClr val="FFFFFF"/>
                </a:solidFill>
                <a:latin typeface="Georgia"/>
              </a:defRPr>
            </a:pPr>
            <a:r>
              <a:t>Jesus Christ,</a:t>
            </a:r>
          </a:p>
          <a:p>
            <a:pPr algn="ctr">
              <a:spcAft>
                <a:spcPts val="500"/>
              </a:spcAft>
              <a:defRPr sz="1900" b="0" i="0">
                <a:solidFill>
                  <a:srgbClr val="FFFFFF"/>
                </a:solidFill>
                <a:latin typeface="Georgia"/>
              </a:defRPr>
            </a:pPr>
            <a:r>
              <a:t>with the Holy Spirit,</a:t>
            </a:r>
          </a:p>
          <a:p>
            <a:pPr algn="ctr">
              <a:spcAft>
                <a:spcPts val="500"/>
              </a:spcAft>
              <a:defRPr sz="1900" b="0" i="0">
                <a:solidFill>
                  <a:srgbClr val="FFFFFF"/>
                </a:solidFill>
                <a:latin typeface="Georgia"/>
              </a:defRPr>
            </a:pPr>
            <a:r>
              <a:t>in the glory of God the Father.</a:t>
            </a:r>
          </a:p>
          <a:p>
            <a:pPr algn="ctr">
              <a:spcAft>
                <a:spcPts val="500"/>
              </a:spcAft>
              <a:defRPr sz="1900" b="0" i="0">
                <a:solidFill>
                  <a:srgbClr val="FFFFFF"/>
                </a:solidFill>
                <a:latin typeface="Georgia"/>
              </a:defRPr>
            </a:pPr>
            <a:r>
              <a:t>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Gloria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Let us pray.</a:t>
            </a:r>
          </a:p>
          <a:p>
            <a:pPr algn="ctr">
              <a:spcAft>
                <a:spcPts val="500"/>
              </a:spcAft>
              <a:defRPr sz="1500" b="0" i="1">
                <a:solidFill>
                  <a:srgbClr val="D8B4FE"/>
                </a:solidFill>
                <a:latin typeface="Georgia"/>
              </a:defRPr>
            </a:pPr>
            <a:r>
              <a:t>All pray silently with the Priest for a moment. Then the Priest says the Collect for the day, that is, the Opening Prayer, in full from the Roman Missal for this celebration—nothing abbreviated. The people respond at the end.</a:t>
            </a:r>
          </a:p>
          <a:p>
            <a:pPr algn="ctr">
              <a:spcBef>
                <a:spcPts val="400"/>
              </a:spcBef>
              <a:spcAft>
                <a:spcPts val="500"/>
              </a:spcAft>
              <a:defRPr sz="2000" b="1" i="0">
                <a:solidFill>
                  <a:srgbClr val="FFFFFF"/>
                </a:solidFill>
                <a:latin typeface="Georgia"/>
              </a:defRPr>
            </a:pPr>
            <a:r>
              <a:t>All: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WORD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1024128"/>
          </a:xfrm>
          <a:prstGeom prst="rect">
            <a:avLst/>
          </a:prstGeom>
          <a:noFill/>
        </p:spPr>
        <p:txBody>
          <a:bodyPr wrap="square" lIns="109728" rIns="109728" tIns="73152" bIns="73152">
            <a:noAutofit/>
          </a:bodyPr>
          <a:lstStyle/>
          <a:p>
            <a:pPr>
              <a:defRPr sz="2800" b="1" i="0">
                <a:solidFill>
                  <a:srgbClr val="D8B4FE"/>
                </a:solidFill>
                <a:latin typeface="Georgia"/>
              </a:defRPr>
            </a:pPr>
            <a:r>
              <a:t>Liturgy of the Word</a:t>
            </a:r>
          </a:p>
          <a:p>
            <a:pPr>
              <a:defRPr sz="1600" b="0" i="0">
                <a:solidFill>
                  <a:srgbClr val="F8C66A"/>
                </a:solidFill>
                <a:latin typeface="Georgia"/>
              </a:defRPr>
            </a:pPr>
            <a:r>
              <a:t>First Reading (Acts 2:14a, 36-41)</a:t>
            </a:r>
          </a:p>
        </p:txBody>
      </p:sp>
      <p:sp>
        <p:nvSpPr>
          <p:cNvPr id="5" name="TextBox 4"/>
          <p:cNvSpPr txBox="1"/>
          <p:nvPr/>
        </p:nvSpPr>
        <p:spPr>
          <a:xfrm>
            <a:off x="914400" y="256946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Slide 1 of 2</a:t>
            </a:r>
          </a:p>
        </p:txBody>
      </p:sp>
      <p:sp>
        <p:nvSpPr>
          <p:cNvPr id="6" name="TextBox 5"/>
          <p:cNvSpPr txBox="1"/>
          <p:nvPr/>
        </p:nvSpPr>
        <p:spPr>
          <a:xfrm>
            <a:off x="914400" y="3118104"/>
            <a:ext cx="16459200" cy="625449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But Peter, standing up with the eleven, lifted up his voice, and spoke out to them, “You men of Judea, and all you who dwell at Jerusalem, let this be known to you, and listen to my words. “Let all the house of Israel therefore know certainly that God has made him both Lord and Christ, this Jesus whom you crucified.” Now when they heard this, they were cut to the heart, and said to Peter and the rest of the apostles, “Brothers, what shall we do?” Peter said to them, “Repent, and be baptized, every one of you, in the name of Jesus Christ for the forgiveness of sins, and you will receive the gift of the Holy Spirit.</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1024128"/>
          </a:xfrm>
          <a:prstGeom prst="rect">
            <a:avLst/>
          </a:prstGeom>
          <a:noFill/>
        </p:spPr>
        <p:txBody>
          <a:bodyPr wrap="square" lIns="109728" rIns="109728" tIns="73152" bIns="73152">
            <a:noAutofit/>
          </a:bodyPr>
          <a:lstStyle/>
          <a:p>
            <a:pPr>
              <a:defRPr sz="2800" b="1" i="0">
                <a:solidFill>
                  <a:srgbClr val="D8B4FE"/>
                </a:solidFill>
                <a:latin typeface="Georgia"/>
              </a:defRPr>
            </a:pPr>
            <a:r>
              <a:t>Liturgy of the Word</a:t>
            </a:r>
          </a:p>
          <a:p>
            <a:pPr>
              <a:defRPr sz="1600" b="0" i="0">
                <a:solidFill>
                  <a:srgbClr val="F8C66A"/>
                </a:solidFill>
                <a:latin typeface="Georgia"/>
              </a:defRPr>
            </a:pPr>
            <a:r>
              <a:t>First Reading (continued)</a:t>
            </a:r>
          </a:p>
        </p:txBody>
      </p:sp>
      <p:sp>
        <p:nvSpPr>
          <p:cNvPr id="5" name="TextBox 4"/>
          <p:cNvSpPr txBox="1"/>
          <p:nvPr/>
        </p:nvSpPr>
        <p:spPr>
          <a:xfrm>
            <a:off x="914400" y="256946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Slide 2 of 2</a:t>
            </a:r>
          </a:p>
        </p:txBody>
      </p:sp>
      <p:sp>
        <p:nvSpPr>
          <p:cNvPr id="6" name="TextBox 5"/>
          <p:cNvSpPr txBox="1"/>
          <p:nvPr/>
        </p:nvSpPr>
        <p:spPr>
          <a:xfrm>
            <a:off x="914400" y="3118104"/>
            <a:ext cx="16459200" cy="625449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For the promise is to you, and to your children, and to all who are far off, even as many as the Lord our God will call to himself.” With many other words he testified, and exhorted them, saying, “Save yourselves from this crooked generation!” Then those who gladly received his word were baptized. There were added that day about three thousand souls.</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1024128"/>
          </a:xfrm>
          <a:prstGeom prst="rect">
            <a:avLst/>
          </a:prstGeom>
          <a:noFill/>
        </p:spPr>
        <p:txBody>
          <a:bodyPr wrap="square" lIns="109728" rIns="109728" tIns="73152" bIns="73152">
            <a:noAutofit/>
          </a:bodyPr>
          <a:lstStyle/>
          <a:p>
            <a:pPr>
              <a:defRPr sz="2800" b="1" i="0">
                <a:solidFill>
                  <a:srgbClr val="D8B4FE"/>
                </a:solidFill>
                <a:latin typeface="Georgia"/>
              </a:defRPr>
            </a:pPr>
            <a:r>
              <a:t>Liturgy of the Word</a:t>
            </a:r>
          </a:p>
          <a:p>
            <a:pPr>
              <a:defRPr sz="1600" b="0" i="0">
                <a:solidFill>
                  <a:srgbClr val="F8C66A"/>
                </a:solidFill>
                <a:latin typeface="Georgia"/>
              </a:defRPr>
            </a:pPr>
            <a:r>
              <a:t>Responsorial Psalm (Psalm 23: 1-3a, 3b4, 5, 6)</a:t>
            </a:r>
          </a:p>
        </p:txBody>
      </p:sp>
      <p:sp>
        <p:nvSpPr>
          <p:cNvPr id="5" name="TextBox 4"/>
          <p:cNvSpPr txBox="1"/>
          <p:nvPr/>
        </p:nvSpPr>
        <p:spPr>
          <a:xfrm>
            <a:off x="914400" y="256946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p>
        </p:txBody>
      </p:sp>
      <p:sp>
        <p:nvSpPr>
          <p:cNvPr id="6" name="TextBox 5"/>
          <p:cNvSpPr txBox="1"/>
          <p:nvPr/>
        </p:nvSpPr>
        <p:spPr>
          <a:xfrm>
            <a:off x="914400" y="3118104"/>
            <a:ext cx="16459200" cy="625449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Yahweh is my shepherd: I shall lack nothing. He makes me lie down in green pastures. He leads me beside still waters. He restores my soul. He guides me in the paths of righteousness for his name’s sake. Even though I walk through the valley of the shadow of death, I will fear no evil, for you are with me. Your rod and your staff, they comfort me. You prepare a table before me in the presence of my enemies. You anoint my head with oil. My cup runs over. Surely goodness and loving kindness shall follow me all the days of my life, and I will dwell in Yahweh’s house forever.</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1024128"/>
          </a:xfrm>
          <a:prstGeom prst="rect">
            <a:avLst/>
          </a:prstGeom>
          <a:noFill/>
        </p:spPr>
        <p:txBody>
          <a:bodyPr wrap="square" lIns="109728" rIns="109728" tIns="73152" bIns="73152">
            <a:noAutofit/>
          </a:bodyPr>
          <a:lstStyle/>
          <a:p>
            <a:pPr>
              <a:defRPr sz="2800" b="1" i="0">
                <a:solidFill>
                  <a:srgbClr val="D8B4FE"/>
                </a:solidFill>
                <a:latin typeface="Georgia"/>
              </a:defRPr>
            </a:pPr>
            <a:r>
              <a:t>Liturgy of the Word</a:t>
            </a:r>
          </a:p>
          <a:p>
            <a:pPr>
              <a:defRPr sz="1600" b="0" i="0">
                <a:solidFill>
                  <a:srgbClr val="F8C66A"/>
                </a:solidFill>
                <a:latin typeface="Georgia"/>
              </a:defRPr>
            </a:pPr>
            <a:r>
              <a:t>Second Reading (1 Peter 2:20b-25)</a:t>
            </a:r>
          </a:p>
        </p:txBody>
      </p:sp>
      <p:sp>
        <p:nvSpPr>
          <p:cNvPr id="5" name="TextBox 4"/>
          <p:cNvSpPr txBox="1"/>
          <p:nvPr/>
        </p:nvSpPr>
        <p:spPr>
          <a:xfrm>
            <a:off x="914400" y="256946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p>
        </p:txBody>
      </p:sp>
      <p:sp>
        <p:nvSpPr>
          <p:cNvPr id="6" name="TextBox 5"/>
          <p:cNvSpPr txBox="1"/>
          <p:nvPr/>
        </p:nvSpPr>
        <p:spPr>
          <a:xfrm>
            <a:off x="914400" y="3118104"/>
            <a:ext cx="16459200" cy="625449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For what glory is it if, when you sin, you patiently endure beating? But if, when you do well, you patiently endure suffering, this is commendable with God. For to this you were called, because Christ also suffered for us, leaving you an example, that you should follow his steps, who did not sin, “neither was deceit found in his mouth.” Who, when he was cursed, didn’t curse back. When he suffered, didn’t threaten, but committed himself to him who judges righteously. He himself bore our sins in his body on the tree, that we, having died to sins, might live to righteousness; by whose stripes you were healed. For you were going astray like sheep; but now have returned to the Shepherd and Overseer of your souls.</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ALLELUIA! ALLELUIA! ALLELUIA! ALLELUIA!</a:t>
            </a:r>
          </a:p>
          <a:p>
            <a:pPr algn="ctr">
              <a:spcAft>
                <a:spcPts val="500"/>
              </a:spcAft>
              <a:defRPr sz="1500" b="0" i="1">
                <a:solidFill>
                  <a:srgbClr val="D8B4FE"/>
                </a:solidFill>
                <a:latin typeface="Georgia"/>
              </a:defRPr>
            </a:pPr>
            <a:r>
              <a:t>Sing the verse of the Gospel Acclamation given in the Lectionary for this Mass in full, not shortened.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 Acclamation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If a commentator announces the verse before the Gospel Acclamation, the verse from the Lectionary is spoken in full, and then the assembly sings the Alleluia and response without abbreviation.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 Acclamation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a:p>
            <a:pPr algn="ctr">
              <a:spcAft>
                <a:spcPts val="500"/>
              </a:spcAft>
              <a:defRPr sz="1500" b="0" i="1">
                <a:solidFill>
                  <a:srgbClr val="D8B4FE"/>
                </a:solidFill>
                <a:latin typeface="Georgia"/>
              </a:defRPr>
            </a:pPr>
            <a:r>
              <a:t>The Priest says the full introductory dialogue from the Roman Missal, using the complete sentence from the Lectionary for this Mass, beginning “A reading from the holy Gospel according to [name the evangelist or book in full, as printed in the Lectionary—never abbreviated].”</a:t>
            </a:r>
          </a:p>
          <a:p>
            <a:pPr algn="ctr">
              <a:spcBef>
                <a:spcPts val="400"/>
              </a:spcBef>
              <a:spcAft>
                <a:spcPts val="500"/>
              </a:spcAft>
              <a:defRPr sz="2000" b="1" i="0">
                <a:solidFill>
                  <a:srgbClr val="FFFFFF"/>
                </a:solidFill>
                <a:latin typeface="Georgia"/>
              </a:defRPr>
            </a:pPr>
            <a:r>
              <a:t>All: Glory to you, O Lord.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 Acclamation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John 10:1-10</a:t>
            </a:r>
          </a:p>
          <a:p>
            <a:pPr algn="ctr">
              <a:spcAft>
                <a:spcPts val="500"/>
              </a:spcAft>
              <a:defRPr sz="1500" b="0" i="1">
                <a:solidFill>
                  <a:srgbClr val="D8B4FE"/>
                </a:solidFill>
                <a:latin typeface="Georgia"/>
              </a:defRPr>
            </a:pPr>
          </a:p>
          <a:p>
            <a:pPr algn="ctr">
              <a:spcBef>
                <a:spcPts val="400"/>
              </a:spcBef>
              <a:spcAft>
                <a:spcPts val="500"/>
              </a:spcAft>
              <a:defRPr sz="2000" b="1" i="0">
                <a:solidFill>
                  <a:srgbClr val="FFFFFF"/>
                </a:solidFill>
                <a:latin typeface="Georgia"/>
              </a:defRPr>
            </a:pPr>
            <a:r>
              <a:t>All: “Most certainly, I tell you, one who doesn't enter by the door into the sheep fold, but climbs up some other way, the same is a thief and a robber.”</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41248"/>
          </a:xfrm>
          <a:prstGeom prst="rect">
            <a:avLst/>
          </a:prstGeom>
          <a:noFill/>
        </p:spPr>
        <p:txBody>
          <a:bodyPr wrap="square" lIns="109728" rIns="109728" tIns="73152" bIns="73152">
            <a:noAutofit/>
          </a:bodyPr>
          <a:lstStyle/>
          <a:p>
            <a:pPr>
              <a:defRPr sz="3000" b="1" i="0">
                <a:solidFill>
                  <a:srgbClr val="D8B4FE"/>
                </a:solidFill>
                <a:latin typeface="Georgia"/>
              </a:defRPr>
            </a:pPr>
            <a:r>
              <a:t>Gospel</a:t>
            </a:r>
          </a:p>
        </p:txBody>
      </p:sp>
      <p:sp>
        <p:nvSpPr>
          <p:cNvPr id="5" name="TextBox 4"/>
          <p:cNvSpPr txBox="1"/>
          <p:nvPr/>
        </p:nvSpPr>
        <p:spPr>
          <a:xfrm>
            <a:off x="914400" y="238658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John 10:1-10  ·  slide 1 of 2</a:t>
            </a:r>
          </a:p>
        </p:txBody>
      </p:sp>
      <p:sp>
        <p:nvSpPr>
          <p:cNvPr id="6" name="TextBox 5"/>
          <p:cNvSpPr txBox="1"/>
          <p:nvPr/>
        </p:nvSpPr>
        <p:spPr>
          <a:xfrm>
            <a:off x="914400" y="2935224"/>
            <a:ext cx="16459200" cy="643737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“Most certainly, I tell you, one who doesn’t enter by the door into the sheep fold, but climbs up some other way, the same is a thief and a robber. But one who enters in by the door is the shepherd of the sheep. The gatekeeper opens the gate for him, and the sheep listen to his voice. He calls his own sheep by name, and leads them out. Whenever he brings out his own sheep, he goes before them, and the sheep follow him, for they know his voice. They will by no means follow a stranger, but will flee from him; for they don’t know the voice of strangers.” Jesus spoke this parable to them, but they didn’t understand what he was telling them. Jesus therefore said to them again, “Most certainly, I tell you, I am the sheep’s door. All who came before me are thieves and robbers, but the sheep didn’t listen to them.</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41248"/>
          </a:xfrm>
          <a:prstGeom prst="rect">
            <a:avLst/>
          </a:prstGeom>
          <a:noFill/>
        </p:spPr>
        <p:txBody>
          <a:bodyPr wrap="square" lIns="109728" rIns="109728" tIns="73152" bIns="73152">
            <a:noAutofit/>
          </a:bodyPr>
          <a:lstStyle/>
          <a:p>
            <a:pPr>
              <a:defRPr sz="3000" b="1" i="0">
                <a:solidFill>
                  <a:srgbClr val="D8B4FE"/>
                </a:solidFill>
                <a:latin typeface="Georgia"/>
              </a:defRPr>
            </a:pPr>
            <a:r>
              <a:t>Gospel (continued)</a:t>
            </a:r>
          </a:p>
        </p:txBody>
      </p:sp>
      <p:sp>
        <p:nvSpPr>
          <p:cNvPr id="5" name="TextBox 4"/>
          <p:cNvSpPr txBox="1"/>
          <p:nvPr/>
        </p:nvSpPr>
        <p:spPr>
          <a:xfrm>
            <a:off x="914400" y="238658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John 10:1-10  ·  slide 2 of 2</a:t>
            </a:r>
          </a:p>
        </p:txBody>
      </p:sp>
      <p:sp>
        <p:nvSpPr>
          <p:cNvPr id="6" name="TextBox 5"/>
          <p:cNvSpPr txBox="1"/>
          <p:nvPr/>
        </p:nvSpPr>
        <p:spPr>
          <a:xfrm>
            <a:off x="914400" y="2935224"/>
            <a:ext cx="16459200" cy="643737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I am the door. If anyone enters in by me, he will be saved, and will go in and go out, and will find pasture. The thief only comes to steal, kill, and destroy. I came that they may have life, and may have it abundantly.</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Gospel of the Lord.</a:t>
            </a:r>
          </a:p>
          <a:p>
            <a:pPr algn="ctr">
              <a:spcBef>
                <a:spcPts val="400"/>
              </a:spcBef>
              <a:spcAft>
                <a:spcPts val="500"/>
              </a:spcAft>
              <a:defRPr sz="2000" b="1" i="0">
                <a:solidFill>
                  <a:srgbClr val="FFFFFF"/>
                </a:solidFill>
                <a:latin typeface="Georgia"/>
              </a:defRPr>
            </a:pPr>
            <a:r>
              <a:t>All: Praise to you, Lord Jesus Christ.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 Acclamation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Time for the homily — Father will now preach.</a:t>
            </a:r>
          </a:p>
          <a:p>
            <a:pPr algn="ctr">
              <a:spcAft>
                <a:spcPts val="500"/>
              </a:spcAft>
              <a:defRPr sz="1500" b="0" i="1">
                <a:solidFill>
                  <a:srgbClr val="D8B4FE"/>
                </a:solidFill>
                <a:latin typeface="Georgia"/>
              </a:defRPr>
            </a:pPr>
            <a:r>
              <a:t>Commentator may introduce the theme.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Homily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10:1-10)</a:t>
            </a:r>
          </a:p>
          <a:p>
            <a:pPr>
              <a:spcAft>
                <a:spcPts val="300"/>
              </a:spcAft>
              <a:defRPr sz="2100" b="0" i="0">
                <a:solidFill>
                  <a:srgbClr val="FFFFFF"/>
                </a:solidFill>
                <a:latin typeface="Georgia"/>
              </a:defRPr>
            </a:pPr>
            <a:r>
              <a:t>“Most certainly, I tell you, one who doesn't enter by the door into the sheep fold, but climbs up some other way, the same is a thief and a robber.”</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2026-04-26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All: I believe in one God,</a:t>
            </a:r>
          </a:p>
          <a:p>
            <a:pPr algn="ctr">
              <a:spcAft>
                <a:spcPts val="500"/>
              </a:spcAft>
              <a:defRPr sz="1900" b="0" i="0">
                <a:solidFill>
                  <a:srgbClr val="FFFFFF"/>
                </a:solidFill>
                <a:latin typeface="Georgia"/>
              </a:defRPr>
            </a:pPr>
            <a:r>
              <a:t>the Father almighty,</a:t>
            </a:r>
          </a:p>
          <a:p>
            <a:pPr algn="ctr">
              <a:spcAft>
                <a:spcPts val="500"/>
              </a:spcAft>
              <a:defRPr sz="1900" b="0" i="0">
                <a:solidFill>
                  <a:srgbClr val="FFFFFF"/>
                </a:solidFill>
                <a:latin typeface="Georgia"/>
              </a:defRPr>
            </a:pPr>
            <a:r>
              <a:t>maker of heaven and earth,</a:t>
            </a:r>
          </a:p>
          <a:p>
            <a:pPr algn="ctr">
              <a:spcAft>
                <a:spcPts val="500"/>
              </a:spcAft>
              <a:defRPr sz="1900" b="0" i="0">
                <a:solidFill>
                  <a:srgbClr val="FFFFFF"/>
                </a:solidFill>
                <a:latin typeface="Georgia"/>
              </a:defRPr>
            </a:pPr>
            <a:r>
              <a:t>of all things visible and invisible.</a:t>
            </a:r>
          </a:p>
          <a:p>
            <a:pPr algn="ctr">
              <a:spcAft>
                <a:spcPts val="500"/>
              </a:spcAft>
              <a:defRPr sz="1900" b="0" i="0">
                <a:solidFill>
                  <a:srgbClr val="FFFFFF"/>
                </a:solidFill>
                <a:latin typeface="Georgia"/>
              </a:defRPr>
            </a:pPr>
            <a:r>
              <a:t>I believe in one Lord Jesus Christ,</a:t>
            </a:r>
          </a:p>
          <a:p>
            <a:pPr algn="ctr">
              <a:spcAft>
                <a:spcPts val="500"/>
              </a:spcAft>
              <a:defRPr sz="1900" b="0" i="0">
                <a:solidFill>
                  <a:srgbClr val="FFFFFF"/>
                </a:solidFill>
                <a:latin typeface="Georgia"/>
              </a:defRPr>
            </a:pPr>
            <a:r>
              <a:t>the Only Begotten Son of God,</a:t>
            </a:r>
          </a:p>
          <a:p>
            <a:pPr algn="ctr">
              <a:spcAft>
                <a:spcPts val="500"/>
              </a:spcAft>
              <a:defRPr sz="1900" b="0" i="0">
                <a:solidFill>
                  <a:srgbClr val="FFFFFF"/>
                </a:solidFill>
                <a:latin typeface="Georgia"/>
              </a:defRPr>
            </a:pPr>
            <a:r>
              <a:t>born of the Father before all ages.</a:t>
            </a:r>
          </a:p>
          <a:p>
            <a:pPr algn="ctr">
              <a:spcAft>
                <a:spcPts val="500"/>
              </a:spcAft>
              <a:defRPr sz="1900" b="0" i="0">
                <a:solidFill>
                  <a:srgbClr val="FFFFFF"/>
                </a:solidFill>
                <a:latin typeface="Georgia"/>
              </a:defRPr>
            </a:pPr>
            <a:r>
              <a:t>God from God, Light from Light,</a:t>
            </a:r>
          </a:p>
          <a:p>
            <a:pPr algn="ctr">
              <a:spcAft>
                <a:spcPts val="500"/>
              </a:spcAft>
              <a:defRPr sz="1900" b="0" i="0">
                <a:solidFill>
                  <a:srgbClr val="FFFFFF"/>
                </a:solidFill>
                <a:latin typeface="Georgia"/>
              </a:defRPr>
            </a:pPr>
            <a:r>
              <a:t>true God from true God,</a:t>
            </a:r>
          </a:p>
          <a:p>
            <a:pPr algn="ctr">
              <a:spcAft>
                <a:spcPts val="500"/>
              </a:spcAft>
              <a:defRPr sz="1900" b="0" i="0">
                <a:solidFill>
                  <a:srgbClr val="FFFFFF"/>
                </a:solidFill>
                <a:latin typeface="Georgia"/>
              </a:defRPr>
            </a:pPr>
            <a:r>
              <a:t>begotten, not made, consubstantial with the Father;</a:t>
            </a:r>
          </a:p>
          <a:p>
            <a:pPr algn="ctr">
              <a:spcAft>
                <a:spcPts val="500"/>
              </a:spcAft>
              <a:defRPr sz="1900" b="0" i="0">
                <a:solidFill>
                  <a:srgbClr val="FFFFFF"/>
                </a:solidFill>
                <a:latin typeface="Georgia"/>
              </a:defRPr>
            </a:pPr>
            <a:r>
              <a:t>through him all things were made.</a:t>
            </a:r>
          </a:p>
          <a:p>
            <a:pPr algn="ctr">
              <a:spcAft>
                <a:spcPts val="500"/>
              </a:spcAft>
              <a:defRPr sz="1900" b="0" i="0">
                <a:solidFill>
                  <a:srgbClr val="FFFFFF"/>
                </a:solidFill>
                <a:latin typeface="Georgia"/>
              </a:defRPr>
            </a:pPr>
            <a:r>
              <a:t>For us men and for our salvation</a:t>
            </a:r>
          </a:p>
          <a:p>
            <a:pPr algn="ctr">
              <a:spcAft>
                <a:spcPts val="500"/>
              </a:spcAft>
              <a:defRPr sz="1900" b="0" i="0">
                <a:solidFill>
                  <a:srgbClr val="FFFFFF"/>
                </a:solidFill>
                <a:latin typeface="Georgia"/>
              </a:defRPr>
            </a:pPr>
            <a:r>
              <a:t>he came down from heaven,</a:t>
            </a:r>
          </a:p>
          <a:p>
            <a:pPr algn="ctr">
              <a:spcAft>
                <a:spcPts val="500"/>
              </a:spcAft>
              <a:defRPr sz="1900" b="0" i="0">
                <a:solidFill>
                  <a:srgbClr val="FFFFFF"/>
                </a:solidFill>
                <a:latin typeface="Georgia"/>
              </a:defRPr>
            </a:pPr>
            <a:r>
              <a:t>and by the Holy Spirit was incarnate of the Virgin Mary,</a:t>
            </a:r>
          </a:p>
          <a:p>
            <a:pPr algn="ctr">
              <a:spcAft>
                <a:spcPts val="500"/>
              </a:spcAft>
              <a:defRPr sz="1900" b="0" i="0">
                <a:solidFill>
                  <a:srgbClr val="FFFFFF"/>
                </a:solidFill>
                <a:latin typeface="Georgia"/>
              </a:defRPr>
            </a:pPr>
            <a:r>
              <a:t>and became man.</a:t>
            </a:r>
          </a:p>
          <a:p>
            <a:pPr algn="ctr">
              <a:spcAft>
                <a:spcPts val="500"/>
              </a:spcAft>
              <a:defRPr sz="1900" b="0" i="0">
                <a:solidFill>
                  <a:srgbClr val="FFFFFF"/>
                </a:solidFill>
                <a:latin typeface="Georgia"/>
              </a:defRPr>
            </a:pPr>
            <a:r>
              <a:t>For our sake he was crucified under Pontius Pilate,</a:t>
            </a:r>
          </a:p>
          <a:p>
            <a:pPr algn="ctr">
              <a:spcAft>
                <a:spcPts val="500"/>
              </a:spcAft>
              <a:defRPr sz="1900" b="0" i="0">
                <a:solidFill>
                  <a:srgbClr val="FFFFFF"/>
                </a:solidFill>
                <a:latin typeface="Georgia"/>
              </a:defRPr>
            </a:pPr>
            <a:r>
              <a:t>he suffered death and was buried,</a:t>
            </a:r>
          </a:p>
          <a:p>
            <a:pPr algn="ctr">
              <a:spcAft>
                <a:spcPts val="500"/>
              </a:spcAft>
              <a:defRPr sz="1900" b="0" i="0">
                <a:solidFill>
                  <a:srgbClr val="FFFFFF"/>
                </a:solidFill>
                <a:latin typeface="Georgia"/>
              </a:defRPr>
            </a:pPr>
            <a:r>
              <a:t>and rose again on the third day</a:t>
            </a:r>
          </a:p>
          <a:p>
            <a:pPr algn="ctr">
              <a:spcAft>
                <a:spcPts val="500"/>
              </a:spcAft>
              <a:defRPr sz="1900" b="0" i="0">
                <a:solidFill>
                  <a:srgbClr val="FFFFFF"/>
                </a:solidFill>
                <a:latin typeface="Georgia"/>
              </a:defRPr>
            </a:pPr>
            <a:r>
              <a:t>in accordance with the Scriptures.</a:t>
            </a:r>
          </a:p>
          <a:p>
            <a:pPr algn="ctr">
              <a:spcAft>
                <a:spcPts val="500"/>
              </a:spcAft>
              <a:defRPr sz="1900" b="0" i="0">
                <a:solidFill>
                  <a:srgbClr val="FFFFFF"/>
                </a:solidFill>
                <a:latin typeface="Georgia"/>
              </a:defRPr>
            </a:pPr>
            <a:r>
              <a:t>He ascended into heaven</a:t>
            </a:r>
          </a:p>
          <a:p>
            <a:pPr algn="ctr">
              <a:spcAft>
                <a:spcPts val="500"/>
              </a:spcAft>
              <a:defRPr sz="1900" b="0" i="0">
                <a:solidFill>
                  <a:srgbClr val="FFFFFF"/>
                </a:solidFill>
                <a:latin typeface="Georgia"/>
              </a:defRPr>
            </a:pPr>
            <a:r>
              <a:t>and is seated at the right hand of the Father.</a:t>
            </a:r>
          </a:p>
          <a:p>
            <a:pPr algn="ctr">
              <a:spcAft>
                <a:spcPts val="500"/>
              </a:spcAft>
              <a:defRPr sz="1900" b="0" i="0">
                <a:solidFill>
                  <a:srgbClr val="FFFFFF"/>
                </a:solidFill>
                <a:latin typeface="Georgia"/>
              </a:defRPr>
            </a:pPr>
            <a:r>
              <a:t>He will come again in glory</a:t>
            </a:r>
          </a:p>
          <a:p>
            <a:pPr algn="ctr">
              <a:spcAft>
                <a:spcPts val="500"/>
              </a:spcAft>
              <a:defRPr sz="1900" b="0" i="0">
                <a:solidFill>
                  <a:srgbClr val="FFFFFF"/>
                </a:solidFill>
                <a:latin typeface="Georgia"/>
              </a:defRPr>
            </a:pPr>
            <a:r>
              <a:t>to judge the living and the dead</a:t>
            </a:r>
          </a:p>
          <a:p>
            <a:pPr algn="ctr">
              <a:spcAft>
                <a:spcPts val="500"/>
              </a:spcAft>
              <a:defRPr sz="1900" b="0" i="0">
                <a:solidFill>
                  <a:srgbClr val="FFFFFF"/>
                </a:solidFill>
                <a:latin typeface="Georgia"/>
              </a:defRPr>
            </a:pPr>
            <a:r>
              <a:t>and his kingdom will have no end.</a:t>
            </a:r>
          </a:p>
          <a:p>
            <a:pPr algn="ctr">
              <a:spcAft>
                <a:spcPts val="500"/>
              </a:spcAft>
              <a:defRPr sz="1900" b="0" i="0">
                <a:solidFill>
                  <a:srgbClr val="FFFFFF"/>
                </a:solidFill>
                <a:latin typeface="Georgia"/>
              </a:defRPr>
            </a:pPr>
            <a:r>
              <a:t>I believe in the Holy Spirit, the Lord, the giver of life,</a:t>
            </a:r>
          </a:p>
          <a:p>
            <a:pPr algn="ctr">
              <a:spcAft>
                <a:spcPts val="500"/>
              </a:spcAft>
              <a:defRPr sz="1900" b="0" i="0">
                <a:solidFill>
                  <a:srgbClr val="FFFFFF"/>
                </a:solidFill>
                <a:latin typeface="Georgia"/>
              </a:defRPr>
            </a:pPr>
            <a:r>
              <a:t>who proceeds from the Father and the Son,</a:t>
            </a:r>
          </a:p>
          <a:p>
            <a:pPr algn="ctr">
              <a:spcAft>
                <a:spcPts val="500"/>
              </a:spcAft>
              <a:defRPr sz="1900" b="0" i="0">
                <a:solidFill>
                  <a:srgbClr val="FFFFFF"/>
                </a:solidFill>
                <a:latin typeface="Georgia"/>
              </a:defRPr>
            </a:pPr>
            <a:r>
              <a:t>who with the Father and the Son is adored and glorified,</a:t>
            </a:r>
          </a:p>
          <a:p>
            <a:pPr algn="ctr">
              <a:spcAft>
                <a:spcPts val="500"/>
              </a:spcAft>
              <a:defRPr sz="1900" b="0" i="0">
                <a:solidFill>
                  <a:srgbClr val="FFFFFF"/>
                </a:solidFill>
                <a:latin typeface="Georgia"/>
              </a:defRPr>
            </a:pPr>
            <a:r>
              <a:t>who has spoken through the prophets.</a:t>
            </a:r>
          </a:p>
          <a:p>
            <a:pPr algn="ctr">
              <a:spcAft>
                <a:spcPts val="500"/>
              </a:spcAft>
              <a:defRPr sz="1900" b="0" i="0">
                <a:solidFill>
                  <a:srgbClr val="FFFFFF"/>
                </a:solidFill>
                <a:latin typeface="Georgia"/>
              </a:defRPr>
            </a:pPr>
            <a:r>
              <a:t>I believe in one, holy, catholic and apostolic Church.</a:t>
            </a:r>
          </a:p>
          <a:p>
            <a:pPr algn="ctr">
              <a:spcAft>
                <a:spcPts val="500"/>
              </a:spcAft>
              <a:defRPr sz="1900" b="0" i="0">
                <a:solidFill>
                  <a:srgbClr val="FFFFFF"/>
                </a:solidFill>
                <a:latin typeface="Georgia"/>
              </a:defRPr>
            </a:pPr>
            <a:r>
              <a:t>I confess one Baptism for the forgiveness of sins</a:t>
            </a:r>
          </a:p>
          <a:p>
            <a:pPr algn="ctr">
              <a:spcAft>
                <a:spcPts val="500"/>
              </a:spcAft>
              <a:defRPr sz="1900" b="0" i="0">
                <a:solidFill>
                  <a:srgbClr val="FFFFFF"/>
                </a:solidFill>
                <a:latin typeface="Georgia"/>
              </a:defRPr>
            </a:pPr>
            <a:r>
              <a:t>and I look forward to the resurrection of the dead</a:t>
            </a:r>
          </a:p>
          <a:p>
            <a:pPr algn="ctr">
              <a:spcAft>
                <a:spcPts val="500"/>
              </a:spcAft>
              <a:defRPr sz="1900" b="0" i="0">
                <a:solidFill>
                  <a:srgbClr val="FFFFFF"/>
                </a:solidFill>
                <a:latin typeface="Georgia"/>
              </a:defRPr>
            </a:pPr>
            <a:r>
              <a:t>and the life of the world to come.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Nicene Creed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10:1-10)</a:t>
            </a:r>
          </a:p>
          <a:p>
            <a:pPr>
              <a:spcAft>
                <a:spcPts val="300"/>
              </a:spcAft>
              <a:defRPr sz="2100" b="0" i="0">
                <a:solidFill>
                  <a:srgbClr val="FFFFFF"/>
                </a:solidFill>
                <a:latin typeface="Georgia"/>
              </a:defRPr>
            </a:pPr>
            <a:r>
              <a:t>“Most certainly, I tell you, one who doesn't enter by the door into the sheep fold, but climbs up some other way, the same is a thief and a robber.”</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2026-04-26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The Universal Prayer is led so that each petition is spoken in full and each response by the people is sung or said in full (for example, “Lord, hear our prayer”), never abbreviated.</a:t>
            </a:r>
          </a:p>
          <a:p>
            <a:pPr algn="ctr">
              <a:spcBef>
                <a:spcPts val="400"/>
              </a:spcBef>
              <a:spcAft>
                <a:spcPts val="500"/>
              </a:spcAft>
              <a:defRPr sz="2000" b="1" i="0">
                <a:solidFill>
                  <a:srgbClr val="D8B4FE"/>
                </a:solidFill>
                <a:latin typeface="Georgia"/>
              </a:defRPr>
            </a:pPr>
            <a:r>
              <a:t>Priest: For the holy Church of God throughout the world, that the Lord may guard her and grant her peace and unity according to his will: let us pray to the Lord.</a:t>
            </a:r>
          </a:p>
          <a:p>
            <a:pPr algn="ctr">
              <a:spcBef>
                <a:spcPts val="400"/>
              </a:spcBef>
              <a:spcAft>
                <a:spcPts val="500"/>
              </a:spcAft>
              <a:defRPr sz="2000" b="1" i="0">
                <a:solidFill>
                  <a:srgbClr val="FFFFFF"/>
                </a:solidFill>
                <a:latin typeface="Georgia"/>
              </a:defRPr>
            </a:pPr>
            <a:r>
              <a:t>All: Lord, hear our prayer.</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Prayer of the Faithful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Priest concludes the Prayer of the Faithful with a prayer in full, for example:</a:t>
            </a:r>
          </a:p>
          <a:p>
            <a:pPr algn="ctr">
              <a:spcBef>
                <a:spcPts val="400"/>
              </a:spcBef>
              <a:spcAft>
                <a:spcPts val="500"/>
              </a:spcAft>
              <a:defRPr sz="2000" b="1" i="0">
                <a:solidFill>
                  <a:srgbClr val="D8B4FE"/>
                </a:solidFill>
                <a:latin typeface="Georgia"/>
              </a:defRPr>
            </a:pPr>
            <a:r>
              <a:t>Priest: Heavenly Father, hear the prayers of the Church, which we make through Christ our Lord.</a:t>
            </a:r>
          </a:p>
          <a:p>
            <a:pPr algn="ctr">
              <a:spcBef>
                <a:spcPts val="400"/>
              </a:spcBef>
              <a:spcAft>
                <a:spcPts val="500"/>
              </a:spcAft>
              <a:defRPr sz="2000" b="1" i="0">
                <a:solidFill>
                  <a:srgbClr val="FFFFFF"/>
                </a:solidFill>
                <a:latin typeface="Georgia"/>
              </a:defRPr>
            </a:pPr>
            <a:r>
              <a:t>All: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Prayer of the Faithful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10:1-10)</a:t>
            </a:r>
          </a:p>
          <a:p>
            <a:pPr>
              <a:spcAft>
                <a:spcPts val="300"/>
              </a:spcAft>
              <a:defRPr sz="2100" b="0" i="0">
                <a:solidFill>
                  <a:srgbClr val="FFFFFF"/>
                </a:solidFill>
                <a:latin typeface="Georgia"/>
              </a:defRPr>
            </a:pPr>
            <a:r>
              <a:t>“Most certainly, I tell you, one who doesn't enter by the door into the sheep fold, but climbs up some other way, the same is a thief and a robber.”</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2026-04-26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I Am the Bread of Life</a:t>
            </a:r>
          </a:p>
        </p:txBody>
      </p:sp>
      <p:sp>
        <p:nvSpPr>
          <p:cNvPr id="5" name="TextBox 4"/>
          <p:cNvSpPr txBox="1"/>
          <p:nvPr/>
        </p:nvSpPr>
        <p:spPr>
          <a:xfrm>
            <a:off x="0" y="2587752"/>
            <a:ext cx="18288000" cy="68305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I AM THE BREAD OF LIFE;</a:t>
            </a:r>
          </a:p>
          <a:p>
            <a:pPr algn="ctr">
              <a:lnSpc>
                <a:spcPct val="105000"/>
              </a:lnSpc>
              <a:spcAft>
                <a:spcPts val="1000"/>
              </a:spcAft>
              <a:defRPr sz="5500" b="1" i="0">
                <a:solidFill>
                  <a:srgbClr val="FFFFFF"/>
                </a:solidFill>
                <a:latin typeface="Arial Black"/>
              </a:defRPr>
            </a:pPr>
            <a:r>
              <a:t>ALL WHO COME TO ME SHALL NOT HUNGER,</a:t>
            </a:r>
          </a:p>
          <a:p>
            <a:pPr algn="ctr">
              <a:lnSpc>
                <a:spcPct val="105000"/>
              </a:lnSpc>
              <a:spcAft>
                <a:spcPts val="1000"/>
              </a:spcAft>
              <a:defRPr sz="5500" b="1" i="0">
                <a:solidFill>
                  <a:srgbClr val="FFFFFF"/>
                </a:solidFill>
                <a:latin typeface="Arial Black"/>
              </a:defRPr>
            </a:pPr>
            <a:r>
              <a:t>AND WHO BELIEVE IN ME SHALL NOT THIRST.</a:t>
            </a:r>
          </a:p>
          <a:p>
            <a:pPr algn="ctr">
              <a:lnSpc>
                <a:spcPct val="105000"/>
              </a:lnSpc>
              <a:spcAft>
                <a:spcPts val="1000"/>
              </a:spcAft>
              <a:defRPr sz="5500" b="1" i="0">
                <a:solidFill>
                  <a:srgbClr val="FFFFFF"/>
                </a:solidFill>
                <a:latin typeface="Arial Black"/>
              </a:defRPr>
            </a:pPr>
            <a:r>
              <a:t>NO ONE CAN COME TO ME UNLESS</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MY FATHER BECKONS.</a:t>
            </a:r>
          </a:p>
          <a:p>
            <a:pPr algn="ctr">
              <a:lnSpc>
                <a:spcPct val="105000"/>
              </a:lnSpc>
              <a:spcAft>
                <a:spcPts val="1000"/>
              </a:spcAft>
              <a:defRPr sz="5500" b="1" i="0">
                <a:solidFill>
                  <a:srgbClr val="FFFFFF"/>
                </a:solidFill>
                <a:latin typeface="Arial Black"/>
              </a:defRPr>
            </a:pPr>
            <a:r>
              <a:t>AND I WILL RAISE THEM UP,</a:t>
            </a:r>
          </a:p>
          <a:p>
            <a:pPr algn="ctr">
              <a:lnSpc>
                <a:spcPct val="105000"/>
              </a:lnSpc>
              <a:spcAft>
                <a:spcPts val="1000"/>
              </a:spcAft>
              <a:defRPr sz="5500" b="1" i="0">
                <a:solidFill>
                  <a:srgbClr val="FFFFFF"/>
                </a:solidFill>
                <a:latin typeface="Arial Black"/>
              </a:defRPr>
            </a:pPr>
            <a:r>
              <a:t>AND I WILL RAISE THEM UP,</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AND I WILL RAISE THEM UP ON THE LAST DAY.</a:t>
            </a:r>
          </a:p>
          <a:p>
            <a:pPr algn="ctr">
              <a:lnSpc>
                <a:spcPct val="105000"/>
              </a:lnSpc>
              <a:spcAft>
                <a:spcPts val="1000"/>
              </a:spcAft>
              <a:defRPr sz="5000" b="1" i="0">
                <a:solidFill>
                  <a:srgbClr val="FFFFFF"/>
                </a:solidFill>
                <a:latin typeface="Arial Black"/>
              </a:defRPr>
            </a:pPr>
            <a:r>
              <a:t>THE BREAD THAT I WILL GIVE</a:t>
            </a:r>
          </a:p>
          <a:p>
            <a:pPr algn="ctr">
              <a:lnSpc>
                <a:spcPct val="105000"/>
              </a:lnSpc>
              <a:spcAft>
                <a:spcPts val="1000"/>
              </a:spcAft>
              <a:defRPr sz="5000" b="1" i="0">
                <a:solidFill>
                  <a:srgbClr val="FFFFFF"/>
                </a:solidFill>
                <a:latin typeface="Arial Black"/>
              </a:defRPr>
            </a:pPr>
            <a:r>
              <a:t>IS MY FLESH FOR THE LIFE OF THE WORLD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AND IF YOU EAT OF THIS BREAD,</a:t>
            </a:r>
          </a:p>
          <a:p>
            <a:pPr algn="ctr">
              <a:lnSpc>
                <a:spcPct val="105000"/>
              </a:lnSpc>
              <a:spcAft>
                <a:spcPts val="1000"/>
              </a:spcAft>
              <a:defRPr sz="5500" b="1" i="0">
                <a:solidFill>
                  <a:srgbClr val="FFFFFF"/>
                </a:solidFill>
                <a:latin typeface="Arial Black"/>
              </a:defRPr>
            </a:pPr>
            <a:r>
              <a:t>YOU SHALL LIVE FOREVER,</a:t>
            </a:r>
          </a:p>
          <a:p>
            <a:pPr algn="ctr">
              <a:lnSpc>
                <a:spcPct val="105000"/>
              </a:lnSpc>
              <a:spcAft>
                <a:spcPts val="1000"/>
              </a:spcAft>
              <a:defRPr sz="5500" b="1" i="0">
                <a:solidFill>
                  <a:srgbClr val="FFFFFF"/>
                </a:solidFill>
                <a:latin typeface="Arial Black"/>
              </a:defRPr>
            </a:pPr>
            <a:r>
              <a:t>YES, LIVE FOREVER.</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UNLESS YOU EAT</a:t>
            </a:r>
          </a:p>
          <a:p>
            <a:pPr algn="ctr">
              <a:lnSpc>
                <a:spcPct val="105000"/>
              </a:lnSpc>
              <a:spcAft>
                <a:spcPts val="1000"/>
              </a:spcAft>
              <a:defRPr sz="5500" b="1" i="0">
                <a:solidFill>
                  <a:srgbClr val="FFFFFF"/>
                </a:solidFill>
                <a:latin typeface="Arial Black"/>
              </a:defRPr>
            </a:pPr>
            <a:r>
              <a:t>OF THE FLESH OF THE SON OF MAN</a:t>
            </a:r>
          </a:p>
          <a:p>
            <a:pPr algn="ctr">
              <a:lnSpc>
                <a:spcPct val="105000"/>
              </a:lnSpc>
              <a:spcAft>
                <a:spcPts val="1000"/>
              </a:spcAft>
              <a:defRPr sz="5500" b="1" i="0">
                <a:solidFill>
                  <a:srgbClr val="FFFFFF"/>
                </a:solidFill>
                <a:latin typeface="Arial Black"/>
              </a:defRPr>
            </a:pPr>
            <a:r>
              <a:t>AND DRINK OF HIS BLOOD,</a:t>
            </a:r>
          </a:p>
          <a:p>
            <a:pPr algn="ctr">
              <a:lnSpc>
                <a:spcPct val="105000"/>
              </a:lnSpc>
              <a:spcAft>
                <a:spcPts val="1000"/>
              </a:spcAft>
              <a:defRPr sz="5500" b="1" i="0">
                <a:solidFill>
                  <a:srgbClr val="FFFFFF"/>
                </a:solidFill>
                <a:latin typeface="Arial Black"/>
              </a:defRPr>
            </a:pPr>
            <a:r>
              <a:t>AND DRINK OF HIS BLOOD,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THERE IS NO LIFE IN YOU,</a:t>
            </a:r>
          </a:p>
          <a:p>
            <a:pPr algn="ctr">
              <a:lnSpc>
                <a:spcPct val="105000"/>
              </a:lnSpc>
              <a:spcAft>
                <a:spcPts val="1000"/>
              </a:spcAft>
              <a:defRPr sz="5500" b="1" i="0">
                <a:solidFill>
                  <a:srgbClr val="FFFFFF"/>
                </a:solidFill>
                <a:latin typeface="Arial Black"/>
              </a:defRPr>
            </a:pPr>
            <a:r>
              <a:t>THERE IS NO LIFE IN YOU.</a:t>
            </a:r>
          </a:p>
          <a:p>
            <a:pPr algn="ctr">
              <a:lnSpc>
                <a:spcPct val="105000"/>
              </a:lnSpc>
              <a:spcAft>
                <a:spcPts val="1000"/>
              </a:spcAft>
              <a:defRPr sz="5500" b="1" i="0">
                <a:solidFill>
                  <a:srgbClr val="FFFFFF"/>
                </a:solidFill>
                <a:latin typeface="Arial Black"/>
              </a:defRPr>
            </a:pPr>
            <a:r>
              <a:t>AND I WILL RAISE THEM UP,</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AND I WILL RAISE THEM UP,</a:t>
            </a:r>
          </a:p>
          <a:p>
            <a:pPr algn="ctr">
              <a:lnSpc>
                <a:spcPct val="105000"/>
              </a:lnSpc>
              <a:spcAft>
                <a:spcPts val="1000"/>
              </a:spcAft>
              <a:defRPr sz="5000" b="1" i="0">
                <a:solidFill>
                  <a:srgbClr val="FFFFFF"/>
                </a:solidFill>
                <a:latin typeface="Arial Black"/>
              </a:defRPr>
            </a:pPr>
            <a:r>
              <a:t>AND I WILL RAISE THEM UP ON THE LAST DAY.</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Pray, brethren, that my sacrifice and yours may be acceptable to God, the almighty Father.</a:t>
            </a:r>
          </a:p>
          <a:p>
            <a:pPr algn="ctr">
              <a:spcBef>
                <a:spcPts val="400"/>
              </a:spcBef>
              <a:spcAft>
                <a:spcPts val="500"/>
              </a:spcAft>
              <a:defRPr sz="2000" b="1" i="0">
                <a:solidFill>
                  <a:srgbClr val="FFFFFF"/>
                </a:solidFill>
                <a:latin typeface="Georgia"/>
              </a:defRPr>
            </a:pPr>
            <a:r>
              <a:t>All: May the Lord accept the sacrifice at your hands, for the praise and glory of his name, for our good and the good of all his holy Church.</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a:p>
            <a:pPr algn="ctr">
              <a:spcBef>
                <a:spcPts val="400"/>
              </a:spcBef>
              <a:spcAft>
                <a:spcPts val="500"/>
              </a:spcAft>
              <a:defRPr sz="2000" b="1" i="0">
                <a:solidFill>
                  <a:srgbClr val="D8B4FE"/>
                </a:solidFill>
                <a:latin typeface="Georgia"/>
              </a:defRPr>
            </a:pPr>
            <a:r>
              <a:t>Priest: Lift up your hearts.</a:t>
            </a:r>
          </a:p>
          <a:p>
            <a:pPr algn="ctr">
              <a:spcBef>
                <a:spcPts val="400"/>
              </a:spcBef>
              <a:spcAft>
                <a:spcPts val="500"/>
              </a:spcAft>
              <a:defRPr sz="2000" b="1" i="0">
                <a:solidFill>
                  <a:srgbClr val="FFFFFF"/>
                </a:solidFill>
                <a:latin typeface="Georgia"/>
              </a:defRPr>
            </a:pPr>
            <a:r>
              <a:t>All: We lift them up to the Lord.</a:t>
            </a:r>
          </a:p>
          <a:p>
            <a:pPr algn="ctr">
              <a:spcBef>
                <a:spcPts val="400"/>
              </a:spcBef>
              <a:spcAft>
                <a:spcPts val="500"/>
              </a:spcAft>
              <a:defRPr sz="2000" b="1" i="0">
                <a:solidFill>
                  <a:srgbClr val="D8B4FE"/>
                </a:solidFill>
                <a:latin typeface="Georgia"/>
              </a:defRPr>
            </a:pPr>
            <a:r>
              <a:t>Priest: Let us give thanks to the Lord our God.</a:t>
            </a:r>
          </a:p>
          <a:p>
            <a:pPr algn="ctr">
              <a:spcBef>
                <a:spcPts val="400"/>
              </a:spcBef>
              <a:spcAft>
                <a:spcPts val="500"/>
              </a:spcAft>
              <a:defRPr sz="2000" b="1" i="0">
                <a:solidFill>
                  <a:srgbClr val="FFFFFF"/>
                </a:solidFill>
                <a:latin typeface="Georgia"/>
              </a:defRPr>
            </a:pPr>
            <a:r>
              <a:t>All: It is right and just.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The Priest continues with the Preface of the day from the Roman Missal — the entire Preface proper for this Mass, not truncated — until the point where the people join in singing or saying the Holy, Holy (Sanctus).</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Holy, Holy, Holy Lord God of hosts.</a:t>
            </a:r>
          </a:p>
          <a:p>
            <a:pPr algn="ctr">
              <a:spcAft>
                <a:spcPts val="500"/>
              </a:spcAft>
              <a:defRPr sz="1900" b="0" i="0">
                <a:solidFill>
                  <a:srgbClr val="FFFFFF"/>
                </a:solidFill>
                <a:latin typeface="Georgia"/>
              </a:defRPr>
            </a:pPr>
            <a:r>
              <a:t>Heaven and earth are full of your glory.</a:t>
            </a:r>
          </a:p>
          <a:p>
            <a:pPr algn="ctr">
              <a:spcAft>
                <a:spcPts val="500"/>
              </a:spcAft>
              <a:defRPr sz="1900" b="0" i="0">
                <a:solidFill>
                  <a:srgbClr val="FFFFFF"/>
                </a:solidFill>
                <a:latin typeface="Georgia"/>
              </a:defRPr>
            </a:pPr>
            <a:r>
              <a:t>Hosanna in the highest.</a:t>
            </a:r>
          </a:p>
          <a:p>
            <a:pPr algn="ctr">
              <a:spcAft>
                <a:spcPts val="500"/>
              </a:spcAft>
              <a:defRPr sz="1900" b="0" i="0">
                <a:solidFill>
                  <a:srgbClr val="FFFFFF"/>
                </a:solidFill>
                <a:latin typeface="Georgia"/>
              </a:defRPr>
            </a:pPr>
            <a:r>
              <a:t>Blessed is he who comes in the name of the Lord.</a:t>
            </a:r>
          </a:p>
          <a:p>
            <a:pPr algn="ctr">
              <a:spcAft>
                <a:spcPts val="500"/>
              </a:spcAft>
              <a:defRPr sz="1900" b="0" i="0">
                <a:solidFill>
                  <a:srgbClr val="FFFFFF"/>
                </a:solidFill>
                <a:latin typeface="Georgia"/>
              </a:defRPr>
            </a:pPr>
            <a:r>
              <a:t>Hosanna in the highest.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Sanctus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All: We proclaim your Death, O Lord,</a:t>
            </a:r>
          </a:p>
          <a:p>
            <a:pPr algn="ctr">
              <a:spcAft>
                <a:spcPts val="500"/>
              </a:spcAft>
              <a:defRPr sz="1900" b="0" i="0">
                <a:solidFill>
                  <a:srgbClr val="FFFFFF"/>
                </a:solidFill>
                <a:latin typeface="Georgia"/>
              </a:defRPr>
            </a:pPr>
            <a:r>
              <a:t>and profess your Resurrection</a:t>
            </a:r>
          </a:p>
          <a:p>
            <a:pPr algn="ctr">
              <a:spcAft>
                <a:spcPts val="500"/>
              </a:spcAft>
              <a:defRPr sz="1900" b="0" i="0">
                <a:solidFill>
                  <a:srgbClr val="FFFFFF"/>
                </a:solidFill>
                <a:latin typeface="Georgia"/>
              </a:defRPr>
            </a:pPr>
            <a:r>
              <a:t>until you come again.</a:t>
            </a:r>
          </a:p>
          <a:p>
            <a:pPr algn="ctr">
              <a:spcAft>
                <a:spcPts val="500"/>
              </a:spcAft>
              <a:defRPr sz="1500" b="0" i="1">
                <a:solidFill>
                  <a:srgbClr val="D8B4FE"/>
                </a:solidFill>
                <a:latin typeface="Georgia"/>
              </a:defRPr>
            </a:pPr>
            <a:r>
              <a:t>(Alternate forms may be used as approved by the Conference of Bishops.)</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The Eucharistic Prayer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All: Amen.</a:t>
            </a:r>
          </a:p>
          <a:p>
            <a:pPr algn="ctr">
              <a:spcAft>
                <a:spcPts val="500"/>
              </a:spcAft>
              <a:defRPr sz="1500" b="0" i="1">
                <a:solidFill>
                  <a:srgbClr val="D8B4FE"/>
                </a:solidFill>
                <a:latin typeface="Georgia"/>
              </a:defRPr>
            </a:pPr>
            <a:r>
              <a:t>The people respond “Amen” once to the doxology at the end of the Eucharistic Prayer, unless local solemn custom repeats it.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Great Amen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Our Father, who art in heaven,</a:t>
            </a:r>
          </a:p>
          <a:p>
            <a:pPr algn="ctr">
              <a:spcAft>
                <a:spcPts val="500"/>
              </a:spcAft>
              <a:defRPr sz="1900" b="0" i="0">
                <a:solidFill>
                  <a:srgbClr val="FFFFFF"/>
                </a:solidFill>
                <a:latin typeface="Georgia"/>
              </a:defRPr>
            </a:pPr>
            <a:r>
              <a:t>hallowed be thy name;</a:t>
            </a:r>
          </a:p>
          <a:p>
            <a:pPr algn="ctr">
              <a:spcAft>
                <a:spcPts val="500"/>
              </a:spcAft>
              <a:defRPr sz="1900" b="0" i="0">
                <a:solidFill>
                  <a:srgbClr val="FFFFFF"/>
                </a:solidFill>
                <a:latin typeface="Georgia"/>
              </a:defRPr>
            </a:pPr>
            <a:r>
              <a:t>thy kingdom come,</a:t>
            </a:r>
          </a:p>
          <a:p>
            <a:pPr algn="ctr">
              <a:spcAft>
                <a:spcPts val="500"/>
              </a:spcAft>
              <a:defRPr sz="1900" b="0" i="0">
                <a:solidFill>
                  <a:srgbClr val="FFFFFF"/>
                </a:solidFill>
                <a:latin typeface="Georgia"/>
              </a:defRPr>
            </a:pPr>
            <a:r>
              <a:t>thy will be done,</a:t>
            </a:r>
          </a:p>
          <a:p>
            <a:pPr algn="ctr">
              <a:spcAft>
                <a:spcPts val="500"/>
              </a:spcAft>
              <a:defRPr sz="1900" b="0" i="0">
                <a:solidFill>
                  <a:srgbClr val="FFFFFF"/>
                </a:solidFill>
                <a:latin typeface="Georgia"/>
              </a:defRPr>
            </a:pPr>
            <a:r>
              <a:t>on earth as it is in heaven.</a:t>
            </a:r>
          </a:p>
          <a:p>
            <a:pPr algn="ctr">
              <a:spcAft>
                <a:spcPts val="500"/>
              </a:spcAft>
              <a:defRPr sz="1900" b="0" i="0">
                <a:solidFill>
                  <a:srgbClr val="FFFFFF"/>
                </a:solidFill>
                <a:latin typeface="Georgia"/>
              </a:defRPr>
            </a:pPr>
            <a:r>
              <a:t>Give us this day our daily bread;</a:t>
            </a:r>
          </a:p>
          <a:p>
            <a:pPr algn="ctr">
              <a:spcAft>
                <a:spcPts val="500"/>
              </a:spcAft>
              <a:defRPr sz="1900" b="0" i="0">
                <a:solidFill>
                  <a:srgbClr val="FFFFFF"/>
                </a:solidFill>
                <a:latin typeface="Georgia"/>
              </a:defRPr>
            </a:pPr>
            <a:r>
              <a:t>and forgive us our trespasses,</a:t>
            </a:r>
          </a:p>
          <a:p>
            <a:pPr algn="ctr">
              <a:spcAft>
                <a:spcPts val="500"/>
              </a:spcAft>
              <a:defRPr sz="1900" b="0" i="0">
                <a:solidFill>
                  <a:srgbClr val="FFFFFF"/>
                </a:solidFill>
                <a:latin typeface="Georgia"/>
              </a:defRPr>
            </a:pPr>
            <a:r>
              <a:t>as we forgive those who trespass against us;</a:t>
            </a:r>
          </a:p>
          <a:p>
            <a:pPr algn="ctr">
              <a:spcAft>
                <a:spcPts val="500"/>
              </a:spcAft>
              <a:defRPr sz="1900" b="0" i="0">
                <a:solidFill>
                  <a:srgbClr val="FFFFFF"/>
                </a:solidFill>
                <a:latin typeface="Georgia"/>
              </a:defRPr>
            </a:pPr>
            <a:r>
              <a:t>and lead us not into temptation,</a:t>
            </a:r>
          </a:p>
          <a:p>
            <a:pPr algn="ctr">
              <a:spcAft>
                <a:spcPts val="500"/>
              </a:spcAft>
              <a:defRPr sz="1900" b="0" i="0">
                <a:solidFill>
                  <a:srgbClr val="FFFFFF"/>
                </a:solidFill>
                <a:latin typeface="Georgia"/>
              </a:defRPr>
            </a:pPr>
            <a:r>
              <a:t>but deliver us from evil.</a:t>
            </a:r>
          </a:p>
          <a:p>
            <a:pPr algn="ctr">
              <a:spcBef>
                <a:spcPts val="400"/>
              </a:spcBef>
              <a:spcAft>
                <a:spcPts val="500"/>
              </a:spcAft>
              <a:defRPr sz="2000" b="1" i="0">
                <a:solidFill>
                  <a:srgbClr val="D8B4FE"/>
                </a:solidFill>
                <a:latin typeface="Georgia"/>
              </a:defRPr>
            </a:pPr>
            <a:r>
              <a:t>Priest: Deliver us, Lord, we pray, from every evil, graciously grant peace in our days, that, by the help of your mercy, we may be always free from sin and safe from all distress, as we await the blessed hope and the coming of our Savior, Jesus Christ.</a:t>
            </a:r>
          </a:p>
          <a:p>
            <a:pPr algn="ctr">
              <a:spcBef>
                <a:spcPts val="400"/>
              </a:spcBef>
              <a:spcAft>
                <a:spcPts val="500"/>
              </a:spcAft>
              <a:defRPr sz="2000" b="1" i="0">
                <a:solidFill>
                  <a:srgbClr val="FFFFFF"/>
                </a:solidFill>
                <a:latin typeface="Georgia"/>
              </a:defRPr>
            </a:pPr>
            <a:r>
              <a:t>For the kingdom, the power, and the glory are yours now and for ever.</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Our Father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10:1-10)</a:t>
            </a:r>
          </a:p>
          <a:p>
            <a:pPr>
              <a:spcAft>
                <a:spcPts val="300"/>
              </a:spcAft>
              <a:defRPr sz="2100" b="0" i="0">
                <a:solidFill>
                  <a:srgbClr val="FFFFFF"/>
                </a:solidFill>
                <a:latin typeface="Georgia"/>
              </a:defRPr>
            </a:pPr>
            <a:r>
              <a:t>“Most certainly, I tell you, one who doesn't enter by the door into the sheep fold, but climbs up some other way, the same is a thief and a robber.”</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2026-04-26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Deliver us, Lord, we pray, from every evil, graciously grant peace in our days, that, by the help of your mercy, we may be always free from sin and safe from all distress, as we await the blessed hope and the coming of our Savior, Jesus Christ.</a:t>
            </a:r>
          </a:p>
          <a:p>
            <a:pPr algn="ctr">
              <a:spcBef>
                <a:spcPts val="400"/>
              </a:spcBef>
              <a:spcAft>
                <a:spcPts val="500"/>
              </a:spcAft>
              <a:defRPr sz="2000" b="1" i="0">
                <a:solidFill>
                  <a:srgbClr val="FFFFFF"/>
                </a:solidFill>
                <a:latin typeface="Georgia"/>
              </a:defRPr>
            </a:pPr>
            <a:r>
              <a:t>All: For the kingdom, the power, and the glory are yours, now and for ever.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The Communion Rite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10:1-10)</a:t>
            </a:r>
          </a:p>
          <a:p>
            <a:pPr>
              <a:spcAft>
                <a:spcPts val="300"/>
              </a:spcAft>
              <a:defRPr sz="2100" b="0" i="0">
                <a:solidFill>
                  <a:srgbClr val="FFFFFF"/>
                </a:solidFill>
                <a:latin typeface="Georgia"/>
              </a:defRPr>
            </a:pPr>
            <a:r>
              <a:t>“Most certainly, I tell you, one who doesn't enter by the door into the sheep fold, but climbs up some other way, the same is a thief and a robber.”</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2026-04-26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peace of the Lord be with you always.</a:t>
            </a:r>
          </a:p>
          <a:p>
            <a:pPr algn="ctr">
              <a:spcBef>
                <a:spcPts val="400"/>
              </a:spcBef>
              <a:spcAft>
                <a:spcPts val="500"/>
              </a:spcAft>
              <a:defRPr sz="2000" b="1" i="0">
                <a:solidFill>
                  <a:srgbClr val="FFFFFF"/>
                </a:solidFill>
                <a:latin typeface="Georgia"/>
              </a:defRPr>
            </a:pPr>
            <a:r>
              <a:t>All: And with your spirit.</a:t>
            </a:r>
          </a:p>
          <a:p>
            <a:pPr algn="ctr">
              <a:spcAft>
                <a:spcPts val="500"/>
              </a:spcAft>
              <a:defRPr sz="1500" b="0" i="1">
                <a:solidFill>
                  <a:srgbClr val="D8B4FE"/>
                </a:solidFill>
                <a:latin typeface="Georgia"/>
              </a:defRPr>
            </a:pPr>
            <a:r>
              <a:t>Let us offer each other the sign of peace.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Sign of Peace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Lamb of God,</a:t>
            </a:r>
          </a:p>
          <a:p>
            <a:pPr algn="ctr">
              <a:spcAft>
                <a:spcPts val="500"/>
              </a:spcAft>
              <a:defRPr sz="1900" b="0" i="0">
                <a:solidFill>
                  <a:srgbClr val="FFFFFF"/>
                </a:solidFill>
                <a:latin typeface="Georgia"/>
              </a:defRPr>
            </a:pPr>
            <a:r>
              <a:t>you take away the sins of the world,</a:t>
            </a:r>
          </a:p>
          <a:p>
            <a:pPr algn="ctr">
              <a:spcAft>
                <a:spcPts val="500"/>
              </a:spcAft>
              <a:defRPr sz="1900" b="0" i="0">
                <a:solidFill>
                  <a:srgbClr val="FFFFFF"/>
                </a:solidFill>
                <a:latin typeface="Georgia"/>
              </a:defRPr>
            </a:pPr>
            <a:r>
              <a:t>have mercy on us.</a:t>
            </a:r>
          </a:p>
          <a:p>
            <a:pPr algn="ctr">
              <a:spcAft>
                <a:spcPts val="500"/>
              </a:spcAft>
              <a:defRPr sz="1900" b="0" i="0">
                <a:solidFill>
                  <a:srgbClr val="FFFFFF"/>
                </a:solidFill>
                <a:latin typeface="Georgia"/>
              </a:defRPr>
            </a:pPr>
            <a:r>
              <a:t>Lamb of God,</a:t>
            </a:r>
          </a:p>
          <a:p>
            <a:pPr algn="ctr">
              <a:spcAft>
                <a:spcPts val="500"/>
              </a:spcAft>
              <a:defRPr sz="1900" b="0" i="0">
                <a:solidFill>
                  <a:srgbClr val="FFFFFF"/>
                </a:solidFill>
                <a:latin typeface="Georgia"/>
              </a:defRPr>
            </a:pPr>
            <a:r>
              <a:t>you take away the sins of the world,</a:t>
            </a:r>
          </a:p>
          <a:p>
            <a:pPr algn="ctr">
              <a:spcAft>
                <a:spcPts val="500"/>
              </a:spcAft>
              <a:defRPr sz="1900" b="0" i="0">
                <a:solidFill>
                  <a:srgbClr val="FFFFFF"/>
                </a:solidFill>
                <a:latin typeface="Georgia"/>
              </a:defRPr>
            </a:pPr>
            <a:r>
              <a:t>have mercy on us.</a:t>
            </a:r>
          </a:p>
          <a:p>
            <a:pPr algn="ctr">
              <a:spcAft>
                <a:spcPts val="500"/>
              </a:spcAft>
              <a:defRPr sz="1900" b="0" i="0">
                <a:solidFill>
                  <a:srgbClr val="FFFFFF"/>
                </a:solidFill>
                <a:latin typeface="Georgia"/>
              </a:defRPr>
            </a:pPr>
            <a:r>
              <a:t>Lamb of God,</a:t>
            </a:r>
          </a:p>
          <a:p>
            <a:pPr algn="ctr">
              <a:spcAft>
                <a:spcPts val="500"/>
              </a:spcAft>
              <a:defRPr sz="1900" b="0" i="0">
                <a:solidFill>
                  <a:srgbClr val="FFFFFF"/>
                </a:solidFill>
                <a:latin typeface="Georgia"/>
              </a:defRPr>
            </a:pPr>
            <a:r>
              <a:t>you take away the sins of the world,</a:t>
            </a:r>
          </a:p>
          <a:p>
            <a:pPr algn="ctr">
              <a:spcAft>
                <a:spcPts val="500"/>
              </a:spcAft>
              <a:defRPr sz="1900" b="0" i="0">
                <a:solidFill>
                  <a:srgbClr val="FFFFFF"/>
                </a:solidFill>
                <a:latin typeface="Georgia"/>
              </a:defRPr>
            </a:pPr>
            <a:r>
              <a:t>grant us peace.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Lamb of God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Behold the Lamb of God, behold him who takes away the sins of the world. Blessed are those called to the supper of the Lamb.</a:t>
            </a:r>
          </a:p>
          <a:p>
            <a:pPr algn="ctr">
              <a:spcBef>
                <a:spcPts val="400"/>
              </a:spcBef>
              <a:spcAft>
                <a:spcPts val="500"/>
              </a:spcAft>
              <a:defRPr sz="2000" b="1" i="0">
                <a:solidFill>
                  <a:srgbClr val="FFFFFF"/>
                </a:solidFill>
                <a:latin typeface="Georgia"/>
              </a:defRPr>
            </a:pPr>
            <a:r>
              <a:t>All: Lord, I am not worthy that you should enter under my roof, but only say the word and my soul shall be healed.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The Communion Rite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10:1-10)</a:t>
            </a:r>
          </a:p>
          <a:p>
            <a:pPr>
              <a:spcAft>
                <a:spcPts val="300"/>
              </a:spcAft>
              <a:defRPr sz="2100" b="0" i="0">
                <a:solidFill>
                  <a:srgbClr val="FFFFFF"/>
                </a:solidFill>
                <a:latin typeface="Georgia"/>
              </a:defRPr>
            </a:pPr>
            <a:r>
              <a:t>“Most certainly, I tell you, one who doesn't enter by the door into the sheep fold, but climbs up some other way, the same is a thief and a robber.”</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2026-04-26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Manalig Ka</a:t>
            </a:r>
          </a:p>
        </p:txBody>
      </p:sp>
      <p:sp>
        <p:nvSpPr>
          <p:cNvPr id="5" name="TextBox 4"/>
          <p:cNvSpPr txBox="1"/>
          <p:nvPr/>
        </p:nvSpPr>
        <p:spPr>
          <a:xfrm>
            <a:off x="0" y="2587752"/>
            <a:ext cx="18288000" cy="68305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ILUOM LAHAT NG TAKOT SA IYONG DAMDAMIN</a:t>
            </a:r>
          </a:p>
          <a:p>
            <a:pPr algn="ctr">
              <a:lnSpc>
                <a:spcPct val="105000"/>
              </a:lnSpc>
              <a:spcAft>
                <a:spcPts val="1000"/>
              </a:spcAft>
              <a:defRPr sz="5500" b="1" i="0">
                <a:solidFill>
                  <a:srgbClr val="FFFFFF"/>
                </a:solidFill>
                <a:latin typeface="Arial Black"/>
              </a:defRPr>
            </a:pPr>
            <a:r>
              <a:t>ANG PANGALAN N'YA LAGI ANG TAWAGIN</a:t>
            </a:r>
          </a:p>
          <a:p>
            <a:pPr algn="ctr">
              <a:lnSpc>
                <a:spcPct val="105000"/>
              </a:lnSpc>
              <a:spcAft>
                <a:spcPts val="1000"/>
              </a:spcAft>
              <a:defRPr sz="5500" b="1" i="0">
                <a:solidFill>
                  <a:srgbClr val="FFFFFF"/>
                </a:solidFill>
                <a:latin typeface="Arial Black"/>
              </a:defRPr>
            </a:pPr>
            <a:r>
              <a:t>AT SIYA'Y NAKIKINIG</a:t>
            </a:r>
          </a:p>
          <a:p>
            <a:pPr algn="ctr">
              <a:lnSpc>
                <a:spcPct val="105000"/>
              </a:lnSpc>
              <a:spcAft>
                <a:spcPts val="1000"/>
              </a:spcAft>
              <a:defRPr sz="5500" b="1" i="0">
                <a:solidFill>
                  <a:srgbClr val="FFFFFF"/>
                </a:solidFill>
                <a:latin typeface="Arial Black"/>
              </a:defRPr>
            </a:pPr>
            <a:r>
              <a:t>SA BAWAT HINAING</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MAGMASID</a:t>
            </a:r>
          </a:p>
          <a:p>
            <a:pPr algn="ctr">
              <a:lnSpc>
                <a:spcPct val="105000"/>
              </a:lnSpc>
              <a:spcAft>
                <a:spcPts val="1000"/>
              </a:spcAft>
              <a:defRPr sz="5500" b="1" i="0">
                <a:solidFill>
                  <a:srgbClr val="FFFFFF"/>
                </a:solidFill>
                <a:latin typeface="Arial Black"/>
              </a:defRPr>
            </a:pPr>
            <a:r>
              <a:t>AT MAMULAT SA KANYANG KAPANGYARIHAN</a:t>
            </a:r>
          </a:p>
          <a:p>
            <a:pPr algn="ctr">
              <a:lnSpc>
                <a:spcPct val="105000"/>
              </a:lnSpc>
              <a:spcAft>
                <a:spcPts val="1000"/>
              </a:spcAft>
              <a:defRPr sz="5500" b="1" i="0">
                <a:solidFill>
                  <a:srgbClr val="FFFFFF"/>
                </a:solidFill>
                <a:latin typeface="Arial Black"/>
              </a:defRPr>
            </a:pPr>
            <a:r>
              <a:t>NABATID MO BA NA SIYA'Y NAGLALAAN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PATULOY NA NAGHAHATID NG TUNAY NA KALAYAAN</a:t>
            </a:r>
          </a:p>
          <a:p>
            <a:pPr algn="ctr">
              <a:lnSpc>
                <a:spcPct val="105000"/>
              </a:lnSpc>
              <a:spcAft>
                <a:spcPts val="1000"/>
              </a:spcAft>
              <a:defRPr sz="5000" b="1" i="0">
                <a:solidFill>
                  <a:srgbClr val="FFFFFF"/>
                </a:solidFill>
                <a:latin typeface="Arial Black"/>
              </a:defRPr>
            </a:pPr>
            <a:r>
              <a:t>MANALIG KA</a:t>
            </a:r>
          </a:p>
          <a:p>
            <a:pPr algn="ctr">
              <a:lnSpc>
                <a:spcPct val="105000"/>
              </a:lnSpc>
              <a:spcAft>
                <a:spcPts val="1000"/>
              </a:spcAft>
              <a:defRPr sz="5000" b="1" i="0">
                <a:solidFill>
                  <a:srgbClr val="FFFFFF"/>
                </a:solidFill>
                <a:latin typeface="Arial Black"/>
              </a:defRPr>
            </a:pPr>
            <a:r>
              <a:t>TUYUIN ANG LUHA SA MGA MATA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HINDI SIYA PANAGINIP</a:t>
            </a:r>
          </a:p>
          <a:p>
            <a:pPr algn="ctr">
              <a:lnSpc>
                <a:spcPct val="105000"/>
              </a:lnSpc>
              <a:spcAft>
                <a:spcPts val="1000"/>
              </a:spcAft>
              <a:defRPr sz="5500" b="1" i="0">
                <a:solidFill>
                  <a:srgbClr val="FFFFFF"/>
                </a:solidFill>
                <a:latin typeface="Arial Black"/>
              </a:defRPr>
            </a:pPr>
            <a:r>
              <a:t>HINDI SIYA ISANG PANGARAP</a:t>
            </a:r>
          </a:p>
          <a:p>
            <a:pPr algn="ctr">
              <a:lnSpc>
                <a:spcPct val="105000"/>
              </a:lnSpc>
              <a:spcAft>
                <a:spcPts val="1000"/>
              </a:spcAft>
              <a:defRPr sz="5500" b="1" i="0">
                <a:solidFill>
                  <a:srgbClr val="FFFFFF"/>
                </a:solidFill>
                <a:latin typeface="Arial Black"/>
              </a:defRPr>
            </a:pPr>
            <a:r>
              <a:t>SIYA AY BUHAY MANALIG KA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ANG NGAYON TILA WALANG MARARATING NA BUKAS</a:t>
            </a:r>
          </a:p>
          <a:p>
            <a:pPr algn="ctr">
              <a:lnSpc>
                <a:spcPct val="105000"/>
              </a:lnSpc>
              <a:spcAft>
                <a:spcPts val="1000"/>
              </a:spcAft>
              <a:defRPr sz="5000" b="1" i="0">
                <a:solidFill>
                  <a:srgbClr val="FFFFFF"/>
                </a:solidFill>
                <a:latin typeface="Arial Black"/>
              </a:defRPr>
            </a:pPr>
            <a:r>
              <a:t>NGUNIT KUNG SIYA ANG ATING HAYAANG MAGLANDAS</a:t>
            </a:r>
          </a:p>
          <a:p>
            <a:pPr algn="ctr">
              <a:lnSpc>
                <a:spcPct val="105000"/>
              </a:lnSpc>
              <a:spcAft>
                <a:spcPts val="1000"/>
              </a:spcAft>
              <a:defRPr sz="5000" b="1" i="0">
                <a:solidFill>
                  <a:srgbClr val="FFFFFF"/>
                </a:solidFill>
                <a:latin typeface="Arial Black"/>
              </a:defRPr>
            </a:pPr>
            <a:r>
              <a:t>PAG-ASA AY MULING MABIBIGKAS</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MANALIG KA</a:t>
            </a:r>
          </a:p>
          <a:p>
            <a:pPr algn="ctr">
              <a:lnSpc>
                <a:spcPct val="105000"/>
              </a:lnSpc>
              <a:spcAft>
                <a:spcPts val="1000"/>
              </a:spcAft>
              <a:defRPr sz="5500" b="1" i="0">
                <a:solidFill>
                  <a:srgbClr val="FFFFFF"/>
                </a:solidFill>
                <a:latin typeface="Arial Black"/>
              </a:defRPr>
            </a:pPr>
            <a:r>
              <a:t>TUYUIN ANG LUHA SA MGA MATA</a:t>
            </a:r>
          </a:p>
          <a:p>
            <a:pPr algn="ctr">
              <a:lnSpc>
                <a:spcPct val="105000"/>
              </a:lnSpc>
              <a:spcAft>
                <a:spcPts val="1000"/>
              </a:spcAft>
              <a:defRPr sz="5500" b="1" i="0">
                <a:solidFill>
                  <a:srgbClr val="FFFFFF"/>
                </a:solidFill>
                <a:latin typeface="Arial Black"/>
              </a:defRPr>
            </a:pPr>
            <a:r>
              <a:t>HINDI SIYA PANAGINIP</a:t>
            </a:r>
          </a:p>
          <a:p>
            <a:pPr algn="ctr">
              <a:lnSpc>
                <a:spcPct val="105000"/>
              </a:lnSpc>
              <a:spcAft>
                <a:spcPts val="1000"/>
              </a:spcAft>
              <a:defRPr sz="5500" b="1" i="0">
                <a:solidFill>
                  <a:srgbClr val="FFFFFF"/>
                </a:solidFill>
                <a:latin typeface="Arial Black"/>
              </a:defRPr>
            </a:pPr>
            <a:r>
              <a:t>HINDI SIYA ISANG PANGARAP</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SIYA AY BUHAY MANALIG KA</a:t>
            </a:r>
          </a:p>
          <a:p>
            <a:pPr algn="ctr">
              <a:lnSpc>
                <a:spcPct val="105000"/>
              </a:lnSpc>
              <a:spcAft>
                <a:spcPts val="1000"/>
              </a:spcAft>
              <a:defRPr sz="5500" b="1" i="0">
                <a:solidFill>
                  <a:srgbClr val="FFFFFF"/>
                </a:solidFill>
                <a:latin typeface="Arial Black"/>
              </a:defRPr>
            </a:pPr>
            <a:r>
              <a:t>MANALIG KA (MANALIG KA)</a:t>
            </a:r>
          </a:p>
          <a:p>
            <a:pPr algn="ctr">
              <a:lnSpc>
                <a:spcPct val="105000"/>
              </a:lnSpc>
              <a:spcAft>
                <a:spcPts val="1000"/>
              </a:spcAft>
              <a:defRPr sz="5500" b="1" i="0">
                <a:solidFill>
                  <a:srgbClr val="FFFFFF"/>
                </a:solidFill>
                <a:latin typeface="Arial Black"/>
              </a:defRPr>
            </a:pPr>
            <a:r>
              <a:t>TUYUIN ANG LUHA SA MGA MATA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HINDI SIYA NATUTULOG</a:t>
            </a:r>
          </a:p>
          <a:p>
            <a:pPr algn="ctr">
              <a:lnSpc>
                <a:spcPct val="105000"/>
              </a:lnSpc>
              <a:spcAft>
                <a:spcPts val="1000"/>
              </a:spcAft>
              <a:defRPr sz="5500" b="1" i="0">
                <a:solidFill>
                  <a:srgbClr val="FFFFFF"/>
                </a:solidFill>
                <a:latin typeface="Arial Black"/>
              </a:defRPr>
            </a:pPr>
            <a:r>
              <a:t>HINDI NAKAKALIMOT</a:t>
            </a:r>
          </a:p>
          <a:p>
            <a:pPr algn="ctr">
              <a:lnSpc>
                <a:spcPct val="105000"/>
              </a:lnSpc>
              <a:spcAft>
                <a:spcPts val="1000"/>
              </a:spcAft>
              <a:defRPr sz="5500" b="1" i="0">
                <a:solidFill>
                  <a:srgbClr val="FFFFFF"/>
                </a:solidFill>
                <a:latin typeface="Arial Black"/>
              </a:defRPr>
            </a:pPr>
            <a:r>
              <a:t>KAY HESUS MANALIG KA</a:t>
            </a:r>
          </a:p>
          <a:p>
            <a:pPr algn="ctr">
              <a:lnSpc>
                <a:spcPct val="105000"/>
              </a:lnSpc>
              <a:spcAft>
                <a:spcPts val="1000"/>
              </a:spcAft>
              <a:defRPr sz="5500" b="1" i="0">
                <a:solidFill>
                  <a:srgbClr val="FFFFFF"/>
                </a:solidFill>
                <a:latin typeface="Arial Black"/>
              </a:defRPr>
            </a:pPr>
            <a:r>
              <a:t>KAY HESUS MANALIG KA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Pananagutan</a:t>
            </a:r>
          </a:p>
        </p:txBody>
      </p:sp>
      <p:sp>
        <p:nvSpPr>
          <p:cNvPr id="5" name="TextBox 4"/>
          <p:cNvSpPr txBox="1"/>
          <p:nvPr/>
        </p:nvSpPr>
        <p:spPr>
          <a:xfrm>
            <a:off x="0" y="2587752"/>
            <a:ext cx="18288000" cy="68305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(NO LYRICS IN LIBRARY FOR THIS HYMN.)</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Let us pray.</a:t>
            </a:r>
          </a:p>
          <a:p>
            <a:pPr algn="ctr">
              <a:spcAft>
                <a:spcPts val="500"/>
              </a:spcAft>
              <a:defRPr sz="1500" b="0" i="1">
                <a:solidFill>
                  <a:srgbClr val="D8B4FE"/>
                </a:solidFill>
                <a:latin typeface="Georgia"/>
              </a:defRPr>
            </a:pPr>
            <a:r>
              <a:t>The Priest says the Post- Communion Prayer for the day in full from the Roman Missal. The people respond at the end.</a:t>
            </a:r>
          </a:p>
          <a:p>
            <a:pPr algn="ctr">
              <a:spcBef>
                <a:spcPts val="400"/>
              </a:spcBef>
              <a:spcAft>
                <a:spcPts val="500"/>
              </a:spcAft>
              <a:defRPr sz="2000" b="1" i="0">
                <a:solidFill>
                  <a:srgbClr val="FFFFFF"/>
                </a:solidFill>
                <a:latin typeface="Georgia"/>
              </a:defRPr>
            </a:pPr>
            <a:r>
              <a:t>All: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The Communion Rite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10:1-10)</a:t>
            </a:r>
          </a:p>
          <a:p>
            <a:pPr>
              <a:spcAft>
                <a:spcPts val="300"/>
              </a:spcAft>
              <a:defRPr sz="2100" b="0" i="0">
                <a:solidFill>
                  <a:srgbClr val="FFFFFF"/>
                </a:solidFill>
                <a:latin typeface="Georgia"/>
              </a:defRPr>
            </a:pPr>
            <a:r>
              <a:t>“Most certainly, I tell you, one who doesn't enter by the door into the sheep fold, but climbs up some other way, the same is a thief and a robber.”</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2026-04-26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MASS COLLECTION</a:t>
            </a:r>
          </a:p>
          <a:p>
            <a:pPr algn="ctr">
              <a:spcAft>
                <a:spcPts val="500"/>
              </a:spcAft>
              <a:defRPr sz="1500" b="0" i="1">
                <a:solidFill>
                  <a:srgbClr val="D8B4FE"/>
                </a:solidFill>
                <a:latin typeface="Georgia"/>
              </a:defRPr>
            </a:pPr>
            <a:r>
              <a:t>Thank you for your generosity.</a:t>
            </a:r>
          </a:p>
          <a:p>
            <a:pPr algn="ctr">
              <a:spcAft>
                <a:spcPts val="500"/>
              </a:spcAft>
              <a:defRPr sz="1500" b="0" i="1">
                <a:solidFill>
                  <a:srgbClr val="D8B4FE"/>
                </a:solidFill>
                <a:latin typeface="Georgia"/>
              </a:defRPr>
            </a:pPr>
            <a:r>
              <a:t>Date: Sunday, May 17, 2026</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Collection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FOOD SPONSORS</a:t>
            </a:r>
          </a:p>
          <a:p>
            <a:pPr algn="ctr">
              <a:spcAft>
                <a:spcPts val="500"/>
              </a:spcAft>
              <a:defRPr sz="1500" b="0" i="1">
                <a:solidFill>
                  <a:srgbClr val="D8B4FE"/>
                </a:solidFill>
                <a:latin typeface="Georgia"/>
              </a:defRPr>
            </a:pPr>
            <a:r>
              <a:t>The community thanks our food sponsors.</a:t>
            </a:r>
          </a:p>
          <a:p>
            <a:pPr algn="ctr">
              <a:spcAft>
                <a:spcPts val="500"/>
              </a:spcAft>
              <a:defRPr sz="1500" b="0" i="1">
                <a:solidFill>
                  <a:srgbClr val="D8B4FE"/>
                </a:solidFill>
                <a:latin typeface="Georgia"/>
              </a:defRPr>
            </a:pPr>
            <a:r>
              <a:t>(No sponsors listed — add names in Mass Builder.)</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Food Sponsors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CHURCH ANNOUNCEMENTS</a:t>
            </a:r>
          </a:p>
          <a:p>
            <a:pPr algn="ctr">
              <a:spcAft>
                <a:spcPts val="500"/>
              </a:spcAft>
              <a:defRPr sz="1500" b="0" i="1">
                <a:solidFill>
                  <a:srgbClr val="D8B4FE"/>
                </a:solidFill>
                <a:latin typeface="Georgia"/>
              </a:defRPr>
            </a:pPr>
            <a:r>
              <a:t>Insert bulletin points with complete sentences on the following slides or edit this deck.</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Announcements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Welcome newcomers!</a:t>
            </a:r>
          </a:p>
          <a:p>
            <a:pPr algn="ctr">
              <a:spcAft>
                <a:spcPts val="500"/>
              </a:spcAft>
              <a:defRPr sz="1500" b="0" i="1">
                <a:solidFill>
                  <a:srgbClr val="D8B4FE"/>
                </a:solidFill>
                <a:latin typeface="Georgia"/>
              </a:defRPr>
            </a:pPr>
            <a:r>
              <a:t>Photo collage optional.</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Announcements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Sacrament of Confession</a:t>
            </a:r>
          </a:p>
          <a:p>
            <a:pPr algn="ctr">
              <a:spcAft>
                <a:spcPts val="500"/>
              </a:spcAft>
              <a:defRPr sz="1500" b="0" i="1">
                <a:solidFill>
                  <a:srgbClr val="D8B4FE"/>
                </a:solidFill>
                <a:latin typeface="Georgia"/>
              </a:defRPr>
            </a:pPr>
            <a:r>
              <a:t>The Lord never tires of forgiving us; we are the ones who tire of seeking his mercy. — Pope Francis</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Announcements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Updates and Announcements</a:t>
            </a:r>
          </a:p>
          <a:p>
            <a:pPr algn="ctr">
              <a:spcAft>
                <a:spcPts val="500"/>
              </a:spcAft>
              <a:defRPr sz="1500" b="0" i="1">
                <a:solidFill>
                  <a:srgbClr val="D8B4FE"/>
                </a:solidFill>
                <a:latin typeface="Georgia"/>
              </a:defRPr>
            </a:pPr>
            <a:r>
              <a:t>Name your community page and invitation to follow in full; add a QR code to the slide master if you wish.</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Announcements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a:p>
            <a:pPr algn="ctr">
              <a:spcBef>
                <a:spcPts val="400"/>
              </a:spcBef>
              <a:spcAft>
                <a:spcPts val="500"/>
              </a:spcAft>
              <a:defRPr sz="2000" b="1" i="0">
                <a:solidFill>
                  <a:srgbClr val="D8B4FE"/>
                </a:solidFill>
                <a:latin typeface="Georgia"/>
              </a:defRPr>
            </a:pPr>
            <a:r>
              <a:t>Priest: May almighty God bless you, the Father, and the Son, and the Holy Spirit.</a:t>
            </a:r>
          </a:p>
          <a:p>
            <a:pPr algn="ctr">
              <a:spcBef>
                <a:spcPts val="400"/>
              </a:spcBef>
              <a:spcAft>
                <a:spcPts val="500"/>
              </a:spcAft>
              <a:defRPr sz="2000" b="1" i="0">
                <a:solidFill>
                  <a:srgbClr val="FFFFFF"/>
                </a:solidFill>
                <a:latin typeface="Georgia"/>
              </a:defRPr>
            </a:pPr>
            <a:r>
              <a:t>All: Amen.</a:t>
            </a:r>
          </a:p>
          <a:p>
            <a:pPr algn="ctr">
              <a:spcBef>
                <a:spcPts val="400"/>
              </a:spcBef>
              <a:spcAft>
                <a:spcPts val="500"/>
              </a:spcAft>
              <a:defRPr sz="2000" b="1" i="0">
                <a:solidFill>
                  <a:srgbClr val="D8B4FE"/>
                </a:solidFill>
                <a:latin typeface="Georgia"/>
              </a:defRPr>
            </a:pPr>
            <a:r>
              <a:t>Priest: Go in peace, glorifying the Lord by your life.</a:t>
            </a:r>
          </a:p>
          <a:p>
            <a:pPr algn="ctr">
              <a:spcBef>
                <a:spcPts val="400"/>
              </a:spcBef>
              <a:spcAft>
                <a:spcPts val="500"/>
              </a:spcAft>
              <a:defRPr sz="2000" b="1" i="0">
                <a:solidFill>
                  <a:srgbClr val="FFFFFF"/>
                </a:solidFill>
                <a:latin typeface="Georgia"/>
              </a:defRPr>
            </a:pPr>
            <a:r>
              <a:t>All: Thanks be to God.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Final Blessing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Alleluia! Sing to Jesus</a:t>
            </a:r>
          </a:p>
        </p:txBody>
      </p:sp>
      <p:sp>
        <p:nvSpPr>
          <p:cNvPr id="5" name="TextBox 4"/>
          <p:cNvSpPr txBox="1"/>
          <p:nvPr/>
        </p:nvSpPr>
        <p:spPr>
          <a:xfrm>
            <a:off x="0" y="2587752"/>
            <a:ext cx="18288000" cy="68305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ALLELUIA! SING TO JESUS!</a:t>
            </a:r>
          </a:p>
          <a:p>
            <a:pPr algn="ctr">
              <a:lnSpc>
                <a:spcPct val="105000"/>
              </a:lnSpc>
              <a:spcAft>
                <a:spcPts val="1000"/>
              </a:spcAft>
              <a:defRPr sz="5500" b="1" i="0">
                <a:solidFill>
                  <a:srgbClr val="FFFFFF"/>
                </a:solidFill>
                <a:latin typeface="Arial Black"/>
              </a:defRPr>
            </a:pPr>
            <a:r>
              <a:t>HIS THE SCEPTER, HIS THE THRONE;</a:t>
            </a:r>
          </a:p>
          <a:p>
            <a:pPr algn="ctr">
              <a:lnSpc>
                <a:spcPct val="105000"/>
              </a:lnSpc>
              <a:spcAft>
                <a:spcPts val="1000"/>
              </a:spcAft>
              <a:defRPr sz="5500" b="1" i="0">
                <a:solidFill>
                  <a:srgbClr val="FFFFFF"/>
                </a:solidFill>
                <a:latin typeface="Arial Black"/>
              </a:defRPr>
            </a:pPr>
            <a:r>
              <a:t>ALLELUIA! HIS THE TRIUMPH,</a:t>
            </a:r>
          </a:p>
          <a:p>
            <a:pPr algn="ctr">
              <a:lnSpc>
                <a:spcPct val="105000"/>
              </a:lnSpc>
              <a:spcAft>
                <a:spcPts val="1000"/>
              </a:spcAft>
              <a:defRPr sz="5500" b="1" i="0">
                <a:solidFill>
                  <a:srgbClr val="FFFFFF"/>
                </a:solidFill>
                <a:latin typeface="Arial Black"/>
              </a:defRPr>
            </a:pPr>
            <a:r>
              <a:t>HIS THE VICTORY ALONE.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HARK! THE SONGS OF PEACEFUL ZION</a:t>
            </a:r>
          </a:p>
          <a:p>
            <a:pPr algn="ctr">
              <a:lnSpc>
                <a:spcPct val="105000"/>
              </a:lnSpc>
              <a:spcAft>
                <a:spcPts val="1000"/>
              </a:spcAft>
              <a:defRPr sz="5500" b="1" i="0">
                <a:solidFill>
                  <a:srgbClr val="FFFFFF"/>
                </a:solidFill>
                <a:latin typeface="Arial Black"/>
              </a:defRPr>
            </a:pPr>
            <a:r>
              <a:t>THUNDER LIKE A MIGHTY FLOOD;</a:t>
            </a:r>
          </a:p>
          <a:p>
            <a:pPr algn="ctr">
              <a:lnSpc>
                <a:spcPct val="105000"/>
              </a:lnSpc>
              <a:spcAft>
                <a:spcPts val="1000"/>
              </a:spcAft>
              <a:defRPr sz="5500" b="1" i="0">
                <a:solidFill>
                  <a:srgbClr val="FFFFFF"/>
                </a:solidFill>
                <a:latin typeface="Arial Black"/>
              </a:defRPr>
            </a:pPr>
            <a:r>
              <a:t>JESUS OUT OF EVERY NATION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HATH REDEEMED US BY HIS BLOOD.</a:t>
            </a:r>
          </a:p>
          <a:p>
            <a:pPr algn="ctr">
              <a:lnSpc>
                <a:spcPct val="105000"/>
              </a:lnSpc>
              <a:spcAft>
                <a:spcPts val="1000"/>
              </a:spcAft>
              <a:defRPr sz="5500" b="1" i="0">
                <a:solidFill>
                  <a:srgbClr val="FFFFFF"/>
                </a:solidFill>
                <a:latin typeface="Arial Black"/>
              </a:defRPr>
            </a:pPr>
            <a:r>
              <a:t>ALLELUIA! NOT AS ORPHANS</a:t>
            </a:r>
          </a:p>
          <a:p>
            <a:pPr algn="ctr">
              <a:lnSpc>
                <a:spcPct val="105000"/>
              </a:lnSpc>
              <a:spcAft>
                <a:spcPts val="1000"/>
              </a:spcAft>
              <a:defRPr sz="5500" b="1" i="0">
                <a:solidFill>
                  <a:srgbClr val="FFFFFF"/>
                </a:solidFill>
                <a:latin typeface="Arial Black"/>
              </a:defRPr>
            </a:pPr>
            <a:r>
              <a:t>ARE WE LEFT IN SORROW SORE;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ONE WITH LOVE EXCEEDING FATHER,</a:t>
            </a:r>
          </a:p>
          <a:p>
            <a:pPr algn="ctr">
              <a:lnSpc>
                <a:spcPct val="105000"/>
              </a:lnSpc>
              <a:spcAft>
                <a:spcPts val="1000"/>
              </a:spcAft>
              <a:defRPr sz="5500" b="1" i="0">
                <a:solidFill>
                  <a:srgbClr val="FFFFFF"/>
                </a:solidFill>
                <a:latin typeface="Arial Black"/>
              </a:defRPr>
            </a:pPr>
            <a:r>
              <a:t>ONE WITH LOVE EXCEEDING MOTHER,</a:t>
            </a:r>
          </a:p>
          <a:p>
            <a:pPr algn="ctr">
              <a:lnSpc>
                <a:spcPct val="105000"/>
              </a:lnSpc>
              <a:spcAft>
                <a:spcPts val="1000"/>
              </a:spcAft>
              <a:defRPr sz="5500" b="1" i="0">
                <a:solidFill>
                  <a:srgbClr val="FFFFFF"/>
                </a:solidFill>
                <a:latin typeface="Arial Black"/>
              </a:defRPr>
            </a:pPr>
            <a:r>
              <a:t>HE HATH GONE BEFORE.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ALLELUIA! BREAD OF ANGELS,</a:t>
            </a:r>
          </a:p>
          <a:p>
            <a:pPr algn="ctr">
              <a:lnSpc>
                <a:spcPct val="105000"/>
              </a:lnSpc>
              <a:spcAft>
                <a:spcPts val="1000"/>
              </a:spcAft>
              <a:defRPr sz="5500" b="1" i="0">
                <a:solidFill>
                  <a:srgbClr val="FFFFFF"/>
                </a:solidFill>
                <a:latin typeface="Arial Black"/>
              </a:defRPr>
            </a:pPr>
            <a:r>
              <a:t>THOU ON EARTH OUR FOOD, OUR STAY;</a:t>
            </a:r>
          </a:p>
          <a:p>
            <a:pPr algn="ctr">
              <a:lnSpc>
                <a:spcPct val="105000"/>
              </a:lnSpc>
              <a:spcAft>
                <a:spcPts val="1000"/>
              </a:spcAft>
              <a:defRPr sz="5500" b="1" i="0">
                <a:solidFill>
                  <a:srgbClr val="FFFFFF"/>
                </a:solidFill>
                <a:latin typeface="Arial Black"/>
              </a:defRPr>
            </a:pPr>
            <a:r>
              <a:t>ALLELUIA! HERE THE SINFUL</a:t>
            </a:r>
          </a:p>
          <a:p>
            <a:pPr algn="ctr">
              <a:lnSpc>
                <a:spcPct val="105000"/>
              </a:lnSpc>
              <a:spcAft>
                <a:spcPts val="1000"/>
              </a:spcAft>
              <a:defRPr sz="5500" b="1" i="0">
                <a:solidFill>
                  <a:srgbClr val="FFFFFF"/>
                </a:solidFill>
                <a:latin typeface="Arial Black"/>
              </a:defRPr>
            </a:pPr>
            <a:r>
              <a:t>TO THY PRESENCE SING ALWAY.</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ALLELUIA! KING ETERNAL,</a:t>
            </a:r>
          </a:p>
          <a:p>
            <a:pPr algn="ctr">
              <a:lnSpc>
                <a:spcPct val="105000"/>
              </a:lnSpc>
              <a:spcAft>
                <a:spcPts val="1000"/>
              </a:spcAft>
              <a:defRPr sz="5500" b="1" i="0">
                <a:solidFill>
                  <a:srgbClr val="FFFFFF"/>
                </a:solidFill>
                <a:latin typeface="Arial Black"/>
              </a:defRPr>
            </a:pPr>
            <a:r>
              <a:t>THOU THE LORD WHOM WE ADORE;</a:t>
            </a:r>
          </a:p>
          <a:p>
            <a:pPr algn="ctr">
              <a:lnSpc>
                <a:spcPct val="105000"/>
              </a:lnSpc>
              <a:spcAft>
                <a:spcPts val="1000"/>
              </a:spcAft>
              <a:defRPr sz="5500" b="1" i="0">
                <a:solidFill>
                  <a:srgbClr val="FFFFFF"/>
                </a:solidFill>
                <a:latin typeface="Arial Black"/>
              </a:defRPr>
            </a:pPr>
            <a:r>
              <a:t>ALLELUIA! SON AND FATHER,</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HOLY SPIRIT, ONE FOREVERMORE,</a:t>
            </a:r>
          </a:p>
          <a:p>
            <a:pPr algn="ctr">
              <a:lnSpc>
                <a:spcPct val="105000"/>
              </a:lnSpc>
              <a:spcAft>
                <a:spcPts val="1000"/>
              </a:spcAft>
              <a:defRPr sz="5500" b="1" i="0">
                <a:solidFill>
                  <a:srgbClr val="FFFFFF"/>
                </a:solidFill>
                <a:latin typeface="Arial Black"/>
              </a:defRPr>
            </a:pPr>
            <a:r>
              <a:t>WE WOULD BOW BEFORE.</a:t>
            </a:r>
          </a:p>
          <a:p>
            <a:pPr algn="ctr">
              <a:lnSpc>
                <a:spcPct val="105000"/>
              </a:lnSpc>
              <a:spcAft>
                <a:spcPts val="1000"/>
              </a:spcAft>
              <a:defRPr sz="5500" b="1" i="0">
                <a:solidFill>
                  <a:srgbClr val="FFFFFF"/>
                </a:solidFill>
                <a:latin typeface="Arial Black"/>
              </a:defRPr>
            </a:pPr>
            <a:r>
              <a:t>ALLELUIA! SING TO JESUS!</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HIS THE SCEPTER, HIS THE THRONE;</a:t>
            </a:r>
          </a:p>
          <a:p>
            <a:pPr algn="ctr">
              <a:lnSpc>
                <a:spcPct val="105000"/>
              </a:lnSpc>
              <a:spcAft>
                <a:spcPts val="1000"/>
              </a:spcAft>
              <a:defRPr sz="5500" b="1" i="0">
                <a:solidFill>
                  <a:srgbClr val="FFFFFF"/>
                </a:solidFill>
                <a:latin typeface="Arial Black"/>
              </a:defRPr>
            </a:pPr>
            <a:r>
              <a:t>ALLELUIA! HIS THE TRIUMPH,</a:t>
            </a:r>
          </a:p>
          <a:p>
            <a:pPr algn="ctr">
              <a:lnSpc>
                <a:spcPct val="105000"/>
              </a:lnSpc>
              <a:spcAft>
                <a:spcPts val="1000"/>
              </a:spcAft>
              <a:defRPr sz="5500" b="1" i="0">
                <a:solidFill>
                  <a:srgbClr val="FFFFFF"/>
                </a:solidFill>
                <a:latin typeface="Arial Black"/>
              </a:defRPr>
            </a:pPr>
            <a:r>
              <a:t>HIS THE VICTORY ALONE.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10:1-10)</a:t>
            </a:r>
          </a:p>
          <a:p>
            <a:pPr>
              <a:spcAft>
                <a:spcPts val="300"/>
              </a:spcAft>
              <a:defRPr sz="2100" b="0" i="0">
                <a:solidFill>
                  <a:srgbClr val="FFFFFF"/>
                </a:solidFill>
                <a:latin typeface="Georgia"/>
              </a:defRPr>
            </a:pPr>
            <a:r>
              <a:t>“Most certainly, I tell you, one who doesn't enter by the door into the sheep fold, but climbs up some other way, the same is a thief and a robber.”</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2026-04-26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