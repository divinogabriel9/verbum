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1328301" y="922566"/>
            <a:ext cx="15924431" cy="8404314"/>
          </a:xfrm>
          <a:prstGeom prst="rect">
            <a:avLst/>
          </a:prstGeom>
          <a:noFill/>
        </p:spPr>
        <p:txBody>
          <a:bodyPr wrap="square" lIns="0" rIns="0" tIns="0" bIns="0">
            <a:noAutofit/>
          </a:bodyPr>
          <a:lstStyle/>
          <a:p>
            <a:pPr algn="l">
              <a:lnSpc>
                <a:spcPct val="140000"/>
              </a:lnSpc>
              <a:spcAft>
                <a:spcPts val="800"/>
              </a:spcAft>
              <a:defRPr sz="5400" b="1" i="0">
                <a:solidFill>
                  <a:srgbClr val="FFFFFF"/>
                </a:solidFill>
                <a:latin typeface="Poppins"/>
              </a:defRPr>
            </a:pPr>
            <a:r>
              <a:t>PUT YOUR CELLPHONE ON SILENT MODE DURING THE MASS.</a:t>
            </a:r>
          </a:p>
          <a:p>
            <a:pPr algn="just">
              <a:lnSpc>
                <a:spcPct val="140000"/>
              </a:lnSpc>
              <a:spcAft>
                <a:spcPts val="800"/>
              </a:spcAft>
              <a:defRPr sz="4500" b="0" i="1">
                <a:solidFill>
                  <a:srgbClr val="FFDE59"/>
                </a:solidFill>
                <a:latin typeface="Lora"/>
              </a:defRPr>
            </a:pPr>
            <a:r>
              <a:t>Thank you.</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Pre-Mass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1328301" y="1032294"/>
            <a:ext cx="15924431" cy="1051560"/>
          </a:xfrm>
          <a:prstGeom prst="rect">
            <a:avLst/>
          </a:prstGeom>
          <a:noFill/>
        </p:spPr>
        <p:txBody>
          <a:bodyPr wrap="square" lIns="0" rIns="0" tIns="0" bIns="0">
            <a:noAutofit/>
          </a:bodyPr>
          <a:lstStyle/>
          <a:p>
            <a:pPr algn="ctr">
              <a:lnSpc>
                <a:spcPct val="140000"/>
              </a:lnSpc>
              <a:defRPr sz="4400" b="0" i="0">
                <a:solidFill>
                  <a:srgbClr val="FFD166"/>
                </a:solidFill>
                <a:latin typeface="Lora"/>
              </a:defRPr>
            </a:pPr>
            <a:r>
              <a:t>Eastertide Celebration</a:t>
            </a:r>
          </a:p>
        </p:txBody>
      </p:sp>
      <p:sp>
        <p:nvSpPr>
          <p:cNvPr id="5" name="TextBox 4"/>
          <p:cNvSpPr txBox="1"/>
          <p:nvPr/>
        </p:nvSpPr>
        <p:spPr>
          <a:xfrm>
            <a:off x="1328301" y="2147862"/>
            <a:ext cx="15924431" cy="3246120"/>
          </a:xfrm>
          <a:prstGeom prst="rect">
            <a:avLst/>
          </a:prstGeom>
          <a:noFill/>
        </p:spPr>
        <p:txBody>
          <a:bodyPr wrap="square" lIns="0" rIns="0" tIns="0" bIns="0">
            <a:noAutofit/>
          </a:bodyPr>
          <a:lstStyle/>
          <a:p>
            <a:pPr algn="ctr">
              <a:spcAft>
                <a:spcPts val="500"/>
              </a:spcAft>
              <a:defRPr sz="2100" b="0" i="0">
                <a:solidFill>
                  <a:srgbClr val="FFF8E8"/>
                </a:solidFill>
                <a:latin typeface="Poppins"/>
              </a:defRPr>
            </a:pPr>
            <a:r>
              <a:t>2026-04-26</a:t>
            </a:r>
          </a:p>
          <a:p>
            <a:pPr algn="ctr">
              <a:spcAft>
                <a:spcPts val="500"/>
              </a:spcAft>
              <a:defRPr sz="2100" b="0" i="0">
                <a:solidFill>
                  <a:srgbClr val="FFF8E8"/>
                </a:solidFill>
                <a:latin typeface="Poppins"/>
              </a:defRPr>
            </a:pPr>
            <a:r>
              <a:t>Celebrant: Rev. Fr. Jonrey Lauron, RCJ</a:t>
            </a:r>
          </a:p>
          <a:p>
            <a:pPr algn="ctr">
              <a:spcAft>
                <a:spcPts val="500"/>
              </a:spcAft>
              <a:defRPr sz="2100" b="0" i="0">
                <a:solidFill>
                  <a:srgbClr val="FFF8E8"/>
                </a:solidFill>
                <a:latin typeface="Poppins"/>
              </a:defRPr>
            </a:pPr>
            <a:r>
              <a:t>Gospel: John 10:1-10</a:t>
            </a:r>
            <a:br/>
            <a:r>
              <a:t>Season: Eastertide · Sunday Lectionary Year A</a:t>
            </a:r>
          </a:p>
          <a:p>
            <a:pPr algn="ctr">
              <a:spcAft>
                <a:spcPts val="500"/>
              </a:spcAft>
              <a:defRPr sz="2100" b="0" i="0">
                <a:solidFill>
                  <a:srgbClr val="FFF8E8"/>
                </a:solidFill>
                <a:latin typeface="Poppins"/>
              </a:defRPr>
            </a:pPr>
            <a:r>
              <a:t>Excerpt:</a:t>
            </a:r>
            <a:br/>
            <a:r>
              <a:t>“Most certainly, I tell you, one who doesn't enter by the door into the sheep fold, but climbs up some other way, the same is a thief and a robber.”</a:t>
            </a:r>
          </a:p>
          <a:p>
            <a:pPr algn="ctr">
              <a:spcAft>
                <a:spcPts val="500"/>
              </a:spcAft>
              <a:defRPr sz="2100" b="0" i="0">
                <a:solidFill>
                  <a:srgbClr val="FFF8E8"/>
                </a:solidFill>
                <a:latin typeface="Poppins"/>
              </a:defRPr>
            </a:pPr>
            <a:r>
              <a:t>Liturgical color: White (easter)</a:t>
            </a:r>
          </a:p>
        </p:txBody>
      </p:sp>
      <p:sp>
        <p:nvSpPr>
          <p:cNvPr id="6" name="TextBox 5"/>
          <p:cNvSpPr txBox="1"/>
          <p:nvPr/>
        </p:nvSpPr>
        <p:spPr>
          <a:xfrm>
            <a:off x="1328301" y="9189720"/>
            <a:ext cx="15924431" cy="685800"/>
          </a:xfrm>
          <a:prstGeom prst="rect">
            <a:avLst/>
          </a:prstGeom>
          <a:noFill/>
        </p:spPr>
        <p:txBody>
          <a:bodyPr wrap="square" lIns="0" rIns="0" tIns="0" bIns="0">
            <a:noAutofit/>
          </a:bodyPr>
          <a:lstStyle/>
          <a:p>
            <a:pPr>
              <a:spcAft>
                <a:spcPts val="500"/>
              </a:spcAft>
              <a:defRPr sz="1400" b="0" i="1">
                <a:solidFill>
                  <a:srgbClr val="EF476F"/>
                </a:solidFill>
                <a:latin typeface="Poppins"/>
              </a:defRPr>
            </a:pPr>
            <a:r>
              <a:t>Below: World English Bible (WEB) fallback — verify NABRE on bible.usccb.org.</a:t>
            </a:r>
          </a:p>
        </p:txBody>
      </p:sp>
      <p:sp>
        <p:nvSpPr>
          <p:cNvPr id="7" name="TextBox 6"/>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Title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1328301" y="922566"/>
            <a:ext cx="15924431" cy="8404314"/>
          </a:xfrm>
          <a:prstGeom prst="rect">
            <a:avLst/>
          </a:prstGeom>
          <a:noFill/>
        </p:spPr>
        <p:txBody>
          <a:bodyPr wrap="square" lIns="0" rIns="0" tIns="0" bIns="0">
            <a:noAutofit/>
          </a:bodyPr>
          <a:lstStyle/>
          <a:p>
            <a:pPr algn="just">
              <a:lnSpc>
                <a:spcPct val="140000"/>
              </a:lnSpc>
              <a:spcAft>
                <a:spcPts val="800"/>
              </a:spcAft>
              <a:defRPr sz="4500" b="0" i="1">
                <a:solidFill>
                  <a:srgbClr val="FFDE59"/>
                </a:solidFill>
                <a:latin typeface="Lora"/>
              </a:defRPr>
            </a:pPr>
            <a:r>
              <a:t>Welcome to the celebration of the Holy Eucharist.</a:t>
            </a:r>
          </a:p>
          <a:p>
            <a:pPr algn="just">
              <a:lnSpc>
                <a:spcPct val="140000"/>
              </a:lnSpc>
              <a:spcAft>
                <a:spcPts val="800"/>
              </a:spcAft>
              <a:defRPr sz="4500" b="0" i="1">
                <a:solidFill>
                  <a:srgbClr val="FFDE59"/>
                </a:solidFill>
                <a:latin typeface="Lora"/>
              </a:defRPr>
            </a:pPr>
            <a:r>
              <a:t>Please stand and join in singing the Entrance hymn.</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Intro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685800" y="922566"/>
            <a:ext cx="16916400" cy="960120"/>
          </a:xfrm>
          <a:prstGeom prst="rect">
            <a:avLst/>
          </a:prstGeom>
          <a:noFill/>
        </p:spPr>
        <p:txBody>
          <a:bodyPr wrap="square" lIns="0" rIns="0" tIns="0" bIns="0">
            <a:noAutofit/>
          </a:bodyPr>
          <a:lstStyle/>
          <a:p>
            <a:pPr algn="ctr">
              <a:lnSpc>
                <a:spcPct val="140000"/>
              </a:lnSpc>
              <a:defRPr sz="7300" b="0" i="0">
                <a:solidFill>
                  <a:srgbClr val="FFB800"/>
                </a:solidFill>
                <a:latin typeface="Lora"/>
              </a:defRPr>
            </a:pPr>
            <a:r>
              <a:t>Sing a New Song</a:t>
            </a:r>
          </a:p>
        </p:txBody>
      </p:sp>
      <p:sp>
        <p:nvSpPr>
          <p:cNvPr id="5" name="TextBox 4"/>
          <p:cNvSpPr txBox="1"/>
          <p:nvPr/>
        </p:nvSpPr>
        <p:spPr>
          <a:xfrm>
            <a:off x="685800" y="1974126"/>
            <a:ext cx="16916400" cy="7444194"/>
          </a:xfrm>
          <a:prstGeom prst="rect">
            <a:avLst/>
          </a:prstGeom>
          <a:noFill/>
        </p:spPr>
        <p:txBody>
          <a:bodyPr wrap="square" lIns="0" rIns="0" tIns="0" bIns="0" anchor="ctr">
            <a:noAutofit/>
          </a:bodyPr>
          <a:lstStyle/>
          <a:p>
            <a:pPr algn="ctr">
              <a:lnSpc>
                <a:spcPct val="140000"/>
              </a:lnSpc>
              <a:spcAft>
                <a:spcPts val="1000"/>
              </a:spcAft>
              <a:defRPr sz="5600" b="1" i="0">
                <a:solidFill>
                  <a:srgbClr val="FFFFFF"/>
                </a:solidFill>
                <a:latin typeface="Poppins"/>
              </a:defRPr>
            </a:pPr>
            <a:r>
              <a:t>Sing a new song unto the Lord,</a:t>
            </a:r>
          </a:p>
          <a:p>
            <a:pPr algn="ctr">
              <a:lnSpc>
                <a:spcPct val="140000"/>
              </a:lnSpc>
              <a:spcAft>
                <a:spcPts val="1000"/>
              </a:spcAft>
              <a:defRPr sz="5600" b="1" i="0">
                <a:solidFill>
                  <a:srgbClr val="FFFFFF"/>
                </a:solidFill>
                <a:latin typeface="Poppins"/>
              </a:defRPr>
            </a:pPr>
            <a:r>
              <a:t>let your song be sung from mountains high.</a:t>
            </a:r>
          </a:p>
          <a:p>
            <a:pPr algn="ctr">
              <a:lnSpc>
                <a:spcPct val="140000"/>
              </a:lnSpc>
              <a:spcAft>
                <a:spcPts val="1000"/>
              </a:spcAft>
              <a:defRPr sz="5600" b="1" i="0">
                <a:solidFill>
                  <a:srgbClr val="FFFFFF"/>
                </a:solidFill>
                <a:latin typeface="Poppins"/>
              </a:defRPr>
            </a:pPr>
            <a:r>
              <a:t>Sing a new song unto the Lord,</a:t>
            </a:r>
          </a:p>
          <a:p>
            <a:pPr algn="ctr">
              <a:lnSpc>
                <a:spcPct val="140000"/>
              </a:lnSpc>
              <a:spcAft>
                <a:spcPts val="1000"/>
              </a:spcAft>
              <a:defRPr sz="5600" b="1" i="0">
                <a:solidFill>
                  <a:srgbClr val="FFFFFF"/>
                </a:solidFill>
                <a:latin typeface="Poppins"/>
              </a:defRPr>
            </a:pPr>
            <a:r>
              <a:t>singing alleluia.</a:t>
            </a:r>
          </a:p>
        </p:txBody>
      </p:sp>
      <p:sp>
        <p:nvSpPr>
          <p:cNvPr id="6" name="TextBox 5"/>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Entrance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685800" y="922566"/>
            <a:ext cx="16916400" cy="8495754"/>
          </a:xfrm>
          <a:prstGeom prst="rect">
            <a:avLst/>
          </a:prstGeom>
          <a:noFill/>
        </p:spPr>
        <p:txBody>
          <a:bodyPr wrap="square" lIns="0" rIns="0" tIns="0" bIns="0" anchor="ctr">
            <a:noAutofit/>
          </a:bodyPr>
          <a:lstStyle/>
          <a:p>
            <a:pPr algn="ctr">
              <a:lnSpc>
                <a:spcPct val="140000"/>
              </a:lnSpc>
              <a:spcAft>
                <a:spcPts val="1000"/>
              </a:spcAft>
              <a:defRPr sz="6900" b="1" i="0">
                <a:solidFill>
                  <a:srgbClr val="FFFFFF"/>
                </a:solidFill>
                <a:latin typeface="Poppins"/>
              </a:defRPr>
            </a:pPr>
            <a:r>
              <a:t>Yahweh's people dance for joy.</a:t>
            </a:r>
          </a:p>
          <a:p>
            <a:pPr algn="ctr">
              <a:lnSpc>
                <a:spcPct val="140000"/>
              </a:lnSpc>
              <a:spcAft>
                <a:spcPts val="1000"/>
              </a:spcAft>
              <a:defRPr sz="6900" b="1" i="0">
                <a:solidFill>
                  <a:srgbClr val="FFFFFF"/>
                </a:solidFill>
                <a:latin typeface="Poppins"/>
              </a:defRPr>
            </a:pPr>
            <a:r>
              <a:t>O come before the Lord,</a:t>
            </a:r>
          </a:p>
          <a:p>
            <a:pPr algn="ctr">
              <a:lnSpc>
                <a:spcPct val="140000"/>
              </a:lnSpc>
              <a:spcAft>
                <a:spcPts val="1000"/>
              </a:spcAft>
              <a:defRPr sz="6900" b="1" i="0">
                <a:solidFill>
                  <a:srgbClr val="FFFFFF"/>
                </a:solidFill>
                <a:latin typeface="Poppins"/>
              </a:defRPr>
            </a:pPr>
            <a:r>
              <a:t>and play for him on glad tambourines</a:t>
            </a:r>
          </a:p>
          <a:p>
            <a:pPr algn="ctr">
              <a:lnSpc>
                <a:spcPct val="140000"/>
              </a:lnSpc>
              <a:spcAft>
                <a:spcPts val="1000"/>
              </a:spcAft>
              <a:defRPr sz="6900" b="1" i="0">
                <a:solidFill>
                  <a:srgbClr val="FFFFFF"/>
                </a:solidFill>
                <a:latin typeface="Poppins"/>
              </a:defRPr>
            </a:pPr>
            <a:r>
              <a:t>and let your trumpet sound.</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Entrance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685800" y="922566"/>
            <a:ext cx="16916400" cy="8495754"/>
          </a:xfrm>
          <a:prstGeom prst="rect">
            <a:avLst/>
          </a:prstGeom>
          <a:noFill/>
        </p:spPr>
        <p:txBody>
          <a:bodyPr wrap="square" lIns="0" rIns="0" tIns="0" bIns="0" anchor="ctr">
            <a:noAutofit/>
          </a:bodyPr>
          <a:lstStyle/>
          <a:p>
            <a:pPr algn="ctr">
              <a:lnSpc>
                <a:spcPct val="140000"/>
              </a:lnSpc>
              <a:spcAft>
                <a:spcPts val="1000"/>
              </a:spcAft>
              <a:defRPr sz="6900" b="1" i="0">
                <a:solidFill>
                  <a:srgbClr val="FFFFFF"/>
                </a:solidFill>
                <a:latin typeface="Poppins"/>
              </a:defRPr>
            </a:pPr>
            <a:r>
              <a:t>Rise, O rise, in splendor:</a:t>
            </a:r>
          </a:p>
          <a:p>
            <a:pPr algn="ctr">
              <a:lnSpc>
                <a:spcPct val="140000"/>
              </a:lnSpc>
              <a:spcAft>
                <a:spcPts val="1000"/>
              </a:spcAft>
              <a:defRPr sz="6900" b="1" i="0">
                <a:solidFill>
                  <a:srgbClr val="FFFFFF"/>
                </a:solidFill>
                <a:latin typeface="Poppins"/>
              </a:defRPr>
            </a:pPr>
            <a:r>
              <a:t>darkness now dissolves away,</a:t>
            </a:r>
          </a:p>
          <a:p>
            <a:pPr algn="ctr">
              <a:lnSpc>
                <a:spcPct val="140000"/>
              </a:lnSpc>
              <a:spcAft>
                <a:spcPts val="1000"/>
              </a:spcAft>
              <a:defRPr sz="6900" b="1" i="0">
                <a:solidFill>
                  <a:srgbClr val="FFFFFF"/>
                </a:solidFill>
                <a:latin typeface="Poppins"/>
              </a:defRPr>
            </a:pPr>
            <a:r>
              <a:t>as all creation joins to say,</a:t>
            </a:r>
          </a:p>
          <a:p>
            <a:pPr algn="ctr">
              <a:lnSpc>
                <a:spcPct val="140000"/>
              </a:lnSpc>
              <a:spcAft>
                <a:spcPts val="1000"/>
              </a:spcAft>
              <a:defRPr sz="6900" b="1" i="0">
                <a:solidFill>
                  <a:srgbClr val="FFFFFF"/>
                </a:solidFill>
                <a:latin typeface="Poppins"/>
              </a:defRPr>
            </a:pPr>
            <a:r>
              <a:t>"Alleluia!"</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Entrance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685800" y="922566"/>
            <a:ext cx="16916400" cy="8495754"/>
          </a:xfrm>
          <a:prstGeom prst="rect">
            <a:avLst/>
          </a:prstGeom>
          <a:noFill/>
        </p:spPr>
        <p:txBody>
          <a:bodyPr wrap="square" lIns="0" rIns="0" tIns="0" bIns="0" anchor="ctr">
            <a:noAutofit/>
          </a:bodyPr>
          <a:lstStyle/>
          <a:p>
            <a:pPr algn="ctr">
              <a:lnSpc>
                <a:spcPct val="140000"/>
              </a:lnSpc>
              <a:spcAft>
                <a:spcPts val="1000"/>
              </a:spcAft>
              <a:defRPr sz="6900" b="1" i="0">
                <a:solidFill>
                  <a:srgbClr val="FFFFFF"/>
                </a:solidFill>
                <a:latin typeface="Poppins"/>
              </a:defRPr>
            </a:pPr>
            <a:r>
              <a:t>Praise to Yahweh, light of dawn,</a:t>
            </a:r>
          </a:p>
          <a:p>
            <a:pPr algn="ctr">
              <a:lnSpc>
                <a:spcPct val="140000"/>
              </a:lnSpc>
              <a:spcAft>
                <a:spcPts val="1000"/>
              </a:spcAft>
              <a:defRPr sz="6900" b="1" i="0">
                <a:solidFill>
                  <a:srgbClr val="FFFFFF"/>
                </a:solidFill>
                <a:latin typeface="Poppins"/>
              </a:defRPr>
            </a:pPr>
            <a:r>
              <a:t>rock and fortress, saving Son,</a:t>
            </a:r>
          </a:p>
          <a:p>
            <a:pPr algn="ctr">
              <a:lnSpc>
                <a:spcPct val="140000"/>
              </a:lnSpc>
              <a:spcAft>
                <a:spcPts val="1000"/>
              </a:spcAft>
              <a:defRPr sz="6900" b="1" i="0">
                <a:solidFill>
                  <a:srgbClr val="FFFFFF"/>
                </a:solidFill>
                <a:latin typeface="Poppins"/>
              </a:defRPr>
            </a:pPr>
            <a:r>
              <a:t>from the slave land let us run,</a:t>
            </a:r>
          </a:p>
          <a:p>
            <a:pPr algn="ctr">
              <a:lnSpc>
                <a:spcPct val="140000"/>
              </a:lnSpc>
              <a:spcAft>
                <a:spcPts val="1000"/>
              </a:spcAft>
              <a:defRPr sz="6900" b="1" i="0">
                <a:solidFill>
                  <a:srgbClr val="FFFFFF"/>
                </a:solidFill>
                <a:latin typeface="Poppins"/>
              </a:defRPr>
            </a:pPr>
            <a:r>
              <a:t>singing alleluia.</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Entrance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6Apr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472726" y="284088"/>
            <a:ext cx="544090" cy="538989"/>
          </a:xfrm>
          <a:prstGeom prst="rect">
            <a:avLst/>
          </a:prstGeom>
        </p:spPr>
      </p:pic>
      <p:sp>
        <p:nvSpPr>
          <p:cNvPr id="4" name="TextBox 3"/>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5" name="TextBox 4"/>
          <p:cNvSpPr txBox="1"/>
          <p:nvPr/>
        </p:nvSpPr>
        <p:spPr>
          <a:xfrm>
            <a:off x="1328301" y="1242606"/>
            <a:ext cx="15924431" cy="5943600"/>
          </a:xfrm>
          <a:prstGeom prst="rect">
            <a:avLst/>
          </a:prstGeom>
          <a:noFill/>
        </p:spPr>
        <p:txBody>
          <a:bodyPr wrap="square" lIns="0" rIns="0" tIns="0" bIns="0">
            <a:noAutofit/>
          </a:bodyPr>
          <a:lstStyle/>
          <a:p>
            <a:pPr algn="ctr">
              <a:lnSpc>
                <a:spcPct val="140000"/>
              </a:lnSpc>
              <a:spcAft>
                <a:spcPts val="400"/>
              </a:spcAft>
              <a:defRPr sz="2100" b="1" i="0">
                <a:solidFill>
                  <a:srgbClr val="FFD166"/>
                </a:solidFill>
                <a:latin typeface="Poppins SemiBold"/>
              </a:defRPr>
            </a:pPr>
            <a:r>
              <a:t>MASS CELEBRANT:</a:t>
            </a:r>
          </a:p>
          <a:p>
            <a:pPr algn="ctr">
              <a:lnSpc>
                <a:spcPct val="140000"/>
              </a:lnSpc>
              <a:spcAft>
                <a:spcPts val="400"/>
              </a:spcAft>
              <a:defRPr sz="2100" b="0" i="0">
                <a:solidFill>
                  <a:srgbClr val="FFF8E8"/>
                </a:solidFill>
                <a:latin typeface="Poppins"/>
              </a:defRPr>
            </a:pPr>
            <a:r>
              <a:t>Rev. Fr. Jonrey Lauron, RCJ</a:t>
            </a:r>
          </a:p>
          <a:p>
            <a:pPr algn="ctr">
              <a:lnSpc>
                <a:spcPct val="140000"/>
              </a:lnSpc>
              <a:spcAft>
                <a:spcPts val="400"/>
              </a:spcAft>
              <a:defRPr sz="2100" b="0" i="0">
                <a:solidFill>
                  <a:srgbClr val="FFF8E8"/>
                </a:solidFill>
                <a:latin typeface="Poppins"/>
              </a:defRPr>
            </a:pPr>
          </a:p>
          <a:p>
            <a:pPr algn="ctr">
              <a:lnSpc>
                <a:spcPct val="140000"/>
              </a:lnSpc>
              <a:spcAft>
                <a:spcPts val="400"/>
              </a:spcAft>
              <a:defRPr sz="2100" b="0" i="0">
                <a:solidFill>
                  <a:srgbClr val="FFF8E8"/>
                </a:solidFill>
                <a:latin typeface="Poppins"/>
              </a:defRPr>
            </a:pPr>
            <a:r>
              <a:t>Gwangju</a:t>
            </a:r>
            <a:br/>
            <a:r>
              <a:t>Filipino</a:t>
            </a:r>
            <a:br/>
            <a:r>
              <a:t>Catholic</a:t>
            </a:r>
            <a:br/>
            <a:r>
              <a:t>Community</a:t>
            </a:r>
          </a:p>
          <a:p>
            <a:pPr algn="ctr">
              <a:lnSpc>
                <a:spcPct val="140000"/>
              </a:lnSpc>
              <a:spcAft>
                <a:spcPts val="400"/>
              </a:spcAft>
              <a:defRPr sz="2100" b="0" i="0">
                <a:solidFill>
                  <a:srgbClr val="FFF8E8"/>
                </a:solidFill>
                <a:latin typeface="Poppins"/>
              </a:defRPr>
            </a:pPr>
          </a:p>
          <a:p>
            <a:pPr algn="ctr">
              <a:lnSpc>
                <a:spcPct val="140000"/>
              </a:lnSpc>
              <a:spcAft>
                <a:spcPts val="400"/>
              </a:spcAft>
              <a:defRPr sz="2100" b="0" i="0">
                <a:solidFill>
                  <a:srgbClr val="FFF8E8"/>
                </a:solidFill>
                <a:latin typeface="Poppins"/>
              </a:defRPr>
            </a:pPr>
            <a:r>
              <a:t>Gospel (John 10:1-10)</a:t>
            </a:r>
          </a:p>
          <a:p>
            <a:pPr algn="ctr">
              <a:lnSpc>
                <a:spcPct val="140000"/>
              </a:lnSpc>
              <a:spcAft>
                <a:spcPts val="400"/>
              </a:spcAft>
              <a:defRPr sz="2100" b="0" i="0">
                <a:solidFill>
                  <a:srgbClr val="FFF8E8"/>
                </a:solidFill>
                <a:latin typeface="Poppins"/>
              </a:defRPr>
            </a:pPr>
            <a:r>
              <a:t>“Most certainly, I tell you, one who doesn't enter by the door into the sheep fold, but climbs up some other way, the same is a thief and a robber.”</a:t>
            </a:r>
          </a:p>
          <a:p>
            <a:pPr algn="ctr">
              <a:lnSpc>
                <a:spcPct val="140000"/>
              </a:lnSpc>
              <a:spcAft>
                <a:spcPts val="400"/>
              </a:spcAft>
              <a:defRPr sz="2100" b="0" i="0">
                <a:solidFill>
                  <a:srgbClr val="FFF8E8"/>
                </a:solidFill>
                <a:latin typeface="Poppins"/>
              </a:defRPr>
            </a:pPr>
          </a:p>
          <a:p>
            <a:pPr algn="ctr">
              <a:lnSpc>
                <a:spcPct val="140000"/>
              </a:lnSpc>
              <a:spcAft>
                <a:spcPts val="400"/>
              </a:spcAft>
              <a:defRPr sz="2100" b="0" i="0">
                <a:solidFill>
                  <a:srgbClr val="FFF8E8"/>
                </a:solidFill>
                <a:latin typeface="Poppins"/>
              </a:defRPr>
            </a:pPr>
            <a:r>
              <a:t>YEAR A</a:t>
            </a:r>
          </a:p>
          <a:p>
            <a:pPr algn="ctr">
              <a:lnSpc>
                <a:spcPct val="140000"/>
              </a:lnSpc>
              <a:spcAft>
                <a:spcPts val="400"/>
              </a:spcAft>
              <a:defRPr sz="2100" b="0" i="0">
                <a:solidFill>
                  <a:srgbClr val="FFF8E8"/>
                </a:solidFill>
                <a:latin typeface="Poppins"/>
              </a:defRPr>
            </a:pPr>
            <a:r>
              <a:t>2026-04-26 · Eastertide</a:t>
            </a:r>
          </a:p>
        </p:txBody>
      </p:sp>
      <p:sp>
        <p:nvSpPr>
          <p:cNvPr id="6" name="TextBox 5"/>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Mass poster / divider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1328301" y="922566"/>
            <a:ext cx="15924431" cy="8404314"/>
          </a:xfrm>
          <a:prstGeom prst="rect">
            <a:avLst/>
          </a:prstGeom>
          <a:noFill/>
        </p:spPr>
        <p:txBody>
          <a:bodyPr wrap="square" lIns="0" rIns="0" tIns="0" bIns="0">
            <a:noAutofit/>
          </a:bodyPr>
          <a:lstStyle/>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In the Name of the Father, and of the Son, and of the Holy Spirit.</a:t>
            </a:r>
          </a:p>
          <a:p>
            <a:pPr algn="l">
              <a:lnSpc>
                <a:spcPct val="140000"/>
              </a:lnSpc>
              <a:spcBef>
                <a:spcPts val="600"/>
              </a:spcBef>
              <a:spcAft>
                <a:spcPts val="800"/>
              </a:spcAft>
            </a:pPr>
            <a:r>
              <a:rPr sz="5400" b="1" i="0">
                <a:solidFill>
                  <a:srgbClr val="FFFFFF"/>
                </a:solidFill>
                <a:latin typeface="Poppins Black"/>
              </a:rPr>
              <a:t>ALL: Amen.</a:t>
            </a:r>
          </a:p>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The Lord be with you.</a:t>
            </a:r>
          </a:p>
          <a:p>
            <a:pPr algn="l">
              <a:lnSpc>
                <a:spcPct val="140000"/>
              </a:lnSpc>
              <a:spcBef>
                <a:spcPts val="600"/>
              </a:spcBef>
              <a:spcAft>
                <a:spcPts val="800"/>
              </a:spcAft>
            </a:pPr>
            <a:r>
              <a:rPr sz="5400" b="1" i="0">
                <a:solidFill>
                  <a:srgbClr val="FFFFFF"/>
                </a:solidFill>
                <a:latin typeface="Poppins Black"/>
              </a:rPr>
              <a:t>ALL: And with your spirit.</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Introductory Rites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1328301" y="922566"/>
            <a:ext cx="15924431" cy="8404314"/>
          </a:xfrm>
          <a:prstGeom prst="rect">
            <a:avLst/>
          </a:prstGeom>
          <a:noFill/>
        </p:spPr>
        <p:txBody>
          <a:bodyPr wrap="square" lIns="0" rIns="0" tIns="0" bIns="0">
            <a:noAutofit/>
          </a:bodyPr>
          <a:lstStyle/>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Brethren (brothers and sisters), let us acknowledge our sins, and so prepare ourselves to celebrate the sacred mysteries.</a:t>
            </a:r>
          </a:p>
          <a:p>
            <a:pPr algn="l">
              <a:lnSpc>
                <a:spcPct val="140000"/>
              </a:lnSpc>
              <a:spcBef>
                <a:spcPts val="600"/>
              </a:spcBef>
              <a:spcAft>
                <a:spcPts val="800"/>
              </a:spcAft>
            </a:pPr>
            <a:r>
              <a:rPr sz="5400" b="1" i="0">
                <a:solidFill>
                  <a:srgbClr val="FFFFFF"/>
                </a:solidFill>
                <a:latin typeface="Poppins Black"/>
              </a:rPr>
              <a:t>ALL: I confess to almighty God</a:t>
            </a:r>
          </a:p>
          <a:p>
            <a:pPr algn="l">
              <a:lnSpc>
                <a:spcPct val="140000"/>
              </a:lnSpc>
              <a:spcAft>
                <a:spcPts val="800"/>
              </a:spcAft>
              <a:defRPr sz="5400" b="1" i="0">
                <a:solidFill>
                  <a:srgbClr val="FFFFFF"/>
                </a:solidFill>
                <a:latin typeface="Poppins SemiBold"/>
              </a:defRPr>
            </a:pPr>
            <a:r>
              <a:t>and to you, my brothers and sisters,</a:t>
            </a:r>
          </a:p>
          <a:p>
            <a:pPr algn="l">
              <a:lnSpc>
                <a:spcPct val="140000"/>
              </a:lnSpc>
              <a:spcAft>
                <a:spcPts val="800"/>
              </a:spcAft>
              <a:defRPr sz="5400" b="1" i="0">
                <a:solidFill>
                  <a:srgbClr val="FFFFFF"/>
                </a:solidFill>
                <a:latin typeface="Poppins SemiBold"/>
              </a:defRPr>
            </a:pPr>
            <a:r>
              <a:t>that I have greatly sinned,</a:t>
            </a:r>
          </a:p>
          <a:p>
            <a:pPr algn="l">
              <a:lnSpc>
                <a:spcPct val="140000"/>
              </a:lnSpc>
              <a:spcAft>
                <a:spcPts val="800"/>
              </a:spcAft>
              <a:defRPr sz="5400" b="1" i="0">
                <a:solidFill>
                  <a:srgbClr val="FFFFFF"/>
                </a:solidFill>
                <a:latin typeface="Poppins SemiBold"/>
              </a:defRPr>
            </a:pPr>
            <a:r>
              <a:t>in my thoughts and in my words,</a:t>
            </a:r>
          </a:p>
          <a:p>
            <a:pPr algn="l">
              <a:lnSpc>
                <a:spcPct val="140000"/>
              </a:lnSpc>
              <a:spcAft>
                <a:spcPts val="800"/>
              </a:spcAft>
              <a:defRPr sz="5400" b="1" i="0">
                <a:solidFill>
                  <a:srgbClr val="FFFFFF"/>
                </a:solidFill>
                <a:latin typeface="Poppins SemiBold"/>
              </a:defRPr>
            </a:pPr>
            <a:r>
              <a:t>in what I have done and in what I have failed to do,</a:t>
            </a:r>
          </a:p>
          <a:p>
            <a:pPr algn="l">
              <a:lnSpc>
                <a:spcPct val="140000"/>
              </a:lnSpc>
              <a:spcAft>
                <a:spcPts val="800"/>
              </a:spcAft>
              <a:defRPr sz="5400" b="1" i="0">
                <a:solidFill>
                  <a:srgbClr val="FFFFFF"/>
                </a:solidFill>
                <a:latin typeface="Poppins SemiBold"/>
              </a:defRPr>
            </a:pPr>
            <a:r>
              <a:t>through my fault, through my fault,</a:t>
            </a:r>
          </a:p>
          <a:p>
            <a:pPr algn="l">
              <a:lnSpc>
                <a:spcPct val="140000"/>
              </a:lnSpc>
              <a:spcAft>
                <a:spcPts val="800"/>
              </a:spcAft>
              <a:defRPr sz="5400" b="1" i="0">
                <a:solidFill>
                  <a:srgbClr val="FFFFFF"/>
                </a:solidFill>
                <a:latin typeface="Poppins SemiBold"/>
              </a:defRPr>
            </a:pPr>
            <a:r>
              <a:t>through my most grievous fault;</a:t>
            </a:r>
          </a:p>
          <a:p>
            <a:pPr algn="l">
              <a:lnSpc>
                <a:spcPct val="140000"/>
              </a:lnSpc>
              <a:spcAft>
                <a:spcPts val="800"/>
              </a:spcAft>
              <a:defRPr sz="5400" b="1" i="0">
                <a:solidFill>
                  <a:srgbClr val="FFFFFF"/>
                </a:solidFill>
                <a:latin typeface="Poppins SemiBold"/>
              </a:defRPr>
            </a:pPr>
            <a:r>
              <a:t>therefore I ask blessed Mary ever-Virgin,</a:t>
            </a:r>
          </a:p>
          <a:p>
            <a:pPr algn="l">
              <a:lnSpc>
                <a:spcPct val="140000"/>
              </a:lnSpc>
              <a:spcAft>
                <a:spcPts val="800"/>
              </a:spcAft>
              <a:defRPr sz="5400" b="1" i="0">
                <a:solidFill>
                  <a:srgbClr val="FFFFFF"/>
                </a:solidFill>
                <a:latin typeface="Poppins SemiBold"/>
              </a:defRPr>
            </a:pPr>
            <a:r>
              <a:t>all the Angels and Saints,</a:t>
            </a:r>
          </a:p>
          <a:p>
            <a:pPr algn="l">
              <a:lnSpc>
                <a:spcPct val="140000"/>
              </a:lnSpc>
              <a:spcAft>
                <a:spcPts val="800"/>
              </a:spcAft>
              <a:defRPr sz="5400" b="1" i="0">
                <a:solidFill>
                  <a:srgbClr val="FFFFFF"/>
                </a:solidFill>
                <a:latin typeface="Poppins SemiBold"/>
              </a:defRPr>
            </a:pPr>
            <a:r>
              <a:t>and you, my brothers and sisters,</a:t>
            </a:r>
          </a:p>
          <a:p>
            <a:pPr algn="l">
              <a:lnSpc>
                <a:spcPct val="140000"/>
              </a:lnSpc>
              <a:spcAft>
                <a:spcPts val="800"/>
              </a:spcAft>
              <a:defRPr sz="5400" b="1" i="0">
                <a:solidFill>
                  <a:srgbClr val="FFFFFF"/>
                </a:solidFill>
                <a:latin typeface="Poppins SemiBold"/>
              </a:defRPr>
            </a:pPr>
            <a:r>
              <a:t>to pray for me to the Lord our God.</a:t>
            </a:r>
          </a:p>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May almighty God have mercy on us, forgive us our sins, and bring us to everlasting life.</a:t>
            </a:r>
          </a:p>
          <a:p>
            <a:pPr algn="l">
              <a:lnSpc>
                <a:spcPct val="140000"/>
              </a:lnSpc>
              <a:spcBef>
                <a:spcPts val="600"/>
              </a:spcBef>
              <a:spcAft>
                <a:spcPts val="800"/>
              </a:spcAft>
            </a:pPr>
            <a:r>
              <a:rPr sz="5400" b="1" i="0">
                <a:solidFill>
                  <a:srgbClr val="FFFFFF"/>
                </a:solidFill>
                <a:latin typeface="Poppins Black"/>
              </a:rPr>
              <a:t>ALL: Amen.</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Penitential Act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1328301" y="922566"/>
            <a:ext cx="15924431" cy="8404314"/>
          </a:xfrm>
          <a:prstGeom prst="rect">
            <a:avLst/>
          </a:prstGeom>
          <a:noFill/>
        </p:spPr>
        <p:txBody>
          <a:bodyPr wrap="square" lIns="0" rIns="0" tIns="0" bIns="0">
            <a:noAutofit/>
          </a:bodyPr>
          <a:lstStyle/>
          <a:p>
            <a:pPr algn="l">
              <a:lnSpc>
                <a:spcPct val="140000"/>
              </a:lnSpc>
              <a:spcBef>
                <a:spcPts val="600"/>
              </a:spcBef>
              <a:spcAft>
                <a:spcPts val="800"/>
              </a:spcAft>
            </a:pPr>
            <a:r>
              <a:rPr sz="5400" b="1" i="0">
                <a:solidFill>
                  <a:srgbClr val="FFFFFF"/>
                </a:solidFill>
                <a:latin typeface="Poppins Black"/>
              </a:rPr>
              <a:t>Lord, have mercy.</a:t>
            </a:r>
          </a:p>
          <a:p>
            <a:pPr algn="l">
              <a:lnSpc>
                <a:spcPct val="140000"/>
              </a:lnSpc>
              <a:spcBef>
                <a:spcPts val="600"/>
              </a:spcBef>
              <a:spcAft>
                <a:spcPts val="800"/>
              </a:spcAft>
            </a:pPr>
            <a:r>
              <a:rPr sz="5400" b="1" i="0">
                <a:solidFill>
                  <a:srgbClr val="FFFFFF"/>
                </a:solidFill>
                <a:latin typeface="Poppins Black"/>
              </a:rPr>
              <a:t>Lord, have mercy.</a:t>
            </a:r>
          </a:p>
          <a:p>
            <a:pPr algn="l">
              <a:lnSpc>
                <a:spcPct val="140000"/>
              </a:lnSpc>
              <a:spcBef>
                <a:spcPts val="600"/>
              </a:spcBef>
              <a:spcAft>
                <a:spcPts val="800"/>
              </a:spcAft>
            </a:pPr>
            <a:r>
              <a:rPr sz="5400" b="1" i="0">
                <a:solidFill>
                  <a:srgbClr val="FFFFFF"/>
                </a:solidFill>
                <a:latin typeface="Poppins Black"/>
              </a:rPr>
              <a:t>Christ, have mercy.</a:t>
            </a:r>
          </a:p>
          <a:p>
            <a:pPr algn="l">
              <a:lnSpc>
                <a:spcPct val="140000"/>
              </a:lnSpc>
              <a:spcBef>
                <a:spcPts val="600"/>
              </a:spcBef>
              <a:spcAft>
                <a:spcPts val="800"/>
              </a:spcAft>
            </a:pPr>
            <a:r>
              <a:rPr sz="5400" b="1" i="0">
                <a:solidFill>
                  <a:srgbClr val="FFFFFF"/>
                </a:solidFill>
                <a:latin typeface="Poppins Black"/>
              </a:rPr>
              <a:t>Christ, have mercy.</a:t>
            </a:r>
          </a:p>
          <a:p>
            <a:pPr algn="l">
              <a:lnSpc>
                <a:spcPct val="140000"/>
              </a:lnSpc>
              <a:spcBef>
                <a:spcPts val="600"/>
              </a:spcBef>
              <a:spcAft>
                <a:spcPts val="800"/>
              </a:spcAft>
            </a:pPr>
            <a:r>
              <a:rPr sz="5400" b="1" i="0">
                <a:solidFill>
                  <a:srgbClr val="FFFFFF"/>
                </a:solidFill>
                <a:latin typeface="Poppins Black"/>
              </a:rPr>
              <a:t>Lord, have mercy.</a:t>
            </a:r>
          </a:p>
          <a:p>
            <a:pPr algn="l">
              <a:lnSpc>
                <a:spcPct val="140000"/>
              </a:lnSpc>
              <a:spcBef>
                <a:spcPts val="600"/>
              </a:spcBef>
              <a:spcAft>
                <a:spcPts val="800"/>
              </a:spcAft>
            </a:pPr>
            <a:r>
              <a:rPr sz="5400" b="1" i="0">
                <a:solidFill>
                  <a:srgbClr val="FFFFFF"/>
                </a:solidFill>
                <a:latin typeface="Poppins Black"/>
              </a:rPr>
              <a:t>Lord, have mercy.</a:t>
            </a:r>
          </a:p>
          <a:p>
            <a:pPr algn="just">
              <a:lnSpc>
                <a:spcPct val="140000"/>
              </a:lnSpc>
              <a:spcAft>
                <a:spcPts val="800"/>
              </a:spcAft>
              <a:defRPr sz="4500" b="0" i="1">
                <a:solidFill>
                  <a:srgbClr val="FFDE59"/>
                </a:solidFill>
                <a:latin typeface="Lora"/>
              </a:defRPr>
            </a:pPr>
            <a:r>
              <a:t>This acclamation may also be sung, or the invocations from the Missal or approved pastoral practice may be used in full.</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Kyrie Eleison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1328301" y="922566"/>
            <a:ext cx="15924431" cy="8404314"/>
          </a:xfrm>
          <a:prstGeom prst="rect">
            <a:avLst/>
          </a:prstGeom>
          <a:noFill/>
        </p:spPr>
        <p:txBody>
          <a:bodyPr wrap="square" lIns="0" rIns="0" tIns="0" bIns="0">
            <a:noAutofit/>
          </a:bodyPr>
          <a:lstStyle/>
          <a:p>
            <a:pPr algn="l">
              <a:lnSpc>
                <a:spcPct val="140000"/>
              </a:lnSpc>
              <a:spcBef>
                <a:spcPts val="600"/>
              </a:spcBef>
              <a:spcAft>
                <a:spcPts val="800"/>
              </a:spcAft>
            </a:pPr>
            <a:r>
              <a:rPr sz="5400" b="1" i="0">
                <a:solidFill>
                  <a:srgbClr val="FFFFFF"/>
                </a:solidFill>
                <a:latin typeface="Poppins Black"/>
              </a:rPr>
              <a:t>Glory to God in the highest,</a:t>
            </a:r>
          </a:p>
          <a:p>
            <a:pPr algn="l">
              <a:lnSpc>
                <a:spcPct val="140000"/>
              </a:lnSpc>
              <a:spcAft>
                <a:spcPts val="800"/>
              </a:spcAft>
              <a:defRPr sz="5400" b="1" i="0">
                <a:solidFill>
                  <a:srgbClr val="FFFFFF"/>
                </a:solidFill>
                <a:latin typeface="Poppins SemiBold"/>
              </a:defRPr>
            </a:pPr>
            <a:r>
              <a:t>and on earth peace to people of good will.</a:t>
            </a:r>
          </a:p>
          <a:p>
            <a:pPr algn="l">
              <a:lnSpc>
                <a:spcPct val="140000"/>
              </a:lnSpc>
              <a:spcAft>
                <a:spcPts val="800"/>
              </a:spcAft>
              <a:defRPr sz="5400" b="1" i="0">
                <a:solidFill>
                  <a:srgbClr val="FFFFFF"/>
                </a:solidFill>
                <a:latin typeface="Poppins SemiBold"/>
              </a:defRPr>
            </a:pPr>
            <a:r>
              <a:t>We praise you, we bless you, we adore you,</a:t>
            </a:r>
          </a:p>
          <a:p>
            <a:pPr algn="l">
              <a:lnSpc>
                <a:spcPct val="140000"/>
              </a:lnSpc>
              <a:spcAft>
                <a:spcPts val="800"/>
              </a:spcAft>
              <a:defRPr sz="5400" b="1" i="0">
                <a:solidFill>
                  <a:srgbClr val="FFFFFF"/>
                </a:solidFill>
                <a:latin typeface="Poppins SemiBold"/>
              </a:defRPr>
            </a:pPr>
            <a:r>
              <a:t>we glorify you, we give you thanks</a:t>
            </a:r>
          </a:p>
          <a:p>
            <a:pPr algn="l">
              <a:lnSpc>
                <a:spcPct val="140000"/>
              </a:lnSpc>
              <a:spcAft>
                <a:spcPts val="800"/>
              </a:spcAft>
              <a:defRPr sz="5400" b="1" i="0">
                <a:solidFill>
                  <a:srgbClr val="FFFFFF"/>
                </a:solidFill>
                <a:latin typeface="Poppins SemiBold"/>
              </a:defRPr>
            </a:pPr>
            <a:r>
              <a:t>for your great glory,</a:t>
            </a:r>
          </a:p>
          <a:p>
            <a:pPr algn="l">
              <a:lnSpc>
                <a:spcPct val="140000"/>
              </a:lnSpc>
              <a:spcAft>
                <a:spcPts val="800"/>
              </a:spcAft>
              <a:defRPr sz="5400" b="1" i="0">
                <a:solidFill>
                  <a:srgbClr val="FFFFFF"/>
                </a:solidFill>
                <a:latin typeface="Poppins SemiBold"/>
              </a:defRPr>
            </a:pPr>
            <a:r>
              <a:t>Lord God, heavenly King, O God, almighty Father.</a:t>
            </a:r>
          </a:p>
          <a:p>
            <a:pPr algn="l">
              <a:lnSpc>
                <a:spcPct val="140000"/>
              </a:lnSpc>
              <a:spcAft>
                <a:spcPts val="800"/>
              </a:spcAft>
              <a:defRPr sz="5400" b="1" i="0">
                <a:solidFill>
                  <a:srgbClr val="FFFFFF"/>
                </a:solidFill>
                <a:latin typeface="Poppins SemiBold"/>
              </a:defRPr>
            </a:pPr>
            <a:r>
              <a:t>Lord Jesus Christ, Only Begotten Son,</a:t>
            </a:r>
          </a:p>
          <a:p>
            <a:pPr algn="l">
              <a:lnSpc>
                <a:spcPct val="140000"/>
              </a:lnSpc>
              <a:spcAft>
                <a:spcPts val="800"/>
              </a:spcAft>
              <a:defRPr sz="5400" b="1" i="0">
                <a:solidFill>
                  <a:srgbClr val="FFFFFF"/>
                </a:solidFill>
                <a:latin typeface="Poppins SemiBold"/>
              </a:defRPr>
            </a:pPr>
            <a:r>
              <a:t>Lord God, Lamb of God, Son of the Father,</a:t>
            </a:r>
          </a:p>
          <a:p>
            <a:pPr algn="l">
              <a:lnSpc>
                <a:spcPct val="140000"/>
              </a:lnSpc>
              <a:spcAft>
                <a:spcPts val="800"/>
              </a:spcAft>
              <a:defRPr sz="5400" b="1" i="0">
                <a:solidFill>
                  <a:srgbClr val="FFFFFF"/>
                </a:solidFill>
                <a:latin typeface="Poppins SemiBold"/>
              </a:defRPr>
            </a:pPr>
            <a:r>
              <a:t>you take away the sins of the world, have mercy on us;</a:t>
            </a:r>
          </a:p>
          <a:p>
            <a:pPr algn="l">
              <a:lnSpc>
                <a:spcPct val="140000"/>
              </a:lnSpc>
              <a:spcAft>
                <a:spcPts val="800"/>
              </a:spcAft>
              <a:defRPr sz="5400" b="1" i="0">
                <a:solidFill>
                  <a:srgbClr val="FFFFFF"/>
                </a:solidFill>
                <a:latin typeface="Poppins SemiBold"/>
              </a:defRPr>
            </a:pPr>
            <a:r>
              <a:t>you take away the sins of the world, receive our prayer;</a:t>
            </a:r>
          </a:p>
          <a:p>
            <a:pPr algn="l">
              <a:lnSpc>
                <a:spcPct val="140000"/>
              </a:lnSpc>
              <a:spcAft>
                <a:spcPts val="800"/>
              </a:spcAft>
              <a:defRPr sz="5400" b="1" i="0">
                <a:solidFill>
                  <a:srgbClr val="FFFFFF"/>
                </a:solidFill>
                <a:latin typeface="Poppins SemiBold"/>
              </a:defRPr>
            </a:pPr>
            <a:r>
              <a:t>you are seated at the right hand of the Father, have mercy on us.</a:t>
            </a:r>
          </a:p>
          <a:p>
            <a:pPr algn="l">
              <a:lnSpc>
                <a:spcPct val="140000"/>
              </a:lnSpc>
              <a:spcAft>
                <a:spcPts val="800"/>
              </a:spcAft>
              <a:defRPr sz="5400" b="1" i="0">
                <a:solidFill>
                  <a:srgbClr val="FFFFFF"/>
                </a:solidFill>
                <a:latin typeface="Poppins SemiBold"/>
              </a:defRPr>
            </a:pPr>
            <a:r>
              <a:t>For you alone are the Holy One,</a:t>
            </a:r>
          </a:p>
          <a:p>
            <a:pPr algn="l">
              <a:lnSpc>
                <a:spcPct val="140000"/>
              </a:lnSpc>
              <a:spcAft>
                <a:spcPts val="800"/>
              </a:spcAft>
              <a:defRPr sz="5400" b="1" i="0">
                <a:solidFill>
                  <a:srgbClr val="FFFFFF"/>
                </a:solidFill>
                <a:latin typeface="Poppins SemiBold"/>
              </a:defRPr>
            </a:pPr>
            <a:r>
              <a:t>you alone are the Lord,</a:t>
            </a:r>
          </a:p>
          <a:p>
            <a:pPr algn="l">
              <a:lnSpc>
                <a:spcPct val="140000"/>
              </a:lnSpc>
              <a:spcAft>
                <a:spcPts val="800"/>
              </a:spcAft>
              <a:defRPr sz="5400" b="1" i="0">
                <a:solidFill>
                  <a:srgbClr val="FFFFFF"/>
                </a:solidFill>
                <a:latin typeface="Poppins SemiBold"/>
              </a:defRPr>
            </a:pPr>
            <a:r>
              <a:t>you alone are the Most High,</a:t>
            </a:r>
          </a:p>
          <a:p>
            <a:pPr algn="l">
              <a:lnSpc>
                <a:spcPct val="140000"/>
              </a:lnSpc>
              <a:spcAft>
                <a:spcPts val="800"/>
              </a:spcAft>
              <a:defRPr sz="5400" b="1" i="0">
                <a:solidFill>
                  <a:srgbClr val="FFFFFF"/>
                </a:solidFill>
                <a:latin typeface="Poppins SemiBold"/>
              </a:defRPr>
            </a:pPr>
            <a:r>
              <a:t>Jesus Christ,</a:t>
            </a:r>
          </a:p>
          <a:p>
            <a:pPr algn="l">
              <a:lnSpc>
                <a:spcPct val="140000"/>
              </a:lnSpc>
              <a:spcAft>
                <a:spcPts val="800"/>
              </a:spcAft>
              <a:defRPr sz="5400" b="1" i="0">
                <a:solidFill>
                  <a:srgbClr val="FFFFFF"/>
                </a:solidFill>
                <a:latin typeface="Poppins SemiBold"/>
              </a:defRPr>
            </a:pPr>
            <a:r>
              <a:t>with the Holy Spirit,</a:t>
            </a:r>
          </a:p>
          <a:p>
            <a:pPr algn="l">
              <a:lnSpc>
                <a:spcPct val="140000"/>
              </a:lnSpc>
              <a:spcAft>
                <a:spcPts val="800"/>
              </a:spcAft>
              <a:defRPr sz="5400" b="1" i="0">
                <a:solidFill>
                  <a:srgbClr val="FFFFFF"/>
                </a:solidFill>
                <a:latin typeface="Poppins SemiBold"/>
              </a:defRPr>
            </a:pPr>
            <a:r>
              <a:t>in the glory of God the Father.</a:t>
            </a:r>
          </a:p>
          <a:p>
            <a:pPr algn="l">
              <a:lnSpc>
                <a:spcPct val="140000"/>
              </a:lnSpc>
              <a:spcAft>
                <a:spcPts val="800"/>
              </a:spcAft>
              <a:defRPr sz="5400" b="1" i="0">
                <a:solidFill>
                  <a:srgbClr val="FFFFFF"/>
                </a:solidFill>
                <a:latin typeface="Poppins SemiBold"/>
              </a:defRPr>
            </a:pPr>
            <a:r>
              <a:t>Amen.</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Gloria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1328301" y="922566"/>
            <a:ext cx="15924431" cy="8404314"/>
          </a:xfrm>
          <a:prstGeom prst="rect">
            <a:avLst/>
          </a:prstGeom>
          <a:noFill/>
        </p:spPr>
        <p:txBody>
          <a:bodyPr wrap="square" lIns="0" rIns="0" tIns="0" bIns="0">
            <a:noAutofit/>
          </a:bodyPr>
          <a:lstStyle/>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Let us pray.</a:t>
            </a:r>
          </a:p>
          <a:p>
            <a:pPr algn="just">
              <a:lnSpc>
                <a:spcPct val="140000"/>
              </a:lnSpc>
              <a:spcAft>
                <a:spcPts val="800"/>
              </a:spcAft>
              <a:defRPr sz="4500" b="0" i="1">
                <a:solidFill>
                  <a:srgbClr val="FFDE59"/>
                </a:solidFill>
                <a:latin typeface="Lora"/>
              </a:defRPr>
            </a:pPr>
            <a:r>
              <a:t>All pray silently with the Priest for a moment. Then the Priest says the Collect for the day, that is, the Opening Prayer, in full from the Roman Missal for this celebration—nothing abbreviated. The people respond at the end.</a:t>
            </a:r>
          </a:p>
          <a:p>
            <a:pPr algn="l">
              <a:lnSpc>
                <a:spcPct val="140000"/>
              </a:lnSpc>
              <a:spcBef>
                <a:spcPts val="600"/>
              </a:spcBef>
              <a:spcAft>
                <a:spcPts val="800"/>
              </a:spcAft>
            </a:pPr>
            <a:r>
              <a:rPr sz="5400" b="1" i="0">
                <a:solidFill>
                  <a:srgbClr val="FFFFFF"/>
                </a:solidFill>
                <a:latin typeface="Poppins Black"/>
              </a:rPr>
              <a:t>ALL: Amen.</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Liturgy of the Word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1328301" y="1242606"/>
            <a:ext cx="15924431" cy="4389120"/>
          </a:xfrm>
          <a:prstGeom prst="rect">
            <a:avLst/>
          </a:prstGeom>
          <a:noFill/>
        </p:spPr>
        <p:txBody>
          <a:bodyPr wrap="square" lIns="0" rIns="0" tIns="0" bIns="0">
            <a:noAutofit/>
          </a:bodyPr>
          <a:lstStyle/>
          <a:p>
            <a:pPr algn="ctr">
              <a:lnSpc>
                <a:spcPct val="140000"/>
              </a:lnSpc>
              <a:defRPr sz="5600" b="1" i="0">
                <a:solidFill>
                  <a:srgbClr val="FFFFFF"/>
                </a:solidFill>
                <a:latin typeface="Alegreya Sans SC"/>
              </a:defRPr>
            </a:pPr>
            <a:r>
              <a:t>LITURGY OF</a:t>
            </a:r>
            <a:br/>
            <a:r>
              <a:t>THE WORD</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Liturgy of the Word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1328301" y="977430"/>
            <a:ext cx="15924431" cy="1097280"/>
          </a:xfrm>
          <a:prstGeom prst="rect">
            <a:avLst/>
          </a:prstGeom>
          <a:noFill/>
        </p:spPr>
        <p:txBody>
          <a:bodyPr wrap="square" lIns="0" rIns="0" tIns="0" bIns="0">
            <a:noAutofit/>
          </a:bodyPr>
          <a:lstStyle/>
          <a:p>
            <a:pPr algn="ctr">
              <a:lnSpc>
                <a:spcPct val="140000"/>
              </a:lnSpc>
              <a:defRPr sz="5200" b="1" i="0">
                <a:solidFill>
                  <a:srgbClr val="FFFFFF"/>
                </a:solidFill>
                <a:latin typeface="Alegreya Sans SC"/>
              </a:defRPr>
            </a:pPr>
            <a:r>
              <a:t>Liturgy of the Word</a:t>
            </a:r>
          </a:p>
        </p:txBody>
      </p:sp>
      <p:sp>
        <p:nvSpPr>
          <p:cNvPr id="5" name="TextBox 4"/>
          <p:cNvSpPr txBox="1"/>
          <p:nvPr/>
        </p:nvSpPr>
        <p:spPr>
          <a:xfrm>
            <a:off x="1328301" y="2147862"/>
            <a:ext cx="15924431" cy="804672"/>
          </a:xfrm>
          <a:prstGeom prst="rect">
            <a:avLst/>
          </a:prstGeom>
          <a:noFill/>
        </p:spPr>
        <p:txBody>
          <a:bodyPr wrap="square" lIns="0" rIns="0" tIns="0" bIns="0">
            <a:noAutofit/>
          </a:bodyPr>
          <a:lstStyle/>
          <a:p>
            <a:pPr algn="ctr">
              <a:defRPr sz="4600" b="1" i="0">
                <a:solidFill>
                  <a:srgbClr val="FFB800"/>
                </a:solidFill>
                <a:latin typeface="Poppins"/>
              </a:defRPr>
            </a:pPr>
            <a:r>
              <a:t>First Reading (Acts 2:14a, 36-41)</a:t>
            </a:r>
          </a:p>
        </p:txBody>
      </p:sp>
      <p:sp>
        <p:nvSpPr>
          <p:cNvPr id="6" name="TextBox 5"/>
          <p:cNvSpPr txBox="1"/>
          <p:nvPr/>
        </p:nvSpPr>
        <p:spPr>
          <a:xfrm>
            <a:off x="1328301" y="3007398"/>
            <a:ext cx="15924431" cy="475488"/>
          </a:xfrm>
          <a:prstGeom prst="rect">
            <a:avLst/>
          </a:prstGeom>
          <a:noFill/>
        </p:spPr>
        <p:txBody>
          <a:bodyPr wrap="square" lIns="0" rIns="0" tIns="0" bIns="0">
            <a:noAutofit/>
          </a:bodyPr>
          <a:lstStyle/>
          <a:p>
            <a:pPr algn="ctr">
              <a:defRPr sz="2200" b="0" i="0">
                <a:solidFill>
                  <a:srgbClr val="FFFFFF"/>
                </a:solidFill>
                <a:latin typeface="Poppins"/>
              </a:defRPr>
            </a:pPr>
            <a:r>
              <a:t>Acts 2:14a, 36-41</a:t>
            </a:r>
          </a:p>
        </p:txBody>
      </p:sp>
      <p:sp>
        <p:nvSpPr>
          <p:cNvPr id="7" name="TextBox 6"/>
          <p:cNvSpPr txBox="1"/>
          <p:nvPr/>
        </p:nvSpPr>
        <p:spPr>
          <a:xfrm>
            <a:off x="1328301" y="3592614"/>
            <a:ext cx="15924431" cy="5779986"/>
          </a:xfrm>
          <a:prstGeom prst="rect">
            <a:avLst/>
          </a:prstGeom>
          <a:noFill/>
        </p:spPr>
        <p:txBody>
          <a:bodyPr wrap="square" lIns="0" rIns="0" tIns="0" bIns="0">
            <a:normAutofit/>
          </a:bodyPr>
          <a:lstStyle/>
          <a:p>
            <a:pPr algn="ctr">
              <a:lnSpc>
                <a:spcPct val="140000"/>
              </a:lnSpc>
              <a:spcAft>
                <a:spcPts val="500"/>
              </a:spcAft>
              <a:defRPr sz="4400" b="0" i="1">
                <a:solidFill>
                  <a:srgbClr val="FFF8EB"/>
                </a:solidFill>
                <a:latin typeface="Alice"/>
              </a:defRPr>
            </a:pPr>
            <a:r>
              <a:t>Full text was not loaded from bible.usccb.org. Open today’s readings for this date and paste if needed.</a:t>
            </a:r>
          </a:p>
        </p:txBody>
      </p:sp>
      <p:sp>
        <p:nvSpPr>
          <p:cNvPr id="8" name="TextBox 7"/>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Liturgy of the Word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1328301" y="977430"/>
            <a:ext cx="15924431" cy="1097280"/>
          </a:xfrm>
          <a:prstGeom prst="rect">
            <a:avLst/>
          </a:prstGeom>
          <a:noFill/>
        </p:spPr>
        <p:txBody>
          <a:bodyPr wrap="square" lIns="0" rIns="0" tIns="0" bIns="0">
            <a:noAutofit/>
          </a:bodyPr>
          <a:lstStyle/>
          <a:p>
            <a:pPr algn="ctr">
              <a:lnSpc>
                <a:spcPct val="140000"/>
              </a:lnSpc>
              <a:defRPr sz="5200" b="1" i="0">
                <a:solidFill>
                  <a:srgbClr val="FFFFFF"/>
                </a:solidFill>
                <a:latin typeface="Alegreya Sans SC"/>
              </a:defRPr>
            </a:pPr>
            <a:r>
              <a:t>Liturgy of the Word</a:t>
            </a:r>
          </a:p>
        </p:txBody>
      </p:sp>
      <p:sp>
        <p:nvSpPr>
          <p:cNvPr id="5" name="TextBox 4"/>
          <p:cNvSpPr txBox="1"/>
          <p:nvPr/>
        </p:nvSpPr>
        <p:spPr>
          <a:xfrm>
            <a:off x="1328301" y="2147862"/>
            <a:ext cx="15924431" cy="804672"/>
          </a:xfrm>
          <a:prstGeom prst="rect">
            <a:avLst/>
          </a:prstGeom>
          <a:noFill/>
        </p:spPr>
        <p:txBody>
          <a:bodyPr wrap="square" lIns="0" rIns="0" tIns="0" bIns="0">
            <a:noAutofit/>
          </a:bodyPr>
          <a:lstStyle/>
          <a:p>
            <a:pPr algn="ctr">
              <a:defRPr sz="4600" b="1" i="0">
                <a:solidFill>
                  <a:srgbClr val="FFB800"/>
                </a:solidFill>
                <a:latin typeface="Poppins"/>
              </a:defRPr>
            </a:pPr>
            <a:r>
              <a:t>Responsorial Psalm (Psalm 23: 1-3a, 3b4, 5, 6)</a:t>
            </a:r>
          </a:p>
        </p:txBody>
      </p:sp>
      <p:sp>
        <p:nvSpPr>
          <p:cNvPr id="6" name="TextBox 5"/>
          <p:cNvSpPr txBox="1"/>
          <p:nvPr/>
        </p:nvSpPr>
        <p:spPr>
          <a:xfrm>
            <a:off x="1328301" y="3007398"/>
            <a:ext cx="15924431" cy="475488"/>
          </a:xfrm>
          <a:prstGeom prst="rect">
            <a:avLst/>
          </a:prstGeom>
          <a:noFill/>
        </p:spPr>
        <p:txBody>
          <a:bodyPr wrap="square" lIns="0" rIns="0" tIns="0" bIns="0">
            <a:noAutofit/>
          </a:bodyPr>
          <a:lstStyle/>
          <a:p>
            <a:pPr algn="ctr">
              <a:defRPr sz="2200" b="0" i="0">
                <a:solidFill>
                  <a:srgbClr val="FFFFFF"/>
                </a:solidFill>
                <a:latin typeface="Poppins"/>
              </a:defRPr>
            </a:pPr>
            <a:r>
              <a:t>Psalm 23: 1-3a, 3b4, 5, 6</a:t>
            </a:r>
          </a:p>
        </p:txBody>
      </p:sp>
      <p:sp>
        <p:nvSpPr>
          <p:cNvPr id="7" name="TextBox 6"/>
          <p:cNvSpPr txBox="1"/>
          <p:nvPr/>
        </p:nvSpPr>
        <p:spPr>
          <a:xfrm>
            <a:off x="1328301" y="3592614"/>
            <a:ext cx="15924431" cy="5779986"/>
          </a:xfrm>
          <a:prstGeom prst="rect">
            <a:avLst/>
          </a:prstGeom>
          <a:noFill/>
        </p:spPr>
        <p:txBody>
          <a:bodyPr wrap="square" lIns="0" rIns="0" tIns="0" bIns="0">
            <a:normAutofit/>
          </a:bodyPr>
          <a:lstStyle/>
          <a:p>
            <a:pPr algn="ctr">
              <a:lnSpc>
                <a:spcPct val="140000"/>
              </a:lnSpc>
              <a:spcAft>
                <a:spcPts val="500"/>
              </a:spcAft>
              <a:defRPr sz="4400" b="0" i="1">
                <a:solidFill>
                  <a:srgbClr val="FFF8EB"/>
                </a:solidFill>
                <a:latin typeface="Alice"/>
              </a:defRPr>
            </a:pPr>
            <a:r>
              <a:t>Full text was not loaded from bible.usccb.org. Open today’s readings for this date and paste if needed.</a:t>
            </a:r>
          </a:p>
        </p:txBody>
      </p:sp>
      <p:sp>
        <p:nvSpPr>
          <p:cNvPr id="8" name="TextBox 7"/>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Liturgy of the Word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1328301" y="977430"/>
            <a:ext cx="15924431" cy="1097280"/>
          </a:xfrm>
          <a:prstGeom prst="rect">
            <a:avLst/>
          </a:prstGeom>
          <a:noFill/>
        </p:spPr>
        <p:txBody>
          <a:bodyPr wrap="square" lIns="0" rIns="0" tIns="0" bIns="0">
            <a:noAutofit/>
          </a:bodyPr>
          <a:lstStyle/>
          <a:p>
            <a:pPr algn="ctr">
              <a:lnSpc>
                <a:spcPct val="140000"/>
              </a:lnSpc>
              <a:defRPr sz="5200" b="1" i="0">
                <a:solidFill>
                  <a:srgbClr val="FFFFFF"/>
                </a:solidFill>
                <a:latin typeface="Alegreya Sans SC"/>
              </a:defRPr>
            </a:pPr>
            <a:r>
              <a:t>Liturgy of the Word</a:t>
            </a:r>
          </a:p>
        </p:txBody>
      </p:sp>
      <p:sp>
        <p:nvSpPr>
          <p:cNvPr id="5" name="TextBox 4"/>
          <p:cNvSpPr txBox="1"/>
          <p:nvPr/>
        </p:nvSpPr>
        <p:spPr>
          <a:xfrm>
            <a:off x="1328301" y="2147862"/>
            <a:ext cx="15924431" cy="804672"/>
          </a:xfrm>
          <a:prstGeom prst="rect">
            <a:avLst/>
          </a:prstGeom>
          <a:noFill/>
        </p:spPr>
        <p:txBody>
          <a:bodyPr wrap="square" lIns="0" rIns="0" tIns="0" bIns="0">
            <a:noAutofit/>
          </a:bodyPr>
          <a:lstStyle/>
          <a:p>
            <a:pPr algn="ctr">
              <a:defRPr sz="4600" b="1" i="0">
                <a:solidFill>
                  <a:srgbClr val="FFB800"/>
                </a:solidFill>
                <a:latin typeface="Poppins"/>
              </a:defRPr>
            </a:pPr>
            <a:r>
              <a:t>Second Reading (1 Peter 2:20b-25)</a:t>
            </a:r>
          </a:p>
        </p:txBody>
      </p:sp>
      <p:sp>
        <p:nvSpPr>
          <p:cNvPr id="6" name="TextBox 5"/>
          <p:cNvSpPr txBox="1"/>
          <p:nvPr/>
        </p:nvSpPr>
        <p:spPr>
          <a:xfrm>
            <a:off x="1328301" y="3007398"/>
            <a:ext cx="15924431" cy="475488"/>
          </a:xfrm>
          <a:prstGeom prst="rect">
            <a:avLst/>
          </a:prstGeom>
          <a:noFill/>
        </p:spPr>
        <p:txBody>
          <a:bodyPr wrap="square" lIns="0" rIns="0" tIns="0" bIns="0">
            <a:noAutofit/>
          </a:bodyPr>
          <a:lstStyle/>
          <a:p>
            <a:pPr algn="ctr">
              <a:defRPr sz="2200" b="0" i="0">
                <a:solidFill>
                  <a:srgbClr val="FFFFFF"/>
                </a:solidFill>
                <a:latin typeface="Poppins"/>
              </a:defRPr>
            </a:pPr>
            <a:r>
              <a:t>1 Peter 2:20b-25</a:t>
            </a:r>
          </a:p>
        </p:txBody>
      </p:sp>
      <p:sp>
        <p:nvSpPr>
          <p:cNvPr id="7" name="TextBox 6"/>
          <p:cNvSpPr txBox="1"/>
          <p:nvPr/>
        </p:nvSpPr>
        <p:spPr>
          <a:xfrm>
            <a:off x="1328301" y="3592614"/>
            <a:ext cx="15924431" cy="5779986"/>
          </a:xfrm>
          <a:prstGeom prst="rect">
            <a:avLst/>
          </a:prstGeom>
          <a:noFill/>
        </p:spPr>
        <p:txBody>
          <a:bodyPr wrap="square" lIns="0" rIns="0" tIns="0" bIns="0">
            <a:normAutofit/>
          </a:bodyPr>
          <a:lstStyle/>
          <a:p>
            <a:pPr algn="ctr">
              <a:lnSpc>
                <a:spcPct val="140000"/>
              </a:lnSpc>
              <a:spcAft>
                <a:spcPts val="500"/>
              </a:spcAft>
              <a:defRPr sz="4400" b="0" i="1">
                <a:solidFill>
                  <a:srgbClr val="FFF8EB"/>
                </a:solidFill>
                <a:latin typeface="Alice"/>
              </a:defRPr>
            </a:pPr>
            <a:r>
              <a:t>Full text was not loaded from bible.usccb.org. Open today’s readings for this date and paste if needed.</a:t>
            </a:r>
          </a:p>
        </p:txBody>
      </p:sp>
      <p:sp>
        <p:nvSpPr>
          <p:cNvPr id="8" name="TextBox 7"/>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Liturgy of the Word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6Apr2026_Eastertide_16x9.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1328301" y="922566"/>
            <a:ext cx="15924431" cy="8404314"/>
          </a:xfrm>
          <a:prstGeom prst="rect">
            <a:avLst/>
          </a:prstGeom>
          <a:noFill/>
        </p:spPr>
        <p:txBody>
          <a:bodyPr wrap="square" lIns="0" rIns="0" tIns="0" bIns="0">
            <a:noAutofit/>
          </a:bodyPr>
          <a:lstStyle/>
          <a:p>
            <a:pPr algn="just">
              <a:lnSpc>
                <a:spcPct val="140000"/>
              </a:lnSpc>
              <a:spcAft>
                <a:spcPts val="800"/>
              </a:spcAft>
              <a:defRPr sz="4500" b="0" i="1">
                <a:solidFill>
                  <a:srgbClr val="FFDE59"/>
                </a:solidFill>
                <a:latin typeface="Lora"/>
              </a:defRPr>
            </a:pPr>
            <a:r>
              <a:t>Time for the homily — Father will now preach.</a:t>
            </a:r>
          </a:p>
          <a:p>
            <a:pPr algn="just">
              <a:lnSpc>
                <a:spcPct val="140000"/>
              </a:lnSpc>
              <a:spcAft>
                <a:spcPts val="800"/>
              </a:spcAft>
              <a:defRPr sz="4500" b="0" i="1">
                <a:solidFill>
                  <a:srgbClr val="FFDE59"/>
                </a:solidFill>
                <a:latin typeface="Lora"/>
              </a:defRPr>
            </a:pPr>
            <a:r>
              <a:t>Commentator may introduce the theme.</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Homily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6Apr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472726" y="284088"/>
            <a:ext cx="544090" cy="538989"/>
          </a:xfrm>
          <a:prstGeom prst="rect">
            <a:avLst/>
          </a:prstGeom>
        </p:spPr>
      </p:pic>
      <p:sp>
        <p:nvSpPr>
          <p:cNvPr id="4" name="TextBox 3"/>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5" name="TextBox 4"/>
          <p:cNvSpPr txBox="1"/>
          <p:nvPr/>
        </p:nvSpPr>
        <p:spPr>
          <a:xfrm>
            <a:off x="1328301" y="1242606"/>
            <a:ext cx="15924431" cy="5943600"/>
          </a:xfrm>
          <a:prstGeom prst="rect">
            <a:avLst/>
          </a:prstGeom>
          <a:noFill/>
        </p:spPr>
        <p:txBody>
          <a:bodyPr wrap="square" lIns="0" rIns="0" tIns="0" bIns="0">
            <a:noAutofit/>
          </a:bodyPr>
          <a:lstStyle/>
          <a:p>
            <a:pPr algn="ctr">
              <a:lnSpc>
                <a:spcPct val="140000"/>
              </a:lnSpc>
              <a:spcAft>
                <a:spcPts val="400"/>
              </a:spcAft>
              <a:defRPr sz="2100" b="1" i="0">
                <a:solidFill>
                  <a:srgbClr val="FFD166"/>
                </a:solidFill>
                <a:latin typeface="Poppins SemiBold"/>
              </a:defRPr>
            </a:pPr>
            <a:r>
              <a:t>MASS CELEBRANT:</a:t>
            </a:r>
          </a:p>
          <a:p>
            <a:pPr algn="ctr">
              <a:lnSpc>
                <a:spcPct val="140000"/>
              </a:lnSpc>
              <a:spcAft>
                <a:spcPts val="400"/>
              </a:spcAft>
              <a:defRPr sz="2100" b="0" i="0">
                <a:solidFill>
                  <a:srgbClr val="FFF8E8"/>
                </a:solidFill>
                <a:latin typeface="Poppins"/>
              </a:defRPr>
            </a:pPr>
            <a:r>
              <a:t>Rev. Fr. Jonrey Lauron, RCJ</a:t>
            </a:r>
          </a:p>
          <a:p>
            <a:pPr algn="ctr">
              <a:lnSpc>
                <a:spcPct val="140000"/>
              </a:lnSpc>
              <a:spcAft>
                <a:spcPts val="400"/>
              </a:spcAft>
              <a:defRPr sz="2100" b="0" i="0">
                <a:solidFill>
                  <a:srgbClr val="FFF8E8"/>
                </a:solidFill>
                <a:latin typeface="Poppins"/>
              </a:defRPr>
            </a:pPr>
          </a:p>
          <a:p>
            <a:pPr algn="ctr">
              <a:lnSpc>
                <a:spcPct val="140000"/>
              </a:lnSpc>
              <a:spcAft>
                <a:spcPts val="400"/>
              </a:spcAft>
              <a:defRPr sz="2100" b="0" i="0">
                <a:solidFill>
                  <a:srgbClr val="FFF8E8"/>
                </a:solidFill>
                <a:latin typeface="Poppins"/>
              </a:defRPr>
            </a:pPr>
            <a:r>
              <a:t>Gwangju</a:t>
            </a:r>
            <a:br/>
            <a:r>
              <a:t>Filipino</a:t>
            </a:r>
            <a:br/>
            <a:r>
              <a:t>Catholic</a:t>
            </a:r>
            <a:br/>
            <a:r>
              <a:t>Community</a:t>
            </a:r>
          </a:p>
          <a:p>
            <a:pPr algn="ctr">
              <a:lnSpc>
                <a:spcPct val="140000"/>
              </a:lnSpc>
              <a:spcAft>
                <a:spcPts val="400"/>
              </a:spcAft>
              <a:defRPr sz="2100" b="0" i="0">
                <a:solidFill>
                  <a:srgbClr val="FFF8E8"/>
                </a:solidFill>
                <a:latin typeface="Poppins"/>
              </a:defRPr>
            </a:pPr>
          </a:p>
          <a:p>
            <a:pPr algn="ctr">
              <a:lnSpc>
                <a:spcPct val="140000"/>
              </a:lnSpc>
              <a:spcAft>
                <a:spcPts val="400"/>
              </a:spcAft>
              <a:defRPr sz="2100" b="0" i="0">
                <a:solidFill>
                  <a:srgbClr val="FFF8E8"/>
                </a:solidFill>
                <a:latin typeface="Poppins"/>
              </a:defRPr>
            </a:pPr>
            <a:r>
              <a:t>Gospel (John 10:1-10)</a:t>
            </a:r>
          </a:p>
          <a:p>
            <a:pPr algn="ctr">
              <a:lnSpc>
                <a:spcPct val="140000"/>
              </a:lnSpc>
              <a:spcAft>
                <a:spcPts val="400"/>
              </a:spcAft>
              <a:defRPr sz="2100" b="0" i="0">
                <a:solidFill>
                  <a:srgbClr val="FFF8E8"/>
                </a:solidFill>
                <a:latin typeface="Poppins"/>
              </a:defRPr>
            </a:pPr>
            <a:r>
              <a:t>“Most certainly, I tell you, one who doesn't enter by the door into the sheep fold, but climbs up some other way, the same is a thief and a robber.”</a:t>
            </a:r>
          </a:p>
          <a:p>
            <a:pPr algn="ctr">
              <a:lnSpc>
                <a:spcPct val="140000"/>
              </a:lnSpc>
              <a:spcAft>
                <a:spcPts val="400"/>
              </a:spcAft>
              <a:defRPr sz="2100" b="0" i="0">
                <a:solidFill>
                  <a:srgbClr val="FFF8E8"/>
                </a:solidFill>
                <a:latin typeface="Poppins"/>
              </a:defRPr>
            </a:pPr>
          </a:p>
          <a:p>
            <a:pPr algn="ctr">
              <a:lnSpc>
                <a:spcPct val="140000"/>
              </a:lnSpc>
              <a:spcAft>
                <a:spcPts val="400"/>
              </a:spcAft>
              <a:defRPr sz="2100" b="0" i="0">
                <a:solidFill>
                  <a:srgbClr val="FFF8E8"/>
                </a:solidFill>
                <a:latin typeface="Poppins"/>
              </a:defRPr>
            </a:pPr>
            <a:r>
              <a:t>YEAR A</a:t>
            </a:r>
          </a:p>
          <a:p>
            <a:pPr algn="ctr">
              <a:lnSpc>
                <a:spcPct val="140000"/>
              </a:lnSpc>
              <a:spcAft>
                <a:spcPts val="400"/>
              </a:spcAft>
              <a:defRPr sz="2100" b="0" i="0">
                <a:solidFill>
                  <a:srgbClr val="FFF8E8"/>
                </a:solidFill>
                <a:latin typeface="Poppins"/>
              </a:defRPr>
            </a:pPr>
            <a:r>
              <a:t>2026-04-26 · Eastertide</a:t>
            </a:r>
          </a:p>
        </p:txBody>
      </p:sp>
      <p:sp>
        <p:nvSpPr>
          <p:cNvPr id="6" name="TextBox 5"/>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Mass poster / divider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1328301" y="922566"/>
            <a:ext cx="15924431" cy="8404314"/>
          </a:xfrm>
          <a:prstGeom prst="rect">
            <a:avLst/>
          </a:prstGeom>
          <a:noFill/>
        </p:spPr>
        <p:txBody>
          <a:bodyPr wrap="square" lIns="0" rIns="0" tIns="0" bIns="0">
            <a:noAutofit/>
          </a:bodyPr>
          <a:lstStyle/>
          <a:p>
            <a:pPr algn="l">
              <a:lnSpc>
                <a:spcPct val="140000"/>
              </a:lnSpc>
              <a:spcBef>
                <a:spcPts val="600"/>
              </a:spcBef>
              <a:spcAft>
                <a:spcPts val="800"/>
              </a:spcAft>
            </a:pPr>
            <a:r>
              <a:rPr sz="5400" b="1" i="0">
                <a:solidFill>
                  <a:srgbClr val="FFFFFF"/>
                </a:solidFill>
                <a:latin typeface="Poppins Black"/>
              </a:rPr>
              <a:t>ALL: I believe in one God,</a:t>
            </a:r>
          </a:p>
          <a:p>
            <a:pPr algn="l">
              <a:lnSpc>
                <a:spcPct val="140000"/>
              </a:lnSpc>
              <a:spcAft>
                <a:spcPts val="800"/>
              </a:spcAft>
              <a:defRPr sz="5400" b="1" i="0">
                <a:solidFill>
                  <a:srgbClr val="FFFFFF"/>
                </a:solidFill>
                <a:latin typeface="Poppins SemiBold"/>
              </a:defRPr>
            </a:pPr>
            <a:r>
              <a:t>the Father almighty,</a:t>
            </a:r>
          </a:p>
          <a:p>
            <a:pPr algn="l">
              <a:lnSpc>
                <a:spcPct val="140000"/>
              </a:lnSpc>
              <a:spcAft>
                <a:spcPts val="800"/>
              </a:spcAft>
              <a:defRPr sz="5400" b="1" i="0">
                <a:solidFill>
                  <a:srgbClr val="FFFFFF"/>
                </a:solidFill>
                <a:latin typeface="Poppins SemiBold"/>
              </a:defRPr>
            </a:pPr>
            <a:r>
              <a:t>maker of heaven and earth,</a:t>
            </a:r>
          </a:p>
          <a:p>
            <a:pPr algn="l">
              <a:lnSpc>
                <a:spcPct val="140000"/>
              </a:lnSpc>
              <a:spcAft>
                <a:spcPts val="800"/>
              </a:spcAft>
              <a:defRPr sz="5400" b="1" i="0">
                <a:solidFill>
                  <a:srgbClr val="FFFFFF"/>
                </a:solidFill>
                <a:latin typeface="Poppins SemiBold"/>
              </a:defRPr>
            </a:pPr>
            <a:r>
              <a:t>of all things visible and invisible.</a:t>
            </a:r>
          </a:p>
          <a:p>
            <a:pPr algn="l">
              <a:lnSpc>
                <a:spcPct val="140000"/>
              </a:lnSpc>
              <a:spcAft>
                <a:spcPts val="800"/>
              </a:spcAft>
              <a:defRPr sz="5400" b="1" i="0">
                <a:solidFill>
                  <a:srgbClr val="FFFFFF"/>
                </a:solidFill>
                <a:latin typeface="Poppins SemiBold"/>
              </a:defRPr>
            </a:pPr>
            <a:r>
              <a:t>I believe in one Lord Jesus Christ,</a:t>
            </a:r>
          </a:p>
          <a:p>
            <a:pPr algn="l">
              <a:lnSpc>
                <a:spcPct val="140000"/>
              </a:lnSpc>
              <a:spcAft>
                <a:spcPts val="800"/>
              </a:spcAft>
              <a:defRPr sz="5400" b="1" i="0">
                <a:solidFill>
                  <a:srgbClr val="FFFFFF"/>
                </a:solidFill>
                <a:latin typeface="Poppins SemiBold"/>
              </a:defRPr>
            </a:pPr>
            <a:r>
              <a:t>the Only Begotten Son of God,</a:t>
            </a:r>
          </a:p>
          <a:p>
            <a:pPr algn="l">
              <a:lnSpc>
                <a:spcPct val="140000"/>
              </a:lnSpc>
              <a:spcAft>
                <a:spcPts val="800"/>
              </a:spcAft>
              <a:defRPr sz="5400" b="1" i="0">
                <a:solidFill>
                  <a:srgbClr val="FFFFFF"/>
                </a:solidFill>
                <a:latin typeface="Poppins SemiBold"/>
              </a:defRPr>
            </a:pPr>
            <a:r>
              <a:t>born of the Father before all ages.</a:t>
            </a:r>
          </a:p>
          <a:p>
            <a:pPr algn="l">
              <a:lnSpc>
                <a:spcPct val="140000"/>
              </a:lnSpc>
              <a:spcAft>
                <a:spcPts val="800"/>
              </a:spcAft>
              <a:defRPr sz="5400" b="1" i="0">
                <a:solidFill>
                  <a:srgbClr val="FFFFFF"/>
                </a:solidFill>
                <a:latin typeface="Poppins SemiBold"/>
              </a:defRPr>
            </a:pPr>
            <a:r>
              <a:t>God from God, Light from Light,</a:t>
            </a:r>
          </a:p>
          <a:p>
            <a:pPr algn="l">
              <a:lnSpc>
                <a:spcPct val="140000"/>
              </a:lnSpc>
              <a:spcAft>
                <a:spcPts val="800"/>
              </a:spcAft>
              <a:defRPr sz="5400" b="1" i="0">
                <a:solidFill>
                  <a:srgbClr val="FFFFFF"/>
                </a:solidFill>
                <a:latin typeface="Poppins SemiBold"/>
              </a:defRPr>
            </a:pPr>
            <a:r>
              <a:t>true God from true God,</a:t>
            </a:r>
          </a:p>
          <a:p>
            <a:pPr algn="l">
              <a:lnSpc>
                <a:spcPct val="140000"/>
              </a:lnSpc>
              <a:spcAft>
                <a:spcPts val="800"/>
              </a:spcAft>
              <a:defRPr sz="5400" b="1" i="0">
                <a:solidFill>
                  <a:srgbClr val="FFFFFF"/>
                </a:solidFill>
                <a:latin typeface="Poppins SemiBold"/>
              </a:defRPr>
            </a:pPr>
            <a:r>
              <a:t>begotten, not made, consubstantial with the Father;</a:t>
            </a:r>
          </a:p>
          <a:p>
            <a:pPr algn="l">
              <a:lnSpc>
                <a:spcPct val="140000"/>
              </a:lnSpc>
              <a:spcAft>
                <a:spcPts val="800"/>
              </a:spcAft>
              <a:defRPr sz="5400" b="1" i="0">
                <a:solidFill>
                  <a:srgbClr val="FFFFFF"/>
                </a:solidFill>
                <a:latin typeface="Poppins SemiBold"/>
              </a:defRPr>
            </a:pPr>
            <a:r>
              <a:t>through him all things were made.</a:t>
            </a:r>
          </a:p>
          <a:p>
            <a:pPr algn="l">
              <a:lnSpc>
                <a:spcPct val="140000"/>
              </a:lnSpc>
              <a:spcAft>
                <a:spcPts val="800"/>
              </a:spcAft>
              <a:defRPr sz="5400" b="1" i="0">
                <a:solidFill>
                  <a:srgbClr val="FFFFFF"/>
                </a:solidFill>
                <a:latin typeface="Poppins SemiBold"/>
              </a:defRPr>
            </a:pPr>
            <a:r>
              <a:t>For us men and for our salvation</a:t>
            </a:r>
          </a:p>
          <a:p>
            <a:pPr algn="l">
              <a:lnSpc>
                <a:spcPct val="140000"/>
              </a:lnSpc>
              <a:spcAft>
                <a:spcPts val="800"/>
              </a:spcAft>
              <a:defRPr sz="5400" b="1" i="0">
                <a:solidFill>
                  <a:srgbClr val="FFFFFF"/>
                </a:solidFill>
                <a:latin typeface="Poppins SemiBold"/>
              </a:defRPr>
            </a:pPr>
            <a:r>
              <a:t>he came down from heaven,</a:t>
            </a:r>
          </a:p>
          <a:p>
            <a:pPr algn="l">
              <a:lnSpc>
                <a:spcPct val="140000"/>
              </a:lnSpc>
              <a:spcAft>
                <a:spcPts val="800"/>
              </a:spcAft>
              <a:defRPr sz="5400" b="1" i="0">
                <a:solidFill>
                  <a:srgbClr val="FFFFFF"/>
                </a:solidFill>
                <a:latin typeface="Poppins SemiBold"/>
              </a:defRPr>
            </a:pPr>
            <a:r>
              <a:t>and by the Holy Spirit was incarnate of the Virgin Mary,</a:t>
            </a:r>
          </a:p>
          <a:p>
            <a:pPr algn="l">
              <a:lnSpc>
                <a:spcPct val="140000"/>
              </a:lnSpc>
              <a:spcAft>
                <a:spcPts val="800"/>
              </a:spcAft>
              <a:defRPr sz="5400" b="1" i="0">
                <a:solidFill>
                  <a:srgbClr val="FFFFFF"/>
                </a:solidFill>
                <a:latin typeface="Poppins SemiBold"/>
              </a:defRPr>
            </a:pPr>
            <a:r>
              <a:t>and became man.</a:t>
            </a:r>
          </a:p>
          <a:p>
            <a:pPr algn="l">
              <a:lnSpc>
                <a:spcPct val="140000"/>
              </a:lnSpc>
              <a:spcAft>
                <a:spcPts val="800"/>
              </a:spcAft>
              <a:defRPr sz="5400" b="1" i="0">
                <a:solidFill>
                  <a:srgbClr val="FFFFFF"/>
                </a:solidFill>
                <a:latin typeface="Poppins SemiBold"/>
              </a:defRPr>
            </a:pPr>
            <a:r>
              <a:t>For our sake he was crucified under Pontius Pilate,</a:t>
            </a:r>
          </a:p>
          <a:p>
            <a:pPr algn="l">
              <a:lnSpc>
                <a:spcPct val="140000"/>
              </a:lnSpc>
              <a:spcAft>
                <a:spcPts val="800"/>
              </a:spcAft>
              <a:defRPr sz="5400" b="1" i="0">
                <a:solidFill>
                  <a:srgbClr val="FFFFFF"/>
                </a:solidFill>
                <a:latin typeface="Poppins SemiBold"/>
              </a:defRPr>
            </a:pPr>
            <a:r>
              <a:t>he suffered death and was buried,</a:t>
            </a:r>
          </a:p>
          <a:p>
            <a:pPr algn="l">
              <a:lnSpc>
                <a:spcPct val="140000"/>
              </a:lnSpc>
              <a:spcAft>
                <a:spcPts val="800"/>
              </a:spcAft>
              <a:defRPr sz="5400" b="1" i="0">
                <a:solidFill>
                  <a:srgbClr val="FFFFFF"/>
                </a:solidFill>
                <a:latin typeface="Poppins SemiBold"/>
              </a:defRPr>
            </a:pPr>
            <a:r>
              <a:t>and rose again on the third day</a:t>
            </a:r>
          </a:p>
          <a:p>
            <a:pPr algn="l">
              <a:lnSpc>
                <a:spcPct val="140000"/>
              </a:lnSpc>
              <a:spcAft>
                <a:spcPts val="800"/>
              </a:spcAft>
              <a:defRPr sz="5400" b="1" i="0">
                <a:solidFill>
                  <a:srgbClr val="FFFFFF"/>
                </a:solidFill>
                <a:latin typeface="Poppins SemiBold"/>
              </a:defRPr>
            </a:pPr>
            <a:r>
              <a:t>in accordance with the Scriptures.</a:t>
            </a:r>
          </a:p>
          <a:p>
            <a:pPr algn="l">
              <a:lnSpc>
                <a:spcPct val="140000"/>
              </a:lnSpc>
              <a:spcAft>
                <a:spcPts val="800"/>
              </a:spcAft>
              <a:defRPr sz="5400" b="1" i="0">
                <a:solidFill>
                  <a:srgbClr val="FFFFFF"/>
                </a:solidFill>
                <a:latin typeface="Poppins SemiBold"/>
              </a:defRPr>
            </a:pPr>
            <a:r>
              <a:t>He ascended into heaven</a:t>
            </a:r>
          </a:p>
          <a:p>
            <a:pPr algn="l">
              <a:lnSpc>
                <a:spcPct val="140000"/>
              </a:lnSpc>
              <a:spcAft>
                <a:spcPts val="800"/>
              </a:spcAft>
              <a:defRPr sz="5400" b="1" i="0">
                <a:solidFill>
                  <a:srgbClr val="FFFFFF"/>
                </a:solidFill>
                <a:latin typeface="Poppins SemiBold"/>
              </a:defRPr>
            </a:pPr>
            <a:r>
              <a:t>and is seated at the right hand of the Father.</a:t>
            </a:r>
          </a:p>
          <a:p>
            <a:pPr algn="l">
              <a:lnSpc>
                <a:spcPct val="140000"/>
              </a:lnSpc>
              <a:spcAft>
                <a:spcPts val="800"/>
              </a:spcAft>
              <a:defRPr sz="5400" b="1" i="0">
                <a:solidFill>
                  <a:srgbClr val="FFFFFF"/>
                </a:solidFill>
                <a:latin typeface="Poppins SemiBold"/>
              </a:defRPr>
            </a:pPr>
            <a:r>
              <a:t>He will come again in glory</a:t>
            </a:r>
          </a:p>
          <a:p>
            <a:pPr algn="l">
              <a:lnSpc>
                <a:spcPct val="140000"/>
              </a:lnSpc>
              <a:spcAft>
                <a:spcPts val="800"/>
              </a:spcAft>
              <a:defRPr sz="5400" b="1" i="0">
                <a:solidFill>
                  <a:srgbClr val="FFFFFF"/>
                </a:solidFill>
                <a:latin typeface="Poppins SemiBold"/>
              </a:defRPr>
            </a:pPr>
            <a:r>
              <a:t>to judge the living and the dead</a:t>
            </a:r>
          </a:p>
          <a:p>
            <a:pPr algn="l">
              <a:lnSpc>
                <a:spcPct val="140000"/>
              </a:lnSpc>
              <a:spcAft>
                <a:spcPts val="800"/>
              </a:spcAft>
              <a:defRPr sz="5400" b="1" i="0">
                <a:solidFill>
                  <a:srgbClr val="FFFFFF"/>
                </a:solidFill>
                <a:latin typeface="Poppins SemiBold"/>
              </a:defRPr>
            </a:pPr>
            <a:r>
              <a:t>and his kingdom will have no end.</a:t>
            </a:r>
          </a:p>
          <a:p>
            <a:pPr algn="l">
              <a:lnSpc>
                <a:spcPct val="140000"/>
              </a:lnSpc>
              <a:spcAft>
                <a:spcPts val="800"/>
              </a:spcAft>
              <a:defRPr sz="5400" b="1" i="0">
                <a:solidFill>
                  <a:srgbClr val="FFFFFF"/>
                </a:solidFill>
                <a:latin typeface="Poppins SemiBold"/>
              </a:defRPr>
            </a:pPr>
            <a:r>
              <a:t>I believe in the Holy Spirit, the Lord, the giver of life,</a:t>
            </a:r>
          </a:p>
          <a:p>
            <a:pPr algn="l">
              <a:lnSpc>
                <a:spcPct val="140000"/>
              </a:lnSpc>
              <a:spcAft>
                <a:spcPts val="800"/>
              </a:spcAft>
              <a:defRPr sz="5400" b="1" i="0">
                <a:solidFill>
                  <a:srgbClr val="FFFFFF"/>
                </a:solidFill>
                <a:latin typeface="Poppins SemiBold"/>
              </a:defRPr>
            </a:pPr>
            <a:r>
              <a:t>who proceeds from the Father and the Son,</a:t>
            </a:r>
          </a:p>
          <a:p>
            <a:pPr algn="l">
              <a:lnSpc>
                <a:spcPct val="140000"/>
              </a:lnSpc>
              <a:spcAft>
                <a:spcPts val="800"/>
              </a:spcAft>
              <a:defRPr sz="5400" b="1" i="0">
                <a:solidFill>
                  <a:srgbClr val="FFFFFF"/>
                </a:solidFill>
                <a:latin typeface="Poppins SemiBold"/>
              </a:defRPr>
            </a:pPr>
            <a:r>
              <a:t>who with the Father and the Son is adored and glorified,</a:t>
            </a:r>
          </a:p>
          <a:p>
            <a:pPr algn="l">
              <a:lnSpc>
                <a:spcPct val="140000"/>
              </a:lnSpc>
              <a:spcAft>
                <a:spcPts val="800"/>
              </a:spcAft>
              <a:defRPr sz="5400" b="1" i="0">
                <a:solidFill>
                  <a:srgbClr val="FFFFFF"/>
                </a:solidFill>
                <a:latin typeface="Poppins SemiBold"/>
              </a:defRPr>
            </a:pPr>
            <a:r>
              <a:t>who has spoken through the prophets.</a:t>
            </a:r>
          </a:p>
          <a:p>
            <a:pPr algn="l">
              <a:lnSpc>
                <a:spcPct val="140000"/>
              </a:lnSpc>
              <a:spcAft>
                <a:spcPts val="800"/>
              </a:spcAft>
              <a:defRPr sz="5400" b="1" i="0">
                <a:solidFill>
                  <a:srgbClr val="FFFFFF"/>
                </a:solidFill>
                <a:latin typeface="Poppins SemiBold"/>
              </a:defRPr>
            </a:pPr>
            <a:r>
              <a:t>I believe in one, holy, catholic and apostolic Church.</a:t>
            </a:r>
          </a:p>
          <a:p>
            <a:pPr algn="l">
              <a:lnSpc>
                <a:spcPct val="140000"/>
              </a:lnSpc>
              <a:spcAft>
                <a:spcPts val="800"/>
              </a:spcAft>
              <a:defRPr sz="5400" b="1" i="0">
                <a:solidFill>
                  <a:srgbClr val="FFFFFF"/>
                </a:solidFill>
                <a:latin typeface="Poppins SemiBold"/>
              </a:defRPr>
            </a:pPr>
            <a:r>
              <a:t>I confess one Baptism for the forgiveness of sins</a:t>
            </a:r>
          </a:p>
          <a:p>
            <a:pPr algn="l">
              <a:lnSpc>
                <a:spcPct val="140000"/>
              </a:lnSpc>
              <a:spcAft>
                <a:spcPts val="800"/>
              </a:spcAft>
              <a:defRPr sz="5400" b="1" i="0">
                <a:solidFill>
                  <a:srgbClr val="FFFFFF"/>
                </a:solidFill>
                <a:latin typeface="Poppins SemiBold"/>
              </a:defRPr>
            </a:pPr>
            <a:r>
              <a:t>and I look forward to the resurrection of the dead</a:t>
            </a:r>
          </a:p>
          <a:p>
            <a:pPr algn="l">
              <a:lnSpc>
                <a:spcPct val="140000"/>
              </a:lnSpc>
              <a:spcAft>
                <a:spcPts val="800"/>
              </a:spcAft>
              <a:defRPr sz="5400" b="1" i="0">
                <a:solidFill>
                  <a:srgbClr val="FFFFFF"/>
                </a:solidFill>
                <a:latin typeface="Poppins SemiBold"/>
              </a:defRPr>
            </a:pPr>
            <a:r>
              <a:t>and the life of the world to come. Amen.</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Nicene Creed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6Apr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472726" y="284088"/>
            <a:ext cx="544090" cy="538989"/>
          </a:xfrm>
          <a:prstGeom prst="rect">
            <a:avLst/>
          </a:prstGeom>
        </p:spPr>
      </p:pic>
      <p:sp>
        <p:nvSpPr>
          <p:cNvPr id="4" name="TextBox 3"/>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5" name="TextBox 4"/>
          <p:cNvSpPr txBox="1"/>
          <p:nvPr/>
        </p:nvSpPr>
        <p:spPr>
          <a:xfrm>
            <a:off x="1328301" y="1242606"/>
            <a:ext cx="15924431" cy="5943600"/>
          </a:xfrm>
          <a:prstGeom prst="rect">
            <a:avLst/>
          </a:prstGeom>
          <a:noFill/>
        </p:spPr>
        <p:txBody>
          <a:bodyPr wrap="square" lIns="0" rIns="0" tIns="0" bIns="0">
            <a:noAutofit/>
          </a:bodyPr>
          <a:lstStyle/>
          <a:p>
            <a:pPr algn="ctr">
              <a:lnSpc>
                <a:spcPct val="140000"/>
              </a:lnSpc>
              <a:spcAft>
                <a:spcPts val="400"/>
              </a:spcAft>
              <a:defRPr sz="2100" b="1" i="0">
                <a:solidFill>
                  <a:srgbClr val="FFD166"/>
                </a:solidFill>
                <a:latin typeface="Poppins SemiBold"/>
              </a:defRPr>
            </a:pPr>
            <a:r>
              <a:t>MASS CELEBRANT:</a:t>
            </a:r>
          </a:p>
          <a:p>
            <a:pPr algn="ctr">
              <a:lnSpc>
                <a:spcPct val="140000"/>
              </a:lnSpc>
              <a:spcAft>
                <a:spcPts val="400"/>
              </a:spcAft>
              <a:defRPr sz="2100" b="0" i="0">
                <a:solidFill>
                  <a:srgbClr val="FFF8E8"/>
                </a:solidFill>
                <a:latin typeface="Poppins"/>
              </a:defRPr>
            </a:pPr>
            <a:r>
              <a:t>Rev. Fr. Jonrey Lauron, RCJ</a:t>
            </a:r>
          </a:p>
          <a:p>
            <a:pPr algn="ctr">
              <a:lnSpc>
                <a:spcPct val="140000"/>
              </a:lnSpc>
              <a:spcAft>
                <a:spcPts val="400"/>
              </a:spcAft>
              <a:defRPr sz="2100" b="0" i="0">
                <a:solidFill>
                  <a:srgbClr val="FFF8E8"/>
                </a:solidFill>
                <a:latin typeface="Poppins"/>
              </a:defRPr>
            </a:pPr>
          </a:p>
          <a:p>
            <a:pPr algn="ctr">
              <a:lnSpc>
                <a:spcPct val="140000"/>
              </a:lnSpc>
              <a:spcAft>
                <a:spcPts val="400"/>
              </a:spcAft>
              <a:defRPr sz="2100" b="0" i="0">
                <a:solidFill>
                  <a:srgbClr val="FFF8E8"/>
                </a:solidFill>
                <a:latin typeface="Poppins"/>
              </a:defRPr>
            </a:pPr>
            <a:r>
              <a:t>Gwangju</a:t>
            </a:r>
            <a:br/>
            <a:r>
              <a:t>Filipino</a:t>
            </a:r>
            <a:br/>
            <a:r>
              <a:t>Catholic</a:t>
            </a:r>
            <a:br/>
            <a:r>
              <a:t>Community</a:t>
            </a:r>
          </a:p>
          <a:p>
            <a:pPr algn="ctr">
              <a:lnSpc>
                <a:spcPct val="140000"/>
              </a:lnSpc>
              <a:spcAft>
                <a:spcPts val="400"/>
              </a:spcAft>
              <a:defRPr sz="2100" b="0" i="0">
                <a:solidFill>
                  <a:srgbClr val="FFF8E8"/>
                </a:solidFill>
                <a:latin typeface="Poppins"/>
              </a:defRPr>
            </a:pPr>
          </a:p>
          <a:p>
            <a:pPr algn="ctr">
              <a:lnSpc>
                <a:spcPct val="140000"/>
              </a:lnSpc>
              <a:spcAft>
                <a:spcPts val="400"/>
              </a:spcAft>
              <a:defRPr sz="2100" b="0" i="0">
                <a:solidFill>
                  <a:srgbClr val="FFF8E8"/>
                </a:solidFill>
                <a:latin typeface="Poppins"/>
              </a:defRPr>
            </a:pPr>
            <a:r>
              <a:t>Gospel (John 10:1-10)</a:t>
            </a:r>
          </a:p>
          <a:p>
            <a:pPr algn="ctr">
              <a:lnSpc>
                <a:spcPct val="140000"/>
              </a:lnSpc>
              <a:spcAft>
                <a:spcPts val="400"/>
              </a:spcAft>
              <a:defRPr sz="2100" b="0" i="0">
                <a:solidFill>
                  <a:srgbClr val="FFF8E8"/>
                </a:solidFill>
                <a:latin typeface="Poppins"/>
              </a:defRPr>
            </a:pPr>
            <a:r>
              <a:t>“Most certainly, I tell you, one who doesn't enter by the door into the sheep fold, but climbs up some other way, the same is a thief and a robber.”</a:t>
            </a:r>
          </a:p>
          <a:p>
            <a:pPr algn="ctr">
              <a:lnSpc>
                <a:spcPct val="140000"/>
              </a:lnSpc>
              <a:spcAft>
                <a:spcPts val="400"/>
              </a:spcAft>
              <a:defRPr sz="2100" b="0" i="0">
                <a:solidFill>
                  <a:srgbClr val="FFF8E8"/>
                </a:solidFill>
                <a:latin typeface="Poppins"/>
              </a:defRPr>
            </a:pPr>
          </a:p>
          <a:p>
            <a:pPr algn="ctr">
              <a:lnSpc>
                <a:spcPct val="140000"/>
              </a:lnSpc>
              <a:spcAft>
                <a:spcPts val="400"/>
              </a:spcAft>
              <a:defRPr sz="2100" b="0" i="0">
                <a:solidFill>
                  <a:srgbClr val="FFF8E8"/>
                </a:solidFill>
                <a:latin typeface="Poppins"/>
              </a:defRPr>
            </a:pPr>
            <a:r>
              <a:t>YEAR A</a:t>
            </a:r>
          </a:p>
          <a:p>
            <a:pPr algn="ctr">
              <a:lnSpc>
                <a:spcPct val="140000"/>
              </a:lnSpc>
              <a:spcAft>
                <a:spcPts val="400"/>
              </a:spcAft>
              <a:defRPr sz="2100" b="0" i="0">
                <a:solidFill>
                  <a:srgbClr val="FFF8E8"/>
                </a:solidFill>
                <a:latin typeface="Poppins"/>
              </a:defRPr>
            </a:pPr>
            <a:r>
              <a:t>2026-04-26 · Eastertide</a:t>
            </a:r>
          </a:p>
        </p:txBody>
      </p:sp>
      <p:sp>
        <p:nvSpPr>
          <p:cNvPr id="6" name="TextBox 5"/>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Mass poster / divider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1328301" y="922566"/>
            <a:ext cx="15924431" cy="8404314"/>
          </a:xfrm>
          <a:prstGeom prst="rect">
            <a:avLst/>
          </a:prstGeom>
          <a:noFill/>
        </p:spPr>
        <p:txBody>
          <a:bodyPr wrap="square" lIns="0" rIns="0" tIns="0" bIns="0">
            <a:noAutofit/>
          </a:bodyPr>
          <a:lstStyle/>
          <a:p>
            <a:pPr algn="just">
              <a:lnSpc>
                <a:spcPct val="140000"/>
              </a:lnSpc>
              <a:spcAft>
                <a:spcPts val="800"/>
              </a:spcAft>
              <a:defRPr sz="4500" b="0" i="1">
                <a:solidFill>
                  <a:srgbClr val="FFDE59"/>
                </a:solidFill>
                <a:latin typeface="Lora"/>
              </a:defRPr>
            </a:pPr>
            <a:r>
              <a:t>The Universal Prayer is led so that each petition is spoken in full and each response by the people is sung or said in full (for example, “Lord, hear our prayer”), never abbreviated.</a:t>
            </a:r>
          </a:p>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For the holy Church of God throughout the world, that the Lord may guard her and grant her peace and unity according to his will: let us pray to the Lord.</a:t>
            </a:r>
          </a:p>
          <a:p>
            <a:pPr algn="l">
              <a:lnSpc>
                <a:spcPct val="140000"/>
              </a:lnSpc>
              <a:spcBef>
                <a:spcPts val="600"/>
              </a:spcBef>
              <a:spcAft>
                <a:spcPts val="800"/>
              </a:spcAft>
            </a:pPr>
            <a:r>
              <a:rPr sz="5400" b="1" i="0">
                <a:solidFill>
                  <a:srgbClr val="FFFFFF"/>
                </a:solidFill>
                <a:latin typeface="Poppins Black"/>
              </a:rPr>
              <a:t>ALL: Lord, hear our prayer.</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Prayer of the Faithful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1328301" y="922566"/>
            <a:ext cx="15924431" cy="8404314"/>
          </a:xfrm>
          <a:prstGeom prst="rect">
            <a:avLst/>
          </a:prstGeom>
          <a:noFill/>
        </p:spPr>
        <p:txBody>
          <a:bodyPr wrap="square" lIns="0" rIns="0" tIns="0" bIns="0">
            <a:noAutofit/>
          </a:bodyPr>
          <a:lstStyle/>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The Priest concludes the Prayer of the Faithful with a prayer in full, for example:</a:t>
            </a:r>
          </a:p>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Heavenly Father, hear the prayers of the Church, which we make through Christ our Lord.</a:t>
            </a:r>
          </a:p>
          <a:p>
            <a:pPr algn="l">
              <a:lnSpc>
                <a:spcPct val="140000"/>
              </a:lnSpc>
              <a:spcBef>
                <a:spcPts val="600"/>
              </a:spcBef>
              <a:spcAft>
                <a:spcPts val="800"/>
              </a:spcAft>
            </a:pPr>
            <a:r>
              <a:rPr sz="5400" b="1" i="0">
                <a:solidFill>
                  <a:srgbClr val="FFFFFF"/>
                </a:solidFill>
                <a:latin typeface="Poppins Black"/>
              </a:rPr>
              <a:t>ALL: Amen.</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Prayer of the Faithful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6Apr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472726" y="284088"/>
            <a:ext cx="544090" cy="538989"/>
          </a:xfrm>
          <a:prstGeom prst="rect">
            <a:avLst/>
          </a:prstGeom>
        </p:spPr>
      </p:pic>
      <p:sp>
        <p:nvSpPr>
          <p:cNvPr id="4" name="TextBox 3"/>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5" name="TextBox 4"/>
          <p:cNvSpPr txBox="1"/>
          <p:nvPr/>
        </p:nvSpPr>
        <p:spPr>
          <a:xfrm>
            <a:off x="1328301" y="1242606"/>
            <a:ext cx="15924431" cy="5943600"/>
          </a:xfrm>
          <a:prstGeom prst="rect">
            <a:avLst/>
          </a:prstGeom>
          <a:noFill/>
        </p:spPr>
        <p:txBody>
          <a:bodyPr wrap="square" lIns="0" rIns="0" tIns="0" bIns="0">
            <a:noAutofit/>
          </a:bodyPr>
          <a:lstStyle/>
          <a:p>
            <a:pPr algn="ctr">
              <a:lnSpc>
                <a:spcPct val="140000"/>
              </a:lnSpc>
              <a:spcAft>
                <a:spcPts val="400"/>
              </a:spcAft>
              <a:defRPr sz="2100" b="1" i="0">
                <a:solidFill>
                  <a:srgbClr val="FFD166"/>
                </a:solidFill>
                <a:latin typeface="Poppins SemiBold"/>
              </a:defRPr>
            </a:pPr>
            <a:r>
              <a:t>MASS CELEBRANT:</a:t>
            </a:r>
          </a:p>
          <a:p>
            <a:pPr algn="ctr">
              <a:lnSpc>
                <a:spcPct val="140000"/>
              </a:lnSpc>
              <a:spcAft>
                <a:spcPts val="400"/>
              </a:spcAft>
              <a:defRPr sz="2100" b="0" i="0">
                <a:solidFill>
                  <a:srgbClr val="FFF8E8"/>
                </a:solidFill>
                <a:latin typeface="Poppins"/>
              </a:defRPr>
            </a:pPr>
            <a:r>
              <a:t>Rev. Fr. Jonrey Lauron, RCJ</a:t>
            </a:r>
          </a:p>
          <a:p>
            <a:pPr algn="ctr">
              <a:lnSpc>
                <a:spcPct val="140000"/>
              </a:lnSpc>
              <a:spcAft>
                <a:spcPts val="400"/>
              </a:spcAft>
              <a:defRPr sz="2100" b="0" i="0">
                <a:solidFill>
                  <a:srgbClr val="FFF8E8"/>
                </a:solidFill>
                <a:latin typeface="Poppins"/>
              </a:defRPr>
            </a:pPr>
          </a:p>
          <a:p>
            <a:pPr algn="ctr">
              <a:lnSpc>
                <a:spcPct val="140000"/>
              </a:lnSpc>
              <a:spcAft>
                <a:spcPts val="400"/>
              </a:spcAft>
              <a:defRPr sz="2100" b="0" i="0">
                <a:solidFill>
                  <a:srgbClr val="FFF8E8"/>
                </a:solidFill>
                <a:latin typeface="Poppins"/>
              </a:defRPr>
            </a:pPr>
            <a:r>
              <a:t>Gwangju</a:t>
            </a:r>
            <a:br/>
            <a:r>
              <a:t>Filipino</a:t>
            </a:r>
            <a:br/>
            <a:r>
              <a:t>Catholic</a:t>
            </a:r>
            <a:br/>
            <a:r>
              <a:t>Community</a:t>
            </a:r>
          </a:p>
          <a:p>
            <a:pPr algn="ctr">
              <a:lnSpc>
                <a:spcPct val="140000"/>
              </a:lnSpc>
              <a:spcAft>
                <a:spcPts val="400"/>
              </a:spcAft>
              <a:defRPr sz="2100" b="0" i="0">
                <a:solidFill>
                  <a:srgbClr val="FFF8E8"/>
                </a:solidFill>
                <a:latin typeface="Poppins"/>
              </a:defRPr>
            </a:pPr>
          </a:p>
          <a:p>
            <a:pPr algn="ctr">
              <a:lnSpc>
                <a:spcPct val="140000"/>
              </a:lnSpc>
              <a:spcAft>
                <a:spcPts val="400"/>
              </a:spcAft>
              <a:defRPr sz="2100" b="0" i="0">
                <a:solidFill>
                  <a:srgbClr val="FFF8E8"/>
                </a:solidFill>
                <a:latin typeface="Poppins"/>
              </a:defRPr>
            </a:pPr>
            <a:r>
              <a:t>Gospel (John 10:1-10)</a:t>
            </a:r>
          </a:p>
          <a:p>
            <a:pPr algn="ctr">
              <a:lnSpc>
                <a:spcPct val="140000"/>
              </a:lnSpc>
              <a:spcAft>
                <a:spcPts val="400"/>
              </a:spcAft>
              <a:defRPr sz="2100" b="0" i="0">
                <a:solidFill>
                  <a:srgbClr val="FFF8E8"/>
                </a:solidFill>
                <a:latin typeface="Poppins"/>
              </a:defRPr>
            </a:pPr>
            <a:r>
              <a:t>“Most certainly, I tell you, one who doesn't enter by the door into the sheep fold, but climbs up some other way, the same is a thief and a robber.”</a:t>
            </a:r>
          </a:p>
          <a:p>
            <a:pPr algn="ctr">
              <a:lnSpc>
                <a:spcPct val="140000"/>
              </a:lnSpc>
              <a:spcAft>
                <a:spcPts val="400"/>
              </a:spcAft>
              <a:defRPr sz="2100" b="0" i="0">
                <a:solidFill>
                  <a:srgbClr val="FFF8E8"/>
                </a:solidFill>
                <a:latin typeface="Poppins"/>
              </a:defRPr>
            </a:pPr>
          </a:p>
          <a:p>
            <a:pPr algn="ctr">
              <a:lnSpc>
                <a:spcPct val="140000"/>
              </a:lnSpc>
              <a:spcAft>
                <a:spcPts val="400"/>
              </a:spcAft>
              <a:defRPr sz="2100" b="0" i="0">
                <a:solidFill>
                  <a:srgbClr val="FFF8E8"/>
                </a:solidFill>
                <a:latin typeface="Poppins"/>
              </a:defRPr>
            </a:pPr>
            <a:r>
              <a:t>YEAR A</a:t>
            </a:r>
          </a:p>
          <a:p>
            <a:pPr algn="ctr">
              <a:lnSpc>
                <a:spcPct val="140000"/>
              </a:lnSpc>
              <a:spcAft>
                <a:spcPts val="400"/>
              </a:spcAft>
              <a:defRPr sz="2100" b="0" i="0">
                <a:solidFill>
                  <a:srgbClr val="FFF8E8"/>
                </a:solidFill>
                <a:latin typeface="Poppins"/>
              </a:defRPr>
            </a:pPr>
            <a:r>
              <a:t>2026-04-26 · Eastertide</a:t>
            </a:r>
          </a:p>
        </p:txBody>
      </p:sp>
      <p:sp>
        <p:nvSpPr>
          <p:cNvPr id="6" name="TextBox 5"/>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Mass poster / divider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685800" y="922566"/>
            <a:ext cx="16916400" cy="960120"/>
          </a:xfrm>
          <a:prstGeom prst="rect">
            <a:avLst/>
          </a:prstGeom>
          <a:noFill/>
        </p:spPr>
        <p:txBody>
          <a:bodyPr wrap="square" lIns="0" rIns="0" tIns="0" bIns="0">
            <a:noAutofit/>
          </a:bodyPr>
          <a:lstStyle/>
          <a:p>
            <a:pPr algn="ctr">
              <a:lnSpc>
                <a:spcPct val="140000"/>
              </a:lnSpc>
              <a:defRPr sz="7300" b="0" i="0">
                <a:solidFill>
                  <a:srgbClr val="FFB800"/>
                </a:solidFill>
                <a:latin typeface="Lora"/>
              </a:defRPr>
            </a:pPr>
            <a:r>
              <a:t>I Am the Bread of Life</a:t>
            </a:r>
          </a:p>
        </p:txBody>
      </p:sp>
      <p:sp>
        <p:nvSpPr>
          <p:cNvPr id="5" name="TextBox 4"/>
          <p:cNvSpPr txBox="1"/>
          <p:nvPr/>
        </p:nvSpPr>
        <p:spPr>
          <a:xfrm>
            <a:off x="685800" y="1974126"/>
            <a:ext cx="16916400" cy="7444194"/>
          </a:xfrm>
          <a:prstGeom prst="rect">
            <a:avLst/>
          </a:prstGeom>
          <a:noFill/>
        </p:spPr>
        <p:txBody>
          <a:bodyPr wrap="square" lIns="0" rIns="0" tIns="0" bIns="0" anchor="ctr">
            <a:noAutofit/>
          </a:bodyPr>
          <a:lstStyle/>
          <a:p>
            <a:pPr algn="ctr">
              <a:lnSpc>
                <a:spcPct val="140000"/>
              </a:lnSpc>
              <a:spcAft>
                <a:spcPts val="1000"/>
              </a:spcAft>
              <a:defRPr sz="6900" b="1" i="0">
                <a:solidFill>
                  <a:srgbClr val="FFFFFF"/>
                </a:solidFill>
                <a:latin typeface="Poppins"/>
              </a:defRPr>
            </a:pPr>
            <a:r>
              <a:t>I am the Bread of life;</a:t>
            </a:r>
          </a:p>
          <a:p>
            <a:pPr algn="ctr">
              <a:lnSpc>
                <a:spcPct val="140000"/>
              </a:lnSpc>
              <a:spcAft>
                <a:spcPts val="1000"/>
              </a:spcAft>
              <a:defRPr sz="6900" b="1" i="0">
                <a:solidFill>
                  <a:srgbClr val="FFFFFF"/>
                </a:solidFill>
                <a:latin typeface="Poppins"/>
              </a:defRPr>
            </a:pPr>
            <a:r>
              <a:t>all who come to me shall not hunger,</a:t>
            </a:r>
          </a:p>
          <a:p>
            <a:pPr algn="ctr">
              <a:lnSpc>
                <a:spcPct val="140000"/>
              </a:lnSpc>
              <a:spcAft>
                <a:spcPts val="1000"/>
              </a:spcAft>
              <a:defRPr sz="6900" b="1" i="0">
                <a:solidFill>
                  <a:srgbClr val="FFFFFF"/>
                </a:solidFill>
                <a:latin typeface="Poppins"/>
              </a:defRPr>
            </a:pPr>
            <a:r>
              <a:t>and who believe in me shall not thirst.</a:t>
            </a:r>
          </a:p>
          <a:p>
            <a:pPr algn="ctr">
              <a:lnSpc>
                <a:spcPct val="140000"/>
              </a:lnSpc>
              <a:spcAft>
                <a:spcPts val="1000"/>
              </a:spcAft>
              <a:defRPr sz="6900" b="1" i="0">
                <a:solidFill>
                  <a:srgbClr val="FFFFFF"/>
                </a:solidFill>
                <a:latin typeface="Poppins"/>
              </a:defRPr>
            </a:pPr>
            <a:r>
              <a:t>No one can come to me unless</a:t>
            </a:r>
          </a:p>
          <a:p>
            <a:pPr algn="ctr">
              <a:lnSpc>
                <a:spcPct val="140000"/>
              </a:lnSpc>
              <a:spcAft>
                <a:spcPts val="1000"/>
              </a:spcAft>
              <a:defRPr sz="6900" b="1" i="0">
                <a:solidFill>
                  <a:srgbClr val="FFFFFF"/>
                </a:solidFill>
                <a:latin typeface="Poppins"/>
              </a:defRPr>
            </a:pPr>
            <a:r>
              <a:t>my Father beckons.</a:t>
            </a:r>
          </a:p>
        </p:txBody>
      </p:sp>
      <p:sp>
        <p:nvSpPr>
          <p:cNvPr id="6" name="TextBox 5"/>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Offertory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685800" y="922566"/>
            <a:ext cx="16916400" cy="8495754"/>
          </a:xfrm>
          <a:prstGeom prst="rect">
            <a:avLst/>
          </a:prstGeom>
          <a:noFill/>
        </p:spPr>
        <p:txBody>
          <a:bodyPr wrap="square" lIns="0" rIns="0" tIns="0" bIns="0" anchor="ctr">
            <a:noAutofit/>
          </a:bodyPr>
          <a:lstStyle/>
          <a:p>
            <a:pPr algn="ctr">
              <a:lnSpc>
                <a:spcPct val="140000"/>
              </a:lnSpc>
              <a:spcAft>
                <a:spcPts val="1000"/>
              </a:spcAft>
              <a:defRPr sz="5600" b="1" i="0">
                <a:solidFill>
                  <a:srgbClr val="FFFFFF"/>
                </a:solidFill>
                <a:latin typeface="Poppins"/>
              </a:defRPr>
            </a:pPr>
            <a:r>
              <a:t>And I will raise them up,</a:t>
            </a:r>
          </a:p>
          <a:p>
            <a:pPr algn="ctr">
              <a:lnSpc>
                <a:spcPct val="140000"/>
              </a:lnSpc>
              <a:spcAft>
                <a:spcPts val="1000"/>
              </a:spcAft>
              <a:defRPr sz="5600" b="1" i="0">
                <a:solidFill>
                  <a:srgbClr val="FFFFFF"/>
                </a:solidFill>
                <a:latin typeface="Poppins"/>
              </a:defRPr>
            </a:pPr>
            <a:r>
              <a:t>and I will raise them up,</a:t>
            </a:r>
          </a:p>
          <a:p>
            <a:pPr algn="ctr">
              <a:lnSpc>
                <a:spcPct val="140000"/>
              </a:lnSpc>
              <a:spcAft>
                <a:spcPts val="1000"/>
              </a:spcAft>
              <a:defRPr sz="5600" b="1" i="0">
                <a:solidFill>
                  <a:srgbClr val="FFFFFF"/>
                </a:solidFill>
                <a:latin typeface="Poppins"/>
              </a:defRPr>
            </a:pPr>
            <a:r>
              <a:t>and I will raise them up on the last day.</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Offertory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685800" y="922566"/>
            <a:ext cx="16916400" cy="8495754"/>
          </a:xfrm>
          <a:prstGeom prst="rect">
            <a:avLst/>
          </a:prstGeom>
          <a:noFill/>
        </p:spPr>
        <p:txBody>
          <a:bodyPr wrap="square" lIns="0" rIns="0" tIns="0" bIns="0" anchor="ctr">
            <a:noAutofit/>
          </a:bodyPr>
          <a:lstStyle/>
          <a:p>
            <a:pPr algn="ctr">
              <a:lnSpc>
                <a:spcPct val="140000"/>
              </a:lnSpc>
              <a:spcAft>
                <a:spcPts val="1000"/>
              </a:spcAft>
              <a:defRPr sz="6900" b="1" i="0">
                <a:solidFill>
                  <a:srgbClr val="FFFFFF"/>
                </a:solidFill>
                <a:latin typeface="Poppins"/>
              </a:defRPr>
            </a:pPr>
            <a:r>
              <a:t>The bread that I will give</a:t>
            </a:r>
          </a:p>
          <a:p>
            <a:pPr algn="ctr">
              <a:lnSpc>
                <a:spcPct val="140000"/>
              </a:lnSpc>
              <a:spcAft>
                <a:spcPts val="1000"/>
              </a:spcAft>
              <a:defRPr sz="6900" b="1" i="0">
                <a:solidFill>
                  <a:srgbClr val="FFFFFF"/>
                </a:solidFill>
                <a:latin typeface="Poppins"/>
              </a:defRPr>
            </a:pPr>
            <a:r>
              <a:t>is my flesh for the life of the world</a:t>
            </a:r>
          </a:p>
          <a:p>
            <a:pPr algn="ctr">
              <a:lnSpc>
                <a:spcPct val="140000"/>
              </a:lnSpc>
              <a:spcAft>
                <a:spcPts val="1000"/>
              </a:spcAft>
              <a:defRPr sz="6900" b="1" i="0">
                <a:solidFill>
                  <a:srgbClr val="FFFFFF"/>
                </a:solidFill>
                <a:latin typeface="Poppins"/>
              </a:defRPr>
            </a:pPr>
            <a:r>
              <a:t>and if you eat of this bread,</a:t>
            </a:r>
          </a:p>
          <a:p>
            <a:pPr algn="ctr">
              <a:lnSpc>
                <a:spcPct val="140000"/>
              </a:lnSpc>
              <a:spcAft>
                <a:spcPts val="1000"/>
              </a:spcAft>
              <a:defRPr sz="6900" b="1" i="0">
                <a:solidFill>
                  <a:srgbClr val="FFFFFF"/>
                </a:solidFill>
                <a:latin typeface="Poppins"/>
              </a:defRPr>
            </a:pPr>
            <a:r>
              <a:t>you shall live forever,</a:t>
            </a:r>
          </a:p>
          <a:p>
            <a:pPr algn="ctr">
              <a:lnSpc>
                <a:spcPct val="140000"/>
              </a:lnSpc>
              <a:spcAft>
                <a:spcPts val="1000"/>
              </a:spcAft>
              <a:defRPr sz="6900" b="1" i="0">
                <a:solidFill>
                  <a:srgbClr val="FFFFFF"/>
                </a:solidFill>
                <a:latin typeface="Poppins"/>
              </a:defRPr>
            </a:pPr>
            <a:r>
              <a:t>yes, live forever.</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Offertory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685800" y="922566"/>
            <a:ext cx="16916400" cy="8495754"/>
          </a:xfrm>
          <a:prstGeom prst="rect">
            <a:avLst/>
          </a:prstGeom>
          <a:noFill/>
        </p:spPr>
        <p:txBody>
          <a:bodyPr wrap="square" lIns="0" rIns="0" tIns="0" bIns="0" anchor="ctr">
            <a:noAutofit/>
          </a:bodyPr>
          <a:lstStyle/>
          <a:p>
            <a:pPr algn="ctr">
              <a:lnSpc>
                <a:spcPct val="140000"/>
              </a:lnSpc>
              <a:spcAft>
                <a:spcPts val="1000"/>
              </a:spcAft>
              <a:defRPr sz="6900" b="1" i="0">
                <a:solidFill>
                  <a:srgbClr val="FFFFFF"/>
                </a:solidFill>
                <a:latin typeface="Poppins"/>
              </a:defRPr>
            </a:pPr>
            <a:r>
              <a:t>Unless you eat</a:t>
            </a:r>
          </a:p>
          <a:p>
            <a:pPr algn="ctr">
              <a:lnSpc>
                <a:spcPct val="140000"/>
              </a:lnSpc>
              <a:spcAft>
                <a:spcPts val="1000"/>
              </a:spcAft>
              <a:defRPr sz="6900" b="1" i="0">
                <a:solidFill>
                  <a:srgbClr val="FFFFFF"/>
                </a:solidFill>
                <a:latin typeface="Poppins"/>
              </a:defRPr>
            </a:pPr>
            <a:r>
              <a:t>of the flesh of the Son of Man</a:t>
            </a:r>
          </a:p>
          <a:p>
            <a:pPr algn="ctr">
              <a:lnSpc>
                <a:spcPct val="140000"/>
              </a:lnSpc>
              <a:spcAft>
                <a:spcPts val="1000"/>
              </a:spcAft>
              <a:defRPr sz="6900" b="1" i="0">
                <a:solidFill>
                  <a:srgbClr val="FFFFFF"/>
                </a:solidFill>
                <a:latin typeface="Poppins"/>
              </a:defRPr>
            </a:pPr>
            <a:r>
              <a:t>and drink of his blood,</a:t>
            </a:r>
          </a:p>
          <a:p>
            <a:pPr algn="ctr">
              <a:lnSpc>
                <a:spcPct val="140000"/>
              </a:lnSpc>
              <a:spcAft>
                <a:spcPts val="1000"/>
              </a:spcAft>
              <a:defRPr sz="6900" b="1" i="0">
                <a:solidFill>
                  <a:srgbClr val="FFFFFF"/>
                </a:solidFill>
                <a:latin typeface="Poppins"/>
              </a:defRPr>
            </a:pPr>
            <a:r>
              <a:t>and drink of his blood,</a:t>
            </a:r>
          </a:p>
          <a:p>
            <a:pPr algn="ctr">
              <a:lnSpc>
                <a:spcPct val="140000"/>
              </a:lnSpc>
              <a:spcAft>
                <a:spcPts val="1000"/>
              </a:spcAft>
              <a:defRPr sz="6900" b="1" i="0">
                <a:solidFill>
                  <a:srgbClr val="FFFFFF"/>
                </a:solidFill>
                <a:latin typeface="Poppins"/>
              </a:defRPr>
            </a:pPr>
            <a:r>
              <a:t>there is no life in you,</a:t>
            </a:r>
          </a:p>
          <a:p>
            <a:pPr algn="ctr">
              <a:lnSpc>
                <a:spcPct val="140000"/>
              </a:lnSpc>
              <a:spcAft>
                <a:spcPts val="1000"/>
              </a:spcAft>
              <a:defRPr sz="6900" b="1" i="0">
                <a:solidFill>
                  <a:srgbClr val="FFFFFF"/>
                </a:solidFill>
                <a:latin typeface="Poppins"/>
              </a:defRPr>
            </a:pPr>
            <a:r>
              <a:t>there is no life in you.</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Offertory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685800" y="922566"/>
            <a:ext cx="16916400" cy="8495754"/>
          </a:xfrm>
          <a:prstGeom prst="rect">
            <a:avLst/>
          </a:prstGeom>
          <a:noFill/>
        </p:spPr>
        <p:txBody>
          <a:bodyPr wrap="square" lIns="0" rIns="0" tIns="0" bIns="0" anchor="ctr">
            <a:noAutofit/>
          </a:bodyPr>
          <a:lstStyle/>
          <a:p>
            <a:pPr algn="ctr">
              <a:lnSpc>
                <a:spcPct val="140000"/>
              </a:lnSpc>
              <a:spcAft>
                <a:spcPts val="1000"/>
              </a:spcAft>
              <a:defRPr sz="5600" b="1" i="0">
                <a:solidFill>
                  <a:srgbClr val="FFFFFF"/>
                </a:solidFill>
                <a:latin typeface="Poppins"/>
              </a:defRPr>
            </a:pPr>
            <a:r>
              <a:t>And I will raise them up,</a:t>
            </a:r>
          </a:p>
          <a:p>
            <a:pPr algn="ctr">
              <a:lnSpc>
                <a:spcPct val="140000"/>
              </a:lnSpc>
              <a:spcAft>
                <a:spcPts val="1000"/>
              </a:spcAft>
              <a:defRPr sz="5600" b="1" i="0">
                <a:solidFill>
                  <a:srgbClr val="FFFFFF"/>
                </a:solidFill>
                <a:latin typeface="Poppins"/>
              </a:defRPr>
            </a:pPr>
            <a:r>
              <a:t>and I will raise them up,</a:t>
            </a:r>
          </a:p>
          <a:p>
            <a:pPr algn="ctr">
              <a:lnSpc>
                <a:spcPct val="140000"/>
              </a:lnSpc>
              <a:spcAft>
                <a:spcPts val="1000"/>
              </a:spcAft>
              <a:defRPr sz="5600" b="1" i="0">
                <a:solidFill>
                  <a:srgbClr val="FFFFFF"/>
                </a:solidFill>
                <a:latin typeface="Poppins"/>
              </a:defRPr>
            </a:pPr>
            <a:r>
              <a:t>and I will raise them up on the last day.</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Offertory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1328301" y="1242606"/>
            <a:ext cx="15924431" cy="4389120"/>
          </a:xfrm>
          <a:prstGeom prst="rect">
            <a:avLst/>
          </a:prstGeom>
          <a:noFill/>
        </p:spPr>
        <p:txBody>
          <a:bodyPr wrap="square" lIns="0" rIns="0" tIns="0" bIns="0">
            <a:noAutofit/>
          </a:bodyPr>
          <a:lstStyle/>
          <a:p>
            <a:pPr algn="ctr">
              <a:lnSpc>
                <a:spcPct val="140000"/>
              </a:lnSpc>
              <a:defRPr sz="5600" b="1" i="0">
                <a:solidFill>
                  <a:srgbClr val="FFFFFF"/>
                </a:solidFill>
                <a:latin typeface="Alegreya Sans SC"/>
              </a:defRPr>
            </a:pPr>
            <a:r>
              <a:t>LITURGY OF</a:t>
            </a:r>
            <a:br/>
            <a:r>
              <a:t>THE EUCHARIST</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Liturgy of the Eucharist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1328301" y="922566"/>
            <a:ext cx="15924431" cy="8404314"/>
          </a:xfrm>
          <a:prstGeom prst="rect">
            <a:avLst/>
          </a:prstGeom>
          <a:noFill/>
        </p:spPr>
        <p:txBody>
          <a:bodyPr wrap="square" lIns="0" rIns="0" tIns="0" bIns="0">
            <a:noAutofit/>
          </a:bodyPr>
          <a:lstStyle/>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Pray, brethren, that my sacrifice and yours may be acceptable to God, the almighty Father.</a:t>
            </a:r>
          </a:p>
          <a:p>
            <a:pPr algn="l">
              <a:lnSpc>
                <a:spcPct val="140000"/>
              </a:lnSpc>
              <a:spcBef>
                <a:spcPts val="600"/>
              </a:spcBef>
              <a:spcAft>
                <a:spcPts val="800"/>
              </a:spcAft>
            </a:pPr>
            <a:r>
              <a:rPr sz="5400" b="1" i="0">
                <a:solidFill>
                  <a:srgbClr val="FFFFFF"/>
                </a:solidFill>
                <a:latin typeface="Poppins Black"/>
              </a:rPr>
              <a:t>ALL: May the Lord accept the sacrifice at your hands, for the praise and glory of his name, for our good and the good of all his holy Church.</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Liturgy of the Eucharist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1328301" y="1242606"/>
            <a:ext cx="15924431" cy="4389120"/>
          </a:xfrm>
          <a:prstGeom prst="rect">
            <a:avLst/>
          </a:prstGeom>
          <a:noFill/>
        </p:spPr>
        <p:txBody>
          <a:bodyPr wrap="square" lIns="0" rIns="0" tIns="0" bIns="0">
            <a:noAutofit/>
          </a:bodyPr>
          <a:lstStyle/>
          <a:p>
            <a:pPr algn="ctr">
              <a:lnSpc>
                <a:spcPct val="140000"/>
              </a:lnSpc>
              <a:defRPr sz="5600" b="1" i="0">
                <a:solidFill>
                  <a:srgbClr val="FFFFFF"/>
                </a:solidFill>
                <a:latin typeface="Alegreya Sans SC"/>
              </a:defRPr>
            </a:pPr>
            <a:r>
              <a:t>LITURGY OF</a:t>
            </a:r>
            <a:br/>
            <a:r>
              <a:t>THE EUCHARIST</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Liturgy of the Eucharist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1328301" y="922566"/>
            <a:ext cx="15924431" cy="8404314"/>
          </a:xfrm>
          <a:prstGeom prst="rect">
            <a:avLst/>
          </a:prstGeom>
          <a:noFill/>
        </p:spPr>
        <p:txBody>
          <a:bodyPr wrap="square" lIns="0" rIns="0" tIns="0" bIns="0">
            <a:noAutofit/>
          </a:bodyPr>
          <a:lstStyle/>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The Lord be with you.</a:t>
            </a:r>
          </a:p>
          <a:p>
            <a:pPr algn="l">
              <a:lnSpc>
                <a:spcPct val="140000"/>
              </a:lnSpc>
              <a:spcBef>
                <a:spcPts val="600"/>
              </a:spcBef>
              <a:spcAft>
                <a:spcPts val="800"/>
              </a:spcAft>
            </a:pPr>
            <a:r>
              <a:rPr sz="5400" b="1" i="0">
                <a:solidFill>
                  <a:srgbClr val="FFFFFF"/>
                </a:solidFill>
                <a:latin typeface="Poppins Black"/>
              </a:rPr>
              <a:t>ALL: And with your spirit.</a:t>
            </a:r>
          </a:p>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Lift up your hearts.</a:t>
            </a:r>
          </a:p>
          <a:p>
            <a:pPr algn="l">
              <a:lnSpc>
                <a:spcPct val="140000"/>
              </a:lnSpc>
              <a:spcBef>
                <a:spcPts val="600"/>
              </a:spcBef>
              <a:spcAft>
                <a:spcPts val="800"/>
              </a:spcAft>
            </a:pPr>
            <a:r>
              <a:rPr sz="5400" b="1" i="0">
                <a:solidFill>
                  <a:srgbClr val="FFFFFF"/>
                </a:solidFill>
                <a:latin typeface="Poppins Black"/>
              </a:rPr>
              <a:t>ALL: We lift them up to the Lord.</a:t>
            </a:r>
          </a:p>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Let us give thanks to the Lord our God.</a:t>
            </a:r>
          </a:p>
          <a:p>
            <a:pPr algn="l">
              <a:lnSpc>
                <a:spcPct val="140000"/>
              </a:lnSpc>
              <a:spcBef>
                <a:spcPts val="600"/>
              </a:spcBef>
              <a:spcAft>
                <a:spcPts val="800"/>
              </a:spcAft>
            </a:pPr>
            <a:r>
              <a:rPr sz="5400" b="1" i="0">
                <a:solidFill>
                  <a:srgbClr val="FFFFFF"/>
                </a:solidFill>
                <a:latin typeface="Poppins Black"/>
              </a:rPr>
              <a:t>ALL: It is right and just.</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Liturgy of the Eucharist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1328301" y="922566"/>
            <a:ext cx="15924431" cy="8404314"/>
          </a:xfrm>
          <a:prstGeom prst="rect">
            <a:avLst/>
          </a:prstGeom>
          <a:noFill/>
        </p:spPr>
        <p:txBody>
          <a:bodyPr wrap="square" lIns="0" rIns="0" tIns="0" bIns="0">
            <a:noAutofit/>
          </a:bodyPr>
          <a:lstStyle/>
          <a:p>
            <a:pPr algn="just">
              <a:lnSpc>
                <a:spcPct val="140000"/>
              </a:lnSpc>
              <a:spcAft>
                <a:spcPts val="800"/>
              </a:spcAft>
              <a:defRPr sz="4500" b="0" i="1">
                <a:solidFill>
                  <a:srgbClr val="FFDE59"/>
                </a:solidFill>
                <a:latin typeface="Lora"/>
              </a:defRPr>
            </a:pPr>
            <a:r>
              <a:t>The Priest continues with the Preface of the day from the Roman Missal — the entire Preface proper for this Mass, not truncated — until the point where the people join in singing or saying the Holy, Holy (Sanctus).</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Liturgy of the Eucharist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1328301" y="922566"/>
            <a:ext cx="15924431" cy="8404314"/>
          </a:xfrm>
          <a:prstGeom prst="rect">
            <a:avLst/>
          </a:prstGeom>
          <a:noFill/>
        </p:spPr>
        <p:txBody>
          <a:bodyPr wrap="square" lIns="0" rIns="0" tIns="0" bIns="0">
            <a:noAutofit/>
          </a:bodyPr>
          <a:lstStyle/>
          <a:p>
            <a:pPr algn="l">
              <a:lnSpc>
                <a:spcPct val="140000"/>
              </a:lnSpc>
              <a:spcBef>
                <a:spcPts val="600"/>
              </a:spcBef>
              <a:spcAft>
                <a:spcPts val="800"/>
              </a:spcAft>
            </a:pPr>
            <a:r>
              <a:rPr sz="5400" b="1" i="0">
                <a:solidFill>
                  <a:srgbClr val="FFFFFF"/>
                </a:solidFill>
                <a:latin typeface="Poppins Black"/>
              </a:rPr>
              <a:t>Holy, Holy, Holy Lord God of hosts.</a:t>
            </a:r>
          </a:p>
          <a:p>
            <a:pPr algn="l">
              <a:lnSpc>
                <a:spcPct val="140000"/>
              </a:lnSpc>
              <a:spcAft>
                <a:spcPts val="800"/>
              </a:spcAft>
              <a:defRPr sz="5400" b="1" i="0">
                <a:solidFill>
                  <a:srgbClr val="FFFFFF"/>
                </a:solidFill>
                <a:latin typeface="Poppins SemiBold"/>
              </a:defRPr>
            </a:pPr>
            <a:r>
              <a:t>Heaven and earth are full of your glory.</a:t>
            </a:r>
          </a:p>
          <a:p>
            <a:pPr algn="l">
              <a:lnSpc>
                <a:spcPct val="140000"/>
              </a:lnSpc>
              <a:spcAft>
                <a:spcPts val="800"/>
              </a:spcAft>
              <a:defRPr sz="5400" b="1" i="0">
                <a:solidFill>
                  <a:srgbClr val="FFFFFF"/>
                </a:solidFill>
                <a:latin typeface="Poppins SemiBold"/>
              </a:defRPr>
            </a:pPr>
            <a:r>
              <a:t>Hosanna in the highest.</a:t>
            </a:r>
          </a:p>
          <a:p>
            <a:pPr algn="l">
              <a:lnSpc>
                <a:spcPct val="140000"/>
              </a:lnSpc>
              <a:spcAft>
                <a:spcPts val="800"/>
              </a:spcAft>
              <a:defRPr sz="5400" b="1" i="0">
                <a:solidFill>
                  <a:srgbClr val="FFFFFF"/>
                </a:solidFill>
                <a:latin typeface="Poppins SemiBold"/>
              </a:defRPr>
            </a:pPr>
            <a:r>
              <a:t>Blessed is he who comes in the name of the Lord.</a:t>
            </a:r>
          </a:p>
          <a:p>
            <a:pPr algn="l">
              <a:lnSpc>
                <a:spcPct val="140000"/>
              </a:lnSpc>
              <a:spcAft>
                <a:spcPts val="800"/>
              </a:spcAft>
              <a:defRPr sz="5400" b="1" i="0">
                <a:solidFill>
                  <a:srgbClr val="FFFFFF"/>
                </a:solidFill>
                <a:latin typeface="Poppins SemiBold"/>
              </a:defRPr>
            </a:pPr>
            <a:r>
              <a:t>Hosanna in the highest.</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Sanctus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1328301" y="1242606"/>
            <a:ext cx="15924431" cy="4389120"/>
          </a:xfrm>
          <a:prstGeom prst="rect">
            <a:avLst/>
          </a:prstGeom>
          <a:noFill/>
        </p:spPr>
        <p:txBody>
          <a:bodyPr wrap="square" lIns="0" rIns="0" tIns="0" bIns="0">
            <a:noAutofit/>
          </a:bodyPr>
          <a:lstStyle/>
          <a:p>
            <a:pPr algn="ctr">
              <a:lnSpc>
                <a:spcPct val="140000"/>
              </a:lnSpc>
              <a:defRPr sz="5600" b="1" i="0">
                <a:solidFill>
                  <a:srgbClr val="FFFFFF"/>
                </a:solidFill>
                <a:latin typeface="Alegreya Sans SC"/>
              </a:defRPr>
            </a:pPr>
            <a:r>
              <a:t>LITURGY OF</a:t>
            </a:r>
            <a:br/>
            <a:r>
              <a:t>THE EUCHARIST</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Liturgy of the Eucharist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1328301" y="922566"/>
            <a:ext cx="15924431" cy="8404314"/>
          </a:xfrm>
          <a:prstGeom prst="rect">
            <a:avLst/>
          </a:prstGeom>
          <a:noFill/>
        </p:spPr>
        <p:txBody>
          <a:bodyPr wrap="square" lIns="0" rIns="0" tIns="0" bIns="0">
            <a:noAutofit/>
          </a:bodyPr>
          <a:lstStyle/>
          <a:p>
            <a:pPr algn="l">
              <a:lnSpc>
                <a:spcPct val="140000"/>
              </a:lnSpc>
              <a:spcBef>
                <a:spcPts val="600"/>
              </a:spcBef>
              <a:spcAft>
                <a:spcPts val="800"/>
              </a:spcAft>
            </a:pPr>
            <a:r>
              <a:rPr sz="5400" b="1" i="0">
                <a:solidFill>
                  <a:srgbClr val="FFFFFF"/>
                </a:solidFill>
                <a:latin typeface="Poppins Black"/>
              </a:rPr>
              <a:t>ALL: We proclaim your Death, O Lord,</a:t>
            </a:r>
          </a:p>
          <a:p>
            <a:pPr algn="l">
              <a:lnSpc>
                <a:spcPct val="140000"/>
              </a:lnSpc>
              <a:spcAft>
                <a:spcPts val="800"/>
              </a:spcAft>
              <a:defRPr sz="5400" b="1" i="0">
                <a:solidFill>
                  <a:srgbClr val="FFFFFF"/>
                </a:solidFill>
                <a:latin typeface="Poppins SemiBold"/>
              </a:defRPr>
            </a:pPr>
            <a:r>
              <a:t>and profess your Resurrection</a:t>
            </a:r>
          </a:p>
          <a:p>
            <a:pPr algn="l">
              <a:lnSpc>
                <a:spcPct val="140000"/>
              </a:lnSpc>
              <a:spcAft>
                <a:spcPts val="800"/>
              </a:spcAft>
              <a:defRPr sz="5400" b="1" i="0">
                <a:solidFill>
                  <a:srgbClr val="FFFFFF"/>
                </a:solidFill>
                <a:latin typeface="Poppins SemiBold"/>
              </a:defRPr>
            </a:pPr>
            <a:r>
              <a:t>until you come again.</a:t>
            </a:r>
          </a:p>
          <a:p>
            <a:pPr algn="just">
              <a:lnSpc>
                <a:spcPct val="140000"/>
              </a:lnSpc>
              <a:spcAft>
                <a:spcPts val="800"/>
              </a:spcAft>
              <a:defRPr sz="4500" b="0" i="1">
                <a:solidFill>
                  <a:srgbClr val="FFDE59"/>
                </a:solidFill>
                <a:latin typeface="Lora"/>
              </a:defRPr>
            </a:pPr>
            <a:r>
              <a:t>(Alternate forms may be used as approved by the Conference of Bishops.)</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The Eucharistic Prayer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1328301" y="1242606"/>
            <a:ext cx="15924431" cy="4389120"/>
          </a:xfrm>
          <a:prstGeom prst="rect">
            <a:avLst/>
          </a:prstGeom>
          <a:noFill/>
        </p:spPr>
        <p:txBody>
          <a:bodyPr wrap="square" lIns="0" rIns="0" tIns="0" bIns="0">
            <a:noAutofit/>
          </a:bodyPr>
          <a:lstStyle/>
          <a:p>
            <a:pPr algn="ctr">
              <a:lnSpc>
                <a:spcPct val="140000"/>
              </a:lnSpc>
              <a:defRPr sz="5600" b="1" i="0">
                <a:solidFill>
                  <a:srgbClr val="FFFFFF"/>
                </a:solidFill>
                <a:latin typeface="Alegreya Sans SC"/>
              </a:defRPr>
            </a:pPr>
            <a:r>
              <a:t>LITURGY OF</a:t>
            </a:r>
            <a:br/>
            <a:r>
              <a:t>THE EUCHARIST</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Liturgy of the Eucharist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1328301" y="922566"/>
            <a:ext cx="15924431" cy="8404314"/>
          </a:xfrm>
          <a:prstGeom prst="rect">
            <a:avLst/>
          </a:prstGeom>
          <a:noFill/>
        </p:spPr>
        <p:txBody>
          <a:bodyPr wrap="square" lIns="0" rIns="0" tIns="0" bIns="0">
            <a:noAutofit/>
          </a:bodyPr>
          <a:lstStyle/>
          <a:p>
            <a:pPr algn="l">
              <a:lnSpc>
                <a:spcPct val="140000"/>
              </a:lnSpc>
              <a:spcBef>
                <a:spcPts val="600"/>
              </a:spcBef>
              <a:spcAft>
                <a:spcPts val="800"/>
              </a:spcAft>
            </a:pPr>
            <a:r>
              <a:rPr sz="5400" b="1" i="0">
                <a:solidFill>
                  <a:srgbClr val="FFFFFF"/>
                </a:solidFill>
                <a:latin typeface="Poppins Black"/>
              </a:rPr>
              <a:t>ALL: Amen.</a:t>
            </a:r>
          </a:p>
          <a:p>
            <a:pPr algn="just">
              <a:lnSpc>
                <a:spcPct val="140000"/>
              </a:lnSpc>
              <a:spcAft>
                <a:spcPts val="800"/>
              </a:spcAft>
              <a:defRPr sz="4500" b="0" i="1">
                <a:solidFill>
                  <a:srgbClr val="FFDE59"/>
                </a:solidFill>
                <a:latin typeface="Lora"/>
              </a:defRPr>
            </a:pPr>
            <a:r>
              <a:t>The people respond “Amen” once to the doxology at the end of the Eucharistic Prayer, unless local solemn custom repeats it.</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Great Amen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1328301" y="922566"/>
            <a:ext cx="15924431" cy="8404314"/>
          </a:xfrm>
          <a:prstGeom prst="rect">
            <a:avLst/>
          </a:prstGeom>
          <a:noFill/>
        </p:spPr>
        <p:txBody>
          <a:bodyPr wrap="square" lIns="0" rIns="0" tIns="0" bIns="0">
            <a:noAutofit/>
          </a:bodyPr>
          <a:lstStyle/>
          <a:p>
            <a:pPr algn="l">
              <a:lnSpc>
                <a:spcPct val="140000"/>
              </a:lnSpc>
              <a:spcBef>
                <a:spcPts val="600"/>
              </a:spcBef>
              <a:spcAft>
                <a:spcPts val="800"/>
              </a:spcAft>
            </a:pPr>
            <a:r>
              <a:rPr sz="5400" b="1" i="0">
                <a:solidFill>
                  <a:srgbClr val="FFFFFF"/>
                </a:solidFill>
                <a:latin typeface="Poppins Black"/>
              </a:rPr>
              <a:t>Our Father, who art in heaven,</a:t>
            </a:r>
          </a:p>
          <a:p>
            <a:pPr algn="l">
              <a:lnSpc>
                <a:spcPct val="140000"/>
              </a:lnSpc>
              <a:spcAft>
                <a:spcPts val="800"/>
              </a:spcAft>
              <a:defRPr sz="5400" b="1" i="0">
                <a:solidFill>
                  <a:srgbClr val="FFFFFF"/>
                </a:solidFill>
                <a:latin typeface="Poppins SemiBold"/>
              </a:defRPr>
            </a:pPr>
            <a:r>
              <a:t>hallowed be thy name;</a:t>
            </a:r>
          </a:p>
          <a:p>
            <a:pPr algn="l">
              <a:lnSpc>
                <a:spcPct val="140000"/>
              </a:lnSpc>
              <a:spcAft>
                <a:spcPts val="800"/>
              </a:spcAft>
              <a:defRPr sz="5400" b="1" i="0">
                <a:solidFill>
                  <a:srgbClr val="FFFFFF"/>
                </a:solidFill>
                <a:latin typeface="Poppins SemiBold"/>
              </a:defRPr>
            </a:pPr>
            <a:r>
              <a:t>thy kingdom come,</a:t>
            </a:r>
          </a:p>
          <a:p>
            <a:pPr algn="l">
              <a:lnSpc>
                <a:spcPct val="140000"/>
              </a:lnSpc>
              <a:spcAft>
                <a:spcPts val="800"/>
              </a:spcAft>
              <a:defRPr sz="5400" b="1" i="0">
                <a:solidFill>
                  <a:srgbClr val="FFFFFF"/>
                </a:solidFill>
                <a:latin typeface="Poppins SemiBold"/>
              </a:defRPr>
            </a:pPr>
            <a:r>
              <a:t>thy will be done,</a:t>
            </a:r>
          </a:p>
          <a:p>
            <a:pPr algn="l">
              <a:lnSpc>
                <a:spcPct val="140000"/>
              </a:lnSpc>
              <a:spcAft>
                <a:spcPts val="800"/>
              </a:spcAft>
              <a:defRPr sz="5400" b="1" i="0">
                <a:solidFill>
                  <a:srgbClr val="FFFFFF"/>
                </a:solidFill>
                <a:latin typeface="Poppins SemiBold"/>
              </a:defRPr>
            </a:pPr>
            <a:r>
              <a:t>on earth as it is in heaven.</a:t>
            </a:r>
          </a:p>
          <a:p>
            <a:pPr algn="l">
              <a:lnSpc>
                <a:spcPct val="140000"/>
              </a:lnSpc>
              <a:spcAft>
                <a:spcPts val="800"/>
              </a:spcAft>
              <a:defRPr sz="5400" b="1" i="0">
                <a:solidFill>
                  <a:srgbClr val="FFFFFF"/>
                </a:solidFill>
                <a:latin typeface="Poppins SemiBold"/>
              </a:defRPr>
            </a:pPr>
            <a:r>
              <a:t>Give us this day our daily bread;</a:t>
            </a:r>
          </a:p>
          <a:p>
            <a:pPr algn="l">
              <a:lnSpc>
                <a:spcPct val="140000"/>
              </a:lnSpc>
              <a:spcAft>
                <a:spcPts val="800"/>
              </a:spcAft>
              <a:defRPr sz="5400" b="1" i="0">
                <a:solidFill>
                  <a:srgbClr val="FFFFFF"/>
                </a:solidFill>
                <a:latin typeface="Poppins SemiBold"/>
              </a:defRPr>
            </a:pPr>
            <a:r>
              <a:t>and forgive us our trespasses,</a:t>
            </a:r>
          </a:p>
          <a:p>
            <a:pPr algn="l">
              <a:lnSpc>
                <a:spcPct val="140000"/>
              </a:lnSpc>
              <a:spcAft>
                <a:spcPts val="800"/>
              </a:spcAft>
              <a:defRPr sz="5400" b="1" i="0">
                <a:solidFill>
                  <a:srgbClr val="FFFFFF"/>
                </a:solidFill>
                <a:latin typeface="Poppins SemiBold"/>
              </a:defRPr>
            </a:pPr>
            <a:r>
              <a:t>as we forgive those who trespass against us;</a:t>
            </a:r>
          </a:p>
          <a:p>
            <a:pPr algn="l">
              <a:lnSpc>
                <a:spcPct val="140000"/>
              </a:lnSpc>
              <a:spcAft>
                <a:spcPts val="800"/>
              </a:spcAft>
              <a:defRPr sz="5400" b="1" i="0">
                <a:solidFill>
                  <a:srgbClr val="FFFFFF"/>
                </a:solidFill>
                <a:latin typeface="Poppins SemiBold"/>
              </a:defRPr>
            </a:pPr>
            <a:r>
              <a:t>and lead us not into temptation,</a:t>
            </a:r>
          </a:p>
          <a:p>
            <a:pPr algn="l">
              <a:lnSpc>
                <a:spcPct val="140000"/>
              </a:lnSpc>
              <a:spcAft>
                <a:spcPts val="800"/>
              </a:spcAft>
              <a:defRPr sz="5400" b="1" i="0">
                <a:solidFill>
                  <a:srgbClr val="FFFFFF"/>
                </a:solidFill>
                <a:latin typeface="Poppins SemiBold"/>
              </a:defRPr>
            </a:pPr>
            <a:r>
              <a:t>but deliver us from evil.</a:t>
            </a:r>
          </a:p>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Deliver us, Lord, we pray, from every evil, graciously grant peace in our days, that, by the help of your mercy, we may be always free from sin and safe from all distress, as we await the blessed hope and the coming of our Savior, Jesus Christ.</a:t>
            </a:r>
          </a:p>
          <a:p>
            <a:pPr algn="l">
              <a:lnSpc>
                <a:spcPct val="140000"/>
              </a:lnSpc>
              <a:spcBef>
                <a:spcPts val="600"/>
              </a:spcBef>
              <a:spcAft>
                <a:spcPts val="800"/>
              </a:spcAft>
            </a:pPr>
            <a:r>
              <a:rPr sz="5400" b="1" i="0">
                <a:solidFill>
                  <a:srgbClr val="FFFFFF"/>
                </a:solidFill>
                <a:latin typeface="Poppins Black"/>
              </a:rPr>
              <a:t>For the kingdom, the power, and the glory are yours now and for ever.</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Our Father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6Apr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472726" y="284088"/>
            <a:ext cx="544090" cy="538989"/>
          </a:xfrm>
          <a:prstGeom prst="rect">
            <a:avLst/>
          </a:prstGeom>
        </p:spPr>
      </p:pic>
      <p:sp>
        <p:nvSpPr>
          <p:cNvPr id="4" name="TextBox 3"/>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5" name="TextBox 4"/>
          <p:cNvSpPr txBox="1"/>
          <p:nvPr/>
        </p:nvSpPr>
        <p:spPr>
          <a:xfrm>
            <a:off x="1328301" y="1242606"/>
            <a:ext cx="15924431" cy="5943600"/>
          </a:xfrm>
          <a:prstGeom prst="rect">
            <a:avLst/>
          </a:prstGeom>
          <a:noFill/>
        </p:spPr>
        <p:txBody>
          <a:bodyPr wrap="square" lIns="0" rIns="0" tIns="0" bIns="0">
            <a:noAutofit/>
          </a:bodyPr>
          <a:lstStyle/>
          <a:p>
            <a:pPr algn="ctr">
              <a:lnSpc>
                <a:spcPct val="140000"/>
              </a:lnSpc>
              <a:spcAft>
                <a:spcPts val="400"/>
              </a:spcAft>
              <a:defRPr sz="2100" b="1" i="0">
                <a:solidFill>
                  <a:srgbClr val="FFD166"/>
                </a:solidFill>
                <a:latin typeface="Poppins SemiBold"/>
              </a:defRPr>
            </a:pPr>
            <a:r>
              <a:t>MASS CELEBRANT:</a:t>
            </a:r>
          </a:p>
          <a:p>
            <a:pPr algn="ctr">
              <a:lnSpc>
                <a:spcPct val="140000"/>
              </a:lnSpc>
              <a:spcAft>
                <a:spcPts val="400"/>
              </a:spcAft>
              <a:defRPr sz="2100" b="0" i="0">
                <a:solidFill>
                  <a:srgbClr val="FFF8E8"/>
                </a:solidFill>
                <a:latin typeface="Poppins"/>
              </a:defRPr>
            </a:pPr>
            <a:r>
              <a:t>Rev. Fr. Jonrey Lauron, RCJ</a:t>
            </a:r>
          </a:p>
          <a:p>
            <a:pPr algn="ctr">
              <a:lnSpc>
                <a:spcPct val="140000"/>
              </a:lnSpc>
              <a:spcAft>
                <a:spcPts val="400"/>
              </a:spcAft>
              <a:defRPr sz="2100" b="0" i="0">
                <a:solidFill>
                  <a:srgbClr val="FFF8E8"/>
                </a:solidFill>
                <a:latin typeface="Poppins"/>
              </a:defRPr>
            </a:pPr>
          </a:p>
          <a:p>
            <a:pPr algn="ctr">
              <a:lnSpc>
                <a:spcPct val="140000"/>
              </a:lnSpc>
              <a:spcAft>
                <a:spcPts val="400"/>
              </a:spcAft>
              <a:defRPr sz="2100" b="0" i="0">
                <a:solidFill>
                  <a:srgbClr val="FFF8E8"/>
                </a:solidFill>
                <a:latin typeface="Poppins"/>
              </a:defRPr>
            </a:pPr>
            <a:r>
              <a:t>Gwangju</a:t>
            </a:r>
            <a:br/>
            <a:r>
              <a:t>Filipino</a:t>
            </a:r>
            <a:br/>
            <a:r>
              <a:t>Catholic</a:t>
            </a:r>
            <a:br/>
            <a:r>
              <a:t>Community</a:t>
            </a:r>
          </a:p>
          <a:p>
            <a:pPr algn="ctr">
              <a:lnSpc>
                <a:spcPct val="140000"/>
              </a:lnSpc>
              <a:spcAft>
                <a:spcPts val="400"/>
              </a:spcAft>
              <a:defRPr sz="2100" b="0" i="0">
                <a:solidFill>
                  <a:srgbClr val="FFF8E8"/>
                </a:solidFill>
                <a:latin typeface="Poppins"/>
              </a:defRPr>
            </a:pPr>
          </a:p>
          <a:p>
            <a:pPr algn="ctr">
              <a:lnSpc>
                <a:spcPct val="140000"/>
              </a:lnSpc>
              <a:spcAft>
                <a:spcPts val="400"/>
              </a:spcAft>
              <a:defRPr sz="2100" b="0" i="0">
                <a:solidFill>
                  <a:srgbClr val="FFF8E8"/>
                </a:solidFill>
                <a:latin typeface="Poppins"/>
              </a:defRPr>
            </a:pPr>
            <a:r>
              <a:t>Gospel (John 10:1-10)</a:t>
            </a:r>
          </a:p>
          <a:p>
            <a:pPr algn="ctr">
              <a:lnSpc>
                <a:spcPct val="140000"/>
              </a:lnSpc>
              <a:spcAft>
                <a:spcPts val="400"/>
              </a:spcAft>
              <a:defRPr sz="2100" b="0" i="0">
                <a:solidFill>
                  <a:srgbClr val="FFF8E8"/>
                </a:solidFill>
                <a:latin typeface="Poppins"/>
              </a:defRPr>
            </a:pPr>
            <a:r>
              <a:t>“Most certainly, I tell you, one who doesn't enter by the door into the sheep fold, but climbs up some other way, the same is a thief and a robber.”</a:t>
            </a:r>
          </a:p>
          <a:p>
            <a:pPr algn="ctr">
              <a:lnSpc>
                <a:spcPct val="140000"/>
              </a:lnSpc>
              <a:spcAft>
                <a:spcPts val="400"/>
              </a:spcAft>
              <a:defRPr sz="2100" b="0" i="0">
                <a:solidFill>
                  <a:srgbClr val="FFF8E8"/>
                </a:solidFill>
                <a:latin typeface="Poppins"/>
              </a:defRPr>
            </a:pPr>
          </a:p>
          <a:p>
            <a:pPr algn="ctr">
              <a:lnSpc>
                <a:spcPct val="140000"/>
              </a:lnSpc>
              <a:spcAft>
                <a:spcPts val="400"/>
              </a:spcAft>
              <a:defRPr sz="2100" b="0" i="0">
                <a:solidFill>
                  <a:srgbClr val="FFF8E8"/>
                </a:solidFill>
                <a:latin typeface="Poppins"/>
              </a:defRPr>
            </a:pPr>
            <a:r>
              <a:t>YEAR A</a:t>
            </a:r>
          </a:p>
          <a:p>
            <a:pPr algn="ctr">
              <a:lnSpc>
                <a:spcPct val="140000"/>
              </a:lnSpc>
              <a:spcAft>
                <a:spcPts val="400"/>
              </a:spcAft>
              <a:defRPr sz="2100" b="0" i="0">
                <a:solidFill>
                  <a:srgbClr val="FFF8E8"/>
                </a:solidFill>
                <a:latin typeface="Poppins"/>
              </a:defRPr>
            </a:pPr>
            <a:r>
              <a:t>2026-04-26 · Eastertide</a:t>
            </a:r>
          </a:p>
        </p:txBody>
      </p:sp>
      <p:sp>
        <p:nvSpPr>
          <p:cNvPr id="6" name="TextBox 5"/>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Mass poster / divider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1328301" y="922566"/>
            <a:ext cx="15924431" cy="8404314"/>
          </a:xfrm>
          <a:prstGeom prst="rect">
            <a:avLst/>
          </a:prstGeom>
          <a:noFill/>
        </p:spPr>
        <p:txBody>
          <a:bodyPr wrap="square" lIns="0" rIns="0" tIns="0" bIns="0">
            <a:noAutofit/>
          </a:bodyPr>
          <a:lstStyle/>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Deliver us, Lord, we pray, from every evil, graciously grant peace in our days, that, by the help of your mercy, we may be always free from sin and safe from all distress, as we await the blessed hope and the coming of our Savior, Jesus Christ.</a:t>
            </a:r>
          </a:p>
          <a:p>
            <a:pPr algn="l">
              <a:lnSpc>
                <a:spcPct val="140000"/>
              </a:lnSpc>
              <a:spcBef>
                <a:spcPts val="600"/>
              </a:spcBef>
              <a:spcAft>
                <a:spcPts val="800"/>
              </a:spcAft>
            </a:pPr>
            <a:r>
              <a:rPr sz="5400" b="1" i="0">
                <a:solidFill>
                  <a:srgbClr val="FFFFFF"/>
                </a:solidFill>
                <a:latin typeface="Poppins Black"/>
              </a:rPr>
              <a:t>ALL: For the kingdom, the power, and the glory are yours, now and for ever. Amen.</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The Communion Rite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6Apr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472726" y="284088"/>
            <a:ext cx="544090" cy="538989"/>
          </a:xfrm>
          <a:prstGeom prst="rect">
            <a:avLst/>
          </a:prstGeom>
        </p:spPr>
      </p:pic>
      <p:sp>
        <p:nvSpPr>
          <p:cNvPr id="4" name="TextBox 3"/>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5" name="TextBox 4"/>
          <p:cNvSpPr txBox="1"/>
          <p:nvPr/>
        </p:nvSpPr>
        <p:spPr>
          <a:xfrm>
            <a:off x="1328301" y="1242606"/>
            <a:ext cx="15924431" cy="5943600"/>
          </a:xfrm>
          <a:prstGeom prst="rect">
            <a:avLst/>
          </a:prstGeom>
          <a:noFill/>
        </p:spPr>
        <p:txBody>
          <a:bodyPr wrap="square" lIns="0" rIns="0" tIns="0" bIns="0">
            <a:noAutofit/>
          </a:bodyPr>
          <a:lstStyle/>
          <a:p>
            <a:pPr algn="ctr">
              <a:lnSpc>
                <a:spcPct val="140000"/>
              </a:lnSpc>
              <a:spcAft>
                <a:spcPts val="400"/>
              </a:spcAft>
              <a:defRPr sz="2100" b="1" i="0">
                <a:solidFill>
                  <a:srgbClr val="FFD166"/>
                </a:solidFill>
                <a:latin typeface="Poppins SemiBold"/>
              </a:defRPr>
            </a:pPr>
            <a:r>
              <a:t>MASS CELEBRANT:</a:t>
            </a:r>
          </a:p>
          <a:p>
            <a:pPr algn="ctr">
              <a:lnSpc>
                <a:spcPct val="140000"/>
              </a:lnSpc>
              <a:spcAft>
                <a:spcPts val="400"/>
              </a:spcAft>
              <a:defRPr sz="2100" b="0" i="0">
                <a:solidFill>
                  <a:srgbClr val="FFF8E8"/>
                </a:solidFill>
                <a:latin typeface="Poppins"/>
              </a:defRPr>
            </a:pPr>
            <a:r>
              <a:t>Rev. Fr. Jonrey Lauron, RCJ</a:t>
            </a:r>
          </a:p>
          <a:p>
            <a:pPr algn="ctr">
              <a:lnSpc>
                <a:spcPct val="140000"/>
              </a:lnSpc>
              <a:spcAft>
                <a:spcPts val="400"/>
              </a:spcAft>
              <a:defRPr sz="2100" b="0" i="0">
                <a:solidFill>
                  <a:srgbClr val="FFF8E8"/>
                </a:solidFill>
                <a:latin typeface="Poppins"/>
              </a:defRPr>
            </a:pPr>
          </a:p>
          <a:p>
            <a:pPr algn="ctr">
              <a:lnSpc>
                <a:spcPct val="140000"/>
              </a:lnSpc>
              <a:spcAft>
                <a:spcPts val="400"/>
              </a:spcAft>
              <a:defRPr sz="2100" b="0" i="0">
                <a:solidFill>
                  <a:srgbClr val="FFF8E8"/>
                </a:solidFill>
                <a:latin typeface="Poppins"/>
              </a:defRPr>
            </a:pPr>
            <a:r>
              <a:t>Gwangju</a:t>
            </a:r>
            <a:br/>
            <a:r>
              <a:t>Filipino</a:t>
            </a:r>
            <a:br/>
            <a:r>
              <a:t>Catholic</a:t>
            </a:r>
            <a:br/>
            <a:r>
              <a:t>Community</a:t>
            </a:r>
          </a:p>
          <a:p>
            <a:pPr algn="ctr">
              <a:lnSpc>
                <a:spcPct val="140000"/>
              </a:lnSpc>
              <a:spcAft>
                <a:spcPts val="400"/>
              </a:spcAft>
              <a:defRPr sz="2100" b="0" i="0">
                <a:solidFill>
                  <a:srgbClr val="FFF8E8"/>
                </a:solidFill>
                <a:latin typeface="Poppins"/>
              </a:defRPr>
            </a:pPr>
          </a:p>
          <a:p>
            <a:pPr algn="ctr">
              <a:lnSpc>
                <a:spcPct val="140000"/>
              </a:lnSpc>
              <a:spcAft>
                <a:spcPts val="400"/>
              </a:spcAft>
              <a:defRPr sz="2100" b="0" i="0">
                <a:solidFill>
                  <a:srgbClr val="FFF8E8"/>
                </a:solidFill>
                <a:latin typeface="Poppins"/>
              </a:defRPr>
            </a:pPr>
            <a:r>
              <a:t>Gospel (John 10:1-10)</a:t>
            </a:r>
          </a:p>
          <a:p>
            <a:pPr algn="ctr">
              <a:lnSpc>
                <a:spcPct val="140000"/>
              </a:lnSpc>
              <a:spcAft>
                <a:spcPts val="400"/>
              </a:spcAft>
              <a:defRPr sz="2100" b="0" i="0">
                <a:solidFill>
                  <a:srgbClr val="FFF8E8"/>
                </a:solidFill>
                <a:latin typeface="Poppins"/>
              </a:defRPr>
            </a:pPr>
            <a:r>
              <a:t>“Most certainly, I tell you, one who doesn't enter by the door into the sheep fold, but climbs up some other way, the same is a thief and a robber.”</a:t>
            </a:r>
          </a:p>
          <a:p>
            <a:pPr algn="ctr">
              <a:lnSpc>
                <a:spcPct val="140000"/>
              </a:lnSpc>
              <a:spcAft>
                <a:spcPts val="400"/>
              </a:spcAft>
              <a:defRPr sz="2100" b="0" i="0">
                <a:solidFill>
                  <a:srgbClr val="FFF8E8"/>
                </a:solidFill>
                <a:latin typeface="Poppins"/>
              </a:defRPr>
            </a:pPr>
          </a:p>
          <a:p>
            <a:pPr algn="ctr">
              <a:lnSpc>
                <a:spcPct val="140000"/>
              </a:lnSpc>
              <a:spcAft>
                <a:spcPts val="400"/>
              </a:spcAft>
              <a:defRPr sz="2100" b="0" i="0">
                <a:solidFill>
                  <a:srgbClr val="FFF8E8"/>
                </a:solidFill>
                <a:latin typeface="Poppins"/>
              </a:defRPr>
            </a:pPr>
            <a:r>
              <a:t>YEAR A</a:t>
            </a:r>
          </a:p>
          <a:p>
            <a:pPr algn="ctr">
              <a:lnSpc>
                <a:spcPct val="140000"/>
              </a:lnSpc>
              <a:spcAft>
                <a:spcPts val="400"/>
              </a:spcAft>
              <a:defRPr sz="2100" b="0" i="0">
                <a:solidFill>
                  <a:srgbClr val="FFF8E8"/>
                </a:solidFill>
                <a:latin typeface="Poppins"/>
              </a:defRPr>
            </a:pPr>
            <a:r>
              <a:t>2026-04-26 · Eastertide</a:t>
            </a:r>
          </a:p>
        </p:txBody>
      </p:sp>
      <p:sp>
        <p:nvSpPr>
          <p:cNvPr id="6" name="TextBox 5"/>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Mass poster / divider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1328301" y="922566"/>
            <a:ext cx="15924431" cy="8404314"/>
          </a:xfrm>
          <a:prstGeom prst="rect">
            <a:avLst/>
          </a:prstGeom>
          <a:noFill/>
        </p:spPr>
        <p:txBody>
          <a:bodyPr wrap="square" lIns="0" rIns="0" tIns="0" bIns="0">
            <a:noAutofit/>
          </a:bodyPr>
          <a:lstStyle/>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The peace of the Lord be with you always.</a:t>
            </a:r>
          </a:p>
          <a:p>
            <a:pPr algn="l">
              <a:lnSpc>
                <a:spcPct val="140000"/>
              </a:lnSpc>
              <a:spcBef>
                <a:spcPts val="600"/>
              </a:spcBef>
              <a:spcAft>
                <a:spcPts val="800"/>
              </a:spcAft>
            </a:pPr>
            <a:r>
              <a:rPr sz="5400" b="1" i="0">
                <a:solidFill>
                  <a:srgbClr val="FFFFFF"/>
                </a:solidFill>
                <a:latin typeface="Poppins Black"/>
              </a:rPr>
              <a:t>ALL: And with your spirit.</a:t>
            </a:r>
          </a:p>
          <a:p>
            <a:pPr algn="just">
              <a:lnSpc>
                <a:spcPct val="140000"/>
              </a:lnSpc>
              <a:spcAft>
                <a:spcPts val="800"/>
              </a:spcAft>
              <a:defRPr sz="4500" b="0" i="1">
                <a:solidFill>
                  <a:srgbClr val="FFDE59"/>
                </a:solidFill>
                <a:latin typeface="Lora"/>
              </a:defRPr>
            </a:pPr>
            <a:r>
              <a:t>Let us offer each other the sign of peace.</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Sign of Peace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1328301" y="922566"/>
            <a:ext cx="15924431" cy="8404314"/>
          </a:xfrm>
          <a:prstGeom prst="rect">
            <a:avLst/>
          </a:prstGeom>
          <a:noFill/>
        </p:spPr>
        <p:txBody>
          <a:bodyPr wrap="square" lIns="0" rIns="0" tIns="0" bIns="0">
            <a:noAutofit/>
          </a:bodyPr>
          <a:lstStyle/>
          <a:p>
            <a:pPr algn="l">
              <a:lnSpc>
                <a:spcPct val="140000"/>
              </a:lnSpc>
              <a:spcBef>
                <a:spcPts val="600"/>
              </a:spcBef>
              <a:spcAft>
                <a:spcPts val="800"/>
              </a:spcAft>
            </a:pPr>
            <a:r>
              <a:rPr sz="5400" b="1" i="0">
                <a:solidFill>
                  <a:srgbClr val="FFFFFF"/>
                </a:solidFill>
                <a:latin typeface="Poppins Black"/>
              </a:rPr>
              <a:t>Lamb of God,</a:t>
            </a:r>
          </a:p>
          <a:p>
            <a:pPr algn="l">
              <a:lnSpc>
                <a:spcPct val="140000"/>
              </a:lnSpc>
              <a:spcAft>
                <a:spcPts val="800"/>
              </a:spcAft>
              <a:defRPr sz="5400" b="1" i="0">
                <a:solidFill>
                  <a:srgbClr val="FFFFFF"/>
                </a:solidFill>
                <a:latin typeface="Poppins SemiBold"/>
              </a:defRPr>
            </a:pPr>
            <a:r>
              <a:t>you take away the sins of the world,</a:t>
            </a:r>
          </a:p>
          <a:p>
            <a:pPr algn="l">
              <a:lnSpc>
                <a:spcPct val="140000"/>
              </a:lnSpc>
              <a:spcAft>
                <a:spcPts val="800"/>
              </a:spcAft>
              <a:defRPr sz="5400" b="1" i="0">
                <a:solidFill>
                  <a:srgbClr val="FFFFFF"/>
                </a:solidFill>
                <a:latin typeface="Poppins SemiBold"/>
              </a:defRPr>
            </a:pPr>
            <a:r>
              <a:t>have mercy on us.</a:t>
            </a:r>
          </a:p>
          <a:p>
            <a:pPr algn="l">
              <a:lnSpc>
                <a:spcPct val="140000"/>
              </a:lnSpc>
              <a:spcAft>
                <a:spcPts val="800"/>
              </a:spcAft>
              <a:defRPr sz="5400" b="1" i="0">
                <a:solidFill>
                  <a:srgbClr val="FFFFFF"/>
                </a:solidFill>
                <a:latin typeface="Poppins SemiBold"/>
              </a:defRPr>
            </a:pPr>
            <a:r>
              <a:t>Lamb of God,</a:t>
            </a:r>
          </a:p>
          <a:p>
            <a:pPr algn="l">
              <a:lnSpc>
                <a:spcPct val="140000"/>
              </a:lnSpc>
              <a:spcAft>
                <a:spcPts val="800"/>
              </a:spcAft>
              <a:defRPr sz="5400" b="1" i="0">
                <a:solidFill>
                  <a:srgbClr val="FFFFFF"/>
                </a:solidFill>
                <a:latin typeface="Poppins SemiBold"/>
              </a:defRPr>
            </a:pPr>
            <a:r>
              <a:t>you take away the sins of the world,</a:t>
            </a:r>
          </a:p>
          <a:p>
            <a:pPr algn="l">
              <a:lnSpc>
                <a:spcPct val="140000"/>
              </a:lnSpc>
              <a:spcAft>
                <a:spcPts val="800"/>
              </a:spcAft>
              <a:defRPr sz="5400" b="1" i="0">
                <a:solidFill>
                  <a:srgbClr val="FFFFFF"/>
                </a:solidFill>
                <a:latin typeface="Poppins SemiBold"/>
              </a:defRPr>
            </a:pPr>
            <a:r>
              <a:t>have mercy on us.</a:t>
            </a:r>
          </a:p>
          <a:p>
            <a:pPr algn="l">
              <a:lnSpc>
                <a:spcPct val="140000"/>
              </a:lnSpc>
              <a:spcAft>
                <a:spcPts val="800"/>
              </a:spcAft>
              <a:defRPr sz="5400" b="1" i="0">
                <a:solidFill>
                  <a:srgbClr val="FFFFFF"/>
                </a:solidFill>
                <a:latin typeface="Poppins SemiBold"/>
              </a:defRPr>
            </a:pPr>
            <a:r>
              <a:t>Lamb of God,</a:t>
            </a:r>
          </a:p>
          <a:p>
            <a:pPr algn="l">
              <a:lnSpc>
                <a:spcPct val="140000"/>
              </a:lnSpc>
              <a:spcAft>
                <a:spcPts val="800"/>
              </a:spcAft>
              <a:defRPr sz="5400" b="1" i="0">
                <a:solidFill>
                  <a:srgbClr val="FFFFFF"/>
                </a:solidFill>
                <a:latin typeface="Poppins SemiBold"/>
              </a:defRPr>
            </a:pPr>
            <a:r>
              <a:t>you take away the sins of the world,</a:t>
            </a:r>
          </a:p>
          <a:p>
            <a:pPr algn="l">
              <a:lnSpc>
                <a:spcPct val="140000"/>
              </a:lnSpc>
              <a:spcAft>
                <a:spcPts val="800"/>
              </a:spcAft>
              <a:defRPr sz="5400" b="1" i="0">
                <a:solidFill>
                  <a:srgbClr val="FFFFFF"/>
                </a:solidFill>
                <a:latin typeface="Poppins SemiBold"/>
              </a:defRPr>
            </a:pPr>
            <a:r>
              <a:t>grant us peace.</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Lamb of God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1328301" y="922566"/>
            <a:ext cx="15924431" cy="8404314"/>
          </a:xfrm>
          <a:prstGeom prst="rect">
            <a:avLst/>
          </a:prstGeom>
          <a:noFill/>
        </p:spPr>
        <p:txBody>
          <a:bodyPr wrap="square" lIns="0" rIns="0" tIns="0" bIns="0">
            <a:noAutofit/>
          </a:bodyPr>
          <a:lstStyle/>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Behold the Lamb of God, behold him who takes away the sins of the world. Blessed are those called to the supper of the Lamb.</a:t>
            </a:r>
          </a:p>
          <a:p>
            <a:pPr algn="l">
              <a:lnSpc>
                <a:spcPct val="140000"/>
              </a:lnSpc>
              <a:spcBef>
                <a:spcPts val="600"/>
              </a:spcBef>
              <a:spcAft>
                <a:spcPts val="800"/>
              </a:spcAft>
            </a:pPr>
            <a:r>
              <a:rPr sz="5400" b="1" i="0">
                <a:solidFill>
                  <a:srgbClr val="FFFFFF"/>
                </a:solidFill>
                <a:latin typeface="Poppins Black"/>
              </a:rPr>
              <a:t>ALL: Lord, I am not worthy that you should enter under my roof, but only say the word and my soul shall be healed.</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The Communion Rite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6Apr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472726" y="284088"/>
            <a:ext cx="544090" cy="538989"/>
          </a:xfrm>
          <a:prstGeom prst="rect">
            <a:avLst/>
          </a:prstGeom>
        </p:spPr>
      </p:pic>
      <p:sp>
        <p:nvSpPr>
          <p:cNvPr id="4" name="TextBox 3"/>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5" name="TextBox 4"/>
          <p:cNvSpPr txBox="1"/>
          <p:nvPr/>
        </p:nvSpPr>
        <p:spPr>
          <a:xfrm>
            <a:off x="1328301" y="1242606"/>
            <a:ext cx="15924431" cy="5943600"/>
          </a:xfrm>
          <a:prstGeom prst="rect">
            <a:avLst/>
          </a:prstGeom>
          <a:noFill/>
        </p:spPr>
        <p:txBody>
          <a:bodyPr wrap="square" lIns="0" rIns="0" tIns="0" bIns="0">
            <a:noAutofit/>
          </a:bodyPr>
          <a:lstStyle/>
          <a:p>
            <a:pPr algn="ctr">
              <a:lnSpc>
                <a:spcPct val="140000"/>
              </a:lnSpc>
              <a:spcAft>
                <a:spcPts val="400"/>
              </a:spcAft>
              <a:defRPr sz="2100" b="1" i="0">
                <a:solidFill>
                  <a:srgbClr val="FFD166"/>
                </a:solidFill>
                <a:latin typeface="Poppins SemiBold"/>
              </a:defRPr>
            </a:pPr>
            <a:r>
              <a:t>MASS CELEBRANT:</a:t>
            </a:r>
          </a:p>
          <a:p>
            <a:pPr algn="ctr">
              <a:lnSpc>
                <a:spcPct val="140000"/>
              </a:lnSpc>
              <a:spcAft>
                <a:spcPts val="400"/>
              </a:spcAft>
              <a:defRPr sz="2100" b="0" i="0">
                <a:solidFill>
                  <a:srgbClr val="FFF8E8"/>
                </a:solidFill>
                <a:latin typeface="Poppins"/>
              </a:defRPr>
            </a:pPr>
            <a:r>
              <a:t>Rev. Fr. Jonrey Lauron, RCJ</a:t>
            </a:r>
          </a:p>
          <a:p>
            <a:pPr algn="ctr">
              <a:lnSpc>
                <a:spcPct val="140000"/>
              </a:lnSpc>
              <a:spcAft>
                <a:spcPts val="400"/>
              </a:spcAft>
              <a:defRPr sz="2100" b="0" i="0">
                <a:solidFill>
                  <a:srgbClr val="FFF8E8"/>
                </a:solidFill>
                <a:latin typeface="Poppins"/>
              </a:defRPr>
            </a:pPr>
          </a:p>
          <a:p>
            <a:pPr algn="ctr">
              <a:lnSpc>
                <a:spcPct val="140000"/>
              </a:lnSpc>
              <a:spcAft>
                <a:spcPts val="400"/>
              </a:spcAft>
              <a:defRPr sz="2100" b="0" i="0">
                <a:solidFill>
                  <a:srgbClr val="FFF8E8"/>
                </a:solidFill>
                <a:latin typeface="Poppins"/>
              </a:defRPr>
            </a:pPr>
            <a:r>
              <a:t>Gwangju</a:t>
            </a:r>
            <a:br/>
            <a:r>
              <a:t>Filipino</a:t>
            </a:r>
            <a:br/>
            <a:r>
              <a:t>Catholic</a:t>
            </a:r>
            <a:br/>
            <a:r>
              <a:t>Community</a:t>
            </a:r>
          </a:p>
          <a:p>
            <a:pPr algn="ctr">
              <a:lnSpc>
                <a:spcPct val="140000"/>
              </a:lnSpc>
              <a:spcAft>
                <a:spcPts val="400"/>
              </a:spcAft>
              <a:defRPr sz="2100" b="0" i="0">
                <a:solidFill>
                  <a:srgbClr val="FFF8E8"/>
                </a:solidFill>
                <a:latin typeface="Poppins"/>
              </a:defRPr>
            </a:pPr>
          </a:p>
          <a:p>
            <a:pPr algn="ctr">
              <a:lnSpc>
                <a:spcPct val="140000"/>
              </a:lnSpc>
              <a:spcAft>
                <a:spcPts val="400"/>
              </a:spcAft>
              <a:defRPr sz="2100" b="0" i="0">
                <a:solidFill>
                  <a:srgbClr val="FFF8E8"/>
                </a:solidFill>
                <a:latin typeface="Poppins"/>
              </a:defRPr>
            </a:pPr>
            <a:r>
              <a:t>Gospel (John 10:1-10)</a:t>
            </a:r>
          </a:p>
          <a:p>
            <a:pPr algn="ctr">
              <a:lnSpc>
                <a:spcPct val="140000"/>
              </a:lnSpc>
              <a:spcAft>
                <a:spcPts val="400"/>
              </a:spcAft>
              <a:defRPr sz="2100" b="0" i="0">
                <a:solidFill>
                  <a:srgbClr val="FFF8E8"/>
                </a:solidFill>
                <a:latin typeface="Poppins"/>
              </a:defRPr>
            </a:pPr>
            <a:r>
              <a:t>“Most certainly, I tell you, one who doesn't enter by the door into the sheep fold, but climbs up some other way, the same is a thief and a robber.”</a:t>
            </a:r>
          </a:p>
          <a:p>
            <a:pPr algn="ctr">
              <a:lnSpc>
                <a:spcPct val="140000"/>
              </a:lnSpc>
              <a:spcAft>
                <a:spcPts val="400"/>
              </a:spcAft>
              <a:defRPr sz="2100" b="0" i="0">
                <a:solidFill>
                  <a:srgbClr val="FFF8E8"/>
                </a:solidFill>
                <a:latin typeface="Poppins"/>
              </a:defRPr>
            </a:pPr>
          </a:p>
          <a:p>
            <a:pPr algn="ctr">
              <a:lnSpc>
                <a:spcPct val="140000"/>
              </a:lnSpc>
              <a:spcAft>
                <a:spcPts val="400"/>
              </a:spcAft>
              <a:defRPr sz="2100" b="0" i="0">
                <a:solidFill>
                  <a:srgbClr val="FFF8E8"/>
                </a:solidFill>
                <a:latin typeface="Poppins"/>
              </a:defRPr>
            </a:pPr>
            <a:r>
              <a:t>YEAR A</a:t>
            </a:r>
          </a:p>
          <a:p>
            <a:pPr algn="ctr">
              <a:lnSpc>
                <a:spcPct val="140000"/>
              </a:lnSpc>
              <a:spcAft>
                <a:spcPts val="400"/>
              </a:spcAft>
              <a:defRPr sz="2100" b="0" i="0">
                <a:solidFill>
                  <a:srgbClr val="FFF8E8"/>
                </a:solidFill>
                <a:latin typeface="Poppins"/>
              </a:defRPr>
            </a:pPr>
            <a:r>
              <a:t>2026-04-26 · Eastertide</a:t>
            </a:r>
          </a:p>
        </p:txBody>
      </p:sp>
      <p:sp>
        <p:nvSpPr>
          <p:cNvPr id="6" name="TextBox 5"/>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Mass poster / divider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685800" y="922566"/>
            <a:ext cx="16916400" cy="960120"/>
          </a:xfrm>
          <a:prstGeom prst="rect">
            <a:avLst/>
          </a:prstGeom>
          <a:noFill/>
        </p:spPr>
        <p:txBody>
          <a:bodyPr wrap="square" lIns="0" rIns="0" tIns="0" bIns="0">
            <a:noAutofit/>
          </a:bodyPr>
          <a:lstStyle/>
          <a:p>
            <a:pPr algn="ctr">
              <a:lnSpc>
                <a:spcPct val="140000"/>
              </a:lnSpc>
              <a:defRPr sz="7300" b="0" i="0">
                <a:solidFill>
                  <a:srgbClr val="FFB800"/>
                </a:solidFill>
                <a:latin typeface="Lora"/>
              </a:defRPr>
            </a:pPr>
            <a:r>
              <a:t>Taste and See</a:t>
            </a:r>
          </a:p>
        </p:txBody>
      </p:sp>
      <p:sp>
        <p:nvSpPr>
          <p:cNvPr id="5" name="TextBox 4"/>
          <p:cNvSpPr txBox="1"/>
          <p:nvPr/>
        </p:nvSpPr>
        <p:spPr>
          <a:xfrm>
            <a:off x="685800" y="1974126"/>
            <a:ext cx="16916400" cy="7444194"/>
          </a:xfrm>
          <a:prstGeom prst="rect">
            <a:avLst/>
          </a:prstGeom>
          <a:noFill/>
        </p:spPr>
        <p:txBody>
          <a:bodyPr wrap="square" lIns="0" rIns="0" tIns="0" bIns="0" anchor="ctr">
            <a:noAutofit/>
          </a:bodyPr>
          <a:lstStyle/>
          <a:p>
            <a:pPr algn="ctr">
              <a:lnSpc>
                <a:spcPct val="140000"/>
              </a:lnSpc>
              <a:spcAft>
                <a:spcPts val="1000"/>
              </a:spcAft>
              <a:defRPr sz="6900" b="1" i="0">
                <a:solidFill>
                  <a:srgbClr val="FFFFFF"/>
                </a:solidFill>
                <a:latin typeface="Poppins"/>
              </a:defRPr>
            </a:pPr>
            <a:r>
              <a:t>Taste and see the goodness of the Lord,</a:t>
            </a:r>
          </a:p>
          <a:p>
            <a:pPr algn="ctr">
              <a:lnSpc>
                <a:spcPct val="140000"/>
              </a:lnSpc>
              <a:spcAft>
                <a:spcPts val="1000"/>
              </a:spcAft>
              <a:defRPr sz="6900" b="1" i="0">
                <a:solidFill>
                  <a:srgbClr val="FFFFFF"/>
                </a:solidFill>
                <a:latin typeface="Poppins"/>
              </a:defRPr>
            </a:pPr>
            <a:r>
              <a:t>taste and see the goodness of the Lord.</a:t>
            </a:r>
          </a:p>
        </p:txBody>
      </p:sp>
      <p:sp>
        <p:nvSpPr>
          <p:cNvPr id="6" name="TextBox 5"/>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Communion (1)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685800" y="922566"/>
            <a:ext cx="16916400" cy="8495754"/>
          </a:xfrm>
          <a:prstGeom prst="rect">
            <a:avLst/>
          </a:prstGeom>
          <a:noFill/>
        </p:spPr>
        <p:txBody>
          <a:bodyPr wrap="square" lIns="0" rIns="0" tIns="0" bIns="0" anchor="ctr">
            <a:noAutofit/>
          </a:bodyPr>
          <a:lstStyle/>
          <a:p>
            <a:pPr algn="ctr">
              <a:lnSpc>
                <a:spcPct val="140000"/>
              </a:lnSpc>
              <a:spcAft>
                <a:spcPts val="1000"/>
              </a:spcAft>
              <a:defRPr sz="6900" b="1" i="0">
                <a:solidFill>
                  <a:srgbClr val="FFFFFF"/>
                </a:solidFill>
                <a:latin typeface="Poppins"/>
              </a:defRPr>
            </a:pPr>
            <a:r>
              <a:t>I will bless the Lord at all times,</a:t>
            </a:r>
          </a:p>
          <a:p>
            <a:pPr algn="ctr">
              <a:lnSpc>
                <a:spcPct val="140000"/>
              </a:lnSpc>
              <a:spcAft>
                <a:spcPts val="1000"/>
              </a:spcAft>
              <a:defRPr sz="6900" b="1" i="0">
                <a:solidFill>
                  <a:srgbClr val="FFFFFF"/>
                </a:solidFill>
                <a:latin typeface="Poppins"/>
              </a:defRPr>
            </a:pPr>
            <a:r>
              <a:t>his praise shall be always in my mouth.</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Communion (1)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685800" y="922566"/>
            <a:ext cx="16916400" cy="8495754"/>
          </a:xfrm>
          <a:prstGeom prst="rect">
            <a:avLst/>
          </a:prstGeom>
          <a:noFill/>
        </p:spPr>
        <p:txBody>
          <a:bodyPr wrap="square" lIns="0" rIns="0" tIns="0" bIns="0" anchor="ctr">
            <a:noAutofit/>
          </a:bodyPr>
          <a:lstStyle/>
          <a:p>
            <a:pPr algn="ctr">
              <a:lnSpc>
                <a:spcPct val="140000"/>
              </a:lnSpc>
              <a:spcAft>
                <a:spcPts val="1000"/>
              </a:spcAft>
              <a:defRPr sz="6900" b="1" i="0">
                <a:solidFill>
                  <a:srgbClr val="FFFFFF"/>
                </a:solidFill>
                <a:latin typeface="Poppins"/>
              </a:defRPr>
            </a:pPr>
            <a:r>
              <a:t>Taste and see the goodness of the Lord,</a:t>
            </a:r>
          </a:p>
          <a:p>
            <a:pPr algn="ctr">
              <a:lnSpc>
                <a:spcPct val="140000"/>
              </a:lnSpc>
              <a:spcAft>
                <a:spcPts val="1000"/>
              </a:spcAft>
              <a:defRPr sz="6900" b="1" i="0">
                <a:solidFill>
                  <a:srgbClr val="FFFFFF"/>
                </a:solidFill>
                <a:latin typeface="Poppins"/>
              </a:defRPr>
            </a:pPr>
            <a:r>
              <a:t>taste and see the goodness of the Lord.</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Communion (1)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685800" y="922566"/>
            <a:ext cx="16916400" cy="8495754"/>
          </a:xfrm>
          <a:prstGeom prst="rect">
            <a:avLst/>
          </a:prstGeom>
          <a:noFill/>
        </p:spPr>
        <p:txBody>
          <a:bodyPr wrap="square" lIns="0" rIns="0" tIns="0" bIns="0" anchor="ctr">
            <a:noAutofit/>
          </a:bodyPr>
          <a:lstStyle/>
          <a:p>
            <a:pPr algn="ctr">
              <a:lnSpc>
                <a:spcPct val="140000"/>
              </a:lnSpc>
              <a:spcAft>
                <a:spcPts val="1000"/>
              </a:spcAft>
              <a:defRPr sz="6900" b="1" i="0">
                <a:solidFill>
                  <a:srgbClr val="FFFFFF"/>
                </a:solidFill>
                <a:latin typeface="Poppins"/>
              </a:defRPr>
            </a:pPr>
            <a:r>
              <a:t>Glorify the Lord with me,</a:t>
            </a:r>
          </a:p>
          <a:p>
            <a:pPr algn="ctr">
              <a:lnSpc>
                <a:spcPct val="140000"/>
              </a:lnSpc>
              <a:spcAft>
                <a:spcPts val="1000"/>
              </a:spcAft>
              <a:defRPr sz="6900" b="1" i="0">
                <a:solidFill>
                  <a:srgbClr val="FFFFFF"/>
                </a:solidFill>
                <a:latin typeface="Poppins"/>
              </a:defRPr>
            </a:pPr>
            <a:r>
              <a:t>let us exalt his name together.</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Communion (1)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685800" y="922566"/>
            <a:ext cx="16916400" cy="8495754"/>
          </a:xfrm>
          <a:prstGeom prst="rect">
            <a:avLst/>
          </a:prstGeom>
          <a:noFill/>
        </p:spPr>
        <p:txBody>
          <a:bodyPr wrap="square" lIns="0" rIns="0" tIns="0" bIns="0" anchor="ctr">
            <a:noAutofit/>
          </a:bodyPr>
          <a:lstStyle/>
          <a:p>
            <a:pPr algn="ctr">
              <a:lnSpc>
                <a:spcPct val="140000"/>
              </a:lnSpc>
              <a:spcAft>
                <a:spcPts val="1000"/>
              </a:spcAft>
              <a:defRPr sz="6900" b="1" i="0">
                <a:solidFill>
                  <a:srgbClr val="FFFFFF"/>
                </a:solidFill>
                <a:latin typeface="Poppins"/>
              </a:defRPr>
            </a:pPr>
            <a:r>
              <a:t>Taste and see the goodness of the Lord,</a:t>
            </a:r>
          </a:p>
          <a:p>
            <a:pPr algn="ctr">
              <a:lnSpc>
                <a:spcPct val="140000"/>
              </a:lnSpc>
              <a:spcAft>
                <a:spcPts val="1000"/>
              </a:spcAft>
              <a:defRPr sz="6900" b="1" i="0">
                <a:solidFill>
                  <a:srgbClr val="FFFFFF"/>
                </a:solidFill>
                <a:latin typeface="Poppins"/>
              </a:defRPr>
            </a:pPr>
            <a:r>
              <a:t>taste and see the goodness of the Lord.</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Communion (1)</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685800" y="922566"/>
            <a:ext cx="16916400" cy="8495754"/>
          </a:xfrm>
          <a:prstGeom prst="rect">
            <a:avLst/>
          </a:prstGeom>
          <a:noFill/>
        </p:spPr>
        <p:txBody>
          <a:bodyPr wrap="square" lIns="0" rIns="0" tIns="0" bIns="0" anchor="ctr">
            <a:noAutofit/>
          </a:bodyPr>
          <a:lstStyle/>
          <a:p>
            <a:pPr algn="ctr">
              <a:lnSpc>
                <a:spcPct val="140000"/>
              </a:lnSpc>
              <a:spcAft>
                <a:spcPts val="1000"/>
              </a:spcAft>
              <a:defRPr sz="5600" b="1" i="0">
                <a:solidFill>
                  <a:srgbClr val="FFFFFF"/>
                </a:solidFill>
                <a:latin typeface="Poppins"/>
              </a:defRPr>
            </a:pPr>
            <a:r>
              <a:t>Look to him that you may be radiant with joy,</a:t>
            </a:r>
          </a:p>
          <a:p>
            <a:pPr algn="ctr">
              <a:lnSpc>
                <a:spcPct val="140000"/>
              </a:lnSpc>
              <a:spcAft>
                <a:spcPts val="1000"/>
              </a:spcAft>
              <a:defRPr sz="5600" b="1" i="0">
                <a:solidFill>
                  <a:srgbClr val="FFFFFF"/>
                </a:solidFill>
                <a:latin typeface="Poppins"/>
              </a:defRPr>
            </a:pPr>
            <a:r>
              <a:t>and your souls shall find their joy in him.</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Communion (1)</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685800" y="922566"/>
            <a:ext cx="16916400" cy="8495754"/>
          </a:xfrm>
          <a:prstGeom prst="rect">
            <a:avLst/>
          </a:prstGeom>
          <a:noFill/>
        </p:spPr>
        <p:txBody>
          <a:bodyPr wrap="square" lIns="0" rIns="0" tIns="0" bIns="0" anchor="ctr">
            <a:noAutofit/>
          </a:bodyPr>
          <a:lstStyle/>
          <a:p>
            <a:pPr algn="ctr">
              <a:lnSpc>
                <a:spcPct val="140000"/>
              </a:lnSpc>
              <a:spcAft>
                <a:spcPts val="1000"/>
              </a:spcAft>
              <a:defRPr sz="6900" b="1" i="0">
                <a:solidFill>
                  <a:srgbClr val="FFFFFF"/>
                </a:solidFill>
                <a:latin typeface="Poppins"/>
              </a:defRPr>
            </a:pPr>
            <a:r>
              <a:t>Taste and see the goodness of the Lord,</a:t>
            </a:r>
          </a:p>
          <a:p>
            <a:pPr algn="ctr">
              <a:lnSpc>
                <a:spcPct val="140000"/>
              </a:lnSpc>
              <a:spcAft>
                <a:spcPts val="1000"/>
              </a:spcAft>
              <a:defRPr sz="6900" b="1" i="0">
                <a:solidFill>
                  <a:srgbClr val="FFFFFF"/>
                </a:solidFill>
                <a:latin typeface="Poppins"/>
              </a:defRPr>
            </a:pPr>
            <a:r>
              <a:t>taste and see the goodness of the Lord.</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Communion (1)</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1328301" y="922566"/>
            <a:ext cx="15924431" cy="8404314"/>
          </a:xfrm>
          <a:prstGeom prst="rect">
            <a:avLst/>
          </a:prstGeom>
          <a:noFill/>
        </p:spPr>
        <p:txBody>
          <a:bodyPr wrap="square" lIns="0" rIns="0" tIns="0" bIns="0">
            <a:noAutofit/>
          </a:bodyPr>
          <a:lstStyle/>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Let us pray.</a:t>
            </a:r>
          </a:p>
          <a:p>
            <a:pPr algn="just">
              <a:lnSpc>
                <a:spcPct val="140000"/>
              </a:lnSpc>
              <a:spcAft>
                <a:spcPts val="800"/>
              </a:spcAft>
              <a:defRPr sz="4500" b="0" i="1">
                <a:solidFill>
                  <a:srgbClr val="FFDE59"/>
                </a:solidFill>
                <a:latin typeface="Lora"/>
              </a:defRPr>
            </a:pPr>
            <a:r>
              <a:t>The Priest says the Post- Communion Prayer for the day in full from the Roman Missal. The people respond at the end.</a:t>
            </a:r>
          </a:p>
          <a:p>
            <a:pPr algn="l">
              <a:lnSpc>
                <a:spcPct val="140000"/>
              </a:lnSpc>
              <a:spcBef>
                <a:spcPts val="600"/>
              </a:spcBef>
              <a:spcAft>
                <a:spcPts val="800"/>
              </a:spcAft>
            </a:pPr>
            <a:r>
              <a:rPr sz="5400" b="1" i="0">
                <a:solidFill>
                  <a:srgbClr val="FFFFFF"/>
                </a:solidFill>
                <a:latin typeface="Poppins Black"/>
              </a:rPr>
              <a:t>ALL: Amen.</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The Communion Rite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6Apr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472726" y="284088"/>
            <a:ext cx="544090" cy="538989"/>
          </a:xfrm>
          <a:prstGeom prst="rect">
            <a:avLst/>
          </a:prstGeom>
        </p:spPr>
      </p:pic>
      <p:sp>
        <p:nvSpPr>
          <p:cNvPr id="4" name="TextBox 3"/>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5" name="TextBox 4"/>
          <p:cNvSpPr txBox="1"/>
          <p:nvPr/>
        </p:nvSpPr>
        <p:spPr>
          <a:xfrm>
            <a:off x="1328301" y="1242606"/>
            <a:ext cx="15924431" cy="5943600"/>
          </a:xfrm>
          <a:prstGeom prst="rect">
            <a:avLst/>
          </a:prstGeom>
          <a:noFill/>
        </p:spPr>
        <p:txBody>
          <a:bodyPr wrap="square" lIns="0" rIns="0" tIns="0" bIns="0">
            <a:noAutofit/>
          </a:bodyPr>
          <a:lstStyle/>
          <a:p>
            <a:pPr algn="ctr">
              <a:lnSpc>
                <a:spcPct val="140000"/>
              </a:lnSpc>
              <a:spcAft>
                <a:spcPts val="400"/>
              </a:spcAft>
              <a:defRPr sz="2100" b="1" i="0">
                <a:solidFill>
                  <a:srgbClr val="FFD166"/>
                </a:solidFill>
                <a:latin typeface="Poppins SemiBold"/>
              </a:defRPr>
            </a:pPr>
            <a:r>
              <a:t>MASS CELEBRANT:</a:t>
            </a:r>
          </a:p>
          <a:p>
            <a:pPr algn="ctr">
              <a:lnSpc>
                <a:spcPct val="140000"/>
              </a:lnSpc>
              <a:spcAft>
                <a:spcPts val="400"/>
              </a:spcAft>
              <a:defRPr sz="2100" b="0" i="0">
                <a:solidFill>
                  <a:srgbClr val="FFF8E8"/>
                </a:solidFill>
                <a:latin typeface="Poppins"/>
              </a:defRPr>
            </a:pPr>
            <a:r>
              <a:t>Rev. Fr. Jonrey Lauron, RCJ</a:t>
            </a:r>
          </a:p>
          <a:p>
            <a:pPr algn="ctr">
              <a:lnSpc>
                <a:spcPct val="140000"/>
              </a:lnSpc>
              <a:spcAft>
                <a:spcPts val="400"/>
              </a:spcAft>
              <a:defRPr sz="2100" b="0" i="0">
                <a:solidFill>
                  <a:srgbClr val="FFF8E8"/>
                </a:solidFill>
                <a:latin typeface="Poppins"/>
              </a:defRPr>
            </a:pPr>
          </a:p>
          <a:p>
            <a:pPr algn="ctr">
              <a:lnSpc>
                <a:spcPct val="140000"/>
              </a:lnSpc>
              <a:spcAft>
                <a:spcPts val="400"/>
              </a:spcAft>
              <a:defRPr sz="2100" b="0" i="0">
                <a:solidFill>
                  <a:srgbClr val="FFF8E8"/>
                </a:solidFill>
                <a:latin typeface="Poppins"/>
              </a:defRPr>
            </a:pPr>
            <a:r>
              <a:t>Gwangju</a:t>
            </a:r>
            <a:br/>
            <a:r>
              <a:t>Filipino</a:t>
            </a:r>
            <a:br/>
            <a:r>
              <a:t>Catholic</a:t>
            </a:r>
            <a:br/>
            <a:r>
              <a:t>Community</a:t>
            </a:r>
          </a:p>
          <a:p>
            <a:pPr algn="ctr">
              <a:lnSpc>
                <a:spcPct val="140000"/>
              </a:lnSpc>
              <a:spcAft>
                <a:spcPts val="400"/>
              </a:spcAft>
              <a:defRPr sz="2100" b="0" i="0">
                <a:solidFill>
                  <a:srgbClr val="FFF8E8"/>
                </a:solidFill>
                <a:latin typeface="Poppins"/>
              </a:defRPr>
            </a:pPr>
          </a:p>
          <a:p>
            <a:pPr algn="ctr">
              <a:lnSpc>
                <a:spcPct val="140000"/>
              </a:lnSpc>
              <a:spcAft>
                <a:spcPts val="400"/>
              </a:spcAft>
              <a:defRPr sz="2100" b="0" i="0">
                <a:solidFill>
                  <a:srgbClr val="FFF8E8"/>
                </a:solidFill>
                <a:latin typeface="Poppins"/>
              </a:defRPr>
            </a:pPr>
            <a:r>
              <a:t>Gospel (John 10:1-10)</a:t>
            </a:r>
          </a:p>
          <a:p>
            <a:pPr algn="ctr">
              <a:lnSpc>
                <a:spcPct val="140000"/>
              </a:lnSpc>
              <a:spcAft>
                <a:spcPts val="400"/>
              </a:spcAft>
              <a:defRPr sz="2100" b="0" i="0">
                <a:solidFill>
                  <a:srgbClr val="FFF8E8"/>
                </a:solidFill>
                <a:latin typeface="Poppins"/>
              </a:defRPr>
            </a:pPr>
            <a:r>
              <a:t>“Most certainly, I tell you, one who doesn't enter by the door into the sheep fold, but climbs up some other way, the same is a thief and a robber.”</a:t>
            </a:r>
          </a:p>
          <a:p>
            <a:pPr algn="ctr">
              <a:lnSpc>
                <a:spcPct val="140000"/>
              </a:lnSpc>
              <a:spcAft>
                <a:spcPts val="400"/>
              </a:spcAft>
              <a:defRPr sz="2100" b="0" i="0">
                <a:solidFill>
                  <a:srgbClr val="FFF8E8"/>
                </a:solidFill>
                <a:latin typeface="Poppins"/>
              </a:defRPr>
            </a:pPr>
          </a:p>
          <a:p>
            <a:pPr algn="ctr">
              <a:lnSpc>
                <a:spcPct val="140000"/>
              </a:lnSpc>
              <a:spcAft>
                <a:spcPts val="400"/>
              </a:spcAft>
              <a:defRPr sz="2100" b="0" i="0">
                <a:solidFill>
                  <a:srgbClr val="FFF8E8"/>
                </a:solidFill>
                <a:latin typeface="Poppins"/>
              </a:defRPr>
            </a:pPr>
            <a:r>
              <a:t>YEAR A</a:t>
            </a:r>
          </a:p>
          <a:p>
            <a:pPr algn="ctr">
              <a:lnSpc>
                <a:spcPct val="140000"/>
              </a:lnSpc>
              <a:spcAft>
                <a:spcPts val="400"/>
              </a:spcAft>
              <a:defRPr sz="2100" b="0" i="0">
                <a:solidFill>
                  <a:srgbClr val="FFF8E8"/>
                </a:solidFill>
                <a:latin typeface="Poppins"/>
              </a:defRPr>
            </a:pPr>
            <a:r>
              <a:t>2026-04-26 · Eastertide</a:t>
            </a:r>
          </a:p>
        </p:txBody>
      </p:sp>
      <p:sp>
        <p:nvSpPr>
          <p:cNvPr id="6" name="TextBox 5"/>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Mass poster / divider</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1328301" y="922566"/>
            <a:ext cx="15924431" cy="8404314"/>
          </a:xfrm>
          <a:prstGeom prst="rect">
            <a:avLst/>
          </a:prstGeom>
          <a:noFill/>
        </p:spPr>
        <p:txBody>
          <a:bodyPr wrap="square" lIns="0" rIns="0" tIns="0" bIns="0">
            <a:noAutofit/>
          </a:bodyPr>
          <a:lstStyle/>
          <a:p>
            <a:pPr algn="l">
              <a:lnSpc>
                <a:spcPct val="140000"/>
              </a:lnSpc>
              <a:spcAft>
                <a:spcPts val="800"/>
              </a:spcAft>
              <a:defRPr sz="5400" b="1" i="0">
                <a:solidFill>
                  <a:srgbClr val="FFFFFF"/>
                </a:solidFill>
                <a:latin typeface="Poppins"/>
              </a:defRPr>
            </a:pPr>
            <a:r>
              <a:t>Mass Collection</a:t>
            </a:r>
          </a:p>
          <a:p>
            <a:pPr algn="just">
              <a:lnSpc>
                <a:spcPct val="140000"/>
              </a:lnSpc>
              <a:spcAft>
                <a:spcPts val="800"/>
              </a:spcAft>
              <a:defRPr sz="4500" b="0" i="1">
                <a:solidFill>
                  <a:srgbClr val="FFDE59"/>
                </a:solidFill>
                <a:latin typeface="Lora"/>
              </a:defRPr>
            </a:pPr>
            <a:r>
              <a:t>2026-05-10</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Mass Collection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1328301" y="922566"/>
            <a:ext cx="15924431" cy="8404314"/>
          </a:xfrm>
          <a:prstGeom prst="rect">
            <a:avLst/>
          </a:prstGeom>
          <a:noFill/>
        </p:spPr>
        <p:txBody>
          <a:bodyPr wrap="square" lIns="0" rIns="0" tIns="0" bIns="0">
            <a:noAutofit/>
          </a:bodyPr>
          <a:lstStyle/>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The Lord be with you.</a:t>
            </a:r>
          </a:p>
          <a:p>
            <a:pPr algn="l">
              <a:lnSpc>
                <a:spcPct val="140000"/>
              </a:lnSpc>
              <a:spcBef>
                <a:spcPts val="600"/>
              </a:spcBef>
              <a:spcAft>
                <a:spcPts val="800"/>
              </a:spcAft>
            </a:pPr>
            <a:r>
              <a:rPr sz="5400" b="1" i="0">
                <a:solidFill>
                  <a:srgbClr val="FFFFFF"/>
                </a:solidFill>
                <a:latin typeface="Poppins Black"/>
              </a:rPr>
              <a:t>ALL: And with your spirit.</a:t>
            </a:r>
          </a:p>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May almighty God bless you, the Father, and the Son, and the Holy Spirit.</a:t>
            </a:r>
          </a:p>
          <a:p>
            <a:pPr algn="l">
              <a:lnSpc>
                <a:spcPct val="140000"/>
              </a:lnSpc>
              <a:spcBef>
                <a:spcPts val="600"/>
              </a:spcBef>
              <a:spcAft>
                <a:spcPts val="800"/>
              </a:spcAft>
            </a:pPr>
            <a:r>
              <a:rPr sz="5400" b="1" i="0">
                <a:solidFill>
                  <a:srgbClr val="FFFFFF"/>
                </a:solidFill>
                <a:latin typeface="Poppins Black"/>
              </a:rPr>
              <a:t>ALL: Amen.</a:t>
            </a:r>
          </a:p>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Go in peace, glorifying the Lord by your life.</a:t>
            </a:r>
          </a:p>
          <a:p>
            <a:pPr algn="l">
              <a:lnSpc>
                <a:spcPct val="140000"/>
              </a:lnSpc>
              <a:spcBef>
                <a:spcPts val="600"/>
              </a:spcBef>
              <a:spcAft>
                <a:spcPts val="800"/>
              </a:spcAft>
            </a:pPr>
            <a:r>
              <a:rPr sz="5400" b="1" i="0">
                <a:solidFill>
                  <a:srgbClr val="FFFFFF"/>
                </a:solidFill>
                <a:latin typeface="Poppins Black"/>
              </a:rPr>
              <a:t>ALL: Thanks be to God.</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Final Blessing</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685800" y="922566"/>
            <a:ext cx="16916400" cy="960120"/>
          </a:xfrm>
          <a:prstGeom prst="rect">
            <a:avLst/>
          </a:prstGeom>
          <a:noFill/>
        </p:spPr>
        <p:txBody>
          <a:bodyPr wrap="square" lIns="0" rIns="0" tIns="0" bIns="0">
            <a:noAutofit/>
          </a:bodyPr>
          <a:lstStyle/>
          <a:p>
            <a:pPr algn="ctr">
              <a:lnSpc>
                <a:spcPct val="140000"/>
              </a:lnSpc>
              <a:defRPr sz="7300" b="0" i="0">
                <a:solidFill>
                  <a:srgbClr val="FFB800"/>
                </a:solidFill>
                <a:latin typeface="Lora"/>
              </a:defRPr>
            </a:pPr>
            <a:r>
              <a:t>Lead Me Lord</a:t>
            </a:r>
          </a:p>
        </p:txBody>
      </p:sp>
      <p:sp>
        <p:nvSpPr>
          <p:cNvPr id="5" name="TextBox 4"/>
          <p:cNvSpPr txBox="1"/>
          <p:nvPr/>
        </p:nvSpPr>
        <p:spPr>
          <a:xfrm>
            <a:off x="685800" y="1974126"/>
            <a:ext cx="16916400" cy="7444194"/>
          </a:xfrm>
          <a:prstGeom prst="rect">
            <a:avLst/>
          </a:prstGeom>
          <a:noFill/>
        </p:spPr>
        <p:txBody>
          <a:bodyPr wrap="square" lIns="0" rIns="0" tIns="0" bIns="0" anchor="ctr">
            <a:noAutofit/>
          </a:bodyPr>
          <a:lstStyle/>
          <a:p>
            <a:pPr algn="ctr">
              <a:lnSpc>
                <a:spcPct val="140000"/>
              </a:lnSpc>
              <a:spcAft>
                <a:spcPts val="1000"/>
              </a:spcAft>
              <a:defRPr sz="6900" b="1" i="0">
                <a:solidFill>
                  <a:srgbClr val="FFFFFF"/>
                </a:solidFill>
                <a:latin typeface="Poppins"/>
              </a:defRPr>
            </a:pPr>
            <a:r>
              <a:t>(No lyrics in library for this hymn.)</a:t>
            </a:r>
          </a:p>
        </p:txBody>
      </p:sp>
      <p:sp>
        <p:nvSpPr>
          <p:cNvPr id="6" name="TextBox 5"/>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Recessional</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6Apr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472726" y="284088"/>
            <a:ext cx="544090" cy="538989"/>
          </a:xfrm>
          <a:prstGeom prst="rect">
            <a:avLst/>
          </a:prstGeom>
        </p:spPr>
      </p:pic>
      <p:sp>
        <p:nvSpPr>
          <p:cNvPr id="4" name="TextBox 3"/>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5" name="TextBox 4"/>
          <p:cNvSpPr txBox="1"/>
          <p:nvPr/>
        </p:nvSpPr>
        <p:spPr>
          <a:xfrm>
            <a:off x="1328301" y="1242606"/>
            <a:ext cx="15924431" cy="5943600"/>
          </a:xfrm>
          <a:prstGeom prst="rect">
            <a:avLst/>
          </a:prstGeom>
          <a:noFill/>
        </p:spPr>
        <p:txBody>
          <a:bodyPr wrap="square" lIns="0" rIns="0" tIns="0" bIns="0">
            <a:noAutofit/>
          </a:bodyPr>
          <a:lstStyle/>
          <a:p>
            <a:pPr algn="ctr">
              <a:lnSpc>
                <a:spcPct val="140000"/>
              </a:lnSpc>
              <a:spcAft>
                <a:spcPts val="400"/>
              </a:spcAft>
              <a:defRPr sz="2100" b="1" i="0">
                <a:solidFill>
                  <a:srgbClr val="FFD166"/>
                </a:solidFill>
                <a:latin typeface="Poppins SemiBold"/>
              </a:defRPr>
            </a:pPr>
            <a:r>
              <a:t>MASS CELEBRANT:</a:t>
            </a:r>
          </a:p>
          <a:p>
            <a:pPr algn="ctr">
              <a:lnSpc>
                <a:spcPct val="140000"/>
              </a:lnSpc>
              <a:spcAft>
                <a:spcPts val="400"/>
              </a:spcAft>
              <a:defRPr sz="2100" b="0" i="0">
                <a:solidFill>
                  <a:srgbClr val="FFF8E8"/>
                </a:solidFill>
                <a:latin typeface="Poppins"/>
              </a:defRPr>
            </a:pPr>
            <a:r>
              <a:t>Rev. Fr. Jonrey Lauron, RCJ</a:t>
            </a:r>
          </a:p>
          <a:p>
            <a:pPr algn="ctr">
              <a:lnSpc>
                <a:spcPct val="140000"/>
              </a:lnSpc>
              <a:spcAft>
                <a:spcPts val="400"/>
              </a:spcAft>
              <a:defRPr sz="2100" b="0" i="0">
                <a:solidFill>
                  <a:srgbClr val="FFF8E8"/>
                </a:solidFill>
                <a:latin typeface="Poppins"/>
              </a:defRPr>
            </a:pPr>
          </a:p>
          <a:p>
            <a:pPr algn="ctr">
              <a:lnSpc>
                <a:spcPct val="140000"/>
              </a:lnSpc>
              <a:spcAft>
                <a:spcPts val="400"/>
              </a:spcAft>
              <a:defRPr sz="2100" b="0" i="0">
                <a:solidFill>
                  <a:srgbClr val="FFF8E8"/>
                </a:solidFill>
                <a:latin typeface="Poppins"/>
              </a:defRPr>
            </a:pPr>
            <a:r>
              <a:t>Gwangju</a:t>
            </a:r>
            <a:br/>
            <a:r>
              <a:t>Filipino</a:t>
            </a:r>
            <a:br/>
            <a:r>
              <a:t>Catholic</a:t>
            </a:r>
            <a:br/>
            <a:r>
              <a:t>Community</a:t>
            </a:r>
          </a:p>
          <a:p>
            <a:pPr algn="ctr">
              <a:lnSpc>
                <a:spcPct val="140000"/>
              </a:lnSpc>
              <a:spcAft>
                <a:spcPts val="400"/>
              </a:spcAft>
              <a:defRPr sz="2100" b="0" i="0">
                <a:solidFill>
                  <a:srgbClr val="FFF8E8"/>
                </a:solidFill>
                <a:latin typeface="Poppins"/>
              </a:defRPr>
            </a:pPr>
          </a:p>
          <a:p>
            <a:pPr algn="ctr">
              <a:lnSpc>
                <a:spcPct val="140000"/>
              </a:lnSpc>
              <a:spcAft>
                <a:spcPts val="400"/>
              </a:spcAft>
              <a:defRPr sz="2100" b="0" i="0">
                <a:solidFill>
                  <a:srgbClr val="FFF8E8"/>
                </a:solidFill>
                <a:latin typeface="Poppins"/>
              </a:defRPr>
            </a:pPr>
            <a:r>
              <a:t>Gospel (John 10:1-10)</a:t>
            </a:r>
          </a:p>
          <a:p>
            <a:pPr algn="ctr">
              <a:lnSpc>
                <a:spcPct val="140000"/>
              </a:lnSpc>
              <a:spcAft>
                <a:spcPts val="400"/>
              </a:spcAft>
              <a:defRPr sz="2100" b="0" i="0">
                <a:solidFill>
                  <a:srgbClr val="FFF8E8"/>
                </a:solidFill>
                <a:latin typeface="Poppins"/>
              </a:defRPr>
            </a:pPr>
            <a:r>
              <a:t>“Most certainly, I tell you, one who doesn't enter by the door into the sheep fold, but climbs up some other way, the same is a thief and a robber.”</a:t>
            </a:r>
          </a:p>
          <a:p>
            <a:pPr algn="ctr">
              <a:lnSpc>
                <a:spcPct val="140000"/>
              </a:lnSpc>
              <a:spcAft>
                <a:spcPts val="400"/>
              </a:spcAft>
              <a:defRPr sz="2100" b="0" i="0">
                <a:solidFill>
                  <a:srgbClr val="FFF8E8"/>
                </a:solidFill>
                <a:latin typeface="Poppins"/>
              </a:defRPr>
            </a:pPr>
          </a:p>
          <a:p>
            <a:pPr algn="ctr">
              <a:lnSpc>
                <a:spcPct val="140000"/>
              </a:lnSpc>
              <a:spcAft>
                <a:spcPts val="400"/>
              </a:spcAft>
              <a:defRPr sz="2100" b="0" i="0">
                <a:solidFill>
                  <a:srgbClr val="FFF8E8"/>
                </a:solidFill>
                <a:latin typeface="Poppins"/>
              </a:defRPr>
            </a:pPr>
            <a:r>
              <a:t>YEAR A</a:t>
            </a:r>
          </a:p>
          <a:p>
            <a:pPr algn="ctr">
              <a:lnSpc>
                <a:spcPct val="140000"/>
              </a:lnSpc>
              <a:spcAft>
                <a:spcPts val="400"/>
              </a:spcAft>
              <a:defRPr sz="2100" b="0" i="0">
                <a:solidFill>
                  <a:srgbClr val="FFF8E8"/>
                </a:solidFill>
                <a:latin typeface="Poppins"/>
              </a:defRPr>
            </a:pPr>
            <a:r>
              <a:t>2026-04-26 · Eastertide</a:t>
            </a:r>
          </a:p>
        </p:txBody>
      </p:sp>
      <p:sp>
        <p:nvSpPr>
          <p:cNvPr id="6" name="TextBox 5"/>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Mass poster / divider</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6Apr2026_Eastertide_16x9.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C181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8E8"/>
                </a:solidFill>
                <a:latin typeface="Poppins"/>
              </a:defRPr>
            </a:pPr>
            <a:r>
              <a:t>Gwangju Filipino Catholic Community</a:t>
            </a:r>
          </a:p>
        </p:txBody>
      </p:sp>
      <p:sp>
        <p:nvSpPr>
          <p:cNvPr id="4" name="TextBox 3"/>
          <p:cNvSpPr txBox="1"/>
          <p:nvPr/>
        </p:nvSpPr>
        <p:spPr>
          <a:xfrm>
            <a:off x="1328301" y="922566"/>
            <a:ext cx="15924431" cy="8404314"/>
          </a:xfrm>
          <a:prstGeom prst="rect">
            <a:avLst/>
          </a:prstGeom>
          <a:noFill/>
        </p:spPr>
        <p:txBody>
          <a:bodyPr wrap="square" lIns="0" rIns="0" tIns="0" bIns="0">
            <a:noAutofit/>
          </a:bodyPr>
          <a:lstStyle/>
          <a:p>
            <a:pPr algn="just">
              <a:lnSpc>
                <a:spcPct val="140000"/>
              </a:lnSpc>
              <a:spcAft>
                <a:spcPts val="800"/>
              </a:spcAft>
              <a:defRPr sz="4500" b="0" i="1">
                <a:solidFill>
                  <a:srgbClr val="FFDE59"/>
                </a:solidFill>
                <a:latin typeface="Lora"/>
              </a:defRPr>
            </a:pPr>
            <a:r>
              <a:t>Below: World English Bible (WEB) fallback — verify NABRE on bible.usccb.org.</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8E8"/>
                </a:solidFill>
                <a:latin typeface="Poppins"/>
              </a:defRPr>
            </a:pPr>
            <a:r>
              <a:t>Gwangju Filipino Catholic Community</a:t>
            </a:r>
          </a:p>
          <a:p>
            <a:pPr>
              <a:spcBef>
                <a:spcPts val="200"/>
              </a:spcBef>
              <a:defRPr sz="1200" b="0" i="0">
                <a:solidFill>
                  <a:srgbClr val="FFD166"/>
                </a:solidFill>
                <a:latin typeface="Poppins"/>
              </a:defRPr>
            </a:pPr>
            <a:r>
              <a:t>Scripture note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