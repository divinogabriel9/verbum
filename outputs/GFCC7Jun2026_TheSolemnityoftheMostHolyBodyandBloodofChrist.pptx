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87" name="Google Shape;87;p13"/>
          <p:cNvSpPr txBox="1"/>
          <p:nvPr/>
        </p:nvSpPr>
        <p:spPr>
          <a:xfrm>
            <a:off x="685800" y="3428995"/>
            <a:ext cx="16916400" cy="1720500"/>
          </a:xfrm>
          <a:prstGeom prst="rect">
            <a:avLst/>
          </a:prstGeom>
          <a:noFill/>
          <a:ln>
            <a:noFill/>
          </a:ln>
          <a:effectLst>
            <a:outerShdw blurRad="57150" rotWithShape="0" algn="bl" dir="5400000" dist="19050">
              <a:srgbClr val="000000">
                <a:alpha val="50000"/>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None/>
              <a:defRPr/>
            </a:pPr>
            <a:r>
              <a:rPr b="1" i="0" lang="en-US" sz="5100" u="none" cap="none" strike="noStrike">
                <a:solidFill>
                  <a:srgbClr val="FAF8F4"/>
                </a:solidFill>
                <a:latin typeface="Calibri"/>
                <a:ea typeface="Calibri"/>
                <a:cs typeface="Calibri"/>
                <a:sym typeface="Calibri"/>
              </a:rPr>
              <a:t>PUT YOUR CELLPHONE ON SILENT MODE DURING THE MASS.</a:t>
            </a:r>
            <a:endParaRPr sz="4600"/>
          </a:p>
          <a:p>
            <a:pPr indent="0" lvl="0" marL="0" marR="0" rtl="0" algn="ctr">
              <a:spcBef>
                <a:spcPts val="500"/>
              </a:spcBef>
              <a:spcAft>
                <a:spcPts val="0"/>
              </a:spcAft>
              <a:buNone/>
              <a:defRPr/>
            </a:pPr>
            <a:r>
              <a:rPr b="0" i="1" lang="en-US" sz="4700" u="none" cap="none" strike="noStrike">
                <a:solidFill>
                  <a:srgbClr val="FFDA91"/>
                </a:solidFill>
                <a:latin typeface="Calibri"/>
                <a:ea typeface="Calibri"/>
                <a:cs typeface="Calibri"/>
                <a:sym typeface="Calibri"/>
              </a:rPr>
              <a:t>Thank you.</a:t>
            </a:r>
            <a:endParaRPr sz="4600"/>
          </a:p>
        </p:txBody>
      </p:sp>
      <p:sp>
        <p:nvSpPr>
          <p:cNvPr id="88" name="TextBox 8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603504"/>
            <a:ext cx="16459200" cy="658368"/>
          </a:xfrm>
          <a:prstGeom prst="rect">
            <a:avLst/>
          </a:prstGeom>
          <a:noFill/>
        </p:spPr>
        <p:txBody>
          <a:bodyPr wrap="square" lIns="109728" rIns="109728" tIns="73152" bIns="73152">
            <a:noAutofit/>
          </a:bodyPr>
          <a:lstStyle/>
          <a:p>
            <a:pPr algn="ctr">
              <a:lnSpc>
                <a:spcPct val="108000"/>
              </a:lnSpc>
              <a:defRPr sz="2800" b="1" i="0">
                <a:solidFill>
                  <a:srgbClr val="B8A1FF"/>
                </a:solidFill>
                <a:latin typeface="Aptos"/>
              </a:defRPr>
            </a:pPr>
            <a:r>
              <a:t>The Solemnity of the Most Holy Body and Blood of Christ</a:t>
            </a:r>
          </a:p>
        </p:txBody>
      </p:sp>
      <p:sp>
        <p:nvSpPr>
          <p:cNvPr id="3" name="TextBox 2"/>
          <p:cNvSpPr txBox="1"/>
          <p:nvPr/>
        </p:nvSpPr>
        <p:spPr>
          <a:xfrm>
            <a:off x="914400" y="1316736"/>
            <a:ext cx="16459200" cy="502920"/>
          </a:xfrm>
          <a:prstGeom prst="rect">
            <a:avLst/>
          </a:prstGeom>
          <a:noFill/>
        </p:spPr>
        <p:txBody>
          <a:bodyPr wrap="square" lIns="109728" rIns="109728" tIns="73152" bIns="73152">
            <a:noAutofit/>
          </a:bodyPr>
          <a:lstStyle/>
          <a:p>
            <a:pPr algn="ctr">
              <a:lnSpc>
                <a:spcPct val="108000"/>
              </a:lnSpc>
              <a:defRPr sz="2600" b="0" i="0">
                <a:solidFill>
                  <a:srgbClr val="7C3AED"/>
                </a:solidFill>
                <a:latin typeface="Aptos"/>
              </a:defRPr>
            </a:pPr>
            <a:r>
              <a:t>2026-06-07</a:t>
            </a:r>
          </a:p>
        </p:txBody>
      </p:sp>
      <p:sp>
        <p:nvSpPr>
          <p:cNvPr id="4" name="TextBox 3"/>
          <p:cNvSpPr txBox="1"/>
          <p:nvPr/>
        </p:nvSpPr>
        <p:spPr>
          <a:xfrm>
            <a:off x="914400" y="2203704"/>
            <a:ext cx="16459200" cy="6071616"/>
          </a:xfrm>
          <a:prstGeom prst="rect">
            <a:avLst/>
          </a:prstGeom>
          <a:noFill/>
        </p:spPr>
        <p:txBody>
          <a:bodyPr wrap="square" lIns="109728" rIns="109728" tIns="73152" bIns="73152" anchor="ctr">
            <a:noAutofit/>
          </a:bodyPr>
          <a:lstStyle/>
          <a:p>
            <a:pPr algn="ctr">
              <a:lnSpc>
                <a:spcPct val="108000"/>
              </a:lnSpc>
              <a:defRPr sz="7200" b="1" i="0">
                <a:solidFill>
                  <a:srgbClr val="F3F4F6"/>
                </a:solidFill>
                <a:latin typeface="Aptos Display"/>
              </a:defRPr>
            </a:pPr>
            <a:r>
              <a:t>“I am the living bread that came down from heaven; whoever eats this bread will live forever; and the bread that I will give is my flesh for the life of the world.”</a:t>
            </a:r>
          </a:p>
        </p:txBody>
      </p:sp>
      <p:sp>
        <p:nvSpPr>
          <p:cNvPr id="5" name="TextBox 4"/>
          <p:cNvSpPr txBox="1"/>
          <p:nvPr/>
        </p:nvSpPr>
        <p:spPr>
          <a:xfrm>
            <a:off x="914400" y="8458200"/>
            <a:ext cx="16459200" cy="960120"/>
          </a:xfrm>
          <a:prstGeom prst="rect">
            <a:avLst/>
          </a:prstGeom>
          <a:noFill/>
        </p:spPr>
        <p:txBody>
          <a:bodyPr wrap="square" lIns="109728" rIns="109728" tIns="73152" bIns="73152">
            <a:noAutofit/>
          </a:bodyPr>
          <a:lstStyle/>
          <a:p>
            <a:pPr algn="ctr">
              <a:lnSpc>
                <a:spcPct val="108000"/>
              </a:lnSpc>
              <a:defRPr sz="4000" b="0" i="0">
                <a:solidFill>
                  <a:srgbClr val="7C3AED"/>
                </a:solidFill>
                <a:latin typeface="Aptos"/>
              </a:defRPr>
            </a:pPr>
            <a:r>
              <a:t>“How can this man give us his flesh to eat?”</a:t>
            </a:r>
          </a:p>
        </p:txBody>
      </p:sp>
      <p:sp>
        <p:nvSpPr>
          <p:cNvPr id="6" name="TextBox 5"/>
          <p:cNvSpPr txBox="1"/>
          <p:nvPr/>
        </p:nvSpPr>
        <p:spPr>
          <a:xfrm>
            <a:off x="914400" y="9482328"/>
            <a:ext cx="16459200" cy="457200"/>
          </a:xfrm>
          <a:prstGeom prst="rect">
            <a:avLst/>
          </a:prstGeom>
          <a:noFill/>
        </p:spPr>
        <p:txBody>
          <a:bodyPr wrap="square" lIns="109728" rIns="109728" tIns="73152" bIns="73152">
            <a:noAutofit/>
          </a:bodyPr>
          <a:lstStyle/>
          <a:p>
            <a:pPr algn="ctr">
              <a:lnSpc>
                <a:spcPct val="108000"/>
              </a:lnSpc>
              <a:defRPr sz="3000" b="0" i="0">
                <a:solidFill>
                  <a:srgbClr val="7C3AED"/>
                </a:solidFill>
                <a:latin typeface="Aptos"/>
              </a:defRPr>
            </a:pPr>
            <a:r>
              <a:t>John 6:51-58</a:t>
            </a:r>
          </a:p>
        </p:txBody>
      </p:sp>
      <p:sp>
        <p:nvSpPr>
          <p:cNvPr id="7" name="TextBox 6"/>
          <p:cNvSpPr txBox="1"/>
          <p:nvPr/>
        </p:nvSpPr>
        <p:spPr>
          <a:xfrm>
            <a:off x="914400" y="9628632"/>
            <a:ext cx="16459200" cy="502920"/>
          </a:xfrm>
          <a:prstGeom prst="rect">
            <a:avLst/>
          </a:prstGeom>
          <a:noFill/>
        </p:spPr>
        <p:txBody>
          <a:bodyPr wrap="square" lIns="109728" rIns="109728" tIns="73152" bIns="73152">
            <a:noAutofit/>
          </a:bodyPr>
          <a:lstStyle/>
          <a:p>
            <a:pPr algn="ctr">
              <a:defRPr sz="1800" b="0" i="0">
                <a:solidFill>
                  <a:srgbClr val="7C3AED"/>
                </a:solidFill>
                <a:latin typeface="Aptos"/>
              </a:defRPr>
            </a:pPr>
            <a:r>
              <a:t>Fr. Michael Hwang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600" b="1" i="0">
                <a:solidFill>
                  <a:srgbClr val="FFCC4D"/>
                </a:solidFill>
                <a:latin typeface="Georgia"/>
              </a:defRPr>
            </a:pPr>
            <a:r>
              <a:t>Sing a New Song</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100" b="1" i="0">
                <a:solidFill>
                  <a:srgbClr val="FFFFFF"/>
                </a:solidFill>
                <a:latin typeface="Poppins Bold"/>
              </a:defRPr>
            </a:pPr>
            <a:r>
              <a:t>SING A NEW SONG UNTO THE LORD;</a:t>
            </a:r>
          </a:p>
          <a:p>
            <a:pPr algn="ctr">
              <a:lnSpc>
                <a:spcPct val="100000"/>
              </a:lnSpc>
              <a:spcAft>
                <a:spcPts val="600"/>
              </a:spcAft>
              <a:defRPr sz="5100" b="1" i="0">
                <a:solidFill>
                  <a:srgbClr val="FFFFFF"/>
                </a:solidFill>
                <a:latin typeface="Poppins Bold"/>
              </a:defRPr>
            </a:pPr>
            <a:r>
              <a:t>LET YOUR SONG BE SUNG FROM MOUNTAINS HIGH</a:t>
            </a:r>
          </a:p>
          <a:p>
            <a:pPr algn="ctr">
              <a:lnSpc>
                <a:spcPct val="100000"/>
              </a:lnSpc>
              <a:spcAft>
                <a:spcPts val="600"/>
              </a:spcAft>
              <a:defRPr sz="5100" b="1" i="0">
                <a:solidFill>
                  <a:srgbClr val="FFFFFF"/>
                </a:solidFill>
                <a:latin typeface="Poppins Bold"/>
              </a:defRPr>
            </a:pPr>
            <a:r>
              <a:t>SING A NEW SONG UNTO THE LORD</a:t>
            </a:r>
          </a:p>
          <a:p>
            <a:pPr algn="ctr">
              <a:lnSpc>
                <a:spcPct val="100000"/>
              </a:lnSpc>
              <a:spcAft>
                <a:spcPts val="600"/>
              </a:spcAft>
              <a:defRPr sz="5100" b="1" i="0">
                <a:solidFill>
                  <a:srgbClr val="FFFFFF"/>
                </a:solidFill>
                <a:latin typeface="Poppins Bold"/>
              </a:defRPr>
            </a:pPr>
            <a:r>
              <a:t>SINGING ALLELUIA</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100" b="1" i="0">
                <a:solidFill>
                  <a:srgbClr val="FFFFFF"/>
                </a:solidFill>
                <a:latin typeface="Poppins Bold"/>
              </a:defRPr>
            </a:pPr>
            <a:r>
              <a:t>YAHWEH'S PEOPLE DANCE FOR JOY</a:t>
            </a:r>
          </a:p>
          <a:p>
            <a:pPr algn="ctr">
              <a:lnSpc>
                <a:spcPct val="100000"/>
              </a:lnSpc>
              <a:spcAft>
                <a:spcPts val="600"/>
              </a:spcAft>
              <a:defRPr sz="5100" b="1" i="0">
                <a:solidFill>
                  <a:srgbClr val="FFFFFF"/>
                </a:solidFill>
                <a:latin typeface="Poppins Bold"/>
              </a:defRPr>
            </a:pPr>
            <a:r>
              <a:t>O COME BEFORE THE LORD</a:t>
            </a:r>
          </a:p>
          <a:p>
            <a:pPr algn="ctr">
              <a:lnSpc>
                <a:spcPct val="100000"/>
              </a:lnSpc>
              <a:spcAft>
                <a:spcPts val="600"/>
              </a:spcAft>
              <a:defRPr sz="5100" b="1" i="0">
                <a:solidFill>
                  <a:srgbClr val="FFFFFF"/>
                </a:solidFill>
                <a:latin typeface="Poppins Bold"/>
              </a:defRPr>
            </a:pPr>
            <a:r>
              <a:t>AND PLAY FOR HIM ON GLAD TAMBOURINES</a:t>
            </a:r>
          </a:p>
          <a:p>
            <a:pPr algn="ctr">
              <a:lnSpc>
                <a:spcPct val="100000"/>
              </a:lnSpc>
              <a:spcAft>
                <a:spcPts val="600"/>
              </a:spcAft>
              <a:defRPr sz="5100" b="1" i="0">
                <a:solidFill>
                  <a:srgbClr val="FFFFFF"/>
                </a:solidFill>
                <a:latin typeface="Poppins Bold"/>
              </a:defRPr>
            </a:pPr>
            <a:r>
              <a:t>AND LET YOUR TRUMPET SOUND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100" b="1" i="0">
                <a:solidFill>
                  <a:srgbClr val="FFFFFF"/>
                </a:solidFill>
                <a:latin typeface="Poppins Bold"/>
              </a:defRPr>
            </a:pPr>
            <a:r>
              <a:t>SING A NEW SONG UNTO THE LORD;</a:t>
            </a:r>
          </a:p>
          <a:p>
            <a:pPr algn="ctr">
              <a:lnSpc>
                <a:spcPct val="100000"/>
              </a:lnSpc>
              <a:spcAft>
                <a:spcPts val="600"/>
              </a:spcAft>
              <a:defRPr sz="5100" b="1" i="0">
                <a:solidFill>
                  <a:srgbClr val="FFFFFF"/>
                </a:solidFill>
                <a:latin typeface="Poppins Bold"/>
              </a:defRPr>
            </a:pPr>
            <a:r>
              <a:t>LET YOUR SONG BE SUNG FROM MOUNTAINS HIGH</a:t>
            </a:r>
          </a:p>
          <a:p>
            <a:pPr algn="ctr">
              <a:lnSpc>
                <a:spcPct val="100000"/>
              </a:lnSpc>
              <a:spcAft>
                <a:spcPts val="600"/>
              </a:spcAft>
              <a:defRPr sz="5100" b="1" i="0">
                <a:solidFill>
                  <a:srgbClr val="FFFFFF"/>
                </a:solidFill>
                <a:latin typeface="Poppins Bold"/>
              </a:defRPr>
            </a:pPr>
            <a:r>
              <a:t>SING A NEW SONG UNTO THE LORD</a:t>
            </a:r>
          </a:p>
          <a:p>
            <a:pPr algn="ctr">
              <a:lnSpc>
                <a:spcPct val="100000"/>
              </a:lnSpc>
              <a:spcAft>
                <a:spcPts val="600"/>
              </a:spcAft>
              <a:defRPr sz="5100" b="1" i="0">
                <a:solidFill>
                  <a:srgbClr val="FFFFFF"/>
                </a:solidFill>
                <a:latin typeface="Poppins Bold"/>
              </a:defRPr>
            </a:pPr>
            <a: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100" b="1" i="0">
                <a:solidFill>
                  <a:srgbClr val="FFFFFF"/>
                </a:solidFill>
                <a:latin typeface="Poppins Bold"/>
              </a:defRPr>
            </a:pPr>
            <a:r>
              <a:t>RISE, O CHILDREN, FROM YOUR SLEEP;</a:t>
            </a:r>
          </a:p>
          <a:p>
            <a:pPr algn="ctr">
              <a:lnSpc>
                <a:spcPct val="100000"/>
              </a:lnSpc>
              <a:spcAft>
                <a:spcPts val="600"/>
              </a:spcAft>
              <a:defRPr sz="5100" b="1" i="0">
                <a:solidFill>
                  <a:srgbClr val="FFFFFF"/>
                </a:solidFill>
                <a:latin typeface="Poppins Bold"/>
              </a:defRPr>
            </a:pPr>
            <a:r>
              <a:t>YOUR SAVIOR NOW HAS COME</a:t>
            </a:r>
          </a:p>
          <a:p>
            <a:pPr algn="ctr">
              <a:lnSpc>
                <a:spcPct val="100000"/>
              </a:lnSpc>
              <a:spcAft>
                <a:spcPts val="600"/>
              </a:spcAft>
              <a:defRPr sz="5100" b="1" i="0">
                <a:solidFill>
                  <a:srgbClr val="FFFFFF"/>
                </a:solidFill>
                <a:latin typeface="Poppins Bold"/>
              </a:defRPr>
            </a:pPr>
            <a:r>
              <a:t>HE HAS TURNED YOUR SORROW TO JOY</a:t>
            </a:r>
          </a:p>
          <a:p>
            <a:pPr algn="ctr">
              <a:lnSpc>
                <a:spcPct val="100000"/>
              </a:lnSpc>
              <a:spcAft>
                <a:spcPts val="600"/>
              </a:spcAft>
              <a:defRPr sz="5100" b="1" i="0">
                <a:solidFill>
                  <a:srgbClr val="FFFFFF"/>
                </a:solidFill>
                <a:latin typeface="Poppins Bold"/>
              </a:defRPr>
            </a:pPr>
            <a:r>
              <a:t>AND FILLED YOUR SOUL WITH SONG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100" b="1" i="0">
                <a:solidFill>
                  <a:srgbClr val="FFFFFF"/>
                </a:solidFill>
                <a:latin typeface="Poppins Bold"/>
              </a:defRPr>
            </a:pPr>
            <a:r>
              <a:t>SING A NEW SONG UNTO THE LORD;</a:t>
            </a:r>
          </a:p>
          <a:p>
            <a:pPr algn="ctr">
              <a:lnSpc>
                <a:spcPct val="100000"/>
              </a:lnSpc>
              <a:spcAft>
                <a:spcPts val="600"/>
              </a:spcAft>
              <a:defRPr sz="5100" b="1" i="0">
                <a:solidFill>
                  <a:srgbClr val="FFFFFF"/>
                </a:solidFill>
                <a:latin typeface="Poppins Bold"/>
              </a:defRPr>
            </a:pPr>
            <a:r>
              <a:t>LET YOUR SONG BE SUNG FROM MOUNTAINS HIGH</a:t>
            </a:r>
          </a:p>
          <a:p>
            <a:pPr algn="ctr">
              <a:lnSpc>
                <a:spcPct val="100000"/>
              </a:lnSpc>
              <a:spcAft>
                <a:spcPts val="600"/>
              </a:spcAft>
              <a:defRPr sz="5100" b="1" i="0">
                <a:solidFill>
                  <a:srgbClr val="FFFFFF"/>
                </a:solidFill>
                <a:latin typeface="Poppins Bold"/>
              </a:defRPr>
            </a:pPr>
            <a:r>
              <a:t>SING A NEW SONG UNTO THE LORD</a:t>
            </a:r>
          </a:p>
          <a:p>
            <a:pPr algn="ctr">
              <a:lnSpc>
                <a:spcPct val="100000"/>
              </a:lnSpc>
              <a:spcAft>
                <a:spcPts val="600"/>
              </a:spcAft>
              <a:defRPr sz="5100" b="1" i="0">
                <a:solidFill>
                  <a:srgbClr val="FFFFFF"/>
                </a:solidFill>
                <a:latin typeface="Poppins Bold"/>
              </a:defRPr>
            </a:pPr>
            <a:r>
              <a:t>SINGING ALLELUIA</a:t>
            </a:r>
          </a:p>
          <a:p>
            <a:pPr algn="ctr">
              <a:lnSpc>
                <a:spcPct val="100000"/>
              </a:lnSpc>
              <a:spcAft>
                <a:spcPts val="600"/>
              </a:spcAft>
              <a:defRPr sz="5100" b="1" i="0">
                <a:solidFill>
                  <a:srgbClr val="FFFFFF"/>
                </a:solidFill>
                <a:latin typeface="Poppins Bold"/>
              </a:defRPr>
            </a:pPr>
            <a: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C0D11"/>
            </a:gs>
            <a:gs pos="100000">
              <a:srgbClr val="5E616A"/>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F2430">
              <a:alpha val="44706"/>
            </a:srgbClr>
          </a:solidFill>
          <a:ln w="14299" cap="sq">
            <a:solidFill>
              <a:srgbClr val="6B6E76">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51820">
              <a:alpha val="60784"/>
            </a:srgbClr>
          </a:solidFill>
          <a:ln w="14299" cap="sq">
            <a:solidFill>
              <a:srgbClr val="151820">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D6C8F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a:solidFill>
                  <a:srgbClr val="F3F4F6"/>
                </a:solidFill>
                <a:latin typeface="Calibri"/>
              </a:defRPr>
            </a:pPr>
            <a:r>
              <a:t>Fr. Michael Hwang</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a:solidFill>
                  <a:srgbClr val="F3F4F6"/>
                </a:solidFill>
                <a:latin typeface="Calibri"/>
              </a:defRPr>
            </a:pPr>
            <a:r>
              <a:t>YEAR A · 7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200" b="0" i="0">
                <a:solidFill>
                  <a:srgbClr val="DED3F4"/>
                </a:solidFill>
                <a:latin typeface="Calibri"/>
              </a:defRPr>
            </a:pPr>
            <a:r>
              <a:t>“I am the living bread that came down from heaven;</a:t>
            </a:r>
          </a:p>
          <a:p>
            <a:pPr algn="ctr">
              <a:lnSpc>
                <a:spcPct val="108000"/>
              </a:lnSpc>
              <a:defRPr sz="3200" b="0" i="0">
                <a:solidFill>
                  <a:srgbClr val="DED3F4"/>
                </a:solidFill>
                <a:latin typeface="Calibri"/>
              </a:defRPr>
            </a:pPr>
            <a:r>
              <a:t>whoever eats this bread will live forever;</a:t>
            </a:r>
          </a:p>
          <a:p>
            <a:pPr algn="ctr">
              <a:lnSpc>
                <a:spcPct val="108000"/>
              </a:lnSpc>
              <a:defRPr sz="3200" b="0" i="0">
                <a:solidFill>
                  <a:srgbClr val="DED3F4"/>
                </a:solidFill>
                <a:latin typeface="Calibri"/>
              </a:defRPr>
            </a:pPr>
            <a:r>
              <a:t>and the bread that I will give is my flesh for the life of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C1ACFF"/>
                </a:solidFill>
                <a:latin typeface="Calibri"/>
              </a:defRPr>
            </a:pPr>
            <a:r>
              <a:t>GOSPEL (JOHN 6:51–58)</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3600" b="1" i="0">
                <a:solidFill>
                  <a:srgbClr val="F3F4F6"/>
                </a:solidFill>
                <a:latin typeface="Calibri"/>
              </a:defRPr>
            </a:pPr>
            <a:r>
              <a:t>The Solemnity of the Most Holy Body and Blood of Christ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In the Name of the Father, and of the Son, and of the Holy Spirit.</a:t>
            </a:r>
          </a:p>
          <a:p>
            <a:pPr algn="ctr">
              <a:spcBef>
                <a:spcPts val="400"/>
              </a:spcBef>
              <a:spcAft>
                <a:spcPts val="500"/>
              </a:spcAft>
              <a:defRPr sz="5500" b="1" i="0">
                <a:solidFill>
                  <a:srgbClr val="F3F4F6"/>
                </a:solidFill>
                <a:latin typeface="Inter"/>
              </a:defRPr>
            </a:pPr>
            <a:r>
              <a:t>All: Amen.</a:t>
            </a:r>
          </a:p>
          <a:p>
            <a:pPr algn="ctr">
              <a:spcBef>
                <a:spcPts val="400"/>
              </a:spcBef>
              <a:spcAft>
                <a:spcPts val="500"/>
              </a:spcAft>
              <a:defRPr sz="5500" b="1" i="0">
                <a:solidFill>
                  <a:srgbClr val="B8A1FF"/>
                </a:solidFill>
                <a:latin typeface="Inter"/>
              </a:defRPr>
            </a:pPr>
            <a:r>
              <a:t>Priest: The Lord be with you.</a:t>
            </a:r>
          </a:p>
          <a:p>
            <a:pPr algn="ctr">
              <a:spcBef>
                <a:spcPts val="400"/>
              </a:spcBef>
              <a:spcAft>
                <a:spcPts val="500"/>
              </a:spcAft>
              <a:defRPr sz="5500" b="1" i="0">
                <a:solidFill>
                  <a:srgbClr val="F3F4F6"/>
                </a:solidFill>
                <a:latin typeface="Inter"/>
              </a:defRPr>
            </a:pPr>
            <a:r>
              <a:t>All: And with your spirit.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Introductory Rites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150" name="Google Shape;150;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defRPr/>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lang="en-US" sz="5100">
                <a:solidFill>
                  <a:srgbClr val="FAF8F4"/>
                </a:solidFill>
                <a:latin typeface="Calibri"/>
                <a:ea typeface="Calibri"/>
                <a:cs typeface="Calibri"/>
                <a:sym typeface="Calibri"/>
              </a:rPr>
              <a:t>ALL: </a:t>
            </a:r>
            <a:r>
              <a:rPr b="1" i="0" lang="en-US" sz="5100" u="none" cap="none" strike="noStrike">
                <a:solidFill>
                  <a:srgbClr val="FAF8F4"/>
                </a:solidFill>
                <a:latin typeface="Calibri"/>
                <a:ea typeface="Calibri"/>
                <a:cs typeface="Calibri"/>
                <a:sym typeface="Calibri"/>
              </a:rPr>
              <a:t>I confess to almighty God</a:t>
            </a:r>
            <a:r>
              <a:rPr lang="en-US" sz="4500"/>
              <a:t> </a:t>
            </a:r>
            <a:r>
              <a:rPr b="0" i="0" lang="en-US" sz="5000" u="none" cap="none" strike="noStrike">
                <a:solidFill>
                  <a:srgbClr val="FAF8F4"/>
                </a:solidFill>
                <a:latin typeface="Calibri"/>
                <a:ea typeface="Calibri"/>
                <a:cs typeface="Calibri"/>
                <a:sym typeface="Calibri"/>
              </a:rPr>
              <a:t>and to you, my brothers and sisters,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that I have greatly sinned,</a:t>
            </a:r>
            <a:r>
              <a:rPr lang="en-US" sz="4500"/>
              <a:t> </a:t>
            </a:r>
            <a:r>
              <a:rPr b="0" i="0" lang="en-US" sz="5000" u="none" cap="none" strike="noStrike">
                <a:solidFill>
                  <a:srgbClr val="FAF8F4"/>
                </a:solidFill>
                <a:latin typeface="Calibri"/>
                <a:ea typeface="Calibri"/>
                <a:cs typeface="Calibri"/>
                <a:sym typeface="Calibri"/>
              </a:rPr>
              <a:t>in my thoughts and in my words,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None/>
              <a:defRPr/>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through my fault, through my fault,</a:t>
            </a:r>
            <a:r>
              <a:rPr lang="en-US" sz="4500"/>
              <a:t> </a:t>
            </a:r>
            <a:r>
              <a:rPr b="0" i="0" lang="en-US" sz="5000" u="none" cap="none" strike="noStrike">
                <a:solidFill>
                  <a:srgbClr val="FAF8F4"/>
                </a:solidFill>
                <a:latin typeface="Calibri"/>
                <a:ea typeface="Calibri"/>
                <a:cs typeface="Calibri"/>
                <a:sym typeface="Calibri"/>
              </a:rPr>
              <a:t>through my most grievous fault;</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therefore I ask blessed Mary ever-Virgin,</a:t>
            </a:r>
            <a:r>
              <a:rPr lang="en-US" sz="4500"/>
              <a:t> </a:t>
            </a:r>
            <a:r>
              <a:rPr b="0" i="0" lang="en-US" sz="5000" u="none" cap="none" strike="noStrike">
                <a:solidFill>
                  <a:srgbClr val="FAF8F4"/>
                </a:solidFill>
                <a:latin typeface="Calibri"/>
                <a:ea typeface="Calibri"/>
                <a:cs typeface="Calibri"/>
                <a:sym typeface="Calibri"/>
              </a:rPr>
              <a:t>all the Angels and Saints,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and you, my brothers and sisters,</a:t>
            </a:r>
            <a:r>
              <a:rPr lang="en-US" sz="4500"/>
              <a:t> </a:t>
            </a:r>
            <a:r>
              <a:rPr b="0" i="0" lang="en-US" sz="5000" u="none" cap="none" strike="noStrike">
                <a:solidFill>
                  <a:srgbClr val="FAF8F4"/>
                </a:solidFill>
                <a:latin typeface="Calibri"/>
                <a:ea typeface="Calibri"/>
                <a:cs typeface="Calibri"/>
                <a:sym typeface="Calibri"/>
              </a:rPr>
              <a:t>to pray for me to the Lord our God.</a:t>
            </a:r>
            <a:endParaRPr sz="4500"/>
          </a:p>
          <a:p>
            <a:pPr indent="0" lvl="0" marL="0" marR="0" rtl="0" algn="l">
              <a:spcBef>
                <a:spcPts val="500"/>
              </a:spcBef>
              <a:spcAft>
                <a:spcPts val="0"/>
              </a:spcAft>
              <a:buNone/>
            </a:pPr>
            <a:r>
              <a:t/>
            </a:r>
            <a:endParaRPr sz="4500"/>
          </a:p>
        </p:txBody>
      </p:sp>
      <p:sp>
        <p:nvSpPr>
          <p:cNvPr id="151" name="TextBox 150"/>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Penitential Act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159" name="Google Shape;159;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rtl="0" algn="ctr">
              <a:spcBef>
                <a:spcPts val="500"/>
              </a:spcBef>
              <a:spcAft>
                <a:spcPts val="0"/>
              </a:spcAft>
              <a:buNone/>
              <a:defRPr/>
            </a:pPr>
            <a:r>
              <a:rPr b="1" lang="en-US" sz="6600">
                <a:solidFill>
                  <a:schemeClr val="lt1"/>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rtl="0" algn="ctr">
              <a:spcBef>
                <a:spcPts val="500"/>
              </a:spcBef>
              <a:spcAft>
                <a:spcPts val="0"/>
              </a:spcAft>
              <a:buClr>
                <a:schemeClr val="dk1"/>
              </a:buClr>
              <a:buFont typeface="Arial"/>
              <a:buNone/>
              <a:defRPr/>
            </a:pPr>
            <a:r>
              <a:rPr b="1" lang="en-US" sz="6600">
                <a:solidFill>
                  <a:schemeClr val="lt1"/>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64" name="Google Shape;164;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7000">
                <a:solidFill>
                  <a:srgbClr val="FFDA91"/>
                </a:solidFill>
                <a:latin typeface="Calibri"/>
                <a:ea typeface="Calibri"/>
                <a:cs typeface="Calibri"/>
                <a:sym typeface="Calibri"/>
              </a:rPr>
              <a:t>ALL: </a:t>
            </a:r>
            <a:r>
              <a:rPr b="1" lang="en-US" sz="7000">
                <a:solidFill>
                  <a:schemeClr val="lt1"/>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sp>
        <p:nvSpPr>
          <p:cNvPr id="165" name="TextBox 16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Penitential Act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169" name="Google Shape;169;p22"/>
          <p:cNvSpPr txBox="1"/>
          <p:nvPr/>
        </p:nvSpPr>
        <p:spPr>
          <a:xfrm>
            <a:off x="3772800" y="1201100"/>
            <a:ext cx="10742400" cy="8097900"/>
          </a:xfrm>
          <a:prstGeom prst="rect">
            <a:avLst/>
          </a:prstGeom>
          <a:noFill/>
          <a:ln>
            <a:noFill/>
          </a:ln>
        </p:spPr>
        <p:txBody>
          <a:bodyPr anchorCtr="0" anchor="t" bIns="73150" lIns="109725" spcFirstLastPara="1" rIns="109725" wrap="square" tIns="73150">
            <a:spAutoFit/>
          </a:bodyPr>
          <a:lstStyle/>
          <a:p>
            <a:pPr indent="0" lvl="0" marL="0" marR="0" rtl="0" algn="l">
              <a:spcBef>
                <a:spcPts val="0"/>
              </a:spcBef>
              <a:spcAft>
                <a:spcPts val="0"/>
              </a:spcAft>
              <a:buNone/>
              <a:defRPr/>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0"/>
              </a:spcBef>
              <a:spcAft>
                <a:spcPts val="0"/>
              </a:spcAft>
              <a:buNone/>
              <a:defRPr/>
            </a:pPr>
            <a:r>
              <a:rPr b="1" i="0" lang="en-US" sz="8400" u="none" cap="none" strike="noStrike">
                <a:solidFill>
                  <a:srgbClr val="FAF8F4"/>
                </a:solidFill>
                <a:latin typeface="Calibri"/>
                <a:ea typeface="Calibri"/>
                <a:cs typeface="Calibri"/>
                <a:sym typeface="Calibri"/>
              </a:rPr>
              <a:t>Lord, have mercy.</a:t>
            </a:r>
            <a:endParaRPr sz="8400"/>
          </a:p>
          <a:p>
            <a:pPr indent="0" lvl="0" marL="0" marR="0" rtl="0" algn="l">
              <a:spcBef>
                <a:spcPts val="0"/>
              </a:spcBef>
              <a:spcAft>
                <a:spcPts val="0"/>
              </a:spcAft>
              <a:buNone/>
              <a:defRPr/>
            </a:pPr>
            <a:r>
              <a:rPr b="1" i="0" lang="en-US" sz="8400" u="none" cap="none" strike="noStrike">
                <a:solidFill>
                  <a:srgbClr val="FAF8F4"/>
                </a:solidFill>
                <a:latin typeface="Calibri"/>
                <a:ea typeface="Calibri"/>
                <a:cs typeface="Calibri"/>
                <a:sym typeface="Calibri"/>
              </a:rPr>
              <a:t>Christ, have mercy.</a:t>
            </a:r>
            <a:endParaRPr sz="8400"/>
          </a:p>
          <a:p>
            <a:pPr indent="457200" lvl="0" marL="914400" marR="0" rtl="0" algn="l">
              <a:spcBef>
                <a:spcPts val="500"/>
              </a:spcBef>
              <a:spcAft>
                <a:spcPts val="0"/>
              </a:spcAft>
              <a:buNone/>
              <a:defRPr/>
            </a:pPr>
            <a:r>
              <a:rPr b="1" i="0" lang="en-US" sz="8400" u="none" cap="none" strike="noStrike">
                <a:solidFill>
                  <a:srgbClr val="FAF8F4"/>
                </a:solidFill>
                <a:latin typeface="Calibri"/>
                <a:ea typeface="Calibri"/>
                <a:cs typeface="Calibri"/>
                <a:sym typeface="Calibri"/>
              </a:rPr>
              <a:t>Christ, have mercy.</a:t>
            </a:r>
            <a:endParaRPr sz="8400"/>
          </a:p>
          <a:p>
            <a:pPr indent="0" lvl="0" marL="0" marR="0" rtl="0" algn="l">
              <a:spcBef>
                <a:spcPts val="500"/>
              </a:spcBef>
              <a:spcAft>
                <a:spcPts val="0"/>
              </a:spcAft>
              <a:buNone/>
              <a:defRPr/>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500"/>
              </a:spcBef>
              <a:spcAft>
                <a:spcPts val="0"/>
              </a:spcAft>
              <a:buNone/>
              <a:defRPr/>
            </a:pPr>
            <a:r>
              <a:rPr b="1" i="0" lang="en-US" sz="8400" u="none" cap="none" strike="noStrike">
                <a:solidFill>
                  <a:srgbClr val="FAF8F4"/>
                </a:solidFill>
                <a:latin typeface="Calibri"/>
                <a:ea typeface="Calibri"/>
                <a:cs typeface="Calibri"/>
                <a:sym typeface="Calibri"/>
              </a:rPr>
              <a:t>Lord, have mercy.</a:t>
            </a:r>
            <a:endParaRPr sz="8400"/>
          </a:p>
        </p:txBody>
      </p:sp>
      <p:sp>
        <p:nvSpPr>
          <p:cNvPr id="170" name="TextBox 169"/>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Kyrie Eleison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name="TextBox 2" id="2"/>
          <p:cNvSpPr txBox="true"/>
          <p:nvPr/>
        </p:nvSpPr>
        <p:spPr>
          <a:xfrm rot="0">
            <a:off x="0" y="896938"/>
            <a:ext cx="18288000" cy="4138869"/>
          </a:xfrm>
          <a:prstGeom prst="rect">
            <a:avLst/>
          </a:prstGeom>
        </p:spPr>
        <p:txBody>
          <a:bodyPr anchor="t" rtlCol="false" tIns="0" lIns="0" bIns="0" rIns="0">
            <a:spAutoFit/>
          </a:bodyPr>
          <a:lstStyle/>
          <a:p>
            <a:pPr algn="ctr">
              <a:lnSpc>
                <a:spcPts val="8123"/>
              </a:lnSpc>
              <a:defRPr/>
            </a:pPr>
            <a:r>
              <a:rPr lang="en-US" b="true" sz="5802">
                <a:solidFill>
                  <a:srgbClr val="FFB800"/>
                </a:solidFill>
                <a:latin typeface="Poppins Bold"/>
                <a:ea typeface="Poppins Bold"/>
                <a:cs typeface="Poppins Bold"/>
                <a:sym typeface="Poppins Bold"/>
              </a:rPr>
              <a:t>GLORY TO GOD! GLORY TO GOD!</a:t>
            </a:r>
          </a:p>
          <a:p>
            <a:pPr algn="ctr">
              <a:lnSpc>
                <a:spcPts val="8123"/>
              </a:lnSpc>
              <a:defRPr/>
            </a:pPr>
            <a:r>
              <a:rPr lang="en-US" b="true" sz="5802">
                <a:solidFill>
                  <a:srgbClr val="FFB800"/>
                </a:solidFill>
                <a:latin typeface="Poppins Bold"/>
                <a:ea typeface="Poppins Bold"/>
                <a:cs typeface="Poppins Bold"/>
                <a:sym typeface="Poppins Bold"/>
              </a:rPr>
              <a:t>GLORY TO GOD IN THE HIGHEST, </a:t>
            </a:r>
          </a:p>
          <a:p>
            <a:pPr algn="ctr">
              <a:lnSpc>
                <a:spcPts val="8123"/>
              </a:lnSpc>
              <a:defRPr/>
            </a:pPr>
            <a:r>
              <a:rPr lang="en-US" b="true" sz="5802">
                <a:solidFill>
                  <a:srgbClr val="FFB800"/>
                </a:solidFill>
                <a:latin typeface="Poppins Bold"/>
                <a:ea typeface="Poppins Bold"/>
                <a:cs typeface="Poppins Bold"/>
                <a:sym typeface="Poppins Bold"/>
              </a:rPr>
              <a:t>AND ON EARTH , PEACE ON EARTH,</a:t>
            </a:r>
          </a:p>
          <a:p>
            <a:pPr algn="ctr" marL="0" indent="0" lvl="0">
              <a:lnSpc>
                <a:spcPts val="8123"/>
              </a:lnSpc>
              <a:spcBef>
                <a:spcPct val="0"/>
              </a:spcBef>
              <a:defRPr/>
            </a:pPr>
            <a:r>
              <a:rPr lang="en-US" b="true" sz="5802">
                <a:solidFill>
                  <a:srgbClr val="FFB800"/>
                </a:solidFill>
                <a:latin typeface="Poppins Bold"/>
                <a:ea typeface="Poppins Bold"/>
                <a:cs typeface="Poppins Bold"/>
                <a:sym typeface="Poppins Bold"/>
              </a:rPr>
              <a:t>PEACE TO PEOPLE OF GOOD WILL!</a:t>
            </a:r>
          </a:p>
        </p:txBody>
      </p:sp>
      <p:sp>
        <p:nvSpPr>
          <p:cNvPr name="TextBox 3" id="3"/>
          <p:cNvSpPr txBox="true"/>
          <p:nvPr/>
        </p:nvSpPr>
        <p:spPr>
          <a:xfrm rot="0">
            <a:off x="0" y="5132070"/>
            <a:ext cx="18288000" cy="5074921"/>
          </a:xfrm>
          <a:prstGeom prst="rect">
            <a:avLst/>
          </a:prstGeom>
        </p:spPr>
        <p:txBody>
          <a:bodyPr anchor="t" rtlCol="false" tIns="0" lIns="0" bIns="0" rIns="0">
            <a:spAutoFit/>
          </a:bodyPr>
          <a:lstStyle/>
          <a:p>
            <a:pPr algn="ctr">
              <a:lnSpc>
                <a:spcPts val="7979"/>
              </a:lnSpc>
              <a:defRPr/>
            </a:pPr>
            <a:r>
              <a:rPr lang="en-US" b="true" sz="5699">
                <a:solidFill>
                  <a:srgbClr val="FFFFFF"/>
                </a:solidFill>
                <a:latin typeface="Poppins Bold"/>
                <a:ea typeface="Poppins Bold"/>
                <a:cs typeface="Poppins Bold"/>
                <a:sym typeface="Poppins Bold"/>
              </a:rPr>
              <a:t>WE PRAISE YOU, WE BLESS YOU,</a:t>
            </a:r>
          </a:p>
          <a:p>
            <a:pPr algn="ctr">
              <a:lnSpc>
                <a:spcPts val="7979"/>
              </a:lnSpc>
              <a:defRPr/>
            </a:pPr>
            <a:r>
              <a:rPr lang="en-US" b="true" sz="5699">
                <a:solidFill>
                  <a:srgbClr val="FFFFFF"/>
                </a:solidFill>
                <a:latin typeface="Poppins Bold"/>
                <a:ea typeface="Poppins Bold"/>
                <a:cs typeface="Poppins Bold"/>
                <a:sym typeface="Poppins Bold"/>
              </a:rPr>
              <a:t>WE ADORE YOU, WE GLORIFY YOU,</a:t>
            </a:r>
          </a:p>
          <a:p>
            <a:pPr algn="ctr">
              <a:lnSpc>
                <a:spcPts val="7979"/>
              </a:lnSpc>
              <a:defRPr/>
            </a:pPr>
            <a:r>
              <a:rPr lang="en-US" b="true" sz="5699">
                <a:solidFill>
                  <a:srgbClr val="FFFFFF"/>
                </a:solidFill>
                <a:latin typeface="Poppins Bold"/>
                <a:ea typeface="Poppins Bold"/>
                <a:cs typeface="Poppins Bold"/>
                <a:sym typeface="Poppins Bold"/>
              </a:rPr>
              <a:t>WE GIVE YOU THANKS FOR YOUR GREAT GLORY, LORD GOD, HEAVENLY KING,</a:t>
            </a:r>
          </a:p>
          <a:p>
            <a:pPr algn="ctr" marL="0" indent="0" lvl="0">
              <a:lnSpc>
                <a:spcPts val="7979"/>
              </a:lnSpc>
              <a:spcBef>
                <a:spcPct val="0"/>
              </a:spcBef>
              <a:defRPr/>
            </a:pPr>
            <a:r>
              <a:rPr lang="en-US" b="true" sz="5699">
                <a:solidFill>
                  <a:srgbClr val="FFFFFF"/>
                </a:solidFill>
                <a:latin typeface="Poppins Bold"/>
                <a:ea typeface="Poppins Bold"/>
                <a:cs typeface="Poppins Bold"/>
                <a:sym typeface="Poppins Bold"/>
              </a:rPr>
              <a:t>O GOD, ALMIGHTY FATHER. </a:t>
            </a:r>
          </a:p>
        </p:txBody>
      </p:sp>
      <p:sp>
        <p:nvSpPr>
          <p:cNvPr name="TextBox 4" id="4"/>
          <p:cNvSpPr txBox="true"/>
          <p:nvPr/>
        </p:nvSpPr>
        <p:spPr>
          <a:xfrm rot="0">
            <a:off x="2874744" y="118555"/>
            <a:ext cx="12538511" cy="921258"/>
          </a:xfrm>
          <a:prstGeom prst="rect">
            <a:avLst/>
          </a:prstGeom>
        </p:spPr>
        <p:txBody>
          <a:bodyPr anchor="t" rtlCol="false" tIns="0" lIns="0" bIns="0" rIns="0">
            <a:spAutoFit/>
          </a:bodyPr>
          <a:lstStyle/>
          <a:p>
            <a:pPr algn="ctr" marL="0" indent="0" lvl="0">
              <a:lnSpc>
                <a:spcPts val="7056"/>
              </a:lnSpc>
              <a:spcBef>
                <a:spcPct val="0"/>
              </a:spcBef>
              <a:defRPr/>
            </a:pPr>
            <a:r>
              <a:rPr lang="en-US" sz="3850">
                <a:solidFill>
                  <a:srgbClr val="FFB800"/>
                </a:solidFill>
                <a:latin typeface="Georgia"/>
                <a:ea typeface="Recoleta"/>
                <a:cs typeface="Recoleta"/>
                <a:sym typeface="Recoleta"/>
              </a:rPr>
              <a:t>Gloria</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Gloria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name="TextBox 2" id="2"/>
          <p:cNvSpPr txBox="true"/>
          <p:nvPr/>
        </p:nvSpPr>
        <p:spPr>
          <a:xfrm rot="0">
            <a:off x="0" y="819150"/>
            <a:ext cx="18288000" cy="1887855"/>
          </a:xfrm>
          <a:prstGeom prst="rect">
            <a:avLst/>
          </a:prstGeom>
        </p:spPr>
        <p:txBody>
          <a:bodyPr anchor="t" rtlCol="false" tIns="0" lIns="0" bIns="0" rIns="0">
            <a:spAutoFit/>
          </a:bodyPr>
          <a:lstStyle/>
          <a:p>
            <a:pPr algn="ctr">
              <a:lnSpc>
                <a:spcPts val="7259"/>
              </a:lnSpc>
              <a:defRPr/>
            </a:pPr>
            <a:r>
              <a:rPr lang="en-US" b="true" sz="5999">
                <a:solidFill>
                  <a:srgbClr val="FFFFFF"/>
                </a:solidFill>
                <a:latin typeface="Poppins Bold"/>
                <a:ea typeface="Poppins Bold"/>
                <a:cs typeface="Poppins Bold"/>
                <a:sym typeface="Poppins Bold"/>
              </a:rPr>
              <a:t>LORD JESUS CHRIST, ONLY BEGOTTEN SON, </a:t>
            </a:r>
          </a:p>
          <a:p>
            <a:pPr algn="ctr" marL="0" indent="0" lvl="0">
              <a:lnSpc>
                <a:spcPts val="7259"/>
              </a:lnSpc>
              <a:defRPr/>
            </a:pPr>
            <a:r>
              <a:rPr lang="en-US" b="true" sz="5999">
                <a:solidFill>
                  <a:srgbClr val="FFFFFF"/>
                </a:solidFill>
                <a:latin typeface="Poppins Bold"/>
                <a:ea typeface="Poppins Bold"/>
                <a:cs typeface="Poppins Bold"/>
                <a:sym typeface="Poppins Bold"/>
              </a:rPr>
              <a:t>LORD GOD, LAMB OF GOD, SON OF THE FATHER.</a:t>
            </a:r>
          </a:p>
        </p:txBody>
      </p:sp>
      <p:sp>
        <p:nvSpPr>
          <p:cNvPr name="TextBox 3" id="3"/>
          <p:cNvSpPr txBox="true"/>
          <p:nvPr/>
        </p:nvSpPr>
        <p:spPr>
          <a:xfrm rot="0">
            <a:off x="1076325" y="3306924"/>
            <a:ext cx="16898156" cy="6583553"/>
          </a:xfrm>
          <a:prstGeom prst="rect">
            <a:avLst/>
          </a:prstGeom>
        </p:spPr>
        <p:txBody>
          <a:bodyPr anchor="t" rtlCol="false" tIns="0" lIns="0" bIns="0" rIns="0">
            <a:spAutoFit/>
          </a:bodyPr>
          <a:lstStyle/>
          <a:p>
            <a:pPr algn="l">
              <a:lnSpc>
                <a:spcPts val="7380"/>
              </a:lnSpc>
              <a:defRPr/>
            </a:pPr>
            <a:r>
              <a:rPr lang="en-US" sz="6099" b="true">
                <a:solidFill>
                  <a:srgbClr val="FFFFFF"/>
                </a:solidFill>
                <a:latin typeface="Poppins Bold"/>
                <a:ea typeface="Poppins Bold"/>
                <a:cs typeface="Poppins Bold"/>
                <a:sym typeface="Poppins Bold"/>
              </a:rPr>
              <a:t>YOU TAKE AWAY THE SINS OF THE WORLD,</a:t>
            </a:r>
          </a:p>
          <a:p>
            <a:pPr algn="l">
              <a:lnSpc>
                <a:spcPts val="7380"/>
              </a:lnSpc>
              <a:defRPr/>
            </a:pPr>
            <a:r>
              <a:rPr lang="en-US" sz="6099" b="true">
                <a:solidFill>
                  <a:srgbClr val="FFB800"/>
                </a:solidFill>
                <a:latin typeface="Poppins Bold"/>
                <a:ea typeface="Poppins Bold"/>
                <a:cs typeface="Poppins Bold"/>
                <a:sym typeface="Poppins Bold"/>
              </a:rPr>
              <a:t>HAVE MERCY ON US</a:t>
            </a:r>
            <a:r>
              <a:rPr lang="en-US" sz="6099" b="true">
                <a:solidFill>
                  <a:srgbClr val="FFFFFF"/>
                </a:solidFill>
                <a:latin typeface="Poppins Bold"/>
                <a:ea typeface="Poppins Bold"/>
                <a:cs typeface="Poppins Bold"/>
                <a:sym typeface="Poppins Bold"/>
              </a:rPr>
              <a:t>;</a:t>
            </a:r>
          </a:p>
          <a:p>
            <a:pPr algn="l">
              <a:lnSpc>
                <a:spcPts val="7380"/>
              </a:lnSpc>
              <a:defRPr/>
            </a:pPr>
            <a:r>
              <a:rPr lang="en-US" sz="6099" b="true">
                <a:solidFill>
                  <a:srgbClr val="FFFFFF"/>
                </a:solidFill>
                <a:latin typeface="Poppins Bold"/>
                <a:ea typeface="Poppins Bold"/>
                <a:cs typeface="Poppins Bold"/>
                <a:sym typeface="Poppins Bold"/>
              </a:rPr>
              <a:t>YOU TAKE AWAY THE SINS OF THE WORLD,</a:t>
            </a:r>
          </a:p>
          <a:p>
            <a:pPr algn="l">
              <a:lnSpc>
                <a:spcPts val="7380"/>
              </a:lnSpc>
              <a:defRPr/>
            </a:pPr>
            <a:r>
              <a:rPr lang="en-US" sz="6099" b="true">
                <a:solidFill>
                  <a:srgbClr val="FFB800"/>
                </a:solidFill>
                <a:latin typeface="Poppins Bold"/>
                <a:ea typeface="Poppins Bold"/>
                <a:cs typeface="Poppins Bold"/>
                <a:sym typeface="Poppins Bold"/>
              </a:rPr>
              <a:t>RECEIVE OUR PRAYER</a:t>
            </a:r>
            <a:r>
              <a:rPr lang="en-US" sz="6099" b="true">
                <a:solidFill>
                  <a:srgbClr val="FFFFFF"/>
                </a:solidFill>
                <a:latin typeface="Poppins Bold"/>
                <a:ea typeface="Poppins Bold"/>
                <a:cs typeface="Poppins Bold"/>
                <a:sym typeface="Poppins Bold"/>
              </a:rPr>
              <a:t>;</a:t>
            </a:r>
          </a:p>
          <a:p>
            <a:pPr algn="l">
              <a:lnSpc>
                <a:spcPts val="7380"/>
              </a:lnSpc>
              <a:defRPr/>
            </a:pPr>
            <a:r>
              <a:rPr lang="en-US" sz="6099" b="true">
                <a:solidFill>
                  <a:srgbClr val="FFFFFF"/>
                </a:solidFill>
                <a:latin typeface="Poppins Bold"/>
                <a:ea typeface="Poppins Bold"/>
                <a:cs typeface="Poppins Bold"/>
                <a:sym typeface="Poppins Bold"/>
              </a:rPr>
              <a:t>YOU ARE SEATED AT THE RIGHT HAND,</a:t>
            </a:r>
          </a:p>
          <a:p>
            <a:pPr algn="l">
              <a:lnSpc>
                <a:spcPts val="7380"/>
              </a:lnSpc>
              <a:defRPr/>
            </a:pPr>
            <a:r>
              <a:rPr lang="en-US" sz="6099" b="true">
                <a:solidFill>
                  <a:srgbClr val="FFFFFF"/>
                </a:solidFill>
                <a:latin typeface="Poppins Bold"/>
                <a:ea typeface="Poppins Bold"/>
                <a:cs typeface="Poppins Bold"/>
                <a:sym typeface="Poppins Bold"/>
              </a:rPr>
              <a:t>THE RIGHT OF THE FATHER,</a:t>
            </a:r>
          </a:p>
          <a:p>
            <a:pPr algn="l" marL="0" indent="0" lvl="0">
              <a:lnSpc>
                <a:spcPts val="7380"/>
              </a:lnSpc>
              <a:defRPr/>
            </a:pPr>
            <a:r>
              <a:rPr lang="en-US" b="true" sz="6099">
                <a:solidFill>
                  <a:srgbClr val="FFB800"/>
                </a:solidFill>
                <a:latin typeface="Poppins Bold"/>
                <a:ea typeface="Poppins Bold"/>
                <a:cs typeface="Poppins Bold"/>
                <a:sym typeface="Poppins Bold"/>
              </a:rPr>
              <a:t>HAVE MERCY ON US</a:t>
            </a:r>
            <a:r>
              <a:rPr lang="en-US" b="true" sz="6099">
                <a:solidFill>
                  <a:srgbClr val="FFFFFF"/>
                </a:solidFill>
                <a:latin typeface="Poppins Bold"/>
                <a:ea typeface="Poppins Bold"/>
                <a:cs typeface="Poppins Bold"/>
                <a:sym typeface="Poppins Bold"/>
              </a:rPr>
              <a:t>. </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Gloria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name="TextBox 2" id="2"/>
          <p:cNvSpPr txBox="true"/>
          <p:nvPr/>
        </p:nvSpPr>
        <p:spPr>
          <a:xfrm rot="0">
            <a:off x="0" y="5207256"/>
            <a:ext cx="18288000" cy="4631055"/>
          </a:xfrm>
          <a:prstGeom prst="rect">
            <a:avLst/>
          </a:prstGeom>
        </p:spPr>
        <p:txBody>
          <a:bodyPr anchor="t" rtlCol="false" tIns="0" lIns="0" bIns="0" rIns="0">
            <a:spAutoFit/>
          </a:bodyPr>
          <a:lstStyle/>
          <a:p>
            <a:pPr algn="ctr">
              <a:lnSpc>
                <a:spcPts val="7259"/>
              </a:lnSpc>
              <a:defRPr/>
            </a:pPr>
            <a:r>
              <a:rPr lang="en-US" b="true" sz="5999">
                <a:solidFill>
                  <a:srgbClr val="FFFFFF"/>
                </a:solidFill>
                <a:latin typeface="Poppins Bold"/>
                <a:ea typeface="Poppins Bold"/>
                <a:cs typeface="Poppins Bold"/>
                <a:sym typeface="Poppins Bold"/>
              </a:rPr>
              <a:t>FOR YOU ALONE ARE THE HOLY ONE, </a:t>
            </a:r>
          </a:p>
          <a:p>
            <a:pPr algn="ctr">
              <a:lnSpc>
                <a:spcPts val="7259"/>
              </a:lnSpc>
              <a:defRPr/>
            </a:pPr>
            <a:r>
              <a:rPr lang="en-US" b="true" sz="5999">
                <a:solidFill>
                  <a:srgbClr val="FFFFFF"/>
                </a:solidFill>
                <a:latin typeface="Poppins Bold"/>
                <a:ea typeface="Poppins Bold"/>
                <a:cs typeface="Poppins Bold"/>
                <a:sym typeface="Poppins Bold"/>
              </a:rPr>
              <a:t>YOU ALONE ARE THE LORD,</a:t>
            </a:r>
          </a:p>
          <a:p>
            <a:pPr algn="ctr">
              <a:lnSpc>
                <a:spcPts val="7259"/>
              </a:lnSpc>
              <a:defRPr/>
            </a:pPr>
            <a:r>
              <a:rPr lang="en-US" b="true" sz="5999">
                <a:solidFill>
                  <a:srgbClr val="FFFFFF"/>
                </a:solidFill>
                <a:latin typeface="Poppins Bold"/>
                <a:ea typeface="Poppins Bold"/>
                <a:cs typeface="Poppins Bold"/>
                <a:sym typeface="Poppins Bold"/>
              </a:rPr>
              <a:t>YOU ALONE ARE THE MOST HIGH,</a:t>
            </a:r>
          </a:p>
          <a:p>
            <a:pPr algn="ctr">
              <a:lnSpc>
                <a:spcPts val="7259"/>
              </a:lnSpc>
              <a:defRPr/>
            </a:pPr>
            <a:r>
              <a:rPr lang="en-US" b="true" sz="5999">
                <a:solidFill>
                  <a:srgbClr val="FFFFFF"/>
                </a:solidFill>
                <a:latin typeface="Poppins Bold"/>
                <a:ea typeface="Poppins Bold"/>
                <a:cs typeface="Poppins Bold"/>
                <a:sym typeface="Poppins Bold"/>
              </a:rPr>
              <a:t>J</a:t>
            </a:r>
            <a:r>
              <a:rPr lang="en-US" b="true" sz="5999">
                <a:solidFill>
                  <a:srgbClr val="FFFFFF"/>
                </a:solidFill>
                <a:latin typeface="Poppins Bold"/>
                <a:ea typeface="Poppins Bold"/>
                <a:cs typeface="Poppins Bold"/>
                <a:sym typeface="Poppins Bold"/>
              </a:rPr>
              <a:t>E</a:t>
            </a:r>
            <a:r>
              <a:rPr lang="en-US" b="true" sz="5999">
                <a:solidFill>
                  <a:srgbClr val="FFFFFF"/>
                </a:solidFill>
                <a:latin typeface="Poppins Bold"/>
                <a:ea typeface="Poppins Bold"/>
                <a:cs typeface="Poppins Bold"/>
                <a:sym typeface="Poppins Bold"/>
              </a:rPr>
              <a:t>S</a:t>
            </a:r>
            <a:r>
              <a:rPr lang="en-US" b="true" sz="5999">
                <a:solidFill>
                  <a:srgbClr val="FFFFFF"/>
                </a:solidFill>
                <a:latin typeface="Poppins Bold"/>
                <a:ea typeface="Poppins Bold"/>
                <a:cs typeface="Poppins Bold"/>
                <a:sym typeface="Poppins Bold"/>
              </a:rPr>
              <a:t>US</a:t>
            </a:r>
            <a:r>
              <a:rPr lang="en-US" b="true" sz="5999">
                <a:solidFill>
                  <a:srgbClr val="FFFFFF"/>
                </a:solidFill>
                <a:latin typeface="Poppins Bold"/>
                <a:ea typeface="Poppins Bold"/>
                <a:cs typeface="Poppins Bold"/>
                <a:sym typeface="Poppins Bold"/>
              </a:rPr>
              <a:t> CHRIST, WITH THE HOL</a:t>
            </a:r>
            <a:r>
              <a:rPr lang="en-US" b="true" sz="5999">
                <a:solidFill>
                  <a:srgbClr val="FFFFFF"/>
                </a:solidFill>
                <a:latin typeface="Poppins Bold"/>
                <a:ea typeface="Poppins Bold"/>
                <a:cs typeface="Poppins Bold"/>
                <a:sym typeface="Poppins Bold"/>
              </a:rPr>
              <a:t>Y</a:t>
            </a:r>
            <a:r>
              <a:rPr lang="en-US" b="true" sz="5999">
                <a:solidFill>
                  <a:srgbClr val="FFFFFF"/>
                </a:solidFill>
                <a:latin typeface="Poppins Bold"/>
                <a:ea typeface="Poppins Bold"/>
                <a:cs typeface="Poppins Bold"/>
                <a:sym typeface="Poppins Bold"/>
              </a:rPr>
              <a:t> SPIRIT,</a:t>
            </a:r>
          </a:p>
          <a:p>
            <a:pPr algn="ctr" marL="0" indent="0" lvl="0">
              <a:lnSpc>
                <a:spcPts val="7259"/>
              </a:lnSpc>
              <a:defRPr/>
            </a:pPr>
            <a:r>
              <a:rPr lang="en-US" b="true" sz="5999">
                <a:solidFill>
                  <a:srgbClr val="FFFFFF"/>
                </a:solidFill>
                <a:latin typeface="Poppins Bold"/>
                <a:ea typeface="Poppins Bold"/>
                <a:cs typeface="Poppins Bold"/>
                <a:sym typeface="Poppins Bold"/>
              </a:rPr>
              <a:t>IN THE GLORY</a:t>
            </a:r>
            <a:r>
              <a:rPr lang="en-US" b="true" sz="5999">
                <a:solidFill>
                  <a:srgbClr val="FFFFFF"/>
                </a:solidFill>
                <a:latin typeface="Poppins Bold"/>
                <a:ea typeface="Poppins Bold"/>
                <a:cs typeface="Poppins Bold"/>
                <a:sym typeface="Poppins Bold"/>
              </a:rPr>
              <a:t> OF GOD THE FATHER. </a:t>
            </a:r>
          </a:p>
        </p:txBody>
      </p:sp>
      <p:sp>
        <p:nvSpPr>
          <p:cNvPr name="TextBox 6" id="6"/>
          <p:cNvSpPr txBox="true"/>
          <p:nvPr/>
        </p:nvSpPr>
        <p:spPr>
          <a:xfrm rot="0">
            <a:off x="0" y="521018"/>
            <a:ext cx="18288000" cy="4276664"/>
          </a:xfrm>
          <a:prstGeom prst="rect">
            <a:avLst/>
          </a:prstGeom>
        </p:spPr>
        <p:txBody>
          <a:bodyPr anchor="t" rtlCol="false" tIns="0" lIns="0" bIns="0" rIns="0">
            <a:spAutoFit/>
          </a:bodyPr>
          <a:lstStyle/>
          <a:p>
            <a:pPr algn="ctr">
              <a:lnSpc>
                <a:spcPts val="8403"/>
              </a:lnSpc>
              <a:defRPr/>
            </a:pPr>
            <a:r>
              <a:rPr lang="en-US" b="true" sz="6002">
                <a:solidFill>
                  <a:srgbClr val="FFB800"/>
                </a:solidFill>
                <a:latin typeface="Poppins Bold"/>
                <a:ea typeface="Poppins Bold"/>
                <a:cs typeface="Poppins Bold"/>
                <a:sym typeface="Poppins Bold"/>
              </a:rPr>
              <a:t>GLORY TO GOD! GLORY TO GOD!</a:t>
            </a:r>
          </a:p>
          <a:p>
            <a:pPr algn="ctr">
              <a:lnSpc>
                <a:spcPts val="8403"/>
              </a:lnSpc>
              <a:defRPr/>
            </a:pPr>
            <a:r>
              <a:rPr lang="en-US" b="true" sz="6002">
                <a:solidFill>
                  <a:srgbClr val="FFB800"/>
                </a:solidFill>
                <a:latin typeface="Poppins Bold"/>
                <a:ea typeface="Poppins Bold"/>
                <a:cs typeface="Poppins Bold"/>
                <a:sym typeface="Poppins Bold"/>
              </a:rPr>
              <a:t>GLORY TO GOD IN THE HIGHEST, </a:t>
            </a:r>
          </a:p>
          <a:p>
            <a:pPr algn="ctr">
              <a:lnSpc>
                <a:spcPts val="8403"/>
              </a:lnSpc>
              <a:defRPr/>
            </a:pPr>
            <a:r>
              <a:rPr lang="en-US" b="true" sz="6002">
                <a:solidFill>
                  <a:srgbClr val="FFB800"/>
                </a:solidFill>
                <a:latin typeface="Poppins Bold"/>
                <a:ea typeface="Poppins Bold"/>
                <a:cs typeface="Poppins Bold"/>
                <a:sym typeface="Poppins Bold"/>
              </a:rPr>
              <a:t>AND ON EARTH , PEACE ON EARTH,</a:t>
            </a:r>
          </a:p>
          <a:p>
            <a:pPr algn="ctr" marL="0" indent="0" lvl="0">
              <a:lnSpc>
                <a:spcPts val="8403"/>
              </a:lnSpc>
              <a:spcBef>
                <a:spcPct val="0"/>
              </a:spcBef>
              <a:defRPr/>
            </a:pPr>
            <a:r>
              <a:rPr lang="en-US" b="true" sz="6002">
                <a:solidFill>
                  <a:srgbClr val="FFB800"/>
                </a:solidFill>
                <a:latin typeface="Poppins Bold"/>
                <a:ea typeface="Poppins Bold"/>
                <a:cs typeface="Poppins Bold"/>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Gloria (3/4)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name="TextBox 2" id="2"/>
          <p:cNvSpPr txBox="true"/>
          <p:nvPr/>
        </p:nvSpPr>
        <p:spPr>
          <a:xfrm rot="0">
            <a:off x="0" y="7432051"/>
            <a:ext cx="18288000" cy="1417701"/>
          </a:xfrm>
          <a:prstGeom prst="rect">
            <a:avLst/>
          </a:prstGeom>
        </p:spPr>
        <p:txBody>
          <a:bodyPr anchor="t" rtlCol="false" tIns="0" lIns="0" bIns="0" rIns="0">
            <a:spAutoFit/>
          </a:bodyPr>
          <a:lstStyle/>
          <a:p>
            <a:pPr algn="ctr" marL="0" indent="0" lvl="0">
              <a:lnSpc>
                <a:spcPts val="10526"/>
              </a:lnSpc>
              <a:defRPr/>
            </a:pPr>
            <a:r>
              <a:rPr lang="en-US" b="true" sz="8699">
                <a:solidFill>
                  <a:srgbClr val="FFFFFF"/>
                </a:solidFill>
                <a:latin typeface="Poppins Bold"/>
                <a:ea typeface="Poppins Bold"/>
                <a:cs typeface="Poppins Bold"/>
                <a:sym typeface="Poppins Bold"/>
              </a:rPr>
              <a:t>AMEN, AMEN, AMEN!</a:t>
            </a:r>
          </a:p>
        </p:txBody>
      </p:sp>
      <p:sp>
        <p:nvSpPr>
          <p:cNvPr name="TextBox 6" id="6"/>
          <p:cNvSpPr txBox="true"/>
          <p:nvPr/>
        </p:nvSpPr>
        <p:spPr>
          <a:xfrm rot="0">
            <a:off x="0" y="1724273"/>
            <a:ext cx="18288000" cy="5122485"/>
          </a:xfrm>
          <a:prstGeom prst="rect">
            <a:avLst/>
          </a:prstGeom>
        </p:spPr>
        <p:txBody>
          <a:bodyPr anchor="t" rtlCol="false" tIns="0" lIns="0" bIns="0" rIns="0">
            <a:spAutoFit/>
          </a:bodyPr>
          <a:lstStyle/>
          <a:p>
            <a:pPr algn="ctr">
              <a:lnSpc>
                <a:spcPts val="10083"/>
              </a:lnSpc>
              <a:defRPr/>
            </a:pPr>
            <a:r>
              <a:rPr lang="en-US" b="true" sz="7202">
                <a:solidFill>
                  <a:srgbClr val="FFB800"/>
                </a:solidFill>
                <a:latin typeface="Poppins Bold"/>
                <a:ea typeface="Poppins Bold"/>
                <a:cs typeface="Poppins Bold"/>
                <a:sym typeface="Poppins Bold"/>
              </a:rPr>
              <a:t>GLORY TO GOD! GLORY TO GOD!</a:t>
            </a:r>
          </a:p>
          <a:p>
            <a:pPr algn="ctr">
              <a:lnSpc>
                <a:spcPts val="10083"/>
              </a:lnSpc>
              <a:defRPr/>
            </a:pPr>
            <a:r>
              <a:rPr lang="en-US" b="true" sz="7202">
                <a:solidFill>
                  <a:srgbClr val="FFB800"/>
                </a:solidFill>
                <a:latin typeface="Poppins Bold"/>
                <a:ea typeface="Poppins Bold"/>
                <a:cs typeface="Poppins Bold"/>
                <a:sym typeface="Poppins Bold"/>
              </a:rPr>
              <a:t>GLORY TO GOD IN THE HIGHEST, </a:t>
            </a:r>
          </a:p>
          <a:p>
            <a:pPr algn="ctr">
              <a:lnSpc>
                <a:spcPts val="10083"/>
              </a:lnSpc>
              <a:defRPr/>
            </a:pPr>
            <a:r>
              <a:rPr lang="en-US" b="true" sz="7202">
                <a:solidFill>
                  <a:srgbClr val="FFB800"/>
                </a:solidFill>
                <a:latin typeface="Poppins Bold"/>
                <a:ea typeface="Poppins Bold"/>
                <a:cs typeface="Poppins Bold"/>
                <a:sym typeface="Poppins Bold"/>
              </a:rPr>
              <a:t>AND ON EARTH , PEACE ON EARTH,</a:t>
            </a:r>
          </a:p>
          <a:p>
            <a:pPr algn="ctr" marL="0" indent="0" lvl="0">
              <a:lnSpc>
                <a:spcPts val="10083"/>
              </a:lnSpc>
              <a:spcBef>
                <a:spcPct val="0"/>
              </a:spcBef>
              <a:defRPr/>
            </a:pPr>
            <a:r>
              <a:rPr lang="en-US" b="true" sz="7202">
                <a:solidFill>
                  <a:srgbClr val="FFB800"/>
                </a:solidFill>
                <a:latin typeface="Poppins Bold"/>
                <a:ea typeface="Poppins Bold"/>
                <a:cs typeface="Poppins Bold"/>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Gloria (4/4)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Let us pray.</a:t>
            </a:r>
          </a:p>
          <a:p>
            <a:pPr algn="ctr">
              <a:spcBef>
                <a:spcPts val="400"/>
              </a:spcBef>
              <a:spcAft>
                <a:spcPts val="500"/>
              </a:spcAft>
              <a:defRPr sz="5500" b="1" i="0">
                <a:solidFill>
                  <a:srgbClr val="F3F4F6"/>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B8A1FF"/>
                </a:solidFill>
                <a:latin typeface="Inter"/>
              </a:defRPr>
            </a:pPr>
            <a:r>
              <a:t>LITURGY OF</a:t>
            </a:r>
            <a:br/>
            <a:r>
              <a:t>THE WORD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a:solidFill>
                  <a:srgbClr val="B8A1FF"/>
                </a:solidFill>
                <a:latin typeface="Inter"/>
              </a:defRPr>
            </a:pPr>
            <a:r>
              <a:t>Liturgy of the Word</a:t>
            </a:r>
          </a:p>
          <a:p>
            <a:pPr algn="ctr">
              <a:spcAft>
                <a:spcPts val="1600"/>
              </a:spcAft>
              <a:defRPr sz="5500" b="1" i="0">
                <a:solidFill>
                  <a:srgbClr val="B8A1FF"/>
                </a:solidFill>
                <a:latin typeface="Inter"/>
              </a:defRPr>
            </a:pPr>
            <a:r>
              <a:t>First Reading</a:t>
            </a:r>
          </a:p>
          <a:p>
            <a:pPr algn="ctr">
              <a:defRPr sz="5500" b="0" i="0">
                <a:solidFill>
                  <a:srgbClr val="F3F4F6"/>
                </a:solidFill>
                <a:latin typeface="Inter"/>
              </a:defRPr>
            </a:pPr>
            <a:r>
              <a:t>Deuteronomy 8:2-3, 14b-16a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a:solidFill>
                  <a:srgbClr val="B8A1FF"/>
                </a:solidFill>
                <a:latin typeface="Inter"/>
              </a:defRPr>
            </a:pPr>
            <a:r>
              <a:t>Liturgy of the Word</a:t>
            </a:r>
          </a:p>
          <a:p>
            <a:pPr algn="ctr">
              <a:spcAft>
                <a:spcPts val="1200"/>
              </a:spcAft>
              <a:defRPr sz="5500" b="1" i="0">
                <a:solidFill>
                  <a:srgbClr val="B8A1FF"/>
                </a:solidFill>
                <a:latin typeface="Inter"/>
              </a:defRPr>
            </a:pPr>
            <a:r>
              <a:t>Responsorial Psalm</a:t>
            </a:r>
            <a:br/>
            <a:r>
              <a:t>(Psalm 147:12-13, 14-15, 19-20)</a:t>
            </a:r>
          </a:p>
          <a:p>
            <a:pPr algn="ctr">
              <a:spcAft>
                <a:spcPts val="800"/>
              </a:spcAft>
              <a:defRPr sz="5500" b="0" i="0">
                <a:solidFill>
                  <a:srgbClr val="F3F4F6"/>
                </a:solidFill>
                <a:latin typeface="Inter"/>
              </a:defRPr>
            </a:pPr>
            <a:r>
              <a:t>R. Praise the Lord, Jerusalem.</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a:solidFill>
                  <a:srgbClr val="B8A1FF"/>
                </a:solidFill>
                <a:latin typeface="Inter"/>
              </a:defRPr>
            </a:pPr>
            <a:r>
              <a:t>Liturgy of the Word</a:t>
            </a:r>
          </a:p>
          <a:p>
            <a:pPr algn="ctr">
              <a:spcAft>
                <a:spcPts val="1600"/>
              </a:spcAft>
              <a:defRPr sz="5500" b="1" i="0">
                <a:solidFill>
                  <a:srgbClr val="B8A1FF"/>
                </a:solidFill>
                <a:latin typeface="Inter"/>
              </a:defRPr>
            </a:pPr>
            <a:r>
              <a:t>Second Reading</a:t>
            </a:r>
          </a:p>
          <a:p>
            <a:pPr algn="ctr">
              <a:defRPr sz="5500" b="0" i="0">
                <a:solidFill>
                  <a:srgbClr val="F3F4F6"/>
                </a:solidFill>
                <a:latin typeface="Inter"/>
              </a:defRPr>
            </a:pPr>
            <a:r>
              <a:t>1 Corinthians 10:16-17</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Word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3F4F6"/>
                </a:solidFill>
                <a:latin typeface="Inter"/>
              </a:defRPr>
            </a:pPr>
            <a:r>
              <a:t>ALLELUIA! ALLELUIA! ALLELUIA!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Gospel Acclamation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The Lord be with you.</a:t>
            </a:r>
          </a:p>
          <a:p>
            <a:pPr algn="ctr">
              <a:spcBef>
                <a:spcPts val="400"/>
              </a:spcBef>
              <a:spcAft>
                <a:spcPts val="500"/>
              </a:spcAft>
              <a:defRPr sz="5500" b="1" i="0">
                <a:solidFill>
                  <a:srgbClr val="F3F4F6"/>
                </a:solidFill>
                <a:latin typeface="Inter"/>
              </a:defRPr>
            </a:pPr>
            <a:r>
              <a:t>All: And with your spirit.</a:t>
            </a:r>
          </a:p>
          <a:p>
            <a:pPr algn="ctr">
              <a:spcBef>
                <a:spcPts val="400"/>
              </a:spcBef>
              <a:spcAft>
                <a:spcPts val="500"/>
              </a:spcAft>
              <a:defRPr sz="5500" b="1" i="0">
                <a:solidFill>
                  <a:srgbClr val="F3F4F6"/>
                </a:solidFill>
                <a:latin typeface="Inter"/>
              </a:defRPr>
            </a:pPr>
            <a:r>
              <a:t>All: Glory to you, O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The Gospel of the Lord.</a:t>
            </a:r>
          </a:p>
          <a:p>
            <a:pPr algn="ctr">
              <a:spcBef>
                <a:spcPts val="400"/>
              </a:spcBef>
              <a:spcAft>
                <a:spcPts val="500"/>
              </a:spcAft>
              <a:defRPr sz="5500" b="1" i="0">
                <a:solidFill>
                  <a:srgbClr val="F3F4F6"/>
                </a:solidFill>
                <a:latin typeface="Inter"/>
              </a:defRPr>
            </a:pPr>
            <a:r>
              <a:t>All: Praise to you, Lord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Gospel Acclamation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gradFill rotWithShape="1">
          <a:gsLst>
            <a:gs pos="0">
              <a:srgbClr val="0C0D11"/>
            </a:gs>
            <a:gs pos="100000">
              <a:srgbClr val="5E616A"/>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F2430">
              <a:alpha val="44706"/>
            </a:srgbClr>
          </a:solidFill>
          <a:ln w="14299" cap="sq">
            <a:solidFill>
              <a:srgbClr val="6B6E76">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51820">
              <a:alpha val="60784"/>
            </a:srgbClr>
          </a:solidFill>
          <a:ln w="14299" cap="sq">
            <a:solidFill>
              <a:srgbClr val="151820">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D6C8F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a:solidFill>
                  <a:srgbClr val="F3F4F6"/>
                </a:solidFill>
                <a:latin typeface="Calibri"/>
              </a:defRPr>
            </a:pPr>
            <a:r>
              <a:t>Fr. Michael Hwang</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a:solidFill>
                  <a:srgbClr val="F3F4F6"/>
                </a:solidFill>
                <a:latin typeface="Calibri"/>
              </a:defRPr>
            </a:pPr>
            <a:r>
              <a:t>YEAR A · 7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200" b="0" i="0">
                <a:solidFill>
                  <a:srgbClr val="DED3F4"/>
                </a:solidFill>
                <a:latin typeface="Calibri"/>
              </a:defRPr>
            </a:pPr>
            <a:r>
              <a:t>“I am the living bread that came down from heaven;</a:t>
            </a:r>
          </a:p>
          <a:p>
            <a:pPr algn="ctr">
              <a:lnSpc>
                <a:spcPct val="108000"/>
              </a:lnSpc>
              <a:defRPr sz="3200" b="0" i="0">
                <a:solidFill>
                  <a:srgbClr val="DED3F4"/>
                </a:solidFill>
                <a:latin typeface="Calibri"/>
              </a:defRPr>
            </a:pPr>
            <a:r>
              <a:t>whoever eats this bread will live forever;</a:t>
            </a:r>
          </a:p>
          <a:p>
            <a:pPr algn="ctr">
              <a:lnSpc>
                <a:spcPct val="108000"/>
              </a:lnSpc>
              <a:defRPr sz="3200" b="0" i="0">
                <a:solidFill>
                  <a:srgbClr val="DED3F4"/>
                </a:solidFill>
                <a:latin typeface="Calibri"/>
              </a:defRPr>
            </a:pPr>
            <a:r>
              <a:t>and the bread that I will give is my flesh for the life of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C1ACFF"/>
                </a:solidFill>
                <a:latin typeface="Calibri"/>
              </a:defRPr>
            </a:pPr>
            <a:r>
              <a:t>GOSPEL (JOHN 6:51–58)</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3600" b="1" i="0">
                <a:solidFill>
                  <a:srgbClr val="F3F4F6"/>
                </a:solidFill>
                <a:latin typeface="Calibri"/>
              </a:defRPr>
            </a:pPr>
            <a:r>
              <a:t>The Solemnity of the Most Holy Body and Blood of Christ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3F4F6"/>
                </a:solidFill>
                <a:latin typeface="Inter"/>
              </a:defRPr>
            </a:pPr>
            <a:r>
              <a:t>All: I believe in one God,</a:t>
            </a:r>
          </a:p>
          <a:p>
            <a:pPr algn="ctr">
              <a:spcAft>
                <a:spcPts val="800"/>
              </a:spcAft>
              <a:defRPr sz="5500" b="0" i="0">
                <a:solidFill>
                  <a:srgbClr val="F3F4F6"/>
                </a:solidFill>
                <a:latin typeface="Inter"/>
              </a:defRPr>
            </a:pPr>
            <a:r>
              <a:t>the Father almighty,</a:t>
            </a:r>
          </a:p>
          <a:p>
            <a:pPr algn="ctr">
              <a:spcAft>
                <a:spcPts val="800"/>
              </a:spcAft>
              <a:defRPr sz="5500" b="0" i="0">
                <a:solidFill>
                  <a:srgbClr val="F3F4F6"/>
                </a:solidFill>
                <a:latin typeface="Inter"/>
              </a:defRPr>
            </a:pPr>
            <a:r>
              <a:t>maker of heaven and earth,</a:t>
            </a:r>
          </a:p>
          <a:p>
            <a:pPr algn="ctr">
              <a:spcAft>
                <a:spcPts val="800"/>
              </a:spcAft>
              <a:defRPr sz="5500" b="0" i="0">
                <a:solidFill>
                  <a:srgbClr val="F3F4F6"/>
                </a:solidFill>
                <a:latin typeface="Inter"/>
              </a:defRPr>
            </a:pPr>
            <a:r>
              <a:t>of all things visible and invisible.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Nicene Creed (1/10)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I believe in one Lord Jesus Christ,</a:t>
            </a:r>
          </a:p>
          <a:p>
            <a:pPr algn="ctr">
              <a:spcAft>
                <a:spcPts val="800"/>
              </a:spcAft>
              <a:defRPr sz="5500" b="0" i="0">
                <a:solidFill>
                  <a:srgbClr val="F3F4F6"/>
                </a:solidFill>
                <a:latin typeface="Inter"/>
              </a:defRPr>
            </a:pPr>
            <a:r>
              <a:t>the Only Begotten Son of God,</a:t>
            </a:r>
          </a:p>
          <a:p>
            <a:pPr algn="ctr">
              <a:spcAft>
                <a:spcPts val="800"/>
              </a:spcAft>
              <a:defRPr sz="5500" b="0" i="0">
                <a:solidFill>
                  <a:srgbClr val="F3F4F6"/>
                </a:solidFill>
                <a:latin typeface="Inter"/>
              </a:defRPr>
            </a:pPr>
            <a:r>
              <a:t>born of the Father before all ages.</a:t>
            </a:r>
          </a:p>
          <a:p>
            <a:pPr algn="ctr">
              <a:spcAft>
                <a:spcPts val="800"/>
              </a:spcAft>
              <a:defRPr sz="5500" b="0" i="0">
                <a:solidFill>
                  <a:srgbClr val="F3F4F6"/>
                </a:solidFill>
                <a:latin typeface="Inter"/>
              </a:defRPr>
            </a:pPr>
            <a:r>
              <a:t>God from God, Light from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Nicene Creed (2/10)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true God from true God,</a:t>
            </a:r>
          </a:p>
          <a:p>
            <a:pPr algn="ctr">
              <a:spcAft>
                <a:spcPts val="800"/>
              </a:spcAft>
              <a:defRPr sz="5500" b="0" i="0">
                <a:solidFill>
                  <a:srgbClr val="F3F4F6"/>
                </a:solidFill>
                <a:latin typeface="Inter"/>
              </a:defRPr>
            </a:pPr>
            <a:r>
              <a:t>begotten, not made, consubstantial with the Father;</a:t>
            </a:r>
          </a:p>
          <a:p>
            <a:pPr algn="ctr">
              <a:spcAft>
                <a:spcPts val="800"/>
              </a:spcAft>
              <a:defRPr sz="5500" b="0" i="0">
                <a:solidFill>
                  <a:srgbClr val="F3F4F6"/>
                </a:solidFill>
                <a:latin typeface="Inter"/>
              </a:defRPr>
            </a:pPr>
            <a:r>
              <a:t>through him all things were made.</a:t>
            </a:r>
          </a:p>
          <a:p>
            <a:pPr algn="ctr">
              <a:spcAft>
                <a:spcPts val="800"/>
              </a:spcAft>
              <a:defRPr sz="5500" b="0" i="0">
                <a:solidFill>
                  <a:srgbClr val="F3F4F6"/>
                </a:solidFill>
                <a:latin typeface="Inter"/>
              </a:defRPr>
            </a:pPr>
            <a:r>
              <a:t>For us men and for our salvation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Nicene Creed (3/10)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he came down from heaven,</a:t>
            </a:r>
          </a:p>
          <a:p>
            <a:pPr algn="ctr">
              <a:spcAft>
                <a:spcPts val="800"/>
              </a:spcAft>
              <a:defRPr sz="5500" b="0" i="0">
                <a:solidFill>
                  <a:srgbClr val="F3F4F6"/>
                </a:solidFill>
                <a:latin typeface="Inter"/>
              </a:defRPr>
            </a:pPr>
            <a:r>
              <a:t>and by the Holy Spirit was incarnate of the Virgin Mary,</a:t>
            </a:r>
          </a:p>
          <a:p>
            <a:pPr algn="ctr">
              <a:spcAft>
                <a:spcPts val="800"/>
              </a:spcAft>
              <a:defRPr sz="5500" b="0" i="0">
                <a:solidFill>
                  <a:srgbClr val="F3F4F6"/>
                </a:solidFill>
                <a:latin typeface="Inter"/>
              </a:defRPr>
            </a:pPr>
            <a:r>
              <a:t>and became man.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Nicene Creed (4/10)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For our sake he was crucified under Pontius Pilate,</a:t>
            </a:r>
          </a:p>
          <a:p>
            <a:pPr algn="ctr">
              <a:spcAft>
                <a:spcPts val="800"/>
              </a:spcAft>
              <a:defRPr sz="5500" b="0" i="0">
                <a:solidFill>
                  <a:srgbClr val="F3F4F6"/>
                </a:solidFill>
                <a:latin typeface="Inter"/>
              </a:defRPr>
            </a:pPr>
            <a:r>
              <a:t>he suffered death and was buried,</a:t>
            </a:r>
          </a:p>
          <a:p>
            <a:pPr algn="ctr">
              <a:spcAft>
                <a:spcPts val="800"/>
              </a:spcAft>
              <a:defRPr sz="5500" b="0" i="0">
                <a:solidFill>
                  <a:srgbClr val="F3F4F6"/>
                </a:solidFill>
                <a:latin typeface="Inter"/>
              </a:defRPr>
            </a:pPr>
            <a:r>
              <a:t>and rose again on the third day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Nicene Creed (5/10)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in accordance with the Scriptures.</a:t>
            </a:r>
          </a:p>
          <a:p>
            <a:pPr algn="ctr">
              <a:spcAft>
                <a:spcPts val="800"/>
              </a:spcAft>
              <a:defRPr sz="5500" b="0" i="0">
                <a:solidFill>
                  <a:srgbClr val="F3F4F6"/>
                </a:solidFill>
                <a:latin typeface="Inter"/>
              </a:defRPr>
            </a:pPr>
            <a:r>
              <a:t>He ascended into heaven</a:t>
            </a:r>
          </a:p>
          <a:p>
            <a:pPr algn="ctr">
              <a:spcAft>
                <a:spcPts val="800"/>
              </a:spcAft>
              <a:defRPr sz="5500" b="0" i="0">
                <a:solidFill>
                  <a:srgbClr val="F3F4F6"/>
                </a:solidFill>
                <a:latin typeface="Inter"/>
              </a:defRPr>
            </a:pPr>
            <a:r>
              <a:t>and is seated at the right hand of the Father.</a:t>
            </a:r>
          </a:p>
          <a:p>
            <a:pPr algn="ctr">
              <a:spcAft>
                <a:spcPts val="800"/>
              </a:spcAft>
              <a:defRPr sz="5500" b="0" i="0">
                <a:solidFill>
                  <a:srgbClr val="F3F4F6"/>
                </a:solidFill>
                <a:latin typeface="Inter"/>
              </a:defRPr>
            </a:pPr>
            <a:r>
              <a:t>He will come again in glory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Nicene Creed (6/10)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to judge the living and the dead</a:t>
            </a:r>
          </a:p>
          <a:p>
            <a:pPr algn="ctr">
              <a:spcAft>
                <a:spcPts val="800"/>
              </a:spcAft>
              <a:defRPr sz="5500" b="0" i="0">
                <a:solidFill>
                  <a:srgbClr val="F3F4F6"/>
                </a:solidFill>
                <a:latin typeface="Inter"/>
              </a:defRPr>
            </a:pPr>
            <a:r>
              <a:t>and his kingdom will have no end.</a:t>
            </a:r>
          </a:p>
          <a:p>
            <a:pPr algn="ctr">
              <a:spcAft>
                <a:spcPts val="800"/>
              </a:spcAft>
              <a:defRPr sz="5500" b="0" i="0">
                <a:solidFill>
                  <a:srgbClr val="F3F4F6"/>
                </a:solidFill>
                <a:latin typeface="Inter"/>
              </a:defRPr>
            </a:pPr>
            <a:r>
              <a:t>I believe in the Holy Spirit, the Lord, the giver of life,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Nicene Creed (7/10)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who proceeds from the Father and the Son,</a:t>
            </a:r>
          </a:p>
          <a:p>
            <a:pPr algn="ctr">
              <a:spcAft>
                <a:spcPts val="800"/>
              </a:spcAft>
              <a:defRPr sz="5500" b="0" i="0">
                <a:solidFill>
                  <a:srgbClr val="F3F4F6"/>
                </a:solidFill>
                <a:latin typeface="Inter"/>
              </a:defRPr>
            </a:pPr>
            <a:r>
              <a:t>who with the Father and the Son is adored and glorified,</a:t>
            </a:r>
          </a:p>
          <a:p>
            <a:pPr algn="ctr">
              <a:spcAft>
                <a:spcPts val="800"/>
              </a:spcAft>
              <a:defRPr sz="5500" b="0" i="0">
                <a:solidFill>
                  <a:srgbClr val="F3F4F6"/>
                </a:solidFill>
                <a:latin typeface="Inter"/>
              </a:defRPr>
            </a:pPr>
            <a:r>
              <a:t>who has spoken through the prophets.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Nicene Creed (8/10)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I believe in one, holy, catholic and apostolic Church.</a:t>
            </a:r>
          </a:p>
          <a:p>
            <a:pPr algn="ctr">
              <a:spcAft>
                <a:spcPts val="800"/>
              </a:spcAft>
              <a:defRPr sz="5500" b="0" i="0">
                <a:solidFill>
                  <a:srgbClr val="F3F4F6"/>
                </a:solidFill>
                <a:latin typeface="Inter"/>
              </a:defRPr>
            </a:pPr>
            <a:r>
              <a:t>I confess one Baptism for the forgiveness of sins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Nicene Creed (9/10)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and I look forward to the resurrection of the dead</a:t>
            </a:r>
          </a:p>
          <a:p>
            <a:pPr algn="ctr">
              <a:spcAft>
                <a:spcPts val="800"/>
              </a:spcAft>
              <a:defRPr sz="5500" b="0" i="0">
                <a:solidFill>
                  <a:srgbClr val="F3F4F6"/>
                </a:solidFill>
                <a:latin typeface="Inter"/>
              </a:defRPr>
            </a:pPr>
            <a:r>
              <a:t>and the life of the world to come.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Nicene Creed (10/10)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C0D11"/>
            </a:gs>
            <a:gs pos="100000">
              <a:srgbClr val="5E616A"/>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F2430">
              <a:alpha val="44706"/>
            </a:srgbClr>
          </a:solidFill>
          <a:ln w="14299" cap="sq">
            <a:solidFill>
              <a:srgbClr val="6B6E76">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51820">
              <a:alpha val="60784"/>
            </a:srgbClr>
          </a:solidFill>
          <a:ln w="14299" cap="sq">
            <a:solidFill>
              <a:srgbClr val="151820">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D6C8F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a:solidFill>
                  <a:srgbClr val="F3F4F6"/>
                </a:solidFill>
                <a:latin typeface="Calibri"/>
              </a:defRPr>
            </a:pPr>
            <a:r>
              <a:t>Fr. Michael Hwang</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a:solidFill>
                  <a:srgbClr val="F3F4F6"/>
                </a:solidFill>
                <a:latin typeface="Calibri"/>
              </a:defRPr>
            </a:pPr>
            <a:r>
              <a:t>YEAR A · 7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200" b="0" i="0">
                <a:solidFill>
                  <a:srgbClr val="DED3F4"/>
                </a:solidFill>
                <a:latin typeface="Calibri"/>
              </a:defRPr>
            </a:pPr>
            <a:r>
              <a:t>“I am the living bread that came down from heaven;</a:t>
            </a:r>
          </a:p>
          <a:p>
            <a:pPr algn="ctr">
              <a:lnSpc>
                <a:spcPct val="108000"/>
              </a:lnSpc>
              <a:defRPr sz="3200" b="0" i="0">
                <a:solidFill>
                  <a:srgbClr val="DED3F4"/>
                </a:solidFill>
                <a:latin typeface="Calibri"/>
              </a:defRPr>
            </a:pPr>
            <a:r>
              <a:t>whoever eats this bread will live forever;</a:t>
            </a:r>
          </a:p>
          <a:p>
            <a:pPr algn="ctr">
              <a:lnSpc>
                <a:spcPct val="108000"/>
              </a:lnSpc>
              <a:defRPr sz="3200" b="0" i="0">
                <a:solidFill>
                  <a:srgbClr val="DED3F4"/>
                </a:solidFill>
                <a:latin typeface="Calibri"/>
              </a:defRPr>
            </a:pPr>
            <a:r>
              <a:t>and the bread that I will give is my flesh for the life of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C1ACFF"/>
                </a:solidFill>
                <a:latin typeface="Calibri"/>
              </a:defRPr>
            </a:pPr>
            <a:r>
              <a:t>GOSPEL (JOHN 6:51–58)</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3600" b="1" i="0">
                <a:solidFill>
                  <a:srgbClr val="F3F4F6"/>
                </a:solidFill>
                <a:latin typeface="Calibri"/>
              </a:defRPr>
            </a:pPr>
            <a:r>
              <a:t>The Solemnity of the Most Holy Body and Blood of Christ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For the holy Church of God throughout the world, that the Lord may guard her and grant her peace and unity according to his will: let us pray to the Lord.</a:t>
            </a:r>
          </a:p>
          <a:p>
            <a:pPr algn="ctr">
              <a:spcBef>
                <a:spcPts val="400"/>
              </a:spcBef>
              <a:spcAft>
                <a:spcPts val="500"/>
              </a:spcAft>
              <a:defRPr sz="5500" b="1" i="0">
                <a:solidFill>
                  <a:srgbClr val="F3F4F6"/>
                </a:solidFill>
                <a:latin typeface="Inter"/>
              </a:defRPr>
            </a:pPr>
            <a:r>
              <a:t>All: Lord, hear our prayer.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Prayer of the Faithful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The Priest concludes the Prayer of the Faithful with a prayer in full, for example:</a:t>
            </a:r>
          </a:p>
          <a:p>
            <a:pPr algn="ctr">
              <a:spcBef>
                <a:spcPts val="400"/>
              </a:spcBef>
              <a:spcAft>
                <a:spcPts val="500"/>
              </a:spcAft>
              <a:defRPr sz="5500" b="1" i="0">
                <a:solidFill>
                  <a:srgbClr val="B8A1FF"/>
                </a:solidFill>
                <a:latin typeface="Inter"/>
              </a:defRPr>
            </a:pPr>
            <a:r>
              <a:t>Priest: Heavenly Father, hear the prayers of the Church, which we make through Christ our Lord.</a:t>
            </a:r>
          </a:p>
          <a:p>
            <a:pPr algn="ctr">
              <a:spcBef>
                <a:spcPts val="400"/>
              </a:spcBef>
              <a:spcAft>
                <a:spcPts val="500"/>
              </a:spcAft>
              <a:defRPr sz="5500" b="1" i="0">
                <a:solidFill>
                  <a:srgbClr val="F3F4F6"/>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Prayer of the Faithful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C0D11"/>
            </a:gs>
            <a:gs pos="100000">
              <a:srgbClr val="5E616A"/>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F2430">
              <a:alpha val="44706"/>
            </a:srgbClr>
          </a:solidFill>
          <a:ln w="14299" cap="sq">
            <a:solidFill>
              <a:srgbClr val="6B6E76">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51820">
              <a:alpha val="60784"/>
            </a:srgbClr>
          </a:solidFill>
          <a:ln w="14299" cap="sq">
            <a:solidFill>
              <a:srgbClr val="151820">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D6C8F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a:solidFill>
                  <a:srgbClr val="F3F4F6"/>
                </a:solidFill>
                <a:latin typeface="Calibri"/>
              </a:defRPr>
            </a:pPr>
            <a:r>
              <a:t>Fr. Michael Hwang</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a:solidFill>
                  <a:srgbClr val="F3F4F6"/>
                </a:solidFill>
                <a:latin typeface="Calibri"/>
              </a:defRPr>
            </a:pPr>
            <a:r>
              <a:t>YEAR A · 7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200" b="0" i="0">
                <a:solidFill>
                  <a:srgbClr val="DED3F4"/>
                </a:solidFill>
                <a:latin typeface="Calibri"/>
              </a:defRPr>
            </a:pPr>
            <a:r>
              <a:t>“I am the living bread that came down from heaven;</a:t>
            </a:r>
          </a:p>
          <a:p>
            <a:pPr algn="ctr">
              <a:lnSpc>
                <a:spcPct val="108000"/>
              </a:lnSpc>
              <a:defRPr sz="3200" b="0" i="0">
                <a:solidFill>
                  <a:srgbClr val="DED3F4"/>
                </a:solidFill>
                <a:latin typeface="Calibri"/>
              </a:defRPr>
            </a:pPr>
            <a:r>
              <a:t>whoever eats this bread will live forever;</a:t>
            </a:r>
          </a:p>
          <a:p>
            <a:pPr algn="ctr">
              <a:lnSpc>
                <a:spcPct val="108000"/>
              </a:lnSpc>
              <a:defRPr sz="3200" b="0" i="0">
                <a:solidFill>
                  <a:srgbClr val="DED3F4"/>
                </a:solidFill>
                <a:latin typeface="Calibri"/>
              </a:defRPr>
            </a:pPr>
            <a:r>
              <a:t>and the bread that I will give is my flesh for the life of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C1ACFF"/>
                </a:solidFill>
                <a:latin typeface="Calibri"/>
              </a:defRPr>
            </a:pPr>
            <a:r>
              <a:t>GOSPEL (JOHN 6:51–58)</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3600" b="1" i="0">
                <a:solidFill>
                  <a:srgbClr val="F3F4F6"/>
                </a:solidFill>
                <a:latin typeface="Calibri"/>
              </a:defRPr>
            </a:pPr>
            <a:r>
              <a:t>The Solemnity of the Most Holy Body and Blood of Christ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Gift of Finest Wheat</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400" b="1" i="0">
                <a:solidFill>
                  <a:srgbClr val="FFFFFF"/>
                </a:solidFill>
                <a:latin typeface="Poppins Bold"/>
              </a:defRPr>
            </a:pPr>
            <a:r>
              <a:t>YOU SATISFY THE HUNGRY HEART</a:t>
            </a:r>
          </a:p>
          <a:p>
            <a:pPr algn="ctr">
              <a:lnSpc>
                <a:spcPct val="100000"/>
              </a:lnSpc>
              <a:spcAft>
                <a:spcPts val="600"/>
              </a:spcAft>
              <a:defRPr sz="5400" b="1" i="0">
                <a:solidFill>
                  <a:srgbClr val="FFFFFF"/>
                </a:solidFill>
                <a:latin typeface="Poppins Bold"/>
              </a:defRPr>
            </a:pPr>
            <a:r>
              <a:t>WITH GIFT OF FINEST WHEAT,</a:t>
            </a:r>
          </a:p>
          <a:p>
            <a:pPr algn="ctr">
              <a:lnSpc>
                <a:spcPct val="100000"/>
              </a:lnSpc>
              <a:spcAft>
                <a:spcPts val="600"/>
              </a:spcAft>
              <a:defRPr sz="5400" b="1" i="0">
                <a:solidFill>
                  <a:srgbClr val="FFFFFF"/>
                </a:solidFill>
                <a:latin typeface="Poppins Bold"/>
              </a:defRPr>
            </a:pPr>
            <a:r>
              <a:t>COME GIVE TO US, O SAVING LORD,</a:t>
            </a:r>
          </a:p>
          <a:p>
            <a:pPr algn="ctr">
              <a:lnSpc>
                <a:spcPct val="100000"/>
              </a:lnSpc>
              <a:spcAft>
                <a:spcPts val="600"/>
              </a:spcAft>
              <a:defRPr sz="5400" b="1" i="0">
                <a:solidFill>
                  <a:srgbClr val="FFFFFF"/>
                </a:solidFill>
                <a:latin typeface="Poppins Bold"/>
              </a:defRPr>
            </a:pPr>
            <a:r>
              <a:t>THE BREAD OF LIFE TO EAT.</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400" b="1" i="0">
                <a:solidFill>
                  <a:srgbClr val="FFFFFF"/>
                </a:solidFill>
                <a:latin typeface="Poppins Bold"/>
              </a:defRPr>
            </a:pPr>
            <a:r>
              <a:t>AS WHEN THE GRAIN BY SAINTS BELIEVED</a:t>
            </a:r>
          </a:p>
          <a:p>
            <a:pPr algn="ctr">
              <a:lnSpc>
                <a:spcPct val="100000"/>
              </a:lnSpc>
              <a:spcAft>
                <a:spcPts val="600"/>
              </a:spcAft>
              <a:defRPr sz="5400" b="1" i="0">
                <a:solidFill>
                  <a:srgbClr val="FFFFFF"/>
                </a:solidFill>
                <a:latin typeface="Poppins Bold"/>
              </a:defRPr>
            </a:pPr>
            <a:r>
              <a:t>WAS BLESSED AND BROKEN, LORD,</a:t>
            </a:r>
          </a:p>
          <a:p>
            <a:pPr algn="ctr">
              <a:lnSpc>
                <a:spcPct val="100000"/>
              </a:lnSpc>
              <a:spcAft>
                <a:spcPts val="600"/>
              </a:spcAft>
              <a:defRPr sz="5400" b="1" i="0">
                <a:solidFill>
                  <a:srgbClr val="FFFFFF"/>
                </a:solidFill>
                <a:latin typeface="Poppins Bold"/>
              </a:defRPr>
            </a:pPr>
            <a:r>
              <a:t>SO MAY YOUR CHURCH IN LANDS TODAY</a:t>
            </a:r>
          </a:p>
          <a:p>
            <a:pPr algn="ctr">
              <a:lnSpc>
                <a:spcPct val="100000"/>
              </a:lnSpc>
              <a:spcAft>
                <a:spcPts val="600"/>
              </a:spcAft>
              <a:defRPr sz="5400" b="1" i="0">
                <a:solidFill>
                  <a:srgbClr val="FFFFFF"/>
                </a:solidFill>
                <a:latin typeface="Poppins Bold"/>
              </a:defRPr>
            </a:pPr>
            <a:r>
              <a:t>BE FED, YOUR PRAISE RESTORED.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400" b="1" i="0">
                <a:solidFill>
                  <a:srgbClr val="FFFFFF"/>
                </a:solidFill>
                <a:latin typeface="Poppins Bold"/>
              </a:defRPr>
            </a:pPr>
            <a:r>
              <a:t>O LORD OF HARVEST, GRANT THAT WE</a:t>
            </a:r>
          </a:p>
          <a:p>
            <a:pPr algn="ctr">
              <a:lnSpc>
                <a:spcPct val="100000"/>
              </a:lnSpc>
              <a:spcAft>
                <a:spcPts val="600"/>
              </a:spcAft>
              <a:defRPr sz="5400" b="1" i="0">
                <a:solidFill>
                  <a:srgbClr val="FFFFFF"/>
                </a:solidFill>
                <a:latin typeface="Poppins Bold"/>
              </a:defRPr>
            </a:pPr>
            <a:r>
              <a:t>WHO SHARE THIS MYSTERY HERE</a:t>
            </a:r>
          </a:p>
          <a:p>
            <a:pPr algn="ctr">
              <a:lnSpc>
                <a:spcPct val="100000"/>
              </a:lnSpc>
              <a:spcAft>
                <a:spcPts val="600"/>
              </a:spcAft>
              <a:defRPr sz="5400" b="1" i="0">
                <a:solidFill>
                  <a:srgbClr val="FFFFFF"/>
                </a:solidFill>
                <a:latin typeface="Poppins Bold"/>
              </a:defRPr>
            </a:pPr>
            <a:r>
              <a:t>MAY FOLLOW YOU UNCEASINGLY</a:t>
            </a:r>
          </a:p>
          <a:p>
            <a:pPr algn="ctr">
              <a:lnSpc>
                <a:spcPct val="100000"/>
              </a:lnSpc>
              <a:spcAft>
                <a:spcPts val="600"/>
              </a:spcAft>
              <a:defRPr sz="5400" b="1" i="0">
                <a:solidFill>
                  <a:srgbClr val="FFFFFF"/>
                </a:solidFill>
                <a:latin typeface="Poppins Bold"/>
              </a:defRPr>
            </a:pPr>
            <a:r>
              <a:t>IN PRAISE, IN LOVE, IN FEAR.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400" b="1" i="0">
                <a:solidFill>
                  <a:srgbClr val="FFFFFF"/>
                </a:solidFill>
                <a:latin typeface="Poppins Bold"/>
              </a:defRPr>
            </a:pPr>
            <a:r>
              <a:t>ONE BREAD, ONE CUP, ONE LIFE, ONE LORD—</a:t>
            </a:r>
          </a:p>
          <a:p>
            <a:pPr algn="ctr">
              <a:lnSpc>
                <a:spcPct val="100000"/>
              </a:lnSpc>
              <a:spcAft>
                <a:spcPts val="600"/>
              </a:spcAft>
              <a:defRPr sz="5400" b="1" i="0">
                <a:solidFill>
                  <a:srgbClr val="FFFFFF"/>
                </a:solidFill>
                <a:latin typeface="Poppins Bold"/>
              </a:defRPr>
            </a:pPr>
            <a:r>
              <a:t>WE OFFER, CHRIST, TO YOU;</a:t>
            </a:r>
          </a:p>
          <a:p>
            <a:pPr algn="ctr">
              <a:lnSpc>
                <a:spcPct val="100000"/>
              </a:lnSpc>
              <a:spcAft>
                <a:spcPts val="600"/>
              </a:spcAft>
              <a:defRPr sz="5400" b="1" i="0">
                <a:solidFill>
                  <a:srgbClr val="FFFFFF"/>
                </a:solidFill>
                <a:latin typeface="Poppins Bold"/>
              </a:defRPr>
            </a:pPr>
            <a:r>
              <a:t>UNTIL WE SHARE YOUR BANQUET BOARD</a:t>
            </a:r>
          </a:p>
          <a:p>
            <a:pPr algn="ctr">
              <a:lnSpc>
                <a:spcPct val="100000"/>
              </a:lnSpc>
              <a:spcAft>
                <a:spcPts val="600"/>
              </a:spcAft>
              <a:defRPr sz="5400" b="1" i="0">
                <a:solidFill>
                  <a:srgbClr val="FFFFFF"/>
                </a:solidFill>
                <a:latin typeface="Poppins Bold"/>
              </a:defRPr>
            </a:pPr>
            <a:r>
              <a:t>WHERE ALL THE WORLD IS NEW.</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B8A1FF"/>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Eucharist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Pray, brethren, that my sacrifice and yours may be acceptable to God, the almighty Father.</a:t>
            </a:r>
          </a:p>
          <a:p>
            <a:pPr algn="ctr">
              <a:spcBef>
                <a:spcPts val="400"/>
              </a:spcBef>
              <a:spcAft>
                <a:spcPts val="500"/>
              </a:spcAft>
              <a:defRPr sz="5500" b="1" i="0">
                <a:solidFill>
                  <a:srgbClr val="F3F4F6"/>
                </a:solidFill>
                <a:latin typeface="Inter"/>
              </a:defRPr>
            </a:pPr>
            <a:r>
              <a:t>All: May the Lord accept the sacrifice at your hands, for the praise and glory of his name, for our good and the good of all his holy Church.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Eucharist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B8A1FF"/>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Eucharist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The Lord be with you.</a:t>
            </a:r>
          </a:p>
          <a:p>
            <a:pPr algn="ctr">
              <a:spcBef>
                <a:spcPts val="400"/>
              </a:spcBef>
              <a:spcAft>
                <a:spcPts val="500"/>
              </a:spcAft>
              <a:defRPr sz="5500" b="1" i="0">
                <a:solidFill>
                  <a:srgbClr val="F3F4F6"/>
                </a:solidFill>
                <a:latin typeface="Inter"/>
              </a:defRPr>
            </a:pPr>
            <a:r>
              <a:t>All: And with your spirit.</a:t>
            </a:r>
          </a:p>
          <a:p>
            <a:pPr algn="ctr">
              <a:spcBef>
                <a:spcPts val="400"/>
              </a:spcBef>
              <a:spcAft>
                <a:spcPts val="500"/>
              </a:spcAft>
              <a:defRPr sz="5500" b="1" i="0">
                <a:solidFill>
                  <a:srgbClr val="B8A1FF"/>
                </a:solidFill>
                <a:latin typeface="Inter"/>
              </a:defRPr>
            </a:pPr>
            <a:r>
              <a:t>Priest: Lift up your hearts.</a:t>
            </a:r>
          </a:p>
          <a:p>
            <a:pPr algn="ctr">
              <a:spcBef>
                <a:spcPts val="400"/>
              </a:spcBef>
              <a:spcAft>
                <a:spcPts val="500"/>
              </a:spcAft>
              <a:defRPr sz="5500" b="1" i="0">
                <a:solidFill>
                  <a:srgbClr val="F3F4F6"/>
                </a:solidFill>
                <a:latin typeface="Inter"/>
              </a:defRPr>
            </a:pPr>
            <a:r>
              <a:t>All: We lift them up to the Lord.</a:t>
            </a:r>
          </a:p>
          <a:p>
            <a:pPr algn="ctr">
              <a:spcBef>
                <a:spcPts val="400"/>
              </a:spcBef>
              <a:spcAft>
                <a:spcPts val="500"/>
              </a:spcAft>
              <a:defRPr sz="5500" b="1" i="0">
                <a:solidFill>
                  <a:srgbClr val="B8A1FF"/>
                </a:solidFill>
                <a:latin typeface="Inter"/>
              </a:defRPr>
            </a:pPr>
            <a:r>
              <a:t>Priest: Let us give thanks to the Lord our God.</a:t>
            </a:r>
          </a:p>
          <a:p>
            <a:pPr algn="ctr">
              <a:spcBef>
                <a:spcPts val="400"/>
              </a:spcBef>
              <a:spcAft>
                <a:spcPts val="500"/>
              </a:spcAft>
              <a:defRPr sz="5500" b="1" i="0">
                <a:solidFill>
                  <a:srgbClr val="F3F4F6"/>
                </a:solidFill>
                <a:latin typeface="Inter"/>
              </a:defRPr>
            </a:pPr>
            <a:r>
              <a:t>All: It is right and just.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Eucharist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3F4F6"/>
                </a:solidFill>
                <a:latin typeface="Inter"/>
              </a:defRPr>
            </a:pPr>
            <a:r>
              <a:t>Holy, Holy, Holy Lord God of hosts.</a:t>
            </a:r>
          </a:p>
          <a:p>
            <a:pPr algn="ctr">
              <a:spcAft>
                <a:spcPts val="800"/>
              </a:spcAft>
              <a:defRPr sz="5500" b="0" i="0">
                <a:solidFill>
                  <a:srgbClr val="F3F4F6"/>
                </a:solidFill>
                <a:latin typeface="Inter"/>
              </a:defRPr>
            </a:pPr>
            <a:r>
              <a:t>Heaven and earth are full of your glory.</a:t>
            </a:r>
          </a:p>
          <a:p>
            <a:pPr algn="ctr">
              <a:spcAft>
                <a:spcPts val="800"/>
              </a:spcAft>
              <a:defRPr sz="5500" b="0" i="0">
                <a:solidFill>
                  <a:srgbClr val="F3F4F6"/>
                </a:solidFill>
                <a:latin typeface="Inter"/>
              </a:defRPr>
            </a:pPr>
            <a:r>
              <a:t>Hosanna in the highest.</a:t>
            </a:r>
          </a:p>
          <a:p>
            <a:pPr algn="ctr">
              <a:spcAft>
                <a:spcPts val="800"/>
              </a:spcAft>
              <a:defRPr sz="5500" b="0" i="0">
                <a:solidFill>
                  <a:srgbClr val="F3F4F6"/>
                </a:solidFill>
                <a:latin typeface="Inter"/>
              </a:defRPr>
            </a:pPr>
            <a:r>
              <a:t>Blessed is he who comes in the name of the Lord.</a:t>
            </a:r>
          </a:p>
          <a:p>
            <a:pPr algn="ctr">
              <a:spcAft>
                <a:spcPts val="800"/>
              </a:spcAft>
              <a:defRPr sz="5500" b="0" i="0">
                <a:solidFill>
                  <a:srgbClr val="F3F4F6"/>
                </a:solidFill>
                <a:latin typeface="Inter"/>
              </a:defRPr>
            </a:pPr>
            <a:r>
              <a:t>Hosanna in the highest.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Sanctus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B8A1FF"/>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Eucharist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F3F4F6"/>
                </a:solidFill>
                <a:latin typeface="Inter"/>
              </a:defRPr>
            </a:pPr>
            <a:r>
              <a:t>All: We proclaim your Death, O Lord,</a:t>
            </a:r>
          </a:p>
          <a:p>
            <a:pPr algn="ctr">
              <a:spcAft>
                <a:spcPts val="500"/>
              </a:spcAft>
              <a:defRPr sz="5500" b="0" i="0">
                <a:solidFill>
                  <a:srgbClr val="F3F4F6"/>
                </a:solidFill>
                <a:latin typeface="Inter"/>
              </a:defRPr>
            </a:pPr>
            <a:r>
              <a:t>and profess your Resurrection</a:t>
            </a:r>
          </a:p>
          <a:p>
            <a:pPr algn="ctr">
              <a:spcAft>
                <a:spcPts val="500"/>
              </a:spcAft>
              <a:defRPr sz="5500" b="0" i="0">
                <a:solidFill>
                  <a:srgbClr val="F3F4F6"/>
                </a:solidFill>
                <a:latin typeface="Inter"/>
              </a:defRPr>
            </a:pPr>
            <a:r>
              <a:t>until you come again.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The Eucharistic Prayer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B8A1FF"/>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Liturgy of the Eucharist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F3F4F6"/>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Great Amen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3F4F6"/>
                </a:solidFill>
                <a:latin typeface="Inter"/>
              </a:defRPr>
            </a:pPr>
            <a:r>
              <a:t>Our Father, who art in heaven,</a:t>
            </a:r>
          </a:p>
          <a:p>
            <a:pPr algn="ctr">
              <a:spcAft>
                <a:spcPts val="800"/>
              </a:spcAft>
              <a:defRPr sz="5500" b="0" i="0">
                <a:solidFill>
                  <a:srgbClr val="F3F4F6"/>
                </a:solidFill>
                <a:latin typeface="Inter"/>
              </a:defRPr>
            </a:pPr>
            <a:r>
              <a:t>hallowed be thy name;</a:t>
            </a:r>
          </a:p>
          <a:p>
            <a:pPr algn="ctr">
              <a:spcAft>
                <a:spcPts val="800"/>
              </a:spcAft>
              <a:defRPr sz="5500" b="0" i="0">
                <a:solidFill>
                  <a:srgbClr val="F3F4F6"/>
                </a:solidFill>
                <a:latin typeface="Inter"/>
              </a:defRPr>
            </a:pPr>
            <a:r>
              <a:t>thy kingdom come,</a:t>
            </a:r>
          </a:p>
          <a:p>
            <a:pPr algn="ctr">
              <a:spcAft>
                <a:spcPts val="800"/>
              </a:spcAft>
              <a:defRPr sz="5500" b="0" i="0">
                <a:solidFill>
                  <a:srgbClr val="F3F4F6"/>
                </a:solidFill>
                <a:latin typeface="Inter"/>
              </a:defRPr>
            </a:pPr>
            <a:r>
              <a:t>thy will be done,</a:t>
            </a:r>
          </a:p>
          <a:p>
            <a:pPr algn="ctr">
              <a:spcAft>
                <a:spcPts val="800"/>
              </a:spcAft>
              <a:defRPr sz="5500" b="0" i="0">
                <a:solidFill>
                  <a:srgbClr val="F3F4F6"/>
                </a:solidFill>
                <a:latin typeface="Inter"/>
              </a:defRPr>
            </a:pPr>
            <a:r>
              <a:t>on earth as it is in heaven.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Our Father (1/5)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Give us this day our daily bread;</a:t>
            </a:r>
          </a:p>
          <a:p>
            <a:pPr algn="ctr">
              <a:spcAft>
                <a:spcPts val="800"/>
              </a:spcAft>
              <a:defRPr sz="5500" b="0" i="0">
                <a:solidFill>
                  <a:srgbClr val="F3F4F6"/>
                </a:solidFill>
                <a:latin typeface="Inter"/>
              </a:defRPr>
            </a:pPr>
            <a:r>
              <a:t>and forgive us our trespasses,</a:t>
            </a:r>
          </a:p>
          <a:p>
            <a:pPr algn="ctr">
              <a:spcAft>
                <a:spcPts val="800"/>
              </a:spcAft>
              <a:defRPr sz="5500" b="0" i="0">
                <a:solidFill>
                  <a:srgbClr val="F3F4F6"/>
                </a:solidFill>
                <a:latin typeface="Inter"/>
              </a:defRPr>
            </a:pPr>
            <a:r>
              <a:t>as we forgive those who trespass against us;</a:t>
            </a:r>
          </a:p>
          <a:p>
            <a:pPr algn="ctr">
              <a:spcAft>
                <a:spcPts val="800"/>
              </a:spcAft>
              <a:defRPr sz="5500" b="0" i="0">
                <a:solidFill>
                  <a:srgbClr val="F3F4F6"/>
                </a:solidFill>
                <a:latin typeface="Inter"/>
              </a:defRPr>
            </a:pPr>
            <a:r>
              <a:t>and lead us not into temptation,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Our Father (2/5)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3F4F6"/>
                </a:solidFill>
                <a:latin typeface="Inter"/>
              </a:defRPr>
            </a:pPr>
            <a:r>
              <a:t>but deliver us from evil.</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Our Father (3/5)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B8A1FF"/>
                </a:solidFill>
                <a:latin typeface="Inter"/>
              </a:defRPr>
            </a:pPr>
            <a:r>
              <a:t>Priest: Deliver us, Lord, we pray, from every evil, graciously grant peace in our days, that, by the help of your mercy, we may be always free from sin and safe from all distress, as we await the blessed hope and the coming of our Savior,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Our Father (4/5)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3F4F6"/>
                </a:solidFill>
                <a:latin typeface="Inter"/>
              </a:defRPr>
            </a:pPr>
            <a:r>
              <a:t>For the kingdom, the power, and the glory are yours now and for ever.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Our Father (5/5)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C0D11"/>
            </a:gs>
            <a:gs pos="100000">
              <a:srgbClr val="5E616A"/>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F2430">
              <a:alpha val="44706"/>
            </a:srgbClr>
          </a:solidFill>
          <a:ln w="14299" cap="sq">
            <a:solidFill>
              <a:srgbClr val="6B6E76">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51820">
              <a:alpha val="60784"/>
            </a:srgbClr>
          </a:solidFill>
          <a:ln w="14299" cap="sq">
            <a:solidFill>
              <a:srgbClr val="151820">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D6C8F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a:solidFill>
                  <a:srgbClr val="F3F4F6"/>
                </a:solidFill>
                <a:latin typeface="Calibri"/>
              </a:defRPr>
            </a:pPr>
            <a:r>
              <a:t>Fr. Michael Hwang</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a:solidFill>
                  <a:srgbClr val="F3F4F6"/>
                </a:solidFill>
                <a:latin typeface="Calibri"/>
              </a:defRPr>
            </a:pPr>
            <a:r>
              <a:t>YEAR A · 7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200" b="0" i="0">
                <a:solidFill>
                  <a:srgbClr val="DED3F4"/>
                </a:solidFill>
                <a:latin typeface="Calibri"/>
              </a:defRPr>
            </a:pPr>
            <a:r>
              <a:t>“I am the living bread that came down from heaven;</a:t>
            </a:r>
          </a:p>
          <a:p>
            <a:pPr algn="ctr">
              <a:lnSpc>
                <a:spcPct val="108000"/>
              </a:lnSpc>
              <a:defRPr sz="3200" b="0" i="0">
                <a:solidFill>
                  <a:srgbClr val="DED3F4"/>
                </a:solidFill>
                <a:latin typeface="Calibri"/>
              </a:defRPr>
            </a:pPr>
            <a:r>
              <a:t>whoever eats this bread will live forever;</a:t>
            </a:r>
          </a:p>
          <a:p>
            <a:pPr algn="ctr">
              <a:lnSpc>
                <a:spcPct val="108000"/>
              </a:lnSpc>
              <a:defRPr sz="3200" b="0" i="0">
                <a:solidFill>
                  <a:srgbClr val="DED3F4"/>
                </a:solidFill>
                <a:latin typeface="Calibri"/>
              </a:defRPr>
            </a:pPr>
            <a:r>
              <a:t>and the bread that I will give is my flesh for the life of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C1ACFF"/>
                </a:solidFill>
                <a:latin typeface="Calibri"/>
              </a:defRPr>
            </a:pPr>
            <a:r>
              <a:t>GOSPEL (JOHN 6:51–58)</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3600" b="1" i="0">
                <a:solidFill>
                  <a:srgbClr val="F3F4F6"/>
                </a:solidFill>
                <a:latin typeface="Calibri"/>
              </a:defRPr>
            </a:pPr>
            <a:r>
              <a:t>The Solemnity of the Most Holy Body and Blood of Christ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name="TextBox 2" id="2"/>
          <p:cNvSpPr txBox="true"/>
          <p:nvPr/>
        </p:nvSpPr>
        <p:spPr>
          <a:xfrm rot="0">
            <a:off x="2927842" y="1531619"/>
            <a:ext cx="12432316" cy="2144014"/>
          </a:xfrm>
          <a:prstGeom prst="rect">
            <a:avLst/>
          </a:prstGeom>
        </p:spPr>
        <p:txBody>
          <a:bodyPr anchor="t" rtlCol="false" tIns="0" lIns="0" bIns="0" rIns="0">
            <a:spAutoFit/>
          </a:bodyPr>
          <a:lstStyle/>
          <a:p>
            <a:pPr algn="just" marL="0" indent="0" lvl="0">
              <a:lnSpc>
                <a:spcPts val="8228"/>
              </a:lnSpc>
              <a:defRPr/>
            </a:pPr>
            <a:r>
              <a:rPr lang="en-US" b="true" sz="6800">
                <a:solidFill>
                  <a:srgbClr val="F8B300"/>
                </a:solidFill>
                <a:latin typeface="Poppins Semi-Bold"/>
                <a:ea typeface="Poppins Semi-Bold"/>
                <a:cs typeface="Poppins Semi-Bold"/>
                <a:sym typeface="Poppins Semi-Bold"/>
              </a:rPr>
              <a:t>Priest</a:t>
            </a:r>
            <a:r>
              <a:rPr lang="en-US" b="true" sz="6800">
                <a:solidFill>
                  <a:srgbClr val="FFFFFF"/>
                </a:solidFill>
                <a:latin typeface="Poppins Semi-Bold"/>
                <a:ea typeface="Poppins Semi-Bold"/>
                <a:cs typeface="Poppins Semi-Bold"/>
                <a:sym typeface="Poppins Semi-Bold"/>
              </a:rPr>
              <a:t>: The peace of the Lord be with you.</a:t>
            </a:r>
          </a:p>
        </p:txBody>
      </p:sp>
      <p:sp>
        <p:nvSpPr>
          <p:cNvPr name="TextBox 3" id="3"/>
          <p:cNvSpPr txBox="true"/>
          <p:nvPr/>
        </p:nvSpPr>
        <p:spPr>
          <a:xfrm rot="0">
            <a:off x="1646296" y="226228"/>
            <a:ext cx="14995409"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Sign Of Peace</a:t>
            </a:r>
          </a:p>
        </p:txBody>
      </p:sp>
      <p:sp>
        <p:nvSpPr>
          <p:cNvPr name="TextBox 4" id="4"/>
          <p:cNvSpPr txBox="true"/>
          <p:nvPr/>
        </p:nvSpPr>
        <p:spPr>
          <a:xfrm rot="0">
            <a:off x="2927842" y="3637533"/>
            <a:ext cx="12432316" cy="1124585"/>
          </a:xfrm>
          <a:prstGeom prst="rect">
            <a:avLst/>
          </a:prstGeom>
        </p:spPr>
        <p:txBody>
          <a:bodyPr anchor="t" rtlCol="false" tIns="0" lIns="0" bIns="0" rIns="0">
            <a:spAutoFit/>
          </a:bodyPr>
          <a:lstStyle/>
          <a:p>
            <a:pPr algn="l" marL="0" indent="0" lvl="0">
              <a:lnSpc>
                <a:spcPts val="8469"/>
              </a:lnSpc>
              <a:defRPr/>
            </a:pPr>
            <a:r>
              <a:rPr lang="en-US" b="true" sz="6999">
                <a:solidFill>
                  <a:srgbClr val="FFFFFF"/>
                </a:solidFill>
                <a:latin typeface="Poppins Bold"/>
                <a:ea typeface="Poppins Bold"/>
                <a:cs typeface="Poppins Bold"/>
                <a:sym typeface="Poppins Bold"/>
              </a:rPr>
              <a:t>All: And with your spirit.</a:t>
            </a:r>
          </a:p>
        </p:txBody>
      </p:sp>
      <p:sp>
        <p:nvSpPr>
          <p:cNvPr name="TextBox 6" id="6"/>
          <p:cNvSpPr txBox="true"/>
          <p:nvPr/>
        </p:nvSpPr>
        <p:spPr>
          <a:xfrm rot="0">
            <a:off x="2927842" y="5932826"/>
            <a:ext cx="12432316" cy="2144014"/>
          </a:xfrm>
          <a:prstGeom prst="rect">
            <a:avLst/>
          </a:prstGeom>
        </p:spPr>
        <p:txBody>
          <a:bodyPr anchor="t" rtlCol="false" tIns="0" lIns="0" bIns="0" rIns="0">
            <a:spAutoFit/>
          </a:bodyPr>
          <a:lstStyle/>
          <a:p>
            <a:pPr algn="l" marL="0" indent="0" lvl="0">
              <a:lnSpc>
                <a:spcPts val="8228"/>
              </a:lnSpc>
              <a:defRPr/>
            </a:pPr>
            <a:r>
              <a:rPr lang="en-US" b="true" sz="6800">
                <a:solidFill>
                  <a:srgbClr val="F8B300"/>
                </a:solidFill>
                <a:latin typeface="Poppins Semi-Bold"/>
                <a:ea typeface="Poppins Semi-Bold"/>
                <a:cs typeface="Poppins Semi-Bold"/>
                <a:sym typeface="Poppins Semi-Bold"/>
              </a:rPr>
              <a:t>Priest</a:t>
            </a:r>
            <a:r>
              <a:rPr lang="en-US" b="true" sz="6800">
                <a:solidFill>
                  <a:srgbClr val="FFFFFF"/>
                </a:solidFill>
                <a:latin typeface="Poppins Semi-Bold"/>
                <a:ea typeface="Poppins Semi-Bold"/>
                <a:cs typeface="Poppins Semi-Bold"/>
                <a:sym typeface="Poppins Semi-Bold"/>
              </a:rPr>
              <a:t>: Let us offer each other the sign of peace. </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Sign of Peace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name="TextBox 2" id="2"/>
          <p:cNvSpPr txBox="true"/>
          <p:nvPr/>
        </p:nvSpPr>
        <p:spPr>
          <a:xfrm rot="0">
            <a:off x="2245772" y="1447327"/>
            <a:ext cx="14598201"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HAVE MERCY</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H</a:t>
            </a:r>
            <a:r>
              <a:rPr lang="en-US" b="1" sz="5600">
                <a:solidFill>
                  <a:srgbClr val="F8B300"/>
                </a:solidFill>
                <a:latin typeface="Poppins Bold"/>
                <a:ea typeface="Poppins Bold"/>
                <a:cs typeface="Poppins Bold"/>
                <a:sym typeface="Poppins Bold"/>
              </a:rPr>
              <a:t>AVE MERCY ON US</a:t>
            </a:r>
            <a:r>
              <a:rPr lang="en-US" b="1" sz="5600">
                <a:solidFill>
                  <a:srgbClr val="FFFFFF"/>
                </a:solidFill>
                <a:latin typeface="Poppins Bold"/>
                <a:ea typeface="Poppins Bold"/>
                <a:cs typeface="Poppins Bold"/>
                <a:sym typeface="Poppins Bold"/>
              </a:rPr>
              <a:t>.</a:t>
            </a:r>
          </a:p>
        </p:txBody>
      </p:sp>
      <p:sp>
        <p:nvSpPr>
          <p:cNvPr name="TextBox 3" id="3"/>
          <p:cNvSpPr txBox="true"/>
          <p:nvPr/>
        </p:nvSpPr>
        <p:spPr>
          <a:xfrm rot="0">
            <a:off x="2245772" y="7118506"/>
            <a:ext cx="14757999"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GRANT US PEACE</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GR</a:t>
            </a:r>
            <a:r>
              <a:rPr lang="en-US" b="1" sz="5600">
                <a:solidFill>
                  <a:srgbClr val="F8B300"/>
                </a:solidFill>
                <a:latin typeface="Poppins Bold"/>
                <a:ea typeface="Poppins Bold"/>
                <a:cs typeface="Poppins Bold"/>
                <a:sym typeface="Poppins Bold"/>
              </a:rPr>
              <a:t>ANT US PEACE</a:t>
            </a:r>
            <a:r>
              <a:rPr lang="en-US" b="1" sz="5600">
                <a:solidFill>
                  <a:srgbClr val="FFFFFF"/>
                </a:solidFill>
                <a:latin typeface="Poppins Bold"/>
                <a:ea typeface="Poppins Bold"/>
                <a:cs typeface="Poppins Bold"/>
                <a:sym typeface="Poppins Bold"/>
              </a:rPr>
              <a:t>.</a:t>
            </a:r>
          </a:p>
        </p:txBody>
      </p:sp>
      <p:sp>
        <p:nvSpPr>
          <p:cNvPr name="TextBox 4" id="4"/>
          <p:cNvSpPr txBox="true"/>
          <p:nvPr/>
        </p:nvSpPr>
        <p:spPr>
          <a:xfrm rot="0">
            <a:off x="2245772" y="4284882"/>
            <a:ext cx="14598201"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HAVE MERCY</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H</a:t>
            </a:r>
            <a:r>
              <a:rPr lang="en-US" b="1" sz="5600">
                <a:solidFill>
                  <a:srgbClr val="F8B300"/>
                </a:solidFill>
                <a:latin typeface="Poppins Bold"/>
                <a:ea typeface="Poppins Bold"/>
                <a:cs typeface="Poppins Bold"/>
                <a:sym typeface="Poppins Bold"/>
              </a:rPr>
              <a:t>AVE MERCY ON US</a:t>
            </a:r>
            <a:r>
              <a:rPr lang="en-US" b="1" sz="5600">
                <a:solidFill>
                  <a:srgbClr val="FFFFFF"/>
                </a:solidFill>
                <a:latin typeface="Poppins Bold"/>
                <a:ea typeface="Poppins Bold"/>
                <a:cs typeface="Poppins Bold"/>
                <a:sym typeface="Poppins Bold"/>
              </a:rPr>
              <a:t>.</a:t>
            </a:r>
          </a:p>
        </p:txBody>
      </p:sp>
      <p:sp>
        <p:nvSpPr>
          <p:cNvPr name="TextBox 5" id="5"/>
          <p:cNvSpPr txBox="true"/>
          <p:nvPr/>
        </p:nvSpPr>
        <p:spPr>
          <a:xfrm rot="0">
            <a:off x="1646296" y="226228"/>
            <a:ext cx="14995409"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Lamb of God</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Lamb of God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Behold the Lamb of God, behold him who takes away the sins of the world. Blessed are those called to the supper of the Lamb.</a:t>
            </a:r>
          </a:p>
          <a:p>
            <a:pPr algn="ctr">
              <a:spcBef>
                <a:spcPts val="400"/>
              </a:spcBef>
              <a:spcAft>
                <a:spcPts val="500"/>
              </a:spcAft>
              <a:defRPr sz="5500" b="1" i="0">
                <a:solidFill>
                  <a:srgbClr val="F3F4F6"/>
                </a:solidFill>
                <a:latin typeface="Inter"/>
              </a:defRPr>
            </a:pPr>
            <a:r>
              <a:t>All: Lord, I am not worthy that you should enter under my roof, but only say the word and my soul shall be healed.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The Communion Rite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C0D11"/>
            </a:gs>
            <a:gs pos="100000">
              <a:srgbClr val="5E616A"/>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F2430">
              <a:alpha val="44706"/>
            </a:srgbClr>
          </a:solidFill>
          <a:ln w="14299" cap="sq">
            <a:solidFill>
              <a:srgbClr val="6B6E76">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51820">
              <a:alpha val="60784"/>
            </a:srgbClr>
          </a:solidFill>
          <a:ln w="14299" cap="sq">
            <a:solidFill>
              <a:srgbClr val="151820">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D6C8F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a:solidFill>
                  <a:srgbClr val="F3F4F6"/>
                </a:solidFill>
                <a:latin typeface="Calibri"/>
              </a:defRPr>
            </a:pPr>
            <a:r>
              <a:t>Fr. Michael Hwang</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a:solidFill>
                  <a:srgbClr val="F3F4F6"/>
                </a:solidFill>
                <a:latin typeface="Calibri"/>
              </a:defRPr>
            </a:pPr>
            <a:r>
              <a:t>YEAR A · 7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200" b="0" i="0">
                <a:solidFill>
                  <a:srgbClr val="DED3F4"/>
                </a:solidFill>
                <a:latin typeface="Calibri"/>
              </a:defRPr>
            </a:pPr>
            <a:r>
              <a:t>“I am the living bread that came down from heaven;</a:t>
            </a:r>
          </a:p>
          <a:p>
            <a:pPr algn="ctr">
              <a:lnSpc>
                <a:spcPct val="108000"/>
              </a:lnSpc>
              <a:defRPr sz="3200" b="0" i="0">
                <a:solidFill>
                  <a:srgbClr val="DED3F4"/>
                </a:solidFill>
                <a:latin typeface="Calibri"/>
              </a:defRPr>
            </a:pPr>
            <a:r>
              <a:t>whoever eats this bread will live forever;</a:t>
            </a:r>
          </a:p>
          <a:p>
            <a:pPr algn="ctr">
              <a:lnSpc>
                <a:spcPct val="108000"/>
              </a:lnSpc>
              <a:defRPr sz="3200" b="0" i="0">
                <a:solidFill>
                  <a:srgbClr val="DED3F4"/>
                </a:solidFill>
                <a:latin typeface="Calibri"/>
              </a:defRPr>
            </a:pPr>
            <a:r>
              <a:t>and the bread that I will give is my flesh for the life of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C1ACFF"/>
                </a:solidFill>
                <a:latin typeface="Calibri"/>
              </a:defRPr>
            </a:pPr>
            <a:r>
              <a:t>GOSPEL (JOHN 6:51–58)</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3600" b="1" i="0">
                <a:solidFill>
                  <a:srgbClr val="F3F4F6"/>
                </a:solidFill>
                <a:latin typeface="Calibri"/>
              </a:defRPr>
            </a:pPr>
            <a:r>
              <a:t>The Solemnity of the Most Holy Body and Blood of Christ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Manalig Ka</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400" b="1" i="0">
                <a:solidFill>
                  <a:srgbClr val="FFFFFF"/>
                </a:solidFill>
                <a:latin typeface="Poppins Bold"/>
              </a:defRPr>
            </a:pPr>
            <a:r>
              <a:t>ILUOM LAHAT NG TAKOT SA IYONG DAMDAMIN</a:t>
            </a:r>
          </a:p>
          <a:p>
            <a:pPr algn="ctr">
              <a:lnSpc>
                <a:spcPct val="100000"/>
              </a:lnSpc>
              <a:spcAft>
                <a:spcPts val="600"/>
              </a:spcAft>
              <a:defRPr sz="5400" b="1" i="0">
                <a:solidFill>
                  <a:srgbClr val="FFFFFF"/>
                </a:solidFill>
                <a:latin typeface="Poppins Bold"/>
              </a:defRPr>
            </a:pPr>
            <a:r>
              <a:t>ANG PANGALAN N'YA LAGI ANG TAWAGIN</a:t>
            </a:r>
          </a:p>
          <a:p>
            <a:pPr algn="ctr">
              <a:lnSpc>
                <a:spcPct val="100000"/>
              </a:lnSpc>
              <a:spcAft>
                <a:spcPts val="600"/>
              </a:spcAft>
              <a:defRPr sz="5400" b="1" i="0">
                <a:solidFill>
                  <a:srgbClr val="FFFFFF"/>
                </a:solidFill>
                <a:latin typeface="Poppins Bold"/>
              </a:defRPr>
            </a:pPr>
            <a:r>
              <a:t>AT SIYA'Y NAKIKINIG</a:t>
            </a:r>
          </a:p>
          <a:p>
            <a:pPr algn="ctr">
              <a:lnSpc>
                <a:spcPct val="100000"/>
              </a:lnSpc>
              <a:spcAft>
                <a:spcPts val="600"/>
              </a:spcAft>
              <a:defRPr sz="5400" b="1" i="0">
                <a:solidFill>
                  <a:srgbClr val="FFFFFF"/>
                </a:solidFill>
                <a:latin typeface="Poppins Bold"/>
              </a:defRPr>
            </a:pPr>
            <a:r>
              <a:t>SA BAWAT HINAING</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400" b="1" i="0">
                <a:solidFill>
                  <a:srgbClr val="FFFFFF"/>
                </a:solidFill>
                <a:latin typeface="Poppins Bold"/>
              </a:defRPr>
            </a:pPr>
            <a:r>
              <a:t>MAGMASID</a:t>
            </a:r>
          </a:p>
          <a:p>
            <a:pPr algn="ctr">
              <a:lnSpc>
                <a:spcPct val="100000"/>
              </a:lnSpc>
              <a:spcAft>
                <a:spcPts val="600"/>
              </a:spcAft>
              <a:defRPr sz="5400" b="1" i="0">
                <a:solidFill>
                  <a:srgbClr val="FFFFFF"/>
                </a:solidFill>
                <a:latin typeface="Poppins Bold"/>
              </a:defRPr>
            </a:pPr>
            <a:r>
              <a:t>AT MAMULAT SA KANYANG KAPANGYARIHAN</a:t>
            </a:r>
          </a:p>
          <a:p>
            <a:pPr algn="ctr">
              <a:lnSpc>
                <a:spcPct val="100000"/>
              </a:lnSpc>
              <a:spcAft>
                <a:spcPts val="600"/>
              </a:spcAft>
              <a:defRPr sz="5400" b="1" i="0">
                <a:solidFill>
                  <a:srgbClr val="FFFFFF"/>
                </a:solidFill>
                <a:latin typeface="Poppins Bold"/>
              </a:defRPr>
            </a:pPr>
            <a:r>
              <a:t>NABATID MO BA NA SIYA'Y NAGLALAAN</a:t>
            </a:r>
          </a:p>
          <a:p>
            <a:pPr algn="ctr">
              <a:lnSpc>
                <a:spcPct val="100000"/>
              </a:lnSpc>
              <a:spcAft>
                <a:spcPts val="600"/>
              </a:spcAft>
              <a:defRPr sz="5400" b="1" i="0">
                <a:solidFill>
                  <a:srgbClr val="FFFFFF"/>
                </a:solidFill>
                <a:latin typeface="Poppins Bold"/>
              </a:defRPr>
            </a:pPr>
            <a:r>
              <a:t>PATULOY NA NAGHAHATID NG TUNAY NA KALAYAAN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1">
                <a:solidFill>
                  <a:srgbClr val="FFB800"/>
                </a:solidFill>
                <a:latin typeface="Poppins Bold"/>
              </a:defRPr>
            </a:pPr>
            <a:r>
              <a:t>MANALIG KA</a:t>
            </a:r>
          </a:p>
          <a:p>
            <a:pPr algn="ctr">
              <a:lnSpc>
                <a:spcPct val="100000"/>
              </a:lnSpc>
              <a:spcAft>
                <a:spcPts val="600"/>
              </a:spcAft>
              <a:defRPr sz="5200" b="1" i="1">
                <a:solidFill>
                  <a:srgbClr val="FFB800"/>
                </a:solidFill>
                <a:latin typeface="Poppins Bold"/>
              </a:defRPr>
            </a:pPr>
            <a:r>
              <a:t>TUYUIN ANG LUHA SA MGA MATA</a:t>
            </a:r>
          </a:p>
          <a:p>
            <a:pPr algn="ctr">
              <a:lnSpc>
                <a:spcPct val="100000"/>
              </a:lnSpc>
              <a:spcAft>
                <a:spcPts val="600"/>
              </a:spcAft>
              <a:defRPr sz="5200" b="1" i="1">
                <a:solidFill>
                  <a:srgbClr val="FFB800"/>
                </a:solidFill>
                <a:latin typeface="Poppins Bold"/>
              </a:defRPr>
            </a:pPr>
            <a:r>
              <a:t>HINDI SIYA PANAGINIP</a:t>
            </a:r>
          </a:p>
          <a:p>
            <a:pPr algn="ctr">
              <a:lnSpc>
                <a:spcPct val="100000"/>
              </a:lnSpc>
              <a:spcAft>
                <a:spcPts val="600"/>
              </a:spcAft>
              <a:defRPr sz="5200" b="1" i="1">
                <a:solidFill>
                  <a:srgbClr val="FFB800"/>
                </a:solidFill>
                <a:latin typeface="Poppins Bold"/>
              </a:defRPr>
            </a:pPr>
            <a:r>
              <a:t>HINDI SIYA ISANG PANGARAP</a:t>
            </a:r>
          </a:p>
          <a:p>
            <a:pPr algn="ctr">
              <a:lnSpc>
                <a:spcPct val="100000"/>
              </a:lnSpc>
              <a:spcAft>
                <a:spcPts val="600"/>
              </a:spcAft>
              <a:defRPr sz="5200" b="1" i="1">
                <a:solidFill>
                  <a:srgbClr val="FFB800"/>
                </a:solidFill>
                <a:latin typeface="Poppins Bold"/>
              </a:defRPr>
            </a:pPr>
            <a:r>
              <a:t>SIYA AY BUHAY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Poppins Bold"/>
              </a:defRPr>
            </a:pPr>
            <a:r>
              <a:t>ANG NGAYON TILA WALANG MARARATING NA BUKAS</a:t>
            </a:r>
          </a:p>
          <a:p>
            <a:pPr algn="ctr">
              <a:lnSpc>
                <a:spcPct val="100000"/>
              </a:lnSpc>
              <a:spcAft>
                <a:spcPts val="600"/>
              </a:spcAft>
              <a:defRPr sz="5500" b="1" i="0">
                <a:solidFill>
                  <a:srgbClr val="FFFFFF"/>
                </a:solidFill>
                <a:latin typeface="Poppins Bold"/>
              </a:defRPr>
            </a:pPr>
            <a:r>
              <a:t>NGUNIT KUNG SIYA ANG ATING HAYAANG MAGLANDAS</a:t>
            </a:r>
          </a:p>
          <a:p>
            <a:pPr algn="ctr">
              <a:lnSpc>
                <a:spcPct val="100000"/>
              </a:lnSpc>
              <a:spcAft>
                <a:spcPts val="600"/>
              </a:spcAft>
              <a:defRPr sz="5500" b="1" i="0">
                <a:solidFill>
                  <a:srgbClr val="FFFFFF"/>
                </a:solidFill>
                <a:latin typeface="Poppins Bold"/>
              </a:defRPr>
            </a:pPr>
            <a:r>
              <a:t>PAG-ASA AY MULING MABIBIGKAS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1">
                <a:solidFill>
                  <a:srgbClr val="FFB800"/>
                </a:solidFill>
                <a:latin typeface="Poppins Bold"/>
              </a:defRPr>
            </a:pPr>
            <a:r>
              <a:t>MANALIG KA</a:t>
            </a:r>
          </a:p>
          <a:p>
            <a:pPr algn="ctr">
              <a:lnSpc>
                <a:spcPct val="100000"/>
              </a:lnSpc>
              <a:spcAft>
                <a:spcPts val="600"/>
              </a:spcAft>
              <a:defRPr sz="5200" b="1" i="1">
                <a:solidFill>
                  <a:srgbClr val="FFB800"/>
                </a:solidFill>
                <a:latin typeface="Poppins Bold"/>
              </a:defRPr>
            </a:pPr>
            <a:r>
              <a:t>TUYUIN ANG LUHA SA MGA MATA</a:t>
            </a:r>
          </a:p>
          <a:p>
            <a:pPr algn="ctr">
              <a:lnSpc>
                <a:spcPct val="100000"/>
              </a:lnSpc>
              <a:spcAft>
                <a:spcPts val="600"/>
              </a:spcAft>
              <a:defRPr sz="5200" b="1" i="1">
                <a:solidFill>
                  <a:srgbClr val="FFB800"/>
                </a:solidFill>
                <a:latin typeface="Poppins Bold"/>
              </a:defRPr>
            </a:pPr>
            <a:r>
              <a:t>HINDI SIYA PANAGINIP</a:t>
            </a:r>
          </a:p>
          <a:p>
            <a:pPr algn="ctr">
              <a:lnSpc>
                <a:spcPct val="100000"/>
              </a:lnSpc>
              <a:spcAft>
                <a:spcPts val="600"/>
              </a:spcAft>
              <a:defRPr sz="5200" b="1" i="1">
                <a:solidFill>
                  <a:srgbClr val="FFB800"/>
                </a:solidFill>
                <a:latin typeface="Poppins Bold"/>
              </a:defRPr>
            </a:pPr>
            <a:r>
              <a:t>HINDI SIYA ISANG PANGARAP</a:t>
            </a:r>
          </a:p>
          <a:p>
            <a:pPr algn="ctr">
              <a:lnSpc>
                <a:spcPct val="100000"/>
              </a:lnSpc>
              <a:spcAft>
                <a:spcPts val="600"/>
              </a:spcAft>
              <a:defRPr sz="5200" b="1" i="1">
                <a:solidFill>
                  <a:srgbClr val="FFB800"/>
                </a:solidFill>
                <a:latin typeface="Poppins Bold"/>
              </a:defRPr>
            </a:pPr>
            <a:r>
              <a:t>SIYA AY BUHAY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4800" b="1" i="0">
                <a:solidFill>
                  <a:srgbClr val="FFFFFF"/>
                </a:solidFill>
                <a:latin typeface="Poppins Bold"/>
              </a:defRPr>
            </a:pPr>
            <a:r>
              <a:t>MANALIG KA</a:t>
            </a:r>
          </a:p>
          <a:p>
            <a:pPr algn="ctr">
              <a:lnSpc>
                <a:spcPct val="100000"/>
              </a:lnSpc>
              <a:spcAft>
                <a:spcPts val="600"/>
              </a:spcAft>
              <a:defRPr sz="4800" b="1" i="0">
                <a:solidFill>
                  <a:srgbClr val="FFFFFF"/>
                </a:solidFill>
                <a:latin typeface="Poppins Bold"/>
              </a:defRPr>
            </a:pPr>
            <a:r>
              <a:t>TUYUIN ANG LUHA SA MGA MATA</a:t>
            </a:r>
          </a:p>
          <a:p>
            <a:pPr algn="ctr">
              <a:lnSpc>
                <a:spcPct val="100000"/>
              </a:lnSpc>
              <a:spcAft>
                <a:spcPts val="600"/>
              </a:spcAft>
              <a:defRPr sz="4800" b="1" i="0">
                <a:solidFill>
                  <a:srgbClr val="FFFFFF"/>
                </a:solidFill>
                <a:latin typeface="Poppins Bold"/>
              </a:defRPr>
            </a:pPr>
            <a:r>
              <a:t>HINDI SIYA NATUTULOG</a:t>
            </a:r>
          </a:p>
          <a:p>
            <a:pPr algn="ctr">
              <a:lnSpc>
                <a:spcPct val="100000"/>
              </a:lnSpc>
              <a:spcAft>
                <a:spcPts val="600"/>
              </a:spcAft>
              <a:defRPr sz="4800" b="1" i="0">
                <a:solidFill>
                  <a:srgbClr val="FFFFFF"/>
                </a:solidFill>
                <a:latin typeface="Poppins Bold"/>
              </a:defRPr>
            </a:pPr>
            <a:r>
              <a:t>HINDI NAKAKALIMOT</a:t>
            </a:r>
          </a:p>
          <a:p>
            <a:pPr algn="ctr">
              <a:lnSpc>
                <a:spcPct val="100000"/>
              </a:lnSpc>
              <a:spcAft>
                <a:spcPts val="600"/>
              </a:spcAft>
              <a:defRPr sz="4800" b="1" i="0">
                <a:solidFill>
                  <a:srgbClr val="FFFFFF"/>
                </a:solidFill>
                <a:latin typeface="Poppins Bold"/>
              </a:defRPr>
            </a:pPr>
            <a:r>
              <a:t>KAY HESUS MANALIG KA</a:t>
            </a:r>
          </a:p>
          <a:p>
            <a:pPr algn="ctr">
              <a:lnSpc>
                <a:spcPct val="100000"/>
              </a:lnSpc>
              <a:spcAft>
                <a:spcPts val="600"/>
              </a:spcAft>
              <a:defRPr sz="4800" b="1" i="0">
                <a:solidFill>
                  <a:srgbClr val="FFFFFF"/>
                </a:solidFill>
                <a:latin typeface="Poppins Bold"/>
              </a:defRPr>
            </a:pPr>
            <a:r>
              <a:t>KAY HESUS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Pananagutan</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Poppins Bold"/>
              </a:defRPr>
            </a:pPr>
            <a:r>
              <a:t>(NO LYRICS IN LIBRARY FOR THIS HYMN.)</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Let us pray.</a:t>
            </a:r>
          </a:p>
          <a:p>
            <a:pPr algn="ctr">
              <a:spcBef>
                <a:spcPts val="400"/>
              </a:spcBef>
              <a:spcAft>
                <a:spcPts val="500"/>
              </a:spcAft>
              <a:defRPr sz="5500" b="1" i="0">
                <a:solidFill>
                  <a:srgbClr val="F3F4F6"/>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The Communion Rite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C0D11"/>
            </a:gs>
            <a:gs pos="100000">
              <a:srgbClr val="5E616A"/>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F2430">
              <a:alpha val="44706"/>
            </a:srgbClr>
          </a:solidFill>
          <a:ln w="14299" cap="sq">
            <a:solidFill>
              <a:srgbClr val="6B6E76">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51820">
              <a:alpha val="60784"/>
            </a:srgbClr>
          </a:solidFill>
          <a:ln w="14299" cap="sq">
            <a:solidFill>
              <a:srgbClr val="151820">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D6C8F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a:solidFill>
                  <a:srgbClr val="F3F4F6"/>
                </a:solidFill>
                <a:latin typeface="Calibri"/>
              </a:defRPr>
            </a:pPr>
            <a:r>
              <a:t>Fr. Michael Hwang</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a:solidFill>
                  <a:srgbClr val="F3F4F6"/>
                </a:solidFill>
                <a:latin typeface="Calibri"/>
              </a:defRPr>
            </a:pPr>
            <a:r>
              <a:t>YEAR A · 7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200" b="0" i="0">
                <a:solidFill>
                  <a:srgbClr val="DED3F4"/>
                </a:solidFill>
                <a:latin typeface="Calibri"/>
              </a:defRPr>
            </a:pPr>
            <a:r>
              <a:t>“I am the living bread that came down from heaven;</a:t>
            </a:r>
          </a:p>
          <a:p>
            <a:pPr algn="ctr">
              <a:lnSpc>
                <a:spcPct val="108000"/>
              </a:lnSpc>
              <a:defRPr sz="3200" b="0" i="0">
                <a:solidFill>
                  <a:srgbClr val="DED3F4"/>
                </a:solidFill>
                <a:latin typeface="Calibri"/>
              </a:defRPr>
            </a:pPr>
            <a:r>
              <a:t>whoever eats this bread will live forever;</a:t>
            </a:r>
          </a:p>
          <a:p>
            <a:pPr algn="ctr">
              <a:lnSpc>
                <a:spcPct val="108000"/>
              </a:lnSpc>
              <a:defRPr sz="3200" b="0" i="0">
                <a:solidFill>
                  <a:srgbClr val="DED3F4"/>
                </a:solidFill>
                <a:latin typeface="Calibri"/>
              </a:defRPr>
            </a:pPr>
            <a:r>
              <a:t>and the bread that I will give is my flesh for the life of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C1ACFF"/>
                </a:solidFill>
                <a:latin typeface="Calibri"/>
              </a:defRPr>
            </a:pPr>
            <a:r>
              <a:t>GOSPEL (JOHN 6:51–58)</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3600" b="1" i="0">
                <a:solidFill>
                  <a:srgbClr val="F3F4F6"/>
                </a:solidFill>
                <a:latin typeface="Calibri"/>
              </a:defRPr>
            </a:pPr>
            <a:r>
              <a:t>The Solemnity of the Most Holy Body and Blood of Christ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3F4F6"/>
                </a:solidFill>
                <a:latin typeface="Inter"/>
              </a:defRPr>
            </a:pPr>
            <a:r>
              <a:t>MASS COLLECTION</a:t>
            </a:r>
          </a:p>
          <a:p>
            <a:pPr algn="ctr">
              <a:spcAft>
                <a:spcPts val="500"/>
              </a:spcAft>
              <a:defRPr sz="5500" b="0" i="0">
                <a:solidFill>
                  <a:srgbClr val="F3F4F6"/>
                </a:solidFill>
                <a:latin typeface="Inter"/>
              </a:defRPr>
            </a:pPr>
            <a:r>
              <a:t>Thank you for your generosity.</a:t>
            </a:r>
          </a:p>
          <a:p>
            <a:pPr algn="ctr">
              <a:spcAft>
                <a:spcPts val="500"/>
              </a:spcAft>
              <a:defRPr sz="5500" b="0" i="0">
                <a:solidFill>
                  <a:srgbClr val="F3F4F6"/>
                </a:solidFill>
                <a:latin typeface="Inter"/>
              </a:defRPr>
            </a:pPr>
            <a:r>
              <a:t>Date: Sunday, May 31, 2026</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Mass Collection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3F4F6"/>
                </a:solidFill>
                <a:latin typeface="Inter"/>
              </a:defRPr>
            </a:pPr>
            <a:r>
              <a:t>CHURCH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Announcements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3F4F6"/>
                </a:solidFill>
                <a:latin typeface="Inter"/>
              </a:defRPr>
            </a:pPr>
            <a:r>
              <a:t>Welcome newcomers!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Announcements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3F4F6"/>
                </a:solidFill>
                <a:latin typeface="Inter"/>
              </a:defRPr>
            </a:pPr>
            <a:r>
              <a:t>Sacrament of Confession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Announcements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3F4F6"/>
                </a:solidFill>
                <a:latin typeface="Inter"/>
              </a:defRPr>
            </a:pPr>
            <a:r>
              <a:t>Updates and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Announcements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F243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B8A1FF"/>
                </a:solidFill>
                <a:latin typeface="Inter"/>
              </a:defRPr>
            </a:pPr>
            <a:r>
              <a:t>Priest: The Lord be with you.</a:t>
            </a:r>
          </a:p>
          <a:p>
            <a:pPr algn="ctr">
              <a:spcBef>
                <a:spcPts val="400"/>
              </a:spcBef>
              <a:spcAft>
                <a:spcPts val="500"/>
              </a:spcAft>
              <a:defRPr sz="5500" b="1" i="0">
                <a:solidFill>
                  <a:srgbClr val="F3F4F6"/>
                </a:solidFill>
                <a:latin typeface="Inter"/>
              </a:defRPr>
            </a:pPr>
            <a:r>
              <a:t>All: And with your spirit.</a:t>
            </a:r>
          </a:p>
          <a:p>
            <a:pPr algn="ctr">
              <a:spcBef>
                <a:spcPts val="400"/>
              </a:spcBef>
              <a:spcAft>
                <a:spcPts val="500"/>
              </a:spcAft>
              <a:defRPr sz="5500" b="1" i="0">
                <a:solidFill>
                  <a:srgbClr val="B8A1FF"/>
                </a:solidFill>
                <a:latin typeface="Inter"/>
              </a:defRPr>
            </a:pPr>
            <a:r>
              <a:t>Priest: May almighty God bless you, the Father, and the Son, and the Holy Spirit.</a:t>
            </a:r>
          </a:p>
          <a:p>
            <a:pPr algn="ctr">
              <a:spcBef>
                <a:spcPts val="400"/>
              </a:spcBef>
              <a:spcAft>
                <a:spcPts val="500"/>
              </a:spcAft>
              <a:defRPr sz="5500" b="1" i="0">
                <a:solidFill>
                  <a:srgbClr val="F3F4F6"/>
                </a:solidFill>
                <a:latin typeface="Inter"/>
              </a:defRPr>
            </a:pPr>
            <a:r>
              <a:t>All: Amen.</a:t>
            </a:r>
          </a:p>
          <a:p>
            <a:pPr algn="ctr">
              <a:spcBef>
                <a:spcPts val="400"/>
              </a:spcBef>
              <a:spcAft>
                <a:spcPts val="500"/>
              </a:spcAft>
              <a:defRPr sz="5500" b="1" i="0">
                <a:solidFill>
                  <a:srgbClr val="B8A1FF"/>
                </a:solidFill>
                <a:latin typeface="Inter"/>
              </a:defRPr>
            </a:pPr>
            <a:r>
              <a:t>Priest: Go in peace, glorifying the Lord by your life.</a:t>
            </a:r>
          </a:p>
          <a:p>
            <a:pPr algn="ctr">
              <a:spcBef>
                <a:spcPts val="400"/>
              </a:spcBef>
              <a:spcAft>
                <a:spcPts val="500"/>
              </a:spcAft>
              <a:defRPr sz="5500" b="1" i="0">
                <a:solidFill>
                  <a:srgbClr val="F3F4F6"/>
                </a:solidFill>
                <a:latin typeface="Inter"/>
              </a:defRPr>
            </a:pPr>
            <a:r>
              <a:t>All: Thanks be to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B8A1FF"/>
                </a:solidFill>
                <a:latin typeface="Inter"/>
              </a:defRPr>
            </a:pPr>
            <a:r>
              <a:t>Final Blessing</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We Are Called</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400" b="1" i="0">
                <a:solidFill>
                  <a:srgbClr val="FFFFFF"/>
                </a:solidFill>
                <a:latin typeface="Poppins Bold"/>
              </a:defRPr>
            </a:pPr>
            <a:r>
              <a:t>WE ARE CALLED TO ACT WITH JUSTICE,</a:t>
            </a:r>
          </a:p>
          <a:p>
            <a:pPr algn="ctr">
              <a:lnSpc>
                <a:spcPct val="100000"/>
              </a:lnSpc>
              <a:spcAft>
                <a:spcPts val="600"/>
              </a:spcAft>
              <a:defRPr sz="5400" b="1" i="0">
                <a:solidFill>
                  <a:srgbClr val="FFFFFF"/>
                </a:solidFill>
                <a:latin typeface="Poppins Bold"/>
              </a:defRPr>
            </a:pPr>
            <a:r>
              <a:t>WE ARE CALLED TO LOVE TENDERLY;</a:t>
            </a:r>
          </a:p>
          <a:p>
            <a:pPr algn="ctr">
              <a:lnSpc>
                <a:spcPct val="100000"/>
              </a:lnSpc>
              <a:spcAft>
                <a:spcPts val="600"/>
              </a:spcAft>
              <a:defRPr sz="5400" b="1" i="0">
                <a:solidFill>
                  <a:srgbClr val="FFFFFF"/>
                </a:solidFill>
                <a:latin typeface="Poppins Bold"/>
              </a:defRPr>
            </a:pPr>
            <a:r>
              <a:t>WE ARE CALLED TO SERVE ONE ANOTHER,</a:t>
            </a:r>
          </a:p>
          <a:p>
            <a:pPr algn="ctr">
              <a:lnSpc>
                <a:spcPct val="100000"/>
              </a:lnSpc>
              <a:spcAft>
                <a:spcPts val="600"/>
              </a:spcAft>
              <a:defRPr sz="5400" b="1" i="0">
                <a:solidFill>
                  <a:srgbClr val="FFFFFF"/>
                </a:solidFill>
                <a:latin typeface="Poppins Bold"/>
              </a:defRPr>
            </a:pPr>
            <a:r>
              <a:t>TO WALK HUMBLY WITH GOD.</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Poppins Bold"/>
              </a:defRPr>
            </a:pPr>
            <a:r>
              <a:t>COME! LIVE IN THE LIGHT!</a:t>
            </a:r>
          </a:p>
          <a:p>
            <a:pPr algn="ctr">
              <a:lnSpc>
                <a:spcPct val="100000"/>
              </a:lnSpc>
              <a:spcAft>
                <a:spcPts val="600"/>
              </a:spcAft>
              <a:defRPr sz="5500" b="1" i="0">
                <a:solidFill>
                  <a:srgbClr val="FFFFFF"/>
                </a:solidFill>
                <a:latin typeface="Poppins Bold"/>
              </a:defRPr>
            </a:pPr>
            <a:r>
              <a:t>SHINE WITH THE JOY AND THE LOVE OF THE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400" b="1" i="0">
                <a:solidFill>
                  <a:srgbClr val="FFFFFF"/>
                </a:solidFill>
                <a:latin typeface="Poppins Bold"/>
              </a:defRPr>
            </a:pPr>
            <a:r>
              <a:t>GOD OF DAYBREAK, GOD OF SHADOW,</a:t>
            </a:r>
          </a:p>
          <a:p>
            <a:pPr algn="ctr">
              <a:lnSpc>
                <a:spcPct val="100000"/>
              </a:lnSpc>
              <a:spcAft>
                <a:spcPts val="600"/>
              </a:spcAft>
              <a:defRPr sz="5400" b="1" i="0">
                <a:solidFill>
                  <a:srgbClr val="FFFFFF"/>
                </a:solidFill>
                <a:latin typeface="Poppins Bold"/>
              </a:defRPr>
            </a:pPr>
            <a:r>
              <a:t>COME INTO OUR RESTLESS LIVES;</a:t>
            </a:r>
          </a:p>
          <a:p>
            <a:pPr algn="ctr">
              <a:lnSpc>
                <a:spcPct val="100000"/>
              </a:lnSpc>
              <a:spcAft>
                <a:spcPts val="600"/>
              </a:spcAft>
              <a:defRPr sz="5400" b="1" i="0">
                <a:solidFill>
                  <a:srgbClr val="FFFFFF"/>
                </a:solidFill>
                <a:latin typeface="Poppins Bold"/>
              </a:defRPr>
            </a:pPr>
            <a:r>
              <a:t>LIFT FROM US THE FEAR OF SHADOWS,</a:t>
            </a:r>
          </a:p>
          <a:p>
            <a:pPr algn="ctr">
              <a:lnSpc>
                <a:spcPct val="100000"/>
              </a:lnSpc>
              <a:spcAft>
                <a:spcPts val="600"/>
              </a:spcAft>
              <a:defRPr sz="5400" b="1" i="0">
                <a:solidFill>
                  <a:srgbClr val="FFFFFF"/>
                </a:solidFill>
                <a:latin typeface="Poppins Bold"/>
              </a:defRPr>
            </a:pPr>
            <a:r>
              <a:t>THAT WE MAY ARISE WITH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Poppins Bold"/>
              </a:defRPr>
            </a:pPr>
            <a:r>
              <a:t>WE ARE CALLED TO ACT WITH JUSTICE...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Poppins Bold"/>
              </a:defRPr>
            </a:pPr>
            <a:r>
              <a:t>COME! LIVE IN THE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400" b="1" i="0">
                <a:solidFill>
                  <a:srgbClr val="FFFFFF"/>
                </a:solidFill>
                <a:latin typeface="Poppins Bold"/>
              </a:defRPr>
            </a:pPr>
            <a:r>
              <a:t>GOD OF NEWNESS, GOD OF FRESHNESS,</a:t>
            </a:r>
          </a:p>
          <a:p>
            <a:pPr algn="ctr">
              <a:lnSpc>
                <a:spcPct val="100000"/>
              </a:lnSpc>
              <a:spcAft>
                <a:spcPts val="600"/>
              </a:spcAft>
              <a:defRPr sz="5400" b="1" i="0">
                <a:solidFill>
                  <a:srgbClr val="FFFFFF"/>
                </a:solidFill>
                <a:latin typeface="Poppins Bold"/>
              </a:defRPr>
            </a:pPr>
            <a:r>
              <a:t>COME INTO OUR MORNING SONG:</a:t>
            </a:r>
          </a:p>
          <a:p>
            <a:pPr algn="ctr">
              <a:lnSpc>
                <a:spcPct val="100000"/>
              </a:lnSpc>
              <a:spcAft>
                <a:spcPts val="600"/>
              </a:spcAft>
              <a:defRPr sz="5400" b="1" i="0">
                <a:solidFill>
                  <a:srgbClr val="FFFFFF"/>
                </a:solidFill>
                <a:latin typeface="Poppins Bold"/>
              </a:defRPr>
            </a:pPr>
            <a:r>
              <a:t>GIVE TO US A NEW BEGINNING,</a:t>
            </a:r>
          </a:p>
          <a:p>
            <a:pPr algn="ctr">
              <a:lnSpc>
                <a:spcPct val="100000"/>
              </a:lnSpc>
              <a:spcAft>
                <a:spcPts val="600"/>
              </a:spcAft>
              <a:defRPr sz="5400" b="1" i="0">
                <a:solidFill>
                  <a:srgbClr val="FFFFFF"/>
                </a:solidFill>
                <a:latin typeface="Poppins Bold"/>
              </a:defRPr>
            </a:pPr>
            <a:r>
              <a:t>SEND US FORTH WITH HEARTS MADE STRONG.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Poppins Bold"/>
              </a:defRPr>
            </a:pPr>
            <a:r>
              <a:t>WE ARE CALLED TO ACT WITH JUSTICE...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Poppins Bold"/>
              </a:defRPr>
            </a:pPr>
            <a:r>
              <a:t>COME! LIVE IN THE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C0D11"/>
            </a:gs>
            <a:gs pos="100000">
              <a:srgbClr val="5E616A"/>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F2430">
              <a:alpha val="44706"/>
            </a:srgbClr>
          </a:solidFill>
          <a:ln w="14299" cap="sq">
            <a:solidFill>
              <a:srgbClr val="6B6E76">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51820">
              <a:alpha val="60784"/>
            </a:srgbClr>
          </a:solidFill>
          <a:ln w="14299" cap="sq">
            <a:solidFill>
              <a:srgbClr val="151820">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a:solidFill>
                  <a:srgbClr val="D6C8F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a:solidFill>
                  <a:srgbClr val="F3F4F6"/>
                </a:solidFill>
                <a:latin typeface="Calibri"/>
              </a:defRPr>
            </a:pPr>
            <a:r>
              <a:t>Fr. Michael Hwang</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a:solidFill>
                  <a:srgbClr val="F3F4F6"/>
                </a:solidFill>
                <a:latin typeface="Calibri"/>
              </a:defRPr>
            </a:pPr>
            <a:r>
              <a:t>YEAR A · 7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200" b="0" i="0">
                <a:solidFill>
                  <a:srgbClr val="DED3F4"/>
                </a:solidFill>
                <a:latin typeface="Calibri"/>
              </a:defRPr>
            </a:pPr>
            <a:r>
              <a:t>“I am the living bread that came down from heaven;</a:t>
            </a:r>
          </a:p>
          <a:p>
            <a:pPr algn="ctr">
              <a:lnSpc>
                <a:spcPct val="108000"/>
              </a:lnSpc>
              <a:defRPr sz="3200" b="0" i="0">
                <a:solidFill>
                  <a:srgbClr val="DED3F4"/>
                </a:solidFill>
                <a:latin typeface="Calibri"/>
              </a:defRPr>
            </a:pPr>
            <a:r>
              <a:t>whoever eats this bread will live forever;</a:t>
            </a:r>
          </a:p>
          <a:p>
            <a:pPr algn="ctr">
              <a:lnSpc>
                <a:spcPct val="108000"/>
              </a:lnSpc>
              <a:defRPr sz="3200" b="0" i="0">
                <a:solidFill>
                  <a:srgbClr val="DED3F4"/>
                </a:solidFill>
                <a:latin typeface="Calibri"/>
              </a:defRPr>
            </a:pPr>
            <a:r>
              <a:t>and the bread that I will give is my flesh for the life of the world.”</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a:solidFill>
                  <a:srgbClr val="C1ACFF"/>
                </a:solidFill>
                <a:latin typeface="Calibri"/>
              </a:defRPr>
            </a:pPr>
            <a:r>
              <a:t>GOSPEL (JOHN 6:51–58)</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3600" b="1" i="0">
                <a:solidFill>
                  <a:srgbClr val="F3F4F6"/>
                </a:solidFill>
                <a:latin typeface="Calibri"/>
              </a:defRPr>
            </a:pPr>
            <a:r>
              <a:t>The Solemnity of the Most Holy Body and Blood of Christ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