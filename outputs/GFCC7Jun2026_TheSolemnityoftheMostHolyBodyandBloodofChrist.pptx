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D8B4FE"/>
                </a:solidFill>
                <a:latin typeface="Aptos"/>
              </a:defRPr>
            </a:pPr>
            <a:r>
              <a:t>The Solemnity of the Most Holy Body and Blood of Christ</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F8C66A"/>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FFFFF"/>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F8C66A"/>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F8C66A"/>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F8C66A"/>
                </a:solidFill>
                <a:latin typeface="Aptos"/>
              </a:defRPr>
            </a:pPr>
            <a:r>
              <a:t>Fr. Michael Hwang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RISE, O CHILDREN, FROM YOUR SLEEP;</a:t>
            </a:r>
          </a:p>
          <a:p>
            <a:pPr algn="ctr">
              <a:lnSpc>
                <a:spcPct val="100000"/>
              </a:lnSpc>
              <a:spcAft>
                <a:spcPts val="600"/>
              </a:spcAft>
              <a:defRPr sz="5100" b="1" i="0">
                <a:solidFill>
                  <a:srgbClr val="FFFFFF"/>
                </a:solidFill>
                <a:latin typeface="Poppins Bold"/>
              </a:defRPr>
            </a:pPr>
            <a:r>
              <a:t>YOUR SAVIOR NOW HAS COME</a:t>
            </a:r>
          </a:p>
          <a:p>
            <a:pPr algn="ctr">
              <a:lnSpc>
                <a:spcPct val="100000"/>
              </a:lnSpc>
              <a:spcAft>
                <a:spcPts val="600"/>
              </a:spcAft>
              <a:defRPr sz="5100" b="1" i="0">
                <a:solidFill>
                  <a:srgbClr val="FFFFFF"/>
                </a:solidFill>
                <a:latin typeface="Poppins Bold"/>
              </a:defRPr>
            </a:pPr>
            <a:r>
              <a:t>HE HAS TURNED YOUR SORROW TO JOY</a:t>
            </a:r>
          </a:p>
          <a:p>
            <a:pPr algn="ctr">
              <a:lnSpc>
                <a:spcPct val="100000"/>
              </a:lnSpc>
              <a:spcAft>
                <a:spcPts val="600"/>
              </a:spcAft>
              <a:defRPr sz="5100" b="1" i="0">
                <a:solidFill>
                  <a:srgbClr val="FFFFFF"/>
                </a:solidFill>
                <a:latin typeface="Poppins Bold"/>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LET YOUR SONG BE SUNG FROM MOUNTAINS HIGH</a:t>
            </a:r>
          </a:p>
          <a:p>
            <a:pPr algn="ctr">
              <a:lnSpc>
                <a:spcPct val="100000"/>
              </a:lnSpc>
              <a:spcAft>
                <a:spcPts val="600"/>
              </a:spcAft>
              <a:defRPr sz="5100" b="1" i="1">
                <a:solidFill>
                  <a:srgbClr val="FFB800"/>
                </a:solidFill>
                <a:latin typeface="Poppins Bold"/>
              </a:defRPr>
            </a:pPr>
            <a:r>
              <a:t>SING A NEW SONG UNTO THE LORD</a:t>
            </a:r>
          </a:p>
          <a:p>
            <a:pPr algn="ctr">
              <a:lnSpc>
                <a:spcPct val="100000"/>
              </a:lnSpc>
              <a:spcAft>
                <a:spcPts val="600"/>
              </a:spcAft>
              <a:defRPr sz="5100" b="1" i="1">
                <a:solidFill>
                  <a:srgbClr val="FFB800"/>
                </a:solidFill>
                <a:latin typeface="Poppins Bold"/>
              </a:defRPr>
            </a:pPr>
            <a:r>
              <a:t>SINGING ALLELUIA</a:t>
            </a:r>
          </a:p>
          <a:p>
            <a:pPr algn="ctr">
              <a:lnSpc>
                <a:spcPct val="100000"/>
              </a:lnSpc>
              <a:spcAft>
                <a:spcPts val="600"/>
              </a:spcAft>
              <a:defRPr sz="5100" b="1" i="1">
                <a:solidFill>
                  <a:srgbClr val="FFB800"/>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In the Name of the Father, and of the Son, and of the Holy Spirit.</a:t>
            </a:r>
          </a:p>
          <a:p>
            <a:pPr algn="ctr">
              <a:spcBef>
                <a:spcPts val="400"/>
              </a:spcBef>
              <a:spcAft>
                <a:spcPts val="500"/>
              </a:spcAft>
              <a:defRPr sz="5500" b="1" i="0">
                <a:solidFill>
                  <a:srgbClr val="FFFFFF"/>
                </a:solidFill>
                <a:latin typeface="Georgia"/>
              </a:defRPr>
            </a:pPr>
            <a:r>
              <a:t>All: Amen.</a:t>
            </a:r>
          </a:p>
          <a:p>
            <a:pPr algn="ctr">
              <a:spcBef>
                <a:spcPts val="400"/>
              </a:spcBef>
              <a:spcAft>
                <a:spcPts val="500"/>
              </a:spcAft>
              <a:defRPr sz="5500" b="1" i="0">
                <a:solidFill>
                  <a:srgbClr val="D8B4FE"/>
                </a:solidFill>
                <a:latin typeface="Georgia"/>
              </a:defRPr>
            </a:pPr>
            <a:r>
              <a:t>Priest: The Lord be with you.</a:t>
            </a:r>
          </a:p>
          <a:p>
            <a:pPr algn="ctr">
              <a:spcBef>
                <a:spcPts val="400"/>
              </a:spcBef>
              <a:spcAft>
                <a:spcPts val="500"/>
              </a:spcAft>
              <a:defRPr sz="5500" b="1" i="0">
                <a:solidFill>
                  <a:srgbClr val="FFFFFF"/>
                </a:solidFill>
                <a:latin typeface="Georgia"/>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4801154" y="1896595"/>
            <a:ext cx="9278336"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3" id="3"/>
          <p:cNvSpPr txBox="true"/>
          <p:nvPr/>
        </p:nvSpPr>
        <p:spPr>
          <a:xfrm rot="0">
            <a:off x="4801154" y="4666484"/>
            <a:ext cx="10374670"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a:lnSpc>
                <a:spcPts val="5935"/>
              </a:lnSpc>
              <a:defRPr/>
            </a:pPr>
            <a:r>
              <a:rPr lang="en-US" b="1" sz="5600" spc="148">
                <a:solidFill>
                  <a:srgbClr val="FFFFFF"/>
                </a:solidFill>
                <a:latin typeface="Poppins Bold"/>
                <a:ea typeface="Poppins Bold"/>
                <a:cs typeface="Poppins Bold"/>
                <a:sym typeface="Poppins Bold"/>
              </a:rPr>
              <a:t>CHRIST,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CHRIST, HAVE MERCY.</a:t>
            </a:r>
          </a:p>
        </p:txBody>
      </p:sp>
      <p:sp>
        <p:nvSpPr>
          <p:cNvPr name="TextBox 4" id="4"/>
          <p:cNvSpPr txBox="true"/>
          <p:nvPr/>
        </p:nvSpPr>
        <p:spPr>
          <a:xfrm rot="0">
            <a:off x="4801154" y="7436374"/>
            <a:ext cx="9575679" cy="2320798"/>
          </a:xfrm>
          <a:prstGeom prst="rect">
            <a:avLst/>
          </a:prstGeom>
        </p:spPr>
        <p:txBody>
          <a:bodyPr anchor="t" rtlCol="false" tIns="0" lIns="0" bIns="0" rIns="0">
            <a:spAutoFit/>
          </a:bodyPr>
          <a:lstStyle/>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a:lnSpc>
                <a:spcPts val="5935"/>
              </a:lnSpc>
              <a:defRPr/>
            </a:pPr>
            <a:r>
              <a:rPr lang="en-US" b="1" sz="5600" spc="148">
                <a:solidFill>
                  <a:srgbClr val="FFFFFF"/>
                </a:solidFill>
                <a:latin typeface="Poppins Bold"/>
                <a:ea typeface="Poppins Bold"/>
                <a:cs typeface="Poppins Bold"/>
                <a:sym typeface="Poppins Bold"/>
              </a:rPr>
              <a:t>LORD, HAVE MERCY.</a:t>
            </a:r>
          </a:p>
          <a:p>
            <a:pPr algn="l" marL="0" indent="0" lvl="0">
              <a:lnSpc>
                <a:spcPts val="5935"/>
              </a:lnSpc>
              <a:defRPr/>
            </a:pPr>
            <a:r>
              <a:rPr lang="en-US" b="1" sz="5600" spc="148">
                <a:solidFill>
                  <a:srgbClr val="FFFFFF"/>
                </a:solidFill>
                <a:latin typeface="Poppins Bold"/>
                <a:ea typeface="Poppins Bold"/>
                <a:cs typeface="Poppins Bold"/>
                <a:sym typeface="Poppins Bold"/>
              </a:rPr>
              <a:t>           </a:t>
            </a:r>
            <a:r>
              <a:rPr lang="en-US" b="1" sz="5600" spc="148">
                <a:gradFill>
                  <a:gsLst>
                    <a:gs pos="0">
                      <a:srgbClr val="FFDE59">
                        <a:alpha val="100000"/>
                      </a:srgbClr>
                    </a:gs>
                    <a:gs pos="100000">
                      <a:srgbClr val="FF914D">
                        <a:alpha val="100000"/>
                      </a:srgbClr>
                    </a:gs>
                  </a:gsLst>
                  <a:lin ang="0"/>
                </a:gradFill>
                <a:latin typeface="Poppins Bold"/>
                <a:ea typeface="Poppins Bold"/>
                <a:cs typeface="Poppins Bold"/>
                <a:sym typeface="Poppins Bold"/>
              </a:rPr>
              <a:t>LORD, HAVE MERCY.</a:t>
            </a:r>
          </a:p>
        </p:txBody>
      </p:sp>
      <p:sp>
        <p:nvSpPr>
          <p:cNvPr name="TextBox 5" id="5"/>
          <p:cNvSpPr txBox="true"/>
          <p:nvPr/>
        </p:nvSpPr>
        <p:spPr>
          <a:xfrm rot="0">
            <a:off x="2874744" y="331003"/>
            <a:ext cx="12538511"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Kyrie Eleison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Let us pray.</a:t>
            </a:r>
          </a:p>
          <a:p>
            <a:pPr algn="ctr">
              <a:spcBef>
                <a:spcPts val="400"/>
              </a:spcBef>
              <a:spcAft>
                <a:spcPts val="500"/>
              </a:spcAft>
              <a:defRPr sz="55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turgy_of_the_word_title.png"/>
          <p:cNvPicPr>
            <a:picLocks noChangeAspect="1"/>
          </p:cNvPicPr>
          <p:nvPr/>
        </p:nvPicPr>
        <p:blipFill>
          <a:blip r:embed="rId2"/>
          <a:stretch>
            <a:fillRect/>
          </a:stretch>
        </p:blipFill>
        <p:spPr>
          <a:xfrm>
            <a:off x="0" y="0"/>
            <a:ext cx="18288000" cy="10287000"/>
          </a:xfrm>
          <a:prstGeom prst="rect">
            <a:avLst/>
          </a:prstGeom>
        </p:spPr>
      </p:pic>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D8B4FE"/>
                </a:solidFill>
                <a:latin typeface="Georgia"/>
              </a:defRPr>
            </a:pPr>
            <a:r>
              <a:t>Liturgy of the Word</a:t>
            </a:r>
          </a:p>
          <a:p>
            <a:pPr algn="ctr">
              <a:spcAft>
                <a:spcPts val="1600"/>
              </a:spcAft>
              <a:defRPr sz="5500" b="1" i="0">
                <a:solidFill>
                  <a:srgbClr val="D8B4FE"/>
                </a:solidFill>
                <a:latin typeface="Georgia"/>
              </a:defRPr>
            </a:pPr>
            <a:r>
              <a:t>First Reading</a:t>
            </a:r>
          </a:p>
          <a:p>
            <a:pPr algn="ctr">
              <a:defRPr sz="5500" b="0" i="0">
                <a:solidFill>
                  <a:srgbClr val="FFFFFF"/>
                </a:solidFill>
                <a:latin typeface="Georgia"/>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D8B4FE"/>
                </a:solidFill>
                <a:latin typeface="Georgia"/>
              </a:defRPr>
            </a:pPr>
            <a:r>
              <a:t>Liturgy of the Word</a:t>
            </a:r>
          </a:p>
          <a:p>
            <a:pPr algn="ctr">
              <a:spcAft>
                <a:spcPts val="1200"/>
              </a:spcAft>
              <a:defRPr sz="5500" b="1" i="0">
                <a:solidFill>
                  <a:srgbClr val="D8B4FE"/>
                </a:solidFill>
                <a:latin typeface="Georgia"/>
              </a:defRPr>
            </a:pPr>
            <a:r>
              <a:t>Responsorial Psalm</a:t>
            </a:r>
            <a:br/>
            <a:r>
              <a:t>(Psalm 147:12-13, 14-15, 19-20)</a:t>
            </a:r>
          </a:p>
          <a:p>
            <a:pPr algn="ctr">
              <a:spcAft>
                <a:spcPts val="800"/>
              </a:spcAft>
              <a:defRPr sz="5500" b="0" i="0">
                <a:solidFill>
                  <a:srgbClr val="FFFFFF"/>
                </a:solidFill>
                <a:latin typeface="Georgia"/>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D8B4FE"/>
                </a:solidFill>
                <a:latin typeface="Georgia"/>
              </a:defRPr>
            </a:pPr>
            <a:r>
              <a:t>Liturgy of the Word</a:t>
            </a:r>
          </a:p>
          <a:p>
            <a:pPr algn="ctr">
              <a:spcAft>
                <a:spcPts val="1600"/>
              </a:spcAft>
              <a:defRPr sz="5500" b="1" i="0">
                <a:solidFill>
                  <a:srgbClr val="D8B4FE"/>
                </a:solidFill>
                <a:latin typeface="Georgia"/>
              </a:defRPr>
            </a:pPr>
            <a:r>
              <a:t>Second Reading</a:t>
            </a:r>
          </a:p>
          <a:p>
            <a:pPr algn="ctr">
              <a:defRPr sz="5500" b="0" i="0">
                <a:solidFill>
                  <a:srgbClr val="FFFFFF"/>
                </a:solidFill>
                <a:latin typeface="Georgia"/>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0" y="2602230"/>
            <a:ext cx="18288000" cy="4892041"/>
          </a:xfrm>
          <a:prstGeom prst="rect">
            <a:avLst/>
          </a:prstGeom>
        </p:spPr>
        <p:txBody>
          <a:bodyPr anchor="t" rtlCol="false" tIns="0" lIns="0" bIns="0" rIns="0">
            <a:noAutofit/>
          </a:bodyPr>
          <a:lstStyle/>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a:lnSpc>
                <a:spcPts val="9659"/>
              </a:lnSpc>
              <a:defRPr/>
            </a:pPr>
            <a:r>
              <a:rPr lang="en-US" b="1" sz="6900">
                <a:solidFill>
                  <a:srgbClr val="FFFFFF"/>
                </a:solidFill>
                <a:latin typeface="Poppins Bold"/>
                <a:ea typeface="Poppins Bold"/>
                <a:cs typeface="Poppins Bold"/>
                <a:sym typeface="Poppins Bold"/>
              </a:rPr>
              <a:t>ALLELUIA! ALLELUIA!</a:t>
            </a:r>
          </a:p>
          <a:p>
            <a:pPr algn="ctr" marL="0" indent="0" lvl="0">
              <a:lnSpc>
                <a:spcPts val="9659"/>
              </a:lnSpc>
              <a:spcBef>
                <a:spcPct val="0"/>
              </a:spcBef>
              <a:defRPr/>
            </a:pPr>
            <a:r>
              <a:rPr lang="en-US" b="1" sz="6900">
                <a:solidFill>
                  <a:srgbClr val="FFFFFF"/>
                </a:solidFill>
                <a:latin typeface="Poppins Bold"/>
                <a:ea typeface="Poppins Bold"/>
                <a:cs typeface="Poppins Bold"/>
                <a:sym typeface="Poppins Bold"/>
              </a:rPr>
              <a:t>ALLELUIA! ALLELUIA!</a:t>
            </a:r>
          </a:p>
        </p:txBody>
      </p:sp>
      <p:sp>
        <p:nvSpPr>
          <p:cNvPr name="TextBox 3" id="3"/>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Gospel Acclamation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741394" y="2126857"/>
            <a:ext cx="12101674" cy="1227455"/>
          </a:xfrm>
          <a:prstGeom prst="rect">
            <a:avLst/>
          </a:prstGeom>
        </p:spPr>
        <p:txBody>
          <a:bodyPr anchor="t" rtlCol="false" tIns="0" lIns="0" bIns="0" rIns="0">
            <a:noAutofit/>
          </a:bodyPr>
          <a:lstStyle/>
          <a:p>
            <a:pPr algn="l" marL="0" indent="0" lvl="0">
              <a:lnSpc>
                <a:spcPts val="9520"/>
              </a:lnSpc>
              <a:spcBef>
                <a:spcPct val="0"/>
              </a:spcBef>
              <a:defRPr/>
            </a:pPr>
            <a:r>
              <a:rPr lang="en-US" b="1" sz="6900">
                <a:solidFill>
                  <a:srgbClr val="FFB800"/>
                </a:solidFill>
                <a:latin typeface="Poppins Bold"/>
                <a:ea typeface="Poppins Semi-Bold"/>
                <a:cs typeface="Poppins Semi-Bold"/>
                <a:sym typeface="Poppins Semi-Bold"/>
              </a:rPr>
              <a:t>Priest</a:t>
            </a:r>
            <a:r>
              <a:rPr lang="en-US" b="1" sz="6900">
                <a:solidFill>
                  <a:srgbClr val="FFFFFF"/>
                </a:solidFill>
                <a:latin typeface="Poppins Bold"/>
                <a:ea typeface="Poppins Semi-Bold"/>
                <a:cs typeface="Poppins Semi-Bold"/>
                <a:sym typeface="Poppins Semi-Bold"/>
              </a:rPr>
              <a:t>: The Lord be with you.</a:t>
            </a:r>
          </a:p>
        </p:txBody>
      </p:sp>
      <p:sp>
        <p:nvSpPr>
          <p:cNvPr name="TextBox 3" id="3"/>
          <p:cNvSpPr txBox="true"/>
          <p:nvPr/>
        </p:nvSpPr>
        <p:spPr>
          <a:xfrm rot="0">
            <a:off x="2741394" y="5586337"/>
            <a:ext cx="14802275" cy="1860423"/>
          </a:xfrm>
          <a:prstGeom prst="rect">
            <a:avLst/>
          </a:prstGeom>
        </p:spPr>
        <p:txBody>
          <a:bodyPr anchor="t" rtlCol="false" tIns="0" lIns="0" bIns="0" rIns="0">
            <a:noAutofit/>
          </a:bodyPr>
          <a:lstStyle/>
          <a:p>
            <a:r>
              <a:rPr sz="6900" b="1">
                <a:latin typeface="Poppins Bold"/>
              </a:rPr>
              <a:t>Priest: A reading from the holy</a:t>
            </a:r>
          </a:p>
          <a:p>
            <a:r>
              <a:rPr sz="6900" b="1">
                <a:latin typeface="Poppins Bold"/>
              </a:rPr>
              <a:t>Gospel according to John.</a:t>
            </a:r>
          </a:p>
        </p:txBody>
      </p:sp>
      <p:sp>
        <p:nvSpPr>
          <p:cNvPr name="TextBox 4" id="4"/>
          <p:cNvSpPr txBox="true"/>
          <p:nvPr/>
        </p:nvSpPr>
        <p:spPr>
          <a:xfrm rot="0">
            <a:off x="2741394" y="3725787"/>
            <a:ext cx="12168662"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And with your spirit.</a:t>
            </a:r>
          </a:p>
        </p:txBody>
      </p:sp>
      <p:sp>
        <p:nvSpPr>
          <p:cNvPr name="TextBox 5" id="5"/>
          <p:cNvSpPr txBox="true"/>
          <p:nvPr/>
        </p:nvSpPr>
        <p:spPr>
          <a:xfrm rot="0">
            <a:off x="2741394" y="7913485"/>
            <a:ext cx="12002049" cy="1250950"/>
          </a:xfrm>
          <a:prstGeom prst="rect">
            <a:avLst/>
          </a:prstGeom>
        </p:spPr>
        <p:txBody>
          <a:bodyPr anchor="t" rtlCol="false" tIns="0" lIns="0" bIns="0" rIns="0">
            <a:noAutofit/>
          </a:bodyPr>
          <a:lstStyle/>
          <a:p>
            <a:pPr algn="l" marL="0" indent="0" lvl="0">
              <a:lnSpc>
                <a:spcPts val="9799"/>
              </a:lnSpc>
              <a:spcBef>
                <a:spcPct val="0"/>
              </a:spcBef>
              <a:defRPr/>
            </a:pPr>
            <a:r>
              <a:rPr lang="en-US" b="1" sz="6900">
                <a:solidFill>
                  <a:srgbClr val="FFFFFF"/>
                </a:solidFill>
                <a:latin typeface="Poppins Bold"/>
                <a:ea typeface="Poppins Ultra-Bold"/>
                <a:cs typeface="Poppins Ultra-Bold"/>
                <a:sym typeface="Poppins Ultra-Bold"/>
              </a:rPr>
              <a:t>All: Glory to you, O Lord!</a:t>
            </a:r>
          </a:p>
        </p:txBody>
      </p:sp>
      <p:sp>
        <p:nvSpPr>
          <p:cNvPr name="TextBox 6" id="6"/>
          <p:cNvSpPr txBox="true"/>
          <p:nvPr/>
        </p:nvSpPr>
        <p:spPr>
          <a:xfrm rot="0">
            <a:off x="2874744" y="331003"/>
            <a:ext cx="12538511" cy="1055243"/>
          </a:xfrm>
          <a:prstGeom prst="rect">
            <a:avLst/>
          </a:prstGeom>
        </p:spPr>
        <p:txBody>
          <a:bodyPr anchor="t" rtlCol="false" tIns="0" lIns="0" bIns="0" rIns="0">
            <a:no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Gospel Acclamation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Gospel Acclamation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The Gospel of the Lord.</a:t>
            </a:r>
          </a:p>
          <a:p>
            <a:pPr algn="ctr">
              <a:spcBef>
                <a:spcPts val="400"/>
              </a:spcBef>
              <a:spcAft>
                <a:spcPts val="500"/>
              </a:spcAft>
              <a:defRPr sz="5500" b="1" i="0">
                <a:solidFill>
                  <a:srgbClr val="FFFFFF"/>
                </a:solidFill>
                <a:latin typeface="Georgia"/>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FFFFF"/>
                </a:solidFill>
                <a:latin typeface="Georgia"/>
              </a:defRPr>
            </a:pPr>
            <a:r>
              <a:t>All: I believe in one God,</a:t>
            </a:r>
          </a:p>
          <a:p>
            <a:pPr algn="ctr">
              <a:spcAft>
                <a:spcPts val="800"/>
              </a:spcAft>
              <a:defRPr sz="5500" b="0" i="0">
                <a:solidFill>
                  <a:srgbClr val="FFFFFF"/>
                </a:solidFill>
                <a:latin typeface="Georgia"/>
              </a:defRPr>
            </a:pPr>
            <a:r>
              <a:t>the Father almighty,</a:t>
            </a:r>
          </a:p>
          <a:p>
            <a:pPr algn="ctr">
              <a:spcAft>
                <a:spcPts val="800"/>
              </a:spcAft>
              <a:defRPr sz="5500" b="0" i="0">
                <a:solidFill>
                  <a:srgbClr val="FFFFFF"/>
                </a:solidFill>
                <a:latin typeface="Georgia"/>
              </a:defRPr>
            </a:pPr>
            <a:r>
              <a:t>maker of heaven and earth,</a:t>
            </a:r>
          </a:p>
          <a:p>
            <a:pPr algn="ctr">
              <a:spcAft>
                <a:spcPts val="800"/>
              </a:spcAft>
              <a:defRPr sz="5500" b="0" i="0">
                <a:solidFill>
                  <a:srgbClr val="FFFFFF"/>
                </a:solidFill>
                <a:latin typeface="Georgia"/>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I believe in one Lord Jesus Christ,</a:t>
            </a:r>
          </a:p>
          <a:p>
            <a:pPr algn="ctr">
              <a:spcAft>
                <a:spcPts val="800"/>
              </a:spcAft>
              <a:defRPr sz="5500" b="0" i="0">
                <a:solidFill>
                  <a:srgbClr val="FFFFFF"/>
                </a:solidFill>
                <a:latin typeface="Georgia"/>
              </a:defRPr>
            </a:pPr>
            <a:r>
              <a:t>the Only Begotten Son of God,</a:t>
            </a:r>
          </a:p>
          <a:p>
            <a:pPr algn="ctr">
              <a:spcAft>
                <a:spcPts val="800"/>
              </a:spcAft>
              <a:defRPr sz="5500" b="0" i="0">
                <a:solidFill>
                  <a:srgbClr val="FFFFFF"/>
                </a:solidFill>
                <a:latin typeface="Georgia"/>
              </a:defRPr>
            </a:pPr>
            <a:r>
              <a:t>born of the Father before all ages.</a:t>
            </a:r>
          </a:p>
          <a:p>
            <a:pPr algn="ctr">
              <a:spcAft>
                <a:spcPts val="800"/>
              </a:spcAft>
              <a:defRPr sz="5500" b="0" i="0">
                <a:solidFill>
                  <a:srgbClr val="FFFFFF"/>
                </a:solidFill>
                <a:latin typeface="Georgia"/>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(2/10)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true God from true God,</a:t>
            </a:r>
          </a:p>
          <a:p>
            <a:pPr algn="ctr">
              <a:spcAft>
                <a:spcPts val="800"/>
              </a:spcAft>
              <a:defRPr sz="5500" b="0" i="0">
                <a:solidFill>
                  <a:srgbClr val="FFFFFF"/>
                </a:solidFill>
                <a:latin typeface="Georgia"/>
              </a:defRPr>
            </a:pPr>
            <a:r>
              <a:t>begotten, not made, consubstantial with the Father;</a:t>
            </a:r>
          </a:p>
          <a:p>
            <a:pPr algn="ctr">
              <a:spcAft>
                <a:spcPts val="800"/>
              </a:spcAft>
              <a:defRPr sz="5500" b="0" i="0">
                <a:solidFill>
                  <a:srgbClr val="FFFFFF"/>
                </a:solidFill>
                <a:latin typeface="Georgia"/>
              </a:defRPr>
            </a:pPr>
            <a:r>
              <a:t>through him all things were made.</a:t>
            </a:r>
          </a:p>
          <a:p>
            <a:pPr algn="ctr">
              <a:spcAft>
                <a:spcPts val="800"/>
              </a:spcAft>
              <a:defRPr sz="5500" b="0" i="0">
                <a:solidFill>
                  <a:srgbClr val="FFFFFF"/>
                </a:solidFill>
                <a:latin typeface="Georgia"/>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(3/10)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he came down from heaven,</a:t>
            </a:r>
          </a:p>
          <a:p>
            <a:pPr algn="ctr">
              <a:spcAft>
                <a:spcPts val="800"/>
              </a:spcAft>
              <a:defRPr sz="5500" b="0" i="0">
                <a:solidFill>
                  <a:srgbClr val="FFFFFF"/>
                </a:solidFill>
                <a:latin typeface="Georgia"/>
              </a:defRPr>
            </a:pPr>
            <a:r>
              <a:t>and by the Holy Spirit was incarnate of the Virgin Mary,</a:t>
            </a:r>
          </a:p>
          <a:p>
            <a:pPr algn="ctr">
              <a:spcAft>
                <a:spcPts val="800"/>
              </a:spcAft>
              <a:defRPr sz="5500" b="0" i="0">
                <a:solidFill>
                  <a:srgbClr val="FFFFFF"/>
                </a:solidFill>
                <a:latin typeface="Georgia"/>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(4/10)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For our sake he was crucified under Pontius Pilate,</a:t>
            </a:r>
          </a:p>
          <a:p>
            <a:pPr algn="ctr">
              <a:spcAft>
                <a:spcPts val="800"/>
              </a:spcAft>
              <a:defRPr sz="5500" b="0" i="0">
                <a:solidFill>
                  <a:srgbClr val="FFFFFF"/>
                </a:solidFill>
                <a:latin typeface="Georgia"/>
              </a:defRPr>
            </a:pPr>
            <a:r>
              <a:t>he suffered death and was buried,</a:t>
            </a:r>
          </a:p>
          <a:p>
            <a:pPr algn="ctr">
              <a:spcAft>
                <a:spcPts val="800"/>
              </a:spcAft>
              <a:defRPr sz="5500" b="0" i="0">
                <a:solidFill>
                  <a:srgbClr val="FFFFFF"/>
                </a:solidFill>
                <a:latin typeface="Georgia"/>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(5/10)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in accordance with the Scriptures.</a:t>
            </a:r>
          </a:p>
          <a:p>
            <a:pPr algn="ctr">
              <a:spcAft>
                <a:spcPts val="800"/>
              </a:spcAft>
              <a:defRPr sz="5500" b="0" i="0">
                <a:solidFill>
                  <a:srgbClr val="FFFFFF"/>
                </a:solidFill>
                <a:latin typeface="Georgia"/>
              </a:defRPr>
            </a:pPr>
            <a:r>
              <a:t>He ascended into heaven</a:t>
            </a:r>
          </a:p>
          <a:p>
            <a:pPr algn="ctr">
              <a:spcAft>
                <a:spcPts val="800"/>
              </a:spcAft>
              <a:defRPr sz="5500" b="0" i="0">
                <a:solidFill>
                  <a:srgbClr val="FFFFFF"/>
                </a:solidFill>
                <a:latin typeface="Georgia"/>
              </a:defRPr>
            </a:pPr>
            <a:r>
              <a:t>and is seated at the right hand of the Father.</a:t>
            </a:r>
          </a:p>
          <a:p>
            <a:pPr algn="ctr">
              <a:spcAft>
                <a:spcPts val="800"/>
              </a:spcAft>
              <a:defRPr sz="5500" b="0" i="0">
                <a:solidFill>
                  <a:srgbClr val="FFFFFF"/>
                </a:solidFill>
                <a:latin typeface="Georgia"/>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to judge the living and the dead</a:t>
            </a:r>
          </a:p>
          <a:p>
            <a:pPr algn="ctr">
              <a:spcAft>
                <a:spcPts val="800"/>
              </a:spcAft>
              <a:defRPr sz="5500" b="0" i="0">
                <a:solidFill>
                  <a:srgbClr val="FFFFFF"/>
                </a:solidFill>
                <a:latin typeface="Georgia"/>
              </a:defRPr>
            </a:pPr>
            <a:r>
              <a:t>and his kingdom will have no end.</a:t>
            </a:r>
          </a:p>
          <a:p>
            <a:pPr algn="ctr">
              <a:spcAft>
                <a:spcPts val="800"/>
              </a:spcAft>
              <a:defRPr sz="5500" b="0" i="0">
                <a:solidFill>
                  <a:srgbClr val="FFFFFF"/>
                </a:solidFill>
                <a:latin typeface="Georgia"/>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(7/10)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who proceeds from the Father and the Son,</a:t>
            </a:r>
          </a:p>
          <a:p>
            <a:pPr algn="ctr">
              <a:spcAft>
                <a:spcPts val="800"/>
              </a:spcAft>
              <a:defRPr sz="5500" b="0" i="0">
                <a:solidFill>
                  <a:srgbClr val="FFFFFF"/>
                </a:solidFill>
                <a:latin typeface="Georgia"/>
              </a:defRPr>
            </a:pPr>
            <a:r>
              <a:t>who with the Father and the Son is adored and glorified,</a:t>
            </a:r>
          </a:p>
          <a:p>
            <a:pPr algn="ctr">
              <a:spcAft>
                <a:spcPts val="800"/>
              </a:spcAft>
              <a:defRPr sz="5500" b="0" i="0">
                <a:solidFill>
                  <a:srgbClr val="FFFFFF"/>
                </a:solidFill>
                <a:latin typeface="Georgia"/>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(8/10)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I believe in one, holy, catholic and apostolic Church.</a:t>
            </a:r>
          </a:p>
          <a:p>
            <a:pPr algn="ctr">
              <a:spcAft>
                <a:spcPts val="800"/>
              </a:spcAft>
              <a:defRPr sz="5500" b="0" i="0">
                <a:solidFill>
                  <a:srgbClr val="FFFFFF"/>
                </a:solidFill>
                <a:latin typeface="Georgia"/>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(9/10)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and I look forward to the resurrection of the dead</a:t>
            </a:r>
          </a:p>
          <a:p>
            <a:pPr algn="ctr">
              <a:spcAft>
                <a:spcPts val="800"/>
              </a:spcAft>
              <a:defRPr sz="5500" b="0" i="0">
                <a:solidFill>
                  <a:srgbClr val="FFFFFF"/>
                </a:solidFill>
                <a:latin typeface="Georgia"/>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Nicene Creed (10/10)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FFFFF"/>
                </a:solidFill>
                <a:latin typeface="Georgia"/>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The Priest concludes the Prayer of the Faithful with a prayer in full, for example:</a:t>
            </a:r>
          </a:p>
          <a:p>
            <a:pPr algn="ctr">
              <a:spcBef>
                <a:spcPts val="400"/>
              </a:spcBef>
              <a:spcAft>
                <a:spcPts val="500"/>
              </a:spcAft>
              <a:defRPr sz="5500" b="1" i="0">
                <a:solidFill>
                  <a:srgbClr val="D8B4FE"/>
                </a:solidFill>
                <a:latin typeface="Georgia"/>
              </a:defRPr>
            </a:pPr>
            <a:r>
              <a:t>Priest: Heavenly Father, hear the prayers of the Church, which we make through Christ our Lord.</a:t>
            </a:r>
          </a:p>
          <a:p>
            <a:pPr algn="ctr">
              <a:spcBef>
                <a:spcPts val="400"/>
              </a:spcBef>
              <a:spcAft>
                <a:spcPts val="500"/>
              </a:spcAft>
              <a:defRPr sz="55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5500" b="1" i="0">
                <a:solidFill>
                  <a:srgbClr val="FFFFFF"/>
                </a:solidFill>
                <a:latin typeface="Georgia"/>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The Lord be with you.</a:t>
            </a:r>
          </a:p>
          <a:p>
            <a:pPr algn="ctr">
              <a:spcBef>
                <a:spcPts val="400"/>
              </a:spcBef>
              <a:spcAft>
                <a:spcPts val="500"/>
              </a:spcAft>
              <a:defRPr sz="5500" b="1" i="0">
                <a:solidFill>
                  <a:srgbClr val="FFFFFF"/>
                </a:solidFill>
                <a:latin typeface="Georgia"/>
              </a:defRPr>
            </a:pPr>
            <a:r>
              <a:t>All: And with your spirit.</a:t>
            </a:r>
          </a:p>
          <a:p>
            <a:pPr algn="ctr">
              <a:spcBef>
                <a:spcPts val="400"/>
              </a:spcBef>
              <a:spcAft>
                <a:spcPts val="500"/>
              </a:spcAft>
              <a:defRPr sz="5500" b="1" i="0">
                <a:solidFill>
                  <a:srgbClr val="D8B4FE"/>
                </a:solidFill>
                <a:latin typeface="Georgia"/>
              </a:defRPr>
            </a:pPr>
            <a:r>
              <a:t>Priest: Lift up your hearts.</a:t>
            </a:r>
          </a:p>
          <a:p>
            <a:pPr algn="ctr">
              <a:spcBef>
                <a:spcPts val="400"/>
              </a:spcBef>
              <a:spcAft>
                <a:spcPts val="500"/>
              </a:spcAft>
              <a:defRPr sz="5500" b="1" i="0">
                <a:solidFill>
                  <a:srgbClr val="FFFFFF"/>
                </a:solidFill>
                <a:latin typeface="Georgia"/>
              </a:defRPr>
            </a:pPr>
            <a:r>
              <a:t>All: We lift them up to the Lord.</a:t>
            </a:r>
          </a:p>
          <a:p>
            <a:pPr algn="ctr">
              <a:spcBef>
                <a:spcPts val="400"/>
              </a:spcBef>
              <a:spcAft>
                <a:spcPts val="500"/>
              </a:spcAft>
              <a:defRPr sz="5500" b="1" i="0">
                <a:solidFill>
                  <a:srgbClr val="D8B4FE"/>
                </a:solidFill>
                <a:latin typeface="Georgia"/>
              </a:defRPr>
            </a:pPr>
            <a:r>
              <a:t>Priest: Let us give thanks to the Lord our God.</a:t>
            </a:r>
          </a:p>
          <a:p>
            <a:pPr algn="ctr">
              <a:spcBef>
                <a:spcPts val="400"/>
              </a:spcBef>
              <a:spcAft>
                <a:spcPts val="500"/>
              </a:spcAft>
              <a:defRPr sz="5500" b="1" i="0">
                <a:solidFill>
                  <a:srgbClr val="FFFFFF"/>
                </a:solidFill>
                <a:latin typeface="Georgia"/>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FFFFF"/>
                </a:solidFill>
                <a:latin typeface="Georgia"/>
              </a:defRPr>
            </a:pPr>
            <a:r>
              <a:t>Holy, Holy, Holy Lord God of hosts.</a:t>
            </a:r>
          </a:p>
          <a:p>
            <a:pPr algn="ctr">
              <a:spcAft>
                <a:spcPts val="800"/>
              </a:spcAft>
              <a:defRPr sz="5500" b="0" i="0">
                <a:solidFill>
                  <a:srgbClr val="FFFFFF"/>
                </a:solidFill>
                <a:latin typeface="Georgia"/>
              </a:defRPr>
            </a:pPr>
            <a:r>
              <a:t>Heaven and earth are full of your glory.</a:t>
            </a:r>
          </a:p>
          <a:p>
            <a:pPr algn="ctr">
              <a:spcAft>
                <a:spcPts val="800"/>
              </a:spcAft>
              <a:defRPr sz="5500" b="0" i="0">
                <a:solidFill>
                  <a:srgbClr val="FFFFFF"/>
                </a:solidFill>
                <a:latin typeface="Georgia"/>
              </a:defRPr>
            </a:pPr>
            <a:r>
              <a:t>Hosanna in the highest.</a:t>
            </a:r>
          </a:p>
          <a:p>
            <a:pPr algn="ctr">
              <a:spcAft>
                <a:spcPts val="800"/>
              </a:spcAft>
              <a:defRPr sz="5500" b="0" i="0">
                <a:solidFill>
                  <a:srgbClr val="FFFFFF"/>
                </a:solidFill>
                <a:latin typeface="Georgia"/>
              </a:defRPr>
            </a:pPr>
            <a:r>
              <a:t>Blessed is he who comes in the name of the Lord.</a:t>
            </a:r>
          </a:p>
          <a:p>
            <a:pPr algn="ctr">
              <a:spcAft>
                <a:spcPts val="800"/>
              </a:spcAft>
              <a:defRPr sz="5500" b="0" i="0">
                <a:solidFill>
                  <a:srgbClr val="FFFFFF"/>
                </a:solidFill>
                <a:latin typeface="Georgia"/>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FFFFF"/>
                </a:solidFill>
                <a:latin typeface="Georgia"/>
              </a:defRPr>
            </a:pPr>
            <a:r>
              <a:t>All: We proclaim your Death, O Lord,</a:t>
            </a:r>
          </a:p>
          <a:p>
            <a:pPr algn="ctr">
              <a:spcAft>
                <a:spcPts val="500"/>
              </a:spcAft>
              <a:defRPr sz="5500" b="0" i="0">
                <a:solidFill>
                  <a:srgbClr val="FFFFFF"/>
                </a:solidFill>
                <a:latin typeface="Georgia"/>
              </a:defRPr>
            </a:pPr>
            <a:r>
              <a:t>and profess your Resurrection</a:t>
            </a:r>
          </a:p>
          <a:p>
            <a:pPr algn="ctr">
              <a:spcAft>
                <a:spcPts val="500"/>
              </a:spcAft>
              <a:defRPr sz="5500" b="0" i="0">
                <a:solidFill>
                  <a:srgbClr val="FFFFFF"/>
                </a:solidFill>
                <a:latin typeface="Georgia"/>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D8B4FE"/>
                </a:solidFill>
                <a:latin typeface="Georgia"/>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FFFFF"/>
                </a:solidFill>
                <a:latin typeface="Georgia"/>
              </a:defRPr>
            </a:pPr>
            <a:r>
              <a:t>Our Father, who art in heaven,</a:t>
            </a:r>
          </a:p>
          <a:p>
            <a:pPr algn="ctr">
              <a:spcAft>
                <a:spcPts val="800"/>
              </a:spcAft>
              <a:defRPr sz="5500" b="0" i="0">
                <a:solidFill>
                  <a:srgbClr val="FFFFFF"/>
                </a:solidFill>
                <a:latin typeface="Georgia"/>
              </a:defRPr>
            </a:pPr>
            <a:r>
              <a:t>hallowed be thy name;</a:t>
            </a:r>
          </a:p>
          <a:p>
            <a:pPr algn="ctr">
              <a:spcAft>
                <a:spcPts val="800"/>
              </a:spcAft>
              <a:defRPr sz="5500" b="0" i="0">
                <a:solidFill>
                  <a:srgbClr val="FFFFFF"/>
                </a:solidFill>
                <a:latin typeface="Georgia"/>
              </a:defRPr>
            </a:pPr>
            <a:r>
              <a:t>thy kingdom come,</a:t>
            </a:r>
          </a:p>
          <a:p>
            <a:pPr algn="ctr">
              <a:spcAft>
                <a:spcPts val="800"/>
              </a:spcAft>
              <a:defRPr sz="5500" b="0" i="0">
                <a:solidFill>
                  <a:srgbClr val="FFFFFF"/>
                </a:solidFill>
                <a:latin typeface="Georgia"/>
              </a:defRPr>
            </a:pPr>
            <a:r>
              <a:t>thy will be done,</a:t>
            </a:r>
          </a:p>
          <a:p>
            <a:pPr algn="ctr">
              <a:spcAft>
                <a:spcPts val="800"/>
              </a:spcAft>
              <a:defRPr sz="5500" b="0" i="0">
                <a:solidFill>
                  <a:srgbClr val="FFFFFF"/>
                </a:solidFill>
                <a:latin typeface="Georgia"/>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Our Father (1/5)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Give us this day our daily bread;</a:t>
            </a:r>
          </a:p>
          <a:p>
            <a:pPr algn="ctr">
              <a:spcAft>
                <a:spcPts val="800"/>
              </a:spcAft>
              <a:defRPr sz="5500" b="0" i="0">
                <a:solidFill>
                  <a:srgbClr val="FFFFFF"/>
                </a:solidFill>
                <a:latin typeface="Georgia"/>
              </a:defRPr>
            </a:pPr>
            <a:r>
              <a:t>and forgive us our trespasses,</a:t>
            </a:r>
          </a:p>
          <a:p>
            <a:pPr algn="ctr">
              <a:spcAft>
                <a:spcPts val="800"/>
              </a:spcAft>
              <a:defRPr sz="5500" b="0" i="0">
                <a:solidFill>
                  <a:srgbClr val="FFFFFF"/>
                </a:solidFill>
                <a:latin typeface="Georgia"/>
              </a:defRPr>
            </a:pPr>
            <a:r>
              <a:t>as we forgive those who trespass against us;</a:t>
            </a:r>
          </a:p>
          <a:p>
            <a:pPr algn="ctr">
              <a:spcAft>
                <a:spcPts val="800"/>
              </a:spcAft>
              <a:defRPr sz="5500" b="0" i="0">
                <a:solidFill>
                  <a:srgbClr val="FFFFFF"/>
                </a:solidFill>
                <a:latin typeface="Georgia"/>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Our Father (2/5)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FFFFF"/>
                </a:solidFill>
                <a:latin typeface="Georgia"/>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Our Father (3/5)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Our Father (4/5)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FFFFF"/>
                </a:solidFill>
                <a:latin typeface="Georgia"/>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Our Father (5/5)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Sign of Peace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Lamb of God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5500" b="1" i="0">
                <a:solidFill>
                  <a:srgbClr val="FFFFFF"/>
                </a:solidFill>
                <a:latin typeface="Georgia"/>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Poppins Bold"/>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Let us pray.</a:t>
            </a:r>
          </a:p>
          <a:p>
            <a:pPr algn="ctr">
              <a:spcBef>
                <a:spcPts val="400"/>
              </a:spcBef>
              <a:spcAft>
                <a:spcPts val="500"/>
              </a:spcAft>
              <a:defRPr sz="5500" b="1" i="0">
                <a:solidFill>
                  <a:srgbClr val="FFFFFF"/>
                </a:solidFill>
                <a:latin typeface="Georgia"/>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The Communion Rite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FFFFF"/>
                </a:solidFill>
                <a:latin typeface="Georgia"/>
              </a:defRPr>
            </a:pPr>
            <a:r>
              <a:t>MASS COLLECTION</a:t>
            </a:r>
          </a:p>
          <a:p>
            <a:pPr algn="ctr">
              <a:spcAft>
                <a:spcPts val="500"/>
              </a:spcAft>
              <a:defRPr sz="5500" b="0" i="0">
                <a:solidFill>
                  <a:srgbClr val="FFFFFF"/>
                </a:solidFill>
                <a:latin typeface="Georgia"/>
              </a:defRPr>
            </a:pPr>
            <a:r>
              <a:t>Thank you for your generosity.</a:t>
            </a:r>
          </a:p>
          <a:p>
            <a:pPr algn="ctr">
              <a:spcAft>
                <a:spcPts val="500"/>
              </a:spcAft>
              <a:defRPr sz="5500" b="0" i="0">
                <a:solidFill>
                  <a:srgbClr val="FFFFFF"/>
                </a:solidFill>
                <a:latin typeface="Georgia"/>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Mass Collection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FFFFF"/>
                </a:solidFill>
                <a:latin typeface="Georgia"/>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FFFFF"/>
                </a:solidFill>
                <a:latin typeface="Georgia"/>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FFFFF"/>
                </a:solidFill>
                <a:latin typeface="Georgia"/>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FFFFF"/>
                </a:solidFill>
                <a:latin typeface="Georgia"/>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D8B4FE"/>
                </a:solidFill>
                <a:latin typeface="Georgia"/>
              </a:defRPr>
            </a:pPr>
            <a:r>
              <a:t>Priest: The Lord be with you.</a:t>
            </a:r>
          </a:p>
          <a:p>
            <a:pPr algn="ctr">
              <a:spcBef>
                <a:spcPts val="400"/>
              </a:spcBef>
              <a:spcAft>
                <a:spcPts val="500"/>
              </a:spcAft>
              <a:defRPr sz="5500" b="1" i="0">
                <a:solidFill>
                  <a:srgbClr val="FFFFFF"/>
                </a:solidFill>
                <a:latin typeface="Georgia"/>
              </a:defRPr>
            </a:pPr>
            <a:r>
              <a:t>All: And with your spirit.</a:t>
            </a:r>
          </a:p>
          <a:p>
            <a:pPr algn="ctr">
              <a:spcBef>
                <a:spcPts val="400"/>
              </a:spcBef>
              <a:spcAft>
                <a:spcPts val="500"/>
              </a:spcAft>
              <a:defRPr sz="5500" b="1" i="0">
                <a:solidFill>
                  <a:srgbClr val="D8B4FE"/>
                </a:solidFill>
                <a:latin typeface="Georgia"/>
              </a:defRPr>
            </a:pPr>
            <a:r>
              <a:t>Priest: May almighty God bless you, the Father, and the Son, and the Holy Spirit.</a:t>
            </a:r>
          </a:p>
          <a:p>
            <a:pPr algn="ctr">
              <a:spcBef>
                <a:spcPts val="400"/>
              </a:spcBef>
              <a:spcAft>
                <a:spcPts val="500"/>
              </a:spcAft>
              <a:defRPr sz="5500" b="1" i="0">
                <a:solidFill>
                  <a:srgbClr val="FFFFFF"/>
                </a:solidFill>
                <a:latin typeface="Georgia"/>
              </a:defRPr>
            </a:pPr>
            <a:r>
              <a:t>All: Amen.</a:t>
            </a:r>
          </a:p>
          <a:p>
            <a:pPr algn="ctr">
              <a:spcBef>
                <a:spcPts val="400"/>
              </a:spcBef>
              <a:spcAft>
                <a:spcPts val="500"/>
              </a:spcAft>
              <a:defRPr sz="5500" b="1" i="0">
                <a:solidFill>
                  <a:srgbClr val="D8B4FE"/>
                </a:solidFill>
                <a:latin typeface="Georgia"/>
              </a:defRPr>
            </a:pPr>
            <a:r>
              <a:t>Priest: Go in peace, glorifying the Lord by your life.</a:t>
            </a:r>
          </a:p>
          <a:p>
            <a:pPr algn="ctr">
              <a:spcBef>
                <a:spcPts val="400"/>
              </a:spcBef>
              <a:spcAft>
                <a:spcPts val="500"/>
              </a:spcAft>
              <a:defRPr sz="5500" b="1" i="0">
                <a:solidFill>
                  <a:srgbClr val="FFFFFF"/>
                </a:solidFill>
                <a:latin typeface="Georgia"/>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D8B4FE"/>
                </a:solidFill>
                <a:latin typeface="Georgia"/>
              </a:defRPr>
            </a:pPr>
            <a:r>
              <a:t>Final Blessing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WE ARE CALLED TO ACT WITH JUSTICE,</a:t>
            </a:r>
          </a:p>
          <a:p>
            <a:pPr algn="ctr">
              <a:lnSpc>
                <a:spcPct val="100000"/>
              </a:lnSpc>
              <a:spcAft>
                <a:spcPts val="600"/>
              </a:spcAft>
              <a:defRPr sz="5400" b="1" i="0">
                <a:solidFill>
                  <a:srgbClr val="FFFFFF"/>
                </a:solidFill>
                <a:latin typeface="Poppins Bold"/>
              </a:defRPr>
            </a:pPr>
            <a:r>
              <a:t>WE ARE CALLED TO LOVE TENDERLY;</a:t>
            </a:r>
          </a:p>
          <a:p>
            <a:pPr algn="ctr">
              <a:lnSpc>
                <a:spcPct val="100000"/>
              </a:lnSpc>
              <a:spcAft>
                <a:spcPts val="600"/>
              </a:spcAft>
              <a:defRPr sz="5400" b="1" i="0">
                <a:solidFill>
                  <a:srgbClr val="FFFFFF"/>
                </a:solidFill>
                <a:latin typeface="Poppins Bold"/>
              </a:defRPr>
            </a:pPr>
            <a:r>
              <a:t>WE ARE CALLED TO SERVE ONE ANOTHER,</a:t>
            </a:r>
          </a:p>
          <a:p>
            <a:pPr algn="ctr">
              <a:lnSpc>
                <a:spcPct val="100000"/>
              </a:lnSpc>
              <a:spcAft>
                <a:spcPts val="600"/>
              </a:spcAft>
              <a:defRPr sz="5400" b="1" i="0">
                <a:solidFill>
                  <a:srgbClr val="FFFFFF"/>
                </a:solidFill>
                <a:latin typeface="Poppins Bold"/>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a:p>
            <a:pPr algn="ctr">
              <a:lnSpc>
                <a:spcPct val="100000"/>
              </a:lnSpc>
              <a:spcAft>
                <a:spcPts val="600"/>
              </a:spcAft>
              <a:defRPr sz="5500" b="1" i="0">
                <a:solidFill>
                  <a:srgbClr val="FFFFFF"/>
                </a:solidFill>
                <a:latin typeface="Poppins Bold"/>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DAYBREAK, GOD OF SHADOW,</a:t>
            </a:r>
          </a:p>
          <a:p>
            <a:pPr algn="ctr">
              <a:lnSpc>
                <a:spcPct val="100000"/>
              </a:lnSpc>
              <a:spcAft>
                <a:spcPts val="600"/>
              </a:spcAft>
              <a:defRPr sz="5400" b="1" i="0">
                <a:solidFill>
                  <a:srgbClr val="FFFFFF"/>
                </a:solidFill>
                <a:latin typeface="Poppins Bold"/>
              </a:defRPr>
            </a:pPr>
            <a:r>
              <a:t>COME INTO OUR RESTLESS LIVES;</a:t>
            </a:r>
          </a:p>
          <a:p>
            <a:pPr algn="ctr">
              <a:lnSpc>
                <a:spcPct val="100000"/>
              </a:lnSpc>
              <a:spcAft>
                <a:spcPts val="600"/>
              </a:spcAft>
              <a:defRPr sz="5400" b="1" i="0">
                <a:solidFill>
                  <a:srgbClr val="FFFFFF"/>
                </a:solidFill>
                <a:latin typeface="Poppins Bold"/>
              </a:defRPr>
            </a:pPr>
            <a:r>
              <a:t>LIFT FROM US THE FEAR OF SHADOWS,</a:t>
            </a:r>
          </a:p>
          <a:p>
            <a:pPr algn="ctr">
              <a:lnSpc>
                <a:spcPct val="100000"/>
              </a:lnSpc>
              <a:spcAft>
                <a:spcPts val="600"/>
              </a:spcAft>
              <a:defRPr sz="5400" b="1" i="0">
                <a:solidFill>
                  <a:srgbClr val="FFFFFF"/>
                </a:solidFill>
                <a:latin typeface="Poppins Bold"/>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NEWNESS, GOD OF FRESHNESS,</a:t>
            </a:r>
          </a:p>
          <a:p>
            <a:pPr algn="ctr">
              <a:lnSpc>
                <a:spcPct val="100000"/>
              </a:lnSpc>
              <a:spcAft>
                <a:spcPts val="600"/>
              </a:spcAft>
              <a:defRPr sz="5400" b="1" i="0">
                <a:solidFill>
                  <a:srgbClr val="FFFFFF"/>
                </a:solidFill>
                <a:latin typeface="Poppins Bold"/>
              </a:defRPr>
            </a:pPr>
            <a:r>
              <a:t>COME INTO OUR MORNING SONG:</a:t>
            </a:r>
          </a:p>
          <a:p>
            <a:pPr algn="ctr">
              <a:lnSpc>
                <a:spcPct val="100000"/>
              </a:lnSpc>
              <a:spcAft>
                <a:spcPts val="600"/>
              </a:spcAft>
              <a:defRPr sz="5400" b="1" i="0">
                <a:solidFill>
                  <a:srgbClr val="FFFFFF"/>
                </a:solidFill>
                <a:latin typeface="Poppins Bold"/>
              </a:defRPr>
            </a:pPr>
            <a:r>
              <a:t>GIVE TO US A NEW BEGINNING,</a:t>
            </a:r>
          </a:p>
          <a:p>
            <a:pPr algn="ctr">
              <a:lnSpc>
                <a:spcPct val="100000"/>
              </a:lnSpc>
              <a:spcAft>
                <a:spcPts val="600"/>
              </a:spcAft>
              <a:defRPr sz="5400" b="1" i="0">
                <a:solidFill>
                  <a:srgbClr val="FFFFFF"/>
                </a:solidFill>
                <a:latin typeface="Poppins Bold"/>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Georgia"/>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C0B11"/>
            </a:gs>
            <a:gs pos="100000">
              <a:srgbClr val="5F586C"/>
            </a:gs>
          </a:gsLst>
          <a:lin scaled="0" ang="0"/>
        </a:gradFill>
        <a:effectLst/>
      </p:bgPr>
    </p:bg>
    <p:spTree>
      <p:nvGrpSpPr>
        <p:cNvPr id="1" name=""/>
        <p:cNvGrpSpPr/>
        <p:nvPr/>
      </p:nvGrpSpPr>
      <p:grpSpPr/>
      <p:sp>
        <p:nvSpPr>
          <p:cNvPr id="2" name="Rounded Rectangle 1"/>
          <p:cNvSpPr/>
          <p:nvPr/>
        </p:nvSpPr>
        <p:spPr>
          <a:xfrm>
            <a:off x="6856171" y="1269187"/>
            <a:ext cx="10943539" cy="6128308"/>
          </a:xfrm>
          <a:prstGeom prst="roundRect">
            <a:avLst>
              <a:gd name="adj" fmla="val 16670"/>
            </a:avLst>
          </a:prstGeom>
          <a:solidFill>
            <a:srgbClr val="211733">
              <a:alpha val="44706"/>
            </a:srgbClr>
          </a:solidFill>
          <a:ln w="14299" cap="sq">
            <a:solidFill>
              <a:srgbClr val="6C6678">
                <a:alpha val="44706"/>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0684" y="8503005"/>
            <a:ext cx="16486632" cy="1112824"/>
          </a:xfrm>
          <a:prstGeom prst="roundRect">
            <a:avLst>
              <a:gd name="adj" fmla="val 16670"/>
            </a:avLst>
          </a:prstGeom>
          <a:solidFill>
            <a:srgbClr val="161122">
              <a:alpha val="60784"/>
            </a:srgbClr>
          </a:solidFill>
          <a:ln w="14299" cap="sq">
            <a:solidFill>
              <a:srgbClr val="161122">
                <a:alpha val="60784"/>
              </a:srgb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4732" y="2390241"/>
            <a:ext cx="4209897" cy="638251"/>
          </a:xfrm>
          <a:prstGeom prst="rect">
            <a:avLst/>
          </a:prstGeom>
          <a:noFill/>
        </p:spPr>
        <p:txBody>
          <a:bodyPr wrap="square" lIns="109728" rIns="109728" tIns="73152" bIns="73152" anchor="ctr">
            <a:noAutofit/>
          </a:bodyPr>
          <a:lstStyle/>
          <a:p>
            <a:pPr algn="ctr">
              <a:lnSpc>
                <a:spcPct val="108000"/>
              </a:lnSpc>
              <a:defRPr sz="3700" b="1" i="0">
                <a:solidFill>
                  <a:srgbClr val="E8D4FE"/>
                </a:solidFill>
                <a:latin typeface="Calibri"/>
              </a:defRPr>
            </a:pPr>
            <a:r>
              <a:t>MASS CELEBRANT:</a:t>
            </a:r>
          </a:p>
        </p:txBody>
      </p:sp>
      <p:sp>
        <p:nvSpPr>
          <p:cNvPr id="5" name="TextBox 4"/>
          <p:cNvSpPr txBox="1"/>
          <p:nvPr/>
        </p:nvSpPr>
        <p:spPr>
          <a:xfrm>
            <a:off x="267004" y="3053181"/>
            <a:ext cx="6589166" cy="1057046"/>
          </a:xfrm>
          <a:prstGeom prst="rect">
            <a:avLst/>
          </a:prstGeom>
          <a:noFill/>
        </p:spPr>
        <p:txBody>
          <a:bodyPr wrap="square" lIns="109728" rIns="109728" tIns="73152" bIns="73152" anchor="ctr">
            <a:noAutofit/>
          </a:bodyPr>
          <a:lstStyle/>
          <a:p>
            <a:pPr algn="ctr">
              <a:lnSpc>
                <a:spcPct val="108000"/>
              </a:lnSpc>
              <a:defRPr sz="5800" b="1" i="0">
                <a:solidFill>
                  <a:srgbClr val="FFFFFF"/>
                </a:solidFill>
                <a:latin typeface="Calibri"/>
              </a:defRPr>
            </a:pPr>
            <a:r>
              <a:t>Fr. Michael Hwang</a:t>
            </a:r>
          </a:p>
        </p:txBody>
      </p:sp>
      <p:sp>
        <p:nvSpPr>
          <p:cNvPr id="6" name="TextBox 5"/>
          <p:cNvSpPr txBox="1"/>
          <p:nvPr/>
        </p:nvSpPr>
        <p:spPr>
          <a:xfrm>
            <a:off x="267004" y="4429353"/>
            <a:ext cx="6589166" cy="868680"/>
          </a:xfrm>
          <a:prstGeom prst="rect">
            <a:avLst/>
          </a:prstGeom>
          <a:noFill/>
        </p:spPr>
        <p:txBody>
          <a:bodyPr wrap="square" lIns="109728" rIns="109728" tIns="73152" bIns="73152" anchor="ctr">
            <a:noAutofit/>
          </a:bodyPr>
          <a:lstStyle/>
          <a:p>
            <a:pPr algn="ctr">
              <a:lnSpc>
                <a:spcPct val="108000"/>
              </a:lnSpc>
              <a:defRPr sz="4900" b="1" i="1">
                <a:solidFill>
                  <a:srgbClr val="FFFFFF"/>
                </a:solidFill>
                <a:latin typeface="Calibri"/>
              </a:defRPr>
            </a:pPr>
            <a:r>
              <a:t>YEAR A · 7 JUNE 2026</a:t>
            </a:r>
          </a:p>
        </p:txBody>
      </p:sp>
      <p:sp>
        <p:nvSpPr>
          <p:cNvPr id="7" name="TextBox 6"/>
          <p:cNvSpPr txBox="1"/>
          <p:nvPr/>
        </p:nvSpPr>
        <p:spPr>
          <a:xfrm>
            <a:off x="6900062" y="2390241"/>
            <a:ext cx="10775289" cy="2422245"/>
          </a:xfrm>
          <a:prstGeom prst="rect">
            <a:avLst/>
          </a:prstGeom>
          <a:noFill/>
        </p:spPr>
        <p:txBody>
          <a:bodyPr wrap="square" lIns="109728" rIns="109728" tIns="73152" bIns="73152" anchor="ctr">
            <a:noAutofit/>
          </a:bodyPr>
          <a:lstStyle/>
          <a:p>
            <a:pPr algn="ctr">
              <a:lnSpc>
                <a:spcPct val="108000"/>
              </a:lnSpc>
              <a:defRPr sz="3200" b="0" i="0">
                <a:solidFill>
                  <a:srgbClr val="FEF5E4"/>
                </a:solidFill>
                <a:latin typeface="Calibri"/>
              </a:defRPr>
            </a:pPr>
            <a:r>
              <a:t>“I am the living bread that came down from heaven;</a:t>
            </a:r>
          </a:p>
          <a:p>
            <a:pPr algn="ctr">
              <a:lnSpc>
                <a:spcPct val="108000"/>
              </a:lnSpc>
              <a:defRPr sz="3200" b="0" i="0">
                <a:solidFill>
                  <a:srgbClr val="FEF5E4"/>
                </a:solidFill>
                <a:latin typeface="Calibri"/>
              </a:defRPr>
            </a:pPr>
            <a:r>
              <a:t>whoever eats this bread will live forever;</a:t>
            </a:r>
          </a:p>
          <a:p>
            <a:pPr algn="ctr">
              <a:lnSpc>
                <a:spcPct val="108000"/>
              </a:lnSpc>
              <a:defRPr sz="3200" b="0" i="0">
                <a:solidFill>
                  <a:srgbClr val="FEF5E4"/>
                </a:solidFill>
                <a:latin typeface="Calibri"/>
              </a:defRPr>
            </a:pPr>
            <a:r>
              <a:t>and the bread that I will give is my flesh for the life of the world.”</a:t>
            </a:r>
          </a:p>
        </p:txBody>
      </p:sp>
      <p:sp>
        <p:nvSpPr>
          <p:cNvPr id="8" name="TextBox 7"/>
          <p:cNvSpPr txBox="1"/>
          <p:nvPr/>
        </p:nvSpPr>
        <p:spPr>
          <a:xfrm>
            <a:off x="9378086" y="5801868"/>
            <a:ext cx="5819241" cy="705002"/>
          </a:xfrm>
          <a:prstGeom prst="rect">
            <a:avLst/>
          </a:prstGeom>
          <a:noFill/>
        </p:spPr>
        <p:txBody>
          <a:bodyPr wrap="square" lIns="109728" rIns="109728" tIns="73152" bIns="73152" anchor="ctr">
            <a:noAutofit/>
          </a:bodyPr>
          <a:lstStyle/>
          <a:p>
            <a:pPr algn="ctr">
              <a:lnSpc>
                <a:spcPct val="108000"/>
              </a:lnSpc>
              <a:defRPr sz="4100" b="1" i="0">
                <a:solidFill>
                  <a:srgbClr val="DDBDFE"/>
                </a:solidFill>
                <a:latin typeface="Calibri"/>
              </a:defRPr>
            </a:pPr>
            <a:r>
              <a:t>GOSPEL (JOHN 6:51–58)</a:t>
            </a:r>
          </a:p>
        </p:txBody>
      </p:sp>
      <p:sp>
        <p:nvSpPr>
          <p:cNvPr id="9" name="TextBox 8"/>
          <p:cNvSpPr txBox="1"/>
          <p:nvPr/>
        </p:nvSpPr>
        <p:spPr>
          <a:xfrm>
            <a:off x="3195828" y="8411565"/>
            <a:ext cx="12362688" cy="1162202"/>
          </a:xfrm>
          <a:prstGeom prst="rect">
            <a:avLst/>
          </a:prstGeom>
          <a:noFill/>
        </p:spPr>
        <p:txBody>
          <a:bodyPr wrap="square" lIns="109728" rIns="109728" tIns="73152" bIns="73152" anchor="ctr">
            <a:noAutofit/>
          </a:bodyPr>
          <a:lstStyle/>
          <a:p>
            <a:pPr algn="ctr">
              <a:lnSpc>
                <a:spcPct val="108000"/>
              </a:lnSpc>
              <a:defRPr sz="3600" b="1" i="0">
                <a:solidFill>
                  <a:srgbClr val="FFFFFF"/>
                </a:solidFill>
                <a:latin typeface="Calibri"/>
              </a:defRPr>
            </a:pPr>
            <a:r>
              <a:t>The Solemnity of the Most Holy Body and Blood of Christ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