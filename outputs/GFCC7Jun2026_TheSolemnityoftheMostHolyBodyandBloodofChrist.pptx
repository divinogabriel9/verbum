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defRPr/>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defRPr/>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603504"/>
            <a:ext cx="16459200" cy="658368"/>
          </a:xfrm>
          <a:prstGeom prst="rect">
            <a:avLst/>
          </a:prstGeom>
          <a:noFill/>
        </p:spPr>
        <p:txBody>
          <a:bodyPr wrap="square" lIns="109728" rIns="109728" tIns="73152" bIns="73152">
            <a:noAutofit/>
          </a:bodyPr>
          <a:lstStyle/>
          <a:p>
            <a:pPr algn="ctr">
              <a:lnSpc>
                <a:spcPct val="108000"/>
              </a:lnSpc>
              <a:defRPr sz="2800" b="1" i="0" u="none">
                <a:solidFill>
                  <a:srgbClr val="D8B4FE"/>
                </a:solidFill>
                <a:latin typeface="Aptos"/>
              </a:defRPr>
            </a:pPr>
            <a:r>
              <a:t>The Solemnity of the Most Holy Body and Blood of Christ</a:t>
            </a:r>
          </a:p>
        </p:txBody>
      </p:sp>
      <p:sp>
        <p:nvSpPr>
          <p:cNvPr id="3" name="TextBox 2"/>
          <p:cNvSpPr txBox="1"/>
          <p:nvPr/>
        </p:nvSpPr>
        <p:spPr>
          <a:xfrm>
            <a:off x="914400" y="1316736"/>
            <a:ext cx="16459200" cy="502920"/>
          </a:xfrm>
          <a:prstGeom prst="rect">
            <a:avLst/>
          </a:prstGeom>
          <a:noFill/>
        </p:spPr>
        <p:txBody>
          <a:bodyPr wrap="square" lIns="109728" rIns="109728" tIns="73152" bIns="73152">
            <a:noAutofit/>
          </a:bodyPr>
          <a:lstStyle/>
          <a:p>
            <a:pPr algn="ctr">
              <a:lnSpc>
                <a:spcPct val="108000"/>
              </a:lnSpc>
              <a:defRPr sz="2600" b="0" i="0" u="none">
                <a:solidFill>
                  <a:srgbClr val="F8C66A"/>
                </a:solidFill>
                <a:latin typeface="Aptos"/>
              </a:defRPr>
            </a:pPr>
            <a:r>
              <a:t>2026-06-07</a:t>
            </a:r>
          </a:p>
        </p:txBody>
      </p:sp>
      <p:sp>
        <p:nvSpPr>
          <p:cNvPr id="4" name="TextBox 3"/>
          <p:cNvSpPr txBox="1"/>
          <p:nvPr/>
        </p:nvSpPr>
        <p:spPr>
          <a:xfrm>
            <a:off x="914400" y="2203704"/>
            <a:ext cx="16459200" cy="6071616"/>
          </a:xfrm>
          <a:prstGeom prst="rect">
            <a:avLst/>
          </a:prstGeom>
          <a:noFill/>
        </p:spPr>
        <p:txBody>
          <a:bodyPr wrap="square" lIns="109728" rIns="109728" tIns="73152" bIns="73152" anchor="ctr">
            <a:noAutofit/>
          </a:bodyPr>
          <a:lstStyle/>
          <a:p>
            <a:pPr algn="ctr">
              <a:lnSpc>
                <a:spcPct val="108000"/>
              </a:lnSpc>
              <a:defRPr sz="7200" b="1" i="0" u="none">
                <a:solidFill>
                  <a:srgbClr val="FFFFFF"/>
                </a:solidFill>
                <a:latin typeface="Aptos Display"/>
              </a:defRPr>
            </a:pPr>
            <a:r>
              <a:t>“I am the living bread that came down from heaven; whoever eats this bread will live forever; and the bread that I will give is my flesh for the life of the world.”</a:t>
            </a:r>
          </a:p>
        </p:txBody>
      </p:sp>
      <p:sp>
        <p:nvSpPr>
          <p:cNvPr id="5" name="TextBox 4"/>
          <p:cNvSpPr txBox="1"/>
          <p:nvPr/>
        </p:nvSpPr>
        <p:spPr>
          <a:xfrm>
            <a:off x="914400" y="8458200"/>
            <a:ext cx="16459200" cy="960120"/>
          </a:xfrm>
          <a:prstGeom prst="rect">
            <a:avLst/>
          </a:prstGeom>
          <a:noFill/>
        </p:spPr>
        <p:txBody>
          <a:bodyPr wrap="square" lIns="109728" rIns="109728" tIns="73152" bIns="73152">
            <a:noAutofit/>
          </a:bodyPr>
          <a:lstStyle/>
          <a:p>
            <a:pPr algn="ctr">
              <a:lnSpc>
                <a:spcPct val="108000"/>
              </a:lnSpc>
              <a:defRPr sz="4000" b="0" i="0" u="none">
                <a:solidFill>
                  <a:srgbClr val="F8C66A"/>
                </a:solidFill>
                <a:latin typeface="Aptos"/>
              </a:defRPr>
            </a:pPr>
            <a:r>
              <a:t>“How can this man give us his flesh to eat?”</a:t>
            </a:r>
          </a:p>
        </p:txBody>
      </p:sp>
      <p:sp>
        <p:nvSpPr>
          <p:cNvPr id="6" name="TextBox 5"/>
          <p:cNvSpPr txBox="1"/>
          <p:nvPr/>
        </p:nvSpPr>
        <p:spPr>
          <a:xfrm>
            <a:off x="914400" y="9482328"/>
            <a:ext cx="16459200" cy="457200"/>
          </a:xfrm>
          <a:prstGeom prst="rect">
            <a:avLst/>
          </a:prstGeom>
          <a:noFill/>
        </p:spPr>
        <p:txBody>
          <a:bodyPr wrap="square" lIns="109728" rIns="109728" tIns="73152" bIns="73152">
            <a:noAutofit/>
          </a:bodyPr>
          <a:lstStyle/>
          <a:p>
            <a:pPr algn="ctr">
              <a:lnSpc>
                <a:spcPct val="108000"/>
              </a:lnSpc>
              <a:defRPr sz="3000" b="0" i="0" u="none">
                <a:solidFill>
                  <a:srgbClr val="F8C66A"/>
                </a:solidFill>
                <a:latin typeface="Aptos"/>
              </a:defRPr>
            </a:pPr>
            <a:r>
              <a:t>John 6:51-58</a:t>
            </a:r>
          </a:p>
        </p:txBody>
      </p:sp>
      <p:sp>
        <p:nvSpPr>
          <p:cNvPr id="7" name="TextBox 6"/>
          <p:cNvSpPr txBox="1"/>
          <p:nvPr/>
        </p:nvSpPr>
        <p:spPr>
          <a:xfrm>
            <a:off x="914400" y="9628632"/>
            <a:ext cx="16459200" cy="502920"/>
          </a:xfrm>
          <a:prstGeom prst="rect">
            <a:avLst/>
          </a:prstGeom>
          <a:noFill/>
        </p:spPr>
        <p:txBody>
          <a:bodyPr wrap="square" lIns="109728" rIns="109728" tIns="73152" bIns="73152">
            <a:noAutofit/>
          </a:bodyPr>
          <a:lstStyle/>
          <a:p>
            <a:pPr algn="ctr">
              <a:defRPr sz="1800" b="0" i="0" u="none">
                <a:solidFill>
                  <a:srgbClr val="F8C66A"/>
                </a:solidFill>
                <a:latin typeface="Aptos"/>
              </a:defRPr>
            </a:pPr>
            <a:r>
              <a:t>Fr. Michael Hwang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600" b="1" u="sng">
                <a:solidFill>
                  <a:srgbClr val="FFCC4D"/>
                </a:solidFill>
                <a:latin typeface="Georgia"/>
              </a:rPr>
              <a:t>Sing a New Song</a:t>
            </a:r>
          </a:p>
        </p:txBody>
      </p:sp>
      <p:sp>
        <p:nvSpPr>
          <p:cNvPr id="3" name="TextBox 2"/>
          <p:cNvSpPr txBox="1"/>
          <p:nvPr/>
        </p:nvSpPr>
        <p:spPr>
          <a:xfrm>
            <a:off x="0" y="823874"/>
            <a:ext cx="18288000" cy="4797856"/>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p:txBody>
      </p:sp>
      <p:sp>
        <p:nvSpPr>
          <p:cNvPr id="4" name="TextBox 3"/>
          <p:cNvSpPr txBox="1"/>
          <p:nvPr/>
        </p:nvSpPr>
        <p:spPr>
          <a:xfrm>
            <a:off x="0" y="54717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YAHWEH'S PEOPLE DANCE FOR JOY</a:t>
            </a:r>
          </a:p>
          <a:p>
            <a:pPr algn="ctr">
              <a:lnSpc>
                <a:spcPct val="70000"/>
              </a:lnSpc>
            </a:pPr>
            <a:r>
              <a:rPr sz="7500" b="1" i="0">
                <a:solidFill>
                  <a:srgbClr val="FFFFFF"/>
                </a:solidFill>
                <a:latin typeface="Poppins"/>
              </a:rPr>
              <a:t>O COME BEFORE THE LORD</a:t>
            </a:r>
          </a:p>
          <a:p>
            <a:pPr algn="ctr">
              <a:lnSpc>
                <a:spcPct val="70000"/>
              </a:lnSpc>
            </a:pPr>
            <a:r>
              <a:rPr sz="7500" b="1" i="0">
                <a:solidFill>
                  <a:srgbClr val="FFFFFF"/>
                </a:solidFill>
                <a:latin typeface="Poppins"/>
              </a:rPr>
              <a:t>AND PLAY FOR HIM ON GLAD TAMBOURINES</a:t>
            </a:r>
          </a:p>
          <a:p>
            <a:pPr algn="ctr">
              <a:lnSpc>
                <a:spcPct val="70000"/>
              </a:lnSpc>
            </a:pPr>
            <a:r>
              <a:rPr sz="7500" b="1" i="0">
                <a:solidFill>
                  <a:srgbClr val="FFFFFF"/>
                </a:solidFill>
                <a:latin typeface="Poppins"/>
              </a:rPr>
              <a:t>AND LET YOUR TRUMPET SOUND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RISE, O CHILDREN, FROM YOUR SLEEP;</a:t>
            </a:r>
          </a:p>
          <a:p>
            <a:pPr algn="ctr">
              <a:lnSpc>
                <a:spcPct val="70000"/>
              </a:lnSpc>
            </a:pPr>
            <a:r>
              <a:rPr sz="7500" b="1" i="0">
                <a:solidFill>
                  <a:srgbClr val="FFFFFF"/>
                </a:solidFill>
                <a:latin typeface="Poppins"/>
              </a:rPr>
              <a:t>YOUR SAVIOR NOW HAS COME</a:t>
            </a:r>
          </a:p>
          <a:p>
            <a:pPr algn="ctr">
              <a:lnSpc>
                <a:spcPct val="70000"/>
              </a:lnSpc>
            </a:pPr>
            <a:r>
              <a:rPr sz="7500" b="1" i="0">
                <a:solidFill>
                  <a:srgbClr val="FFFFFF"/>
                </a:solidFill>
                <a:latin typeface="Poppins"/>
              </a:rPr>
              <a:t>HE HAS TURNED YOUR SORROW TO JOY</a:t>
            </a:r>
          </a:p>
          <a:p>
            <a:pPr algn="ctr">
              <a:lnSpc>
                <a:spcPct val="70000"/>
              </a:lnSpc>
            </a:pPr>
            <a:r>
              <a:rPr sz="7500" b="1" i="0">
                <a:solidFill>
                  <a:srgbClr val="FFFFFF"/>
                </a:solidFill>
                <a:latin typeface="Poppins"/>
              </a:rPr>
              <a:t>AND FILLED YOUR SOUL WITH SONG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a:p>
            <a:pPr algn="ctr">
              <a:lnSpc>
                <a:spcPct val="70000"/>
              </a:lnSpc>
            </a:pPr>
            <a:r>
              <a:rPr sz="6600" b="1" i="1">
                <a:solidFill>
                  <a:srgbClr val="FFB800"/>
                </a:solidFill>
                <a:latin typeface="Poppins"/>
              </a:rP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u="none">
                <a:solidFill>
                  <a:srgbClr val="FEF5E4"/>
                </a:solidFill>
                <a:latin typeface="Calibri"/>
              </a:defRPr>
            </a:pPr>
            <a:r>
              <a:t>“I am the living bread that came down from heaven;</a:t>
            </a:r>
          </a:p>
          <a:p>
            <a:pPr algn="ctr">
              <a:lnSpc>
                <a:spcPct val="108000"/>
              </a:lnSpc>
              <a:defRPr sz="3200" b="0" i="0" u="none">
                <a:solidFill>
                  <a:srgbClr val="FEF5E4"/>
                </a:solidFill>
                <a:latin typeface="Calibri"/>
              </a:defRPr>
            </a:pPr>
            <a:r>
              <a:t>whoever eats this bread will live forever;</a:t>
            </a:r>
          </a:p>
          <a:p>
            <a:pPr algn="ctr">
              <a:lnSpc>
                <a:spcPct val="108000"/>
              </a:lnSpc>
              <a:defRPr sz="3200" b="0" i="0" u="none">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u="none">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The Solemnity of the Most Holy Body and Blood of Christ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In the Name of the Father, and of the Son, and of the Holy Spirit.</a:t>
            </a:r>
          </a:p>
          <a:p>
            <a:pPr algn="ctr">
              <a:spcBef>
                <a:spcPts val="400"/>
              </a:spcBef>
              <a:spcAft>
                <a:spcPts val="500"/>
              </a:spcAft>
              <a:defRPr sz="5500" b="1" i="0" u="none">
                <a:solidFill>
                  <a:srgbClr val="FFFFFF"/>
                </a:solidFill>
                <a:latin typeface="Georgia"/>
              </a:defRPr>
            </a:pPr>
            <a:r>
              <a:t>All: Amen.</a:t>
            </a:r>
          </a:p>
          <a:p>
            <a:pPr algn="ctr">
              <a:spcBef>
                <a:spcPts val="400"/>
              </a:spcBef>
              <a:spcAft>
                <a:spcPts val="500"/>
              </a:spcAft>
              <a:defRPr sz="5500" b="1" i="0" u="none">
                <a:solidFill>
                  <a:srgbClr val="D8B4FE"/>
                </a:solidFill>
                <a:latin typeface="Georgia"/>
              </a:defRPr>
            </a:pPr>
            <a:r>
              <a:t>Priest: The Lord be with you.</a:t>
            </a:r>
          </a:p>
          <a:p>
            <a:pPr algn="ctr">
              <a:spcBef>
                <a:spcPts val="400"/>
              </a:spcBef>
              <a:spcAft>
                <a:spcPts val="500"/>
              </a:spcAft>
              <a:defRPr sz="5500" b="1" i="0" u="none">
                <a:solidFill>
                  <a:srgbClr val="FFFFFF"/>
                </a:solidFill>
                <a:latin typeface="Georgia"/>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Introductory Rites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defRPr/>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defRPr/>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Penitential Act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defRPr/>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defRPr/>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Penitential Act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4801154" y="1896595"/>
            <a:ext cx="9278336"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LORD, HAVE MERCY.</a:t>
            </a:r>
          </a:p>
        </p:txBody>
      </p:sp>
      <p:sp>
        <p:nvSpPr>
          <p:cNvPr name="TextBox 3" id="3"/>
          <p:cNvSpPr txBox="true"/>
          <p:nvPr/>
        </p:nvSpPr>
        <p:spPr>
          <a:xfrm rot="0">
            <a:off x="4801154" y="4666484"/>
            <a:ext cx="10374670"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CHRIST, HAVE MERCY.</a:t>
            </a:r>
          </a:p>
          <a:p>
            <a:pPr algn="l">
              <a:lnSpc>
                <a:spcPts val="5935"/>
              </a:lnSpc>
              <a:defRPr/>
            </a:pPr>
            <a:r>
              <a:rPr lang="en-US" b="1" sz="5600" spc="148">
                <a:solidFill>
                  <a:srgbClr val="FFFFFF"/>
                </a:solidFill>
                <a:latin typeface="Poppins Bold"/>
                <a:ea typeface="Poppins Bold"/>
                <a:cs typeface="Poppins Bold"/>
                <a:sym typeface="Poppins Bold"/>
              </a:rPr>
              <a:t>CHRIST,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CHRIST, HAVE MERCY.</a:t>
            </a:r>
          </a:p>
        </p:txBody>
      </p:sp>
      <p:sp>
        <p:nvSpPr>
          <p:cNvPr name="TextBox 4" id="4"/>
          <p:cNvSpPr txBox="true"/>
          <p:nvPr/>
        </p:nvSpPr>
        <p:spPr>
          <a:xfrm rot="0">
            <a:off x="4801154" y="7436374"/>
            <a:ext cx="9575679"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LORD, HAVE MERCY.</a:t>
            </a:r>
          </a:p>
        </p:txBody>
      </p:sp>
      <p:sp>
        <p:nvSpPr>
          <p:cNvPr name="TextBox 5" id="5"/>
          <p:cNvSpPr txBox="true"/>
          <p:nvPr/>
        </p:nvSpPr>
        <p:spPr>
          <a:xfrm rot="0">
            <a:off x="2874744" y="331003"/>
            <a:ext cx="12538511"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Kyrie Eleison</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Kyrie Eleison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896938"/>
            <a:ext cx="18288000" cy="4138869"/>
          </a:xfrm>
          <a:prstGeom prst="rect">
            <a:avLst/>
          </a:prstGeom>
        </p:spPr>
        <p:txBody>
          <a:bodyPr anchor="t" rtlCol="false" tIns="0" lIns="0" bIns="0" rIns="0">
            <a:spAutoFit/>
          </a:bodyPr>
          <a:lstStyle/>
          <a:p>
            <a:pPr algn="ctr">
              <a:lnSpc>
                <a:spcPts val="8123"/>
              </a:lnSpc>
              <a:defRPr/>
            </a:pPr>
            <a:r>
              <a:rPr lang="en-US" b="true" sz="5802">
                <a:solidFill>
                  <a:srgbClr val="FFB800"/>
                </a:solidFill>
                <a:latin typeface="Poppins Bold"/>
                <a:ea typeface="Poppins Bold"/>
                <a:cs typeface="Poppins Bold"/>
                <a:sym typeface="Poppins Bold"/>
              </a:rPr>
              <a:t>GLORY TO GOD! GLORY TO GOD!</a:t>
            </a:r>
          </a:p>
          <a:p>
            <a:pPr algn="ctr">
              <a:lnSpc>
                <a:spcPts val="8123"/>
              </a:lnSpc>
              <a:defRPr/>
            </a:pPr>
            <a:r>
              <a:rPr lang="en-US" b="true" sz="5802">
                <a:solidFill>
                  <a:srgbClr val="FFB800"/>
                </a:solidFill>
                <a:latin typeface="Poppins Bold"/>
                <a:ea typeface="Poppins Bold"/>
                <a:cs typeface="Poppins Bold"/>
                <a:sym typeface="Poppins Bold"/>
              </a:rPr>
              <a:t>GLORY TO GOD IN THE HIGHEST, </a:t>
            </a:r>
          </a:p>
          <a:p>
            <a:pPr algn="ctr">
              <a:lnSpc>
                <a:spcPts val="8123"/>
              </a:lnSpc>
              <a:defRPr/>
            </a:pPr>
            <a:r>
              <a:rPr lang="en-US" b="true" sz="5802">
                <a:solidFill>
                  <a:srgbClr val="FFB800"/>
                </a:solidFill>
                <a:latin typeface="Poppins Bold"/>
                <a:ea typeface="Poppins Bold"/>
                <a:cs typeface="Poppins Bold"/>
                <a:sym typeface="Poppins Bold"/>
              </a:rPr>
              <a:t>AND ON EARTH , PEACE ON EARTH,</a:t>
            </a:r>
          </a:p>
          <a:p>
            <a:pPr algn="ctr" marL="0" indent="0" lvl="0">
              <a:lnSpc>
                <a:spcPts val="8123"/>
              </a:lnSpc>
              <a:spcBef>
                <a:spcPct val="0"/>
              </a:spcBef>
              <a:defRPr/>
            </a:pPr>
            <a:r>
              <a:rPr lang="en-US" b="true" sz="5802">
                <a:solidFill>
                  <a:srgbClr val="FFB800"/>
                </a:solidFill>
                <a:latin typeface="Poppins Bold"/>
                <a:ea typeface="Poppins Bold"/>
                <a:cs typeface="Poppins Bold"/>
                <a:sym typeface="Poppins Bold"/>
              </a:rPr>
              <a:t>PEACE TO PEOPLE OF GOOD WILL!</a:t>
            </a:r>
          </a:p>
        </p:txBody>
      </p:sp>
      <p:sp>
        <p:nvSpPr>
          <p:cNvPr name="TextBox 3" id="3"/>
          <p:cNvSpPr txBox="true"/>
          <p:nvPr/>
        </p:nvSpPr>
        <p:spPr>
          <a:xfrm rot="0">
            <a:off x="0" y="5132070"/>
            <a:ext cx="18288000" cy="5074921"/>
          </a:xfrm>
          <a:prstGeom prst="rect">
            <a:avLst/>
          </a:prstGeom>
        </p:spPr>
        <p:txBody>
          <a:bodyPr anchor="t" rtlCol="false" tIns="0" lIns="0" bIns="0" rIns="0">
            <a:spAutoFit/>
          </a:bodyPr>
          <a:lstStyle/>
          <a:p>
            <a:pPr algn="ctr">
              <a:lnSpc>
                <a:spcPts val="7979"/>
              </a:lnSpc>
              <a:defRPr/>
            </a:pPr>
            <a:r>
              <a:rPr lang="en-US" b="true" sz="5699">
                <a:solidFill>
                  <a:srgbClr val="FFFFFF"/>
                </a:solidFill>
                <a:latin typeface="Poppins Bold"/>
                <a:ea typeface="Poppins Bold"/>
                <a:cs typeface="Poppins Bold"/>
                <a:sym typeface="Poppins Bold"/>
              </a:rPr>
              <a:t>WE PRAISE YOU, WE BLESS YOU,</a:t>
            </a:r>
          </a:p>
          <a:p>
            <a:pPr algn="ctr">
              <a:lnSpc>
                <a:spcPts val="7979"/>
              </a:lnSpc>
              <a:defRPr/>
            </a:pPr>
            <a:r>
              <a:rPr lang="en-US" b="true" sz="5699">
                <a:solidFill>
                  <a:srgbClr val="FFFFFF"/>
                </a:solidFill>
                <a:latin typeface="Poppins Bold"/>
                <a:ea typeface="Poppins Bold"/>
                <a:cs typeface="Poppins Bold"/>
                <a:sym typeface="Poppins Bold"/>
              </a:rPr>
              <a:t>WE ADORE YOU, WE GLORIFY YOU,</a:t>
            </a:r>
          </a:p>
          <a:p>
            <a:pPr algn="ctr">
              <a:lnSpc>
                <a:spcPts val="7979"/>
              </a:lnSpc>
              <a:defRPr/>
            </a:pPr>
            <a:r>
              <a:rPr lang="en-US" b="true" sz="5699">
                <a:solidFill>
                  <a:srgbClr val="FFFFFF"/>
                </a:solidFill>
                <a:latin typeface="Poppins Bold"/>
                <a:ea typeface="Poppins Bold"/>
                <a:cs typeface="Poppins Bold"/>
                <a:sym typeface="Poppins Bold"/>
              </a:rPr>
              <a:t>WE GIVE YOU THANKS FOR YOUR GREAT GLORY, LORD GOD, HEAVENLY KING,</a:t>
            </a:r>
          </a:p>
          <a:p>
            <a:pPr algn="ctr" marL="0" indent="0" lvl="0">
              <a:lnSpc>
                <a:spcPts val="7979"/>
              </a:lnSpc>
              <a:spcBef>
                <a:spcPct val="0"/>
              </a:spcBef>
              <a:defRPr/>
            </a:pPr>
            <a:r>
              <a:rPr lang="en-US" b="true" sz="5699">
                <a:solidFill>
                  <a:srgbClr val="FFFFFF"/>
                </a:solidFill>
                <a:latin typeface="Poppins Bold"/>
                <a:ea typeface="Poppins Bold"/>
                <a:cs typeface="Poppins Bold"/>
                <a:sym typeface="Poppins Bold"/>
              </a:rPr>
              <a:t>O GOD, ALMIGHTY FATHER. </a:t>
            </a:r>
          </a:p>
        </p:txBody>
      </p:sp>
      <p:sp>
        <p:nvSpPr>
          <p:cNvPr name="TextBox 4" id="4"/>
          <p:cNvSpPr txBox="true"/>
          <p:nvPr/>
        </p:nvSpPr>
        <p:spPr>
          <a:xfrm rot="0">
            <a:off x="2874744" y="118555"/>
            <a:ext cx="12538511" cy="921258"/>
          </a:xfrm>
          <a:prstGeom prst="rect">
            <a:avLst/>
          </a:prstGeom>
        </p:spPr>
        <p:txBody>
          <a:bodyPr anchor="t" rtlCol="false" tIns="0" lIns="0" bIns="0" rIns="0">
            <a:spAutoFit/>
          </a:bodyPr>
          <a:lstStyle/>
          <a:p>
            <a:pPr algn="ctr" marL="0" indent="0" lvl="0">
              <a:lnSpc>
                <a:spcPts val="7056"/>
              </a:lnSpc>
              <a:spcBef>
                <a:spcPct val="0"/>
              </a:spcBef>
              <a:defRPr/>
            </a:pPr>
            <a:r>
              <a:rPr lang="en-US" sz="3850">
                <a:solidFill>
                  <a:srgbClr val="FFB800"/>
                </a:solidFill>
                <a:latin typeface="Georgia"/>
                <a:ea typeface="Recoleta"/>
                <a:cs typeface="Recoleta"/>
                <a:sym typeface="Recoleta"/>
              </a:rPr>
              <a:t>Gloria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819150"/>
            <a:ext cx="18288000" cy="18878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LORD JESUS CHRIST, ONLY BEGOTTEN SON, </a:t>
            </a:r>
          </a:p>
          <a:p>
            <a:pPr algn="ctr" marL="0" indent="0" lvl="0">
              <a:lnSpc>
                <a:spcPts val="7259"/>
              </a:lnSpc>
              <a:defRPr/>
            </a:pPr>
            <a:r>
              <a:rPr lang="en-US" b="true" sz="5999">
                <a:solidFill>
                  <a:srgbClr val="FFFFFF"/>
                </a:solidFill>
                <a:latin typeface="Poppins Bold"/>
                <a:ea typeface="Poppins Bold"/>
                <a:cs typeface="Poppins Bold"/>
                <a:sym typeface="Poppins Bold"/>
              </a:rPr>
              <a:t>LORD GOD, LAMB OF GOD, SON OF THE FATHER.</a:t>
            </a:r>
          </a:p>
        </p:txBody>
      </p:sp>
      <p:sp>
        <p:nvSpPr>
          <p:cNvPr name="TextBox 3" id="3"/>
          <p:cNvSpPr txBox="true"/>
          <p:nvPr/>
        </p:nvSpPr>
        <p:spPr>
          <a:xfrm rot="0">
            <a:off x="1076325" y="3306924"/>
            <a:ext cx="16898156" cy="6583553"/>
          </a:xfrm>
          <a:prstGeom prst="rect">
            <a:avLst/>
          </a:prstGeom>
        </p:spPr>
        <p:txBody>
          <a:bodyPr anchor="t" rtlCol="false" tIns="0" lIns="0" bIns="0" rIns="0">
            <a:spAutoFit/>
          </a:bodyPr>
          <a:lstStyle/>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HAVE MERCY ON US</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RECEIVE OUR PRAYER</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ARE SEATED AT THE RIGHT HAND,</a:t>
            </a:r>
          </a:p>
          <a:p>
            <a:pPr algn="l">
              <a:lnSpc>
                <a:spcPts val="7380"/>
              </a:lnSpc>
              <a:defRPr/>
            </a:pPr>
            <a:r>
              <a:rPr lang="en-US" sz="6099" b="true">
                <a:solidFill>
                  <a:srgbClr val="FFFFFF"/>
                </a:solidFill>
                <a:latin typeface="Poppins Bold"/>
                <a:ea typeface="Poppins Bold"/>
                <a:cs typeface="Poppins Bold"/>
                <a:sym typeface="Poppins Bold"/>
              </a:rPr>
              <a:t>THE RIGHT OF THE FATHER,</a:t>
            </a:r>
          </a:p>
          <a:p>
            <a:pPr algn="l" marL="0" indent="0" lvl="0">
              <a:lnSpc>
                <a:spcPts val="7380"/>
              </a:lnSpc>
              <a:defRPr/>
            </a:pPr>
            <a:r>
              <a:rPr lang="en-US" b="true" sz="6099">
                <a:solidFill>
                  <a:srgbClr val="FFB800"/>
                </a:solidFill>
                <a:latin typeface="Poppins Bold"/>
                <a:ea typeface="Poppins Bold"/>
                <a:cs typeface="Poppins Bold"/>
                <a:sym typeface="Poppins Bold"/>
              </a:rPr>
              <a:t>HAVE MERCY ON US</a:t>
            </a:r>
            <a:r>
              <a:rPr lang="en-US" b="true" sz="6099">
                <a:solidFill>
                  <a:srgbClr val="FFFFFF"/>
                </a:solidFill>
                <a:latin typeface="Poppins Bold"/>
                <a:ea typeface="Poppins Bold"/>
                <a:cs typeface="Poppins Bold"/>
                <a:sym typeface="Poppins Bold"/>
              </a:rPr>
              <a:t>. </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5207256"/>
            <a:ext cx="18288000" cy="46310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FOR YOU ALONE ARE THE HOLY ONE, </a:t>
            </a:r>
          </a:p>
          <a:p>
            <a:pPr algn="ctr">
              <a:lnSpc>
                <a:spcPts val="7259"/>
              </a:lnSpc>
              <a:defRPr/>
            </a:pPr>
            <a:r>
              <a:rPr lang="en-US" b="true" sz="5999">
                <a:solidFill>
                  <a:srgbClr val="FFFFFF"/>
                </a:solidFill>
                <a:latin typeface="Poppins Bold"/>
                <a:ea typeface="Poppins Bold"/>
                <a:cs typeface="Poppins Bold"/>
                <a:sym typeface="Poppins Bold"/>
              </a:rPr>
              <a:t>YOU ALONE ARE THE LORD,</a:t>
            </a:r>
          </a:p>
          <a:p>
            <a:pPr algn="ctr">
              <a:lnSpc>
                <a:spcPts val="7259"/>
              </a:lnSpc>
              <a:defRPr/>
            </a:pPr>
            <a:r>
              <a:rPr lang="en-US" b="true" sz="5999">
                <a:solidFill>
                  <a:srgbClr val="FFFFFF"/>
                </a:solidFill>
                <a:latin typeface="Poppins Bold"/>
                <a:ea typeface="Poppins Bold"/>
                <a:cs typeface="Poppins Bold"/>
                <a:sym typeface="Poppins Bold"/>
              </a:rPr>
              <a:t>YOU ALONE ARE THE MOST HIGH,</a:t>
            </a:r>
          </a:p>
          <a:p>
            <a:pPr algn="ctr">
              <a:lnSpc>
                <a:spcPts val="7259"/>
              </a:lnSpc>
              <a:defRPr/>
            </a:pPr>
            <a:r>
              <a:rPr lang="en-US" b="true" sz="5999">
                <a:solidFill>
                  <a:srgbClr val="FFFFFF"/>
                </a:solidFill>
                <a:latin typeface="Poppins Bold"/>
                <a:ea typeface="Poppins Bold"/>
                <a:cs typeface="Poppins Bold"/>
                <a:sym typeface="Poppins Bold"/>
              </a:rPr>
              <a:t>J</a:t>
            </a:r>
            <a:r>
              <a:rPr lang="en-US" b="true" sz="5999">
                <a:solidFill>
                  <a:srgbClr val="FFFFFF"/>
                </a:solidFill>
                <a:latin typeface="Poppins Bold"/>
                <a:ea typeface="Poppins Bold"/>
                <a:cs typeface="Poppins Bold"/>
                <a:sym typeface="Poppins Bold"/>
              </a:rPr>
              <a:t>E</a:t>
            </a:r>
            <a:r>
              <a:rPr lang="en-US" b="true" sz="5999">
                <a:solidFill>
                  <a:srgbClr val="FFFFFF"/>
                </a:solidFill>
                <a:latin typeface="Poppins Bold"/>
                <a:ea typeface="Poppins Bold"/>
                <a:cs typeface="Poppins Bold"/>
                <a:sym typeface="Poppins Bold"/>
              </a:rPr>
              <a:t>S</a:t>
            </a:r>
            <a:r>
              <a:rPr lang="en-US" b="true" sz="5999">
                <a:solidFill>
                  <a:srgbClr val="FFFFFF"/>
                </a:solidFill>
                <a:latin typeface="Poppins Bold"/>
                <a:ea typeface="Poppins Bold"/>
                <a:cs typeface="Poppins Bold"/>
                <a:sym typeface="Poppins Bold"/>
              </a:rPr>
              <a:t>US</a:t>
            </a:r>
            <a:r>
              <a:rPr lang="en-US" b="true" sz="5999">
                <a:solidFill>
                  <a:srgbClr val="FFFFFF"/>
                </a:solidFill>
                <a:latin typeface="Poppins Bold"/>
                <a:ea typeface="Poppins Bold"/>
                <a:cs typeface="Poppins Bold"/>
                <a:sym typeface="Poppins Bold"/>
              </a:rPr>
              <a:t> CHRIST, WITH THE HOL</a:t>
            </a:r>
            <a:r>
              <a:rPr lang="en-US" b="true" sz="5999">
                <a:solidFill>
                  <a:srgbClr val="FFFFFF"/>
                </a:solidFill>
                <a:latin typeface="Poppins Bold"/>
                <a:ea typeface="Poppins Bold"/>
                <a:cs typeface="Poppins Bold"/>
                <a:sym typeface="Poppins Bold"/>
              </a:rPr>
              <a:t>Y</a:t>
            </a:r>
            <a:r>
              <a:rPr lang="en-US" b="true" sz="5999">
                <a:solidFill>
                  <a:srgbClr val="FFFFFF"/>
                </a:solidFill>
                <a:latin typeface="Poppins Bold"/>
                <a:ea typeface="Poppins Bold"/>
                <a:cs typeface="Poppins Bold"/>
                <a:sym typeface="Poppins Bold"/>
              </a:rPr>
              <a:t> SPIRIT,</a:t>
            </a:r>
          </a:p>
          <a:p>
            <a:pPr algn="ctr" marL="0" indent="0" lvl="0">
              <a:lnSpc>
                <a:spcPts val="7259"/>
              </a:lnSpc>
              <a:defRPr/>
            </a:pPr>
            <a:r>
              <a:rPr lang="en-US" b="true" sz="5999">
                <a:solidFill>
                  <a:srgbClr val="FFFFFF"/>
                </a:solidFill>
                <a:latin typeface="Poppins Bold"/>
                <a:ea typeface="Poppins Bold"/>
                <a:cs typeface="Poppins Bold"/>
                <a:sym typeface="Poppins Bold"/>
              </a:rPr>
              <a:t>IN THE GLORY</a:t>
            </a:r>
            <a:r>
              <a:rPr lang="en-US" b="true" sz="5999">
                <a:solidFill>
                  <a:srgbClr val="FFFFFF"/>
                </a:solidFill>
                <a:latin typeface="Poppins Bold"/>
                <a:ea typeface="Poppins Bold"/>
                <a:cs typeface="Poppins Bold"/>
                <a:sym typeface="Poppins Bold"/>
              </a:rPr>
              <a:t> OF GOD THE FATHER. </a:t>
            </a:r>
          </a:p>
        </p:txBody>
      </p:sp>
      <p:sp>
        <p:nvSpPr>
          <p:cNvPr name="TextBox 6" id="6"/>
          <p:cNvSpPr txBox="true"/>
          <p:nvPr/>
        </p:nvSpPr>
        <p:spPr>
          <a:xfrm rot="0">
            <a:off x="0" y="521018"/>
            <a:ext cx="18288000" cy="4276664"/>
          </a:xfrm>
          <a:prstGeom prst="rect">
            <a:avLst/>
          </a:prstGeom>
        </p:spPr>
        <p:txBody>
          <a:bodyPr anchor="t" rtlCol="false" tIns="0" lIns="0" bIns="0" rIns="0">
            <a:spAutoFit/>
          </a:bodyPr>
          <a:lstStyle/>
          <a:p>
            <a:pPr algn="ctr">
              <a:lnSpc>
                <a:spcPts val="8403"/>
              </a:lnSpc>
              <a:defRPr/>
            </a:pPr>
            <a:r>
              <a:rPr lang="en-US" b="true" sz="6002">
                <a:solidFill>
                  <a:srgbClr val="FFB800"/>
                </a:solidFill>
                <a:latin typeface="Poppins Bold"/>
                <a:ea typeface="Poppins Bold"/>
                <a:cs typeface="Poppins Bold"/>
                <a:sym typeface="Poppins Bold"/>
              </a:rPr>
              <a:t>GLORY TO GOD! GLORY TO GOD!</a:t>
            </a:r>
          </a:p>
          <a:p>
            <a:pPr algn="ctr">
              <a:lnSpc>
                <a:spcPts val="8403"/>
              </a:lnSpc>
              <a:defRPr/>
            </a:pPr>
            <a:r>
              <a:rPr lang="en-US" b="true" sz="6002">
                <a:solidFill>
                  <a:srgbClr val="FFB800"/>
                </a:solidFill>
                <a:latin typeface="Poppins Bold"/>
                <a:ea typeface="Poppins Bold"/>
                <a:cs typeface="Poppins Bold"/>
                <a:sym typeface="Poppins Bold"/>
              </a:rPr>
              <a:t>GLORY TO GOD IN THE HIGHEST, </a:t>
            </a:r>
          </a:p>
          <a:p>
            <a:pPr algn="ctr">
              <a:lnSpc>
                <a:spcPts val="8403"/>
              </a:lnSpc>
              <a:defRPr/>
            </a:pPr>
            <a:r>
              <a:rPr lang="en-US" b="true" sz="6002">
                <a:solidFill>
                  <a:srgbClr val="FFB800"/>
                </a:solidFill>
                <a:latin typeface="Poppins Bold"/>
                <a:ea typeface="Poppins Bold"/>
                <a:cs typeface="Poppins Bold"/>
                <a:sym typeface="Poppins Bold"/>
              </a:rPr>
              <a:t>AND ON EARTH , PEACE ON EARTH,</a:t>
            </a:r>
          </a:p>
          <a:p>
            <a:pPr algn="ctr" marL="0" indent="0" lvl="0">
              <a:lnSpc>
                <a:spcPts val="8403"/>
              </a:lnSpc>
              <a:spcBef>
                <a:spcPct val="0"/>
              </a:spcBef>
              <a:defRPr/>
            </a:pPr>
            <a:r>
              <a:rPr lang="en-US" b="true" sz="60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(3/4)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7432051"/>
            <a:ext cx="18288000" cy="1417701"/>
          </a:xfrm>
          <a:prstGeom prst="rect">
            <a:avLst/>
          </a:prstGeom>
        </p:spPr>
        <p:txBody>
          <a:bodyPr anchor="t" rtlCol="false" tIns="0" lIns="0" bIns="0" rIns="0">
            <a:spAutoFit/>
          </a:bodyPr>
          <a:lstStyle/>
          <a:p>
            <a:pPr algn="ctr" marL="0" indent="0" lvl="0">
              <a:lnSpc>
                <a:spcPts val="10526"/>
              </a:lnSpc>
              <a:defRPr/>
            </a:pPr>
            <a:r>
              <a:rPr lang="en-US" b="true" sz="8699">
                <a:solidFill>
                  <a:srgbClr val="FFFFFF"/>
                </a:solidFill>
                <a:latin typeface="Poppins Bold"/>
                <a:ea typeface="Poppins Bold"/>
                <a:cs typeface="Poppins Bold"/>
                <a:sym typeface="Poppins Bold"/>
              </a:rPr>
              <a:t>AMEN, AMEN, AMEN!</a:t>
            </a:r>
          </a:p>
        </p:txBody>
      </p:sp>
      <p:sp>
        <p:nvSpPr>
          <p:cNvPr name="TextBox 6" id="6"/>
          <p:cNvSpPr txBox="true"/>
          <p:nvPr/>
        </p:nvSpPr>
        <p:spPr>
          <a:xfrm rot="0">
            <a:off x="0" y="1724273"/>
            <a:ext cx="18288000" cy="5122485"/>
          </a:xfrm>
          <a:prstGeom prst="rect">
            <a:avLst/>
          </a:prstGeom>
        </p:spPr>
        <p:txBody>
          <a:bodyPr anchor="t" rtlCol="false" tIns="0" lIns="0" bIns="0" rIns="0">
            <a:spAutoFit/>
          </a:bodyPr>
          <a:lstStyle/>
          <a:p>
            <a:pPr algn="ctr">
              <a:lnSpc>
                <a:spcPts val="10083"/>
              </a:lnSpc>
              <a:defRPr/>
            </a:pPr>
            <a:r>
              <a:rPr lang="en-US" b="true" sz="7202">
                <a:solidFill>
                  <a:srgbClr val="FFB800"/>
                </a:solidFill>
                <a:latin typeface="Poppins Bold"/>
                <a:ea typeface="Poppins Bold"/>
                <a:cs typeface="Poppins Bold"/>
                <a:sym typeface="Poppins Bold"/>
              </a:rPr>
              <a:t>GLORY TO GOD! GLORY TO GOD!</a:t>
            </a:r>
          </a:p>
          <a:p>
            <a:pPr algn="ctr">
              <a:lnSpc>
                <a:spcPts val="10083"/>
              </a:lnSpc>
              <a:defRPr/>
            </a:pPr>
            <a:r>
              <a:rPr lang="en-US" b="true" sz="7202">
                <a:solidFill>
                  <a:srgbClr val="FFB800"/>
                </a:solidFill>
                <a:latin typeface="Poppins Bold"/>
                <a:ea typeface="Poppins Bold"/>
                <a:cs typeface="Poppins Bold"/>
                <a:sym typeface="Poppins Bold"/>
              </a:rPr>
              <a:t>GLORY TO GOD IN THE HIGHEST, </a:t>
            </a:r>
          </a:p>
          <a:p>
            <a:pPr algn="ctr">
              <a:lnSpc>
                <a:spcPts val="10083"/>
              </a:lnSpc>
              <a:defRPr/>
            </a:pPr>
            <a:r>
              <a:rPr lang="en-US" b="true" sz="7202">
                <a:solidFill>
                  <a:srgbClr val="FFB800"/>
                </a:solidFill>
                <a:latin typeface="Poppins Bold"/>
                <a:ea typeface="Poppins Bold"/>
                <a:cs typeface="Poppins Bold"/>
                <a:sym typeface="Poppins Bold"/>
              </a:rPr>
              <a:t>AND ON EARTH , PEACE ON EARTH,</a:t>
            </a:r>
          </a:p>
          <a:p>
            <a:pPr algn="ctr" marL="0" indent="0" lvl="0">
              <a:lnSpc>
                <a:spcPts val="10083"/>
              </a:lnSpc>
              <a:spcBef>
                <a:spcPct val="0"/>
              </a:spcBef>
              <a:defRPr/>
            </a:pPr>
            <a:r>
              <a:rPr lang="en-US" b="true" sz="72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Let us pray.</a:t>
            </a:r>
          </a:p>
          <a:p>
            <a:pPr algn="ctr">
              <a:spcBef>
                <a:spcPts val="400"/>
              </a:spcBef>
              <a:spcAft>
                <a:spcPts val="500"/>
              </a:spcAft>
              <a:defRPr sz="5500" b="1" i="0" u="none">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iturgy_of_the_word_title.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D8B4FE"/>
                </a:solidFill>
                <a:latin typeface="Georgia"/>
              </a:defRPr>
            </a:pPr>
            <a:r>
              <a:t>Liturgy of the Word</a:t>
            </a:r>
          </a:p>
          <a:p>
            <a:pPr algn="ctr">
              <a:spcAft>
                <a:spcPts val="1600"/>
              </a:spcAft>
              <a:defRPr sz="5500" b="1" i="0" u="none">
                <a:solidFill>
                  <a:srgbClr val="D8B4FE"/>
                </a:solidFill>
                <a:latin typeface="Georgia"/>
              </a:defRPr>
            </a:pPr>
            <a:r>
              <a:t>First Reading</a:t>
            </a:r>
          </a:p>
          <a:p>
            <a:pPr algn="ctr">
              <a:defRPr sz="5500" b="0" i="0" u="none">
                <a:solidFill>
                  <a:srgbClr val="FFFFFF"/>
                </a:solidFill>
                <a:latin typeface="Georgia"/>
              </a:defRPr>
            </a:pPr>
            <a:r>
              <a:t>Deuteronomy 8:2-3, 14b-16a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D8B4FE"/>
                </a:solidFill>
                <a:latin typeface="Georgia"/>
              </a:defRPr>
            </a:pPr>
            <a:r>
              <a:t>Liturgy of the Word</a:t>
            </a:r>
          </a:p>
          <a:p>
            <a:pPr algn="ctr">
              <a:spcAft>
                <a:spcPts val="1200"/>
              </a:spcAft>
              <a:defRPr sz="5500" b="1" i="0" u="none">
                <a:solidFill>
                  <a:srgbClr val="D8B4FE"/>
                </a:solidFill>
                <a:latin typeface="Georgia"/>
              </a:defRPr>
            </a:pPr>
            <a:r>
              <a:t>Responsorial Psalm</a:t>
            </a:r>
            <a:br/>
            <a:r>
              <a:t>(Psalm 147:12-13, 14-15, 19-20)</a:t>
            </a:r>
          </a:p>
          <a:p>
            <a:pPr algn="ctr">
              <a:spcAft>
                <a:spcPts val="800"/>
              </a:spcAft>
              <a:defRPr sz="5500" b="0" i="0" u="none">
                <a:solidFill>
                  <a:srgbClr val="FFFFFF"/>
                </a:solidFill>
                <a:latin typeface="Georgia"/>
              </a:defRPr>
            </a:pPr>
            <a:r>
              <a:t>R. Praise the Lord, Jerusalem.</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D8B4FE"/>
                </a:solidFill>
                <a:latin typeface="Georgia"/>
              </a:defRPr>
            </a:pPr>
            <a:r>
              <a:t>Liturgy of the Word</a:t>
            </a:r>
          </a:p>
          <a:p>
            <a:pPr algn="ctr">
              <a:spcAft>
                <a:spcPts val="1600"/>
              </a:spcAft>
              <a:defRPr sz="5500" b="1" i="0" u="none">
                <a:solidFill>
                  <a:srgbClr val="D8B4FE"/>
                </a:solidFill>
                <a:latin typeface="Georgia"/>
              </a:defRPr>
            </a:pPr>
            <a:r>
              <a:t>Second Reading</a:t>
            </a:r>
          </a:p>
          <a:p>
            <a:pPr algn="ctr">
              <a:defRPr sz="5500" b="0" i="0" u="none">
                <a:solidFill>
                  <a:srgbClr val="FFFFFF"/>
                </a:solidFill>
                <a:latin typeface="Georgia"/>
              </a:defRPr>
            </a:pPr>
            <a:r>
              <a:t>1 Corinthians 10:16-17</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2602230"/>
            <a:ext cx="18288000" cy="4892041"/>
          </a:xfrm>
          <a:prstGeom prst="rect">
            <a:avLst/>
          </a:prstGeom>
        </p:spPr>
        <p:txBody>
          <a:bodyPr anchor="t" rtlCol="false" tIns="0" lIns="0" bIns="0" rIns="0">
            <a:noAutofit/>
          </a:bodyPr>
          <a:lstStyle/>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marL="0" indent="0" lvl="0">
              <a:lnSpc>
                <a:spcPts val="9659"/>
              </a:lnSpc>
              <a:spcBef>
                <a:spcPct val="0"/>
              </a:spcBef>
              <a:defRPr/>
            </a:pPr>
            <a:r>
              <a:rPr lang="en-US" b="1" sz="6900">
                <a:solidFill>
                  <a:srgbClr val="FFFFFF"/>
                </a:solidFill>
                <a:latin typeface="Poppins Bold"/>
                <a:ea typeface="Poppins Bold"/>
                <a:cs typeface="Poppins Bold"/>
                <a:sym typeface="Poppins Bold"/>
              </a:rPr>
              <a:t>ALLELUIA! ALLELUIA!</a:t>
            </a:r>
          </a:p>
        </p:txBody>
      </p:sp>
      <p:sp>
        <p:nvSpPr>
          <p:cNvPr name="TextBox 3" id="3"/>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Gospel Acclamation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Gospel Acclamation (1/2)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741394" y="2126857"/>
            <a:ext cx="12101674" cy="1227455"/>
          </a:xfrm>
          <a:prstGeom prst="rect">
            <a:avLst/>
          </a:prstGeom>
        </p:spPr>
        <p:txBody>
          <a:bodyPr anchor="t" rtlCol="false" tIns="0" lIns="0" bIns="0" rIns="0">
            <a:noAutofit/>
          </a:bodyPr>
          <a:lstStyle/>
          <a:p>
            <a:pPr algn="l" marL="0" indent="0" lvl="0">
              <a:lnSpc>
                <a:spcPts val="9520"/>
              </a:lnSpc>
              <a:spcBef>
                <a:spcPct val="0"/>
              </a:spcBef>
              <a:defRPr/>
            </a:pPr>
            <a:r>
              <a:rPr lang="en-US" b="1" sz="6900">
                <a:solidFill>
                  <a:srgbClr val="FFB800"/>
                </a:solidFill>
                <a:latin typeface="Poppins Bold"/>
                <a:ea typeface="Poppins Semi-Bold"/>
                <a:cs typeface="Poppins Semi-Bold"/>
                <a:sym typeface="Poppins Semi-Bold"/>
              </a:rPr>
              <a:t>Priest</a:t>
            </a:r>
            <a:r>
              <a:rPr lang="en-US" b="1" sz="6900">
                <a:solidFill>
                  <a:srgbClr val="FFFFFF"/>
                </a:solidFill>
                <a:latin typeface="Poppins Bold"/>
                <a:ea typeface="Poppins Semi-Bold"/>
                <a:cs typeface="Poppins Semi-Bold"/>
                <a:sym typeface="Poppins Semi-Bold"/>
              </a:rPr>
              <a:t>: The Lord be with you.</a:t>
            </a:r>
          </a:p>
        </p:txBody>
      </p:sp>
      <p:sp>
        <p:nvSpPr>
          <p:cNvPr name="TextBox 3" id="3"/>
          <p:cNvSpPr txBox="true"/>
          <p:nvPr/>
        </p:nvSpPr>
        <p:spPr>
          <a:xfrm rot="0">
            <a:off x="2741394" y="5586337"/>
            <a:ext cx="14802275" cy="1860423"/>
          </a:xfrm>
          <a:prstGeom prst="rect">
            <a:avLst/>
          </a:prstGeom>
        </p:spPr>
        <p:txBody>
          <a:bodyPr anchor="t" rtlCol="false" tIns="0" lIns="0" bIns="0" rIns="0">
            <a:noAutofit/>
          </a:bodyPr>
          <a:lstStyle/>
          <a:p>
            <a:r>
              <a:rPr sz="6900" b="1">
                <a:latin typeface="Poppins Bold"/>
              </a:rPr>
              <a:t>Priest: A reading from the holy</a:t>
            </a:r>
          </a:p>
          <a:p>
            <a:r>
              <a:rPr sz="6900" b="1">
                <a:latin typeface="Poppins Bold"/>
              </a:rPr>
              <a:t>Gospel according to John.</a:t>
            </a:r>
          </a:p>
        </p:txBody>
      </p:sp>
      <p:sp>
        <p:nvSpPr>
          <p:cNvPr name="TextBox 4" id="4"/>
          <p:cNvSpPr txBox="true"/>
          <p:nvPr/>
        </p:nvSpPr>
        <p:spPr>
          <a:xfrm rot="0">
            <a:off x="2741394" y="3725787"/>
            <a:ext cx="12168662" cy="1250950"/>
          </a:xfrm>
          <a:prstGeom prst="rect">
            <a:avLst/>
          </a:prstGeom>
        </p:spPr>
        <p:txBody>
          <a:bodyPr anchor="t" rtlCol="false" tIns="0" lIns="0" bIns="0" rIns="0">
            <a:noAutofit/>
          </a:bodyPr>
          <a:lstStyle/>
          <a:p>
            <a:pPr algn="l" marL="0" indent="0" lvl="0">
              <a:lnSpc>
                <a:spcPts val="9799"/>
              </a:lnSpc>
              <a:spcBef>
                <a:spcPct val="0"/>
              </a:spcBef>
              <a:defRPr/>
            </a:pPr>
            <a:r>
              <a:rPr lang="en-US" b="1" sz="6900">
                <a:solidFill>
                  <a:srgbClr val="FFFFFF"/>
                </a:solidFill>
                <a:latin typeface="Poppins Bold"/>
                <a:ea typeface="Poppins Ultra-Bold"/>
                <a:cs typeface="Poppins Ultra-Bold"/>
                <a:sym typeface="Poppins Ultra-Bold"/>
              </a:rPr>
              <a:t>All: And with your spirit.</a:t>
            </a:r>
          </a:p>
        </p:txBody>
      </p:sp>
      <p:sp>
        <p:nvSpPr>
          <p:cNvPr name="TextBox 5" id="5"/>
          <p:cNvSpPr txBox="true"/>
          <p:nvPr/>
        </p:nvSpPr>
        <p:spPr>
          <a:xfrm rot="0">
            <a:off x="2741394" y="7913485"/>
            <a:ext cx="12002049" cy="1250950"/>
          </a:xfrm>
          <a:prstGeom prst="rect">
            <a:avLst/>
          </a:prstGeom>
        </p:spPr>
        <p:txBody>
          <a:bodyPr anchor="t" rtlCol="false" tIns="0" lIns="0" bIns="0" rIns="0">
            <a:noAutofit/>
          </a:bodyPr>
          <a:lstStyle/>
          <a:p>
            <a:pPr algn="l" marL="0" indent="0" lvl="0">
              <a:lnSpc>
                <a:spcPts val="9799"/>
              </a:lnSpc>
              <a:spcBef>
                <a:spcPct val="0"/>
              </a:spcBef>
              <a:defRPr/>
            </a:pPr>
            <a:r>
              <a:rPr lang="en-US" b="1" sz="6900">
                <a:solidFill>
                  <a:srgbClr val="FFFFFF"/>
                </a:solidFill>
                <a:latin typeface="Poppins Bold"/>
                <a:ea typeface="Poppins Ultra-Bold"/>
                <a:cs typeface="Poppins Ultra-Bold"/>
                <a:sym typeface="Poppins Ultra-Bold"/>
              </a:rPr>
              <a:t>All: Glory to you, O Lord!</a:t>
            </a:r>
          </a:p>
        </p:txBody>
      </p:sp>
      <p:sp>
        <p:nvSpPr>
          <p:cNvPr name="TextBox 6" id="6"/>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Gospel Acclamation</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Gospel Acclamation (2/2)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The Gospel of the Lord.</a:t>
            </a:r>
          </a:p>
          <a:p>
            <a:pPr algn="ctr">
              <a:spcBef>
                <a:spcPts val="400"/>
              </a:spcBef>
              <a:spcAft>
                <a:spcPts val="500"/>
              </a:spcAft>
              <a:defRPr sz="5500" b="1" i="0" u="none">
                <a:solidFill>
                  <a:srgbClr val="FFFFFF"/>
                </a:solidFill>
                <a:latin typeface="Georgia"/>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Gospel Acclamation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u="none">
                <a:solidFill>
                  <a:srgbClr val="FEF5E4"/>
                </a:solidFill>
                <a:latin typeface="Calibri"/>
              </a:defRPr>
            </a:pPr>
            <a:r>
              <a:t>“I am the living bread that came down from heaven;</a:t>
            </a:r>
          </a:p>
          <a:p>
            <a:pPr algn="ctr">
              <a:lnSpc>
                <a:spcPct val="108000"/>
              </a:lnSpc>
              <a:defRPr sz="3200" b="0" i="0" u="none">
                <a:solidFill>
                  <a:srgbClr val="FEF5E4"/>
                </a:solidFill>
                <a:latin typeface="Calibri"/>
              </a:defRPr>
            </a:pPr>
            <a:r>
              <a:t>whoever eats this bread will live forever;</a:t>
            </a:r>
          </a:p>
          <a:p>
            <a:pPr algn="ctr">
              <a:lnSpc>
                <a:spcPct val="108000"/>
              </a:lnSpc>
              <a:defRPr sz="3200" b="0" i="0" u="none">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u="none">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The Solemnity of the Most Holy Body and Blood of Christ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FFFFF"/>
                </a:solidFill>
                <a:latin typeface="Georgia"/>
              </a:defRPr>
            </a:pPr>
            <a:r>
              <a:t>All: I believe in one God,</a:t>
            </a:r>
          </a:p>
          <a:p>
            <a:pPr algn="ctr">
              <a:spcAft>
                <a:spcPts val="800"/>
              </a:spcAft>
              <a:defRPr sz="5500" b="0" i="0" u="none">
                <a:solidFill>
                  <a:srgbClr val="FFFFFF"/>
                </a:solidFill>
                <a:latin typeface="Georgia"/>
              </a:defRPr>
            </a:pPr>
            <a:r>
              <a:t>the Father almighty,</a:t>
            </a:r>
          </a:p>
          <a:p>
            <a:pPr algn="ctr">
              <a:spcAft>
                <a:spcPts val="800"/>
              </a:spcAft>
              <a:defRPr sz="5500" b="0" i="0" u="none">
                <a:solidFill>
                  <a:srgbClr val="FFFFFF"/>
                </a:solidFill>
                <a:latin typeface="Georgia"/>
              </a:defRPr>
            </a:pPr>
            <a:r>
              <a:t>maker of heaven and earth,</a:t>
            </a:r>
          </a:p>
          <a:p>
            <a:pPr algn="ctr">
              <a:spcAft>
                <a:spcPts val="800"/>
              </a:spcAft>
              <a:defRPr sz="5500" b="0" i="0" u="none">
                <a:solidFill>
                  <a:srgbClr val="FFFFFF"/>
                </a:solidFill>
                <a:latin typeface="Georgia"/>
              </a:defRPr>
            </a:pPr>
            <a:r>
              <a:t>of all things visible and invisible.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(1/10)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FFFFF"/>
                </a:solidFill>
                <a:latin typeface="Georgia"/>
              </a:defRPr>
            </a:pPr>
            <a:r>
              <a:t>I believe in one Lord Jesus Christ,</a:t>
            </a:r>
          </a:p>
          <a:p>
            <a:pPr algn="ctr">
              <a:spcAft>
                <a:spcPts val="800"/>
              </a:spcAft>
              <a:defRPr sz="5500" b="0" i="0" u="none">
                <a:solidFill>
                  <a:srgbClr val="FFFFFF"/>
                </a:solidFill>
                <a:latin typeface="Georgia"/>
              </a:defRPr>
            </a:pPr>
            <a:r>
              <a:t>the Only Begotten Son of God,</a:t>
            </a:r>
          </a:p>
          <a:p>
            <a:pPr algn="ctr">
              <a:spcAft>
                <a:spcPts val="800"/>
              </a:spcAft>
              <a:defRPr sz="5500" b="0" i="0" u="none">
                <a:solidFill>
                  <a:srgbClr val="FFFFFF"/>
                </a:solidFill>
                <a:latin typeface="Georgia"/>
              </a:defRPr>
            </a:pPr>
            <a:r>
              <a:t>born of the Father before all ages.</a:t>
            </a:r>
          </a:p>
          <a:p>
            <a:pPr algn="ctr">
              <a:spcAft>
                <a:spcPts val="800"/>
              </a:spcAft>
              <a:defRPr sz="5500" b="0" i="0" u="none">
                <a:solidFill>
                  <a:srgbClr val="FFFFFF"/>
                </a:solidFill>
                <a:latin typeface="Georgia"/>
              </a:defRPr>
            </a:pPr>
            <a:r>
              <a:t>God from God, Light from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(2/10)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FFFFF"/>
                </a:solidFill>
                <a:latin typeface="Georgia"/>
              </a:defRPr>
            </a:pPr>
            <a:r>
              <a:t>true God from true God,</a:t>
            </a:r>
          </a:p>
          <a:p>
            <a:pPr algn="ctr">
              <a:spcAft>
                <a:spcPts val="800"/>
              </a:spcAft>
              <a:defRPr sz="5500" b="0" i="0" u="none">
                <a:solidFill>
                  <a:srgbClr val="FFFFFF"/>
                </a:solidFill>
                <a:latin typeface="Georgia"/>
              </a:defRPr>
            </a:pPr>
            <a:r>
              <a:t>begotten, not made, consubstantial with the Father;</a:t>
            </a:r>
          </a:p>
          <a:p>
            <a:pPr algn="ctr">
              <a:spcAft>
                <a:spcPts val="800"/>
              </a:spcAft>
              <a:defRPr sz="5500" b="0" i="0" u="none">
                <a:solidFill>
                  <a:srgbClr val="FFFFFF"/>
                </a:solidFill>
                <a:latin typeface="Georgia"/>
              </a:defRPr>
            </a:pPr>
            <a:r>
              <a:t>through him all things were made.</a:t>
            </a:r>
          </a:p>
          <a:p>
            <a:pPr algn="ctr">
              <a:spcAft>
                <a:spcPts val="800"/>
              </a:spcAft>
              <a:defRPr sz="5500" b="0" i="0" u="none">
                <a:solidFill>
                  <a:srgbClr val="FFFFFF"/>
                </a:solidFill>
                <a:latin typeface="Georgia"/>
              </a:defRPr>
            </a:pPr>
            <a:r>
              <a:t>For us men and for our salvation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(3/10)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FFFFF"/>
                </a:solidFill>
                <a:latin typeface="Georgia"/>
              </a:defRPr>
            </a:pPr>
            <a:r>
              <a:t>he came down from heaven,</a:t>
            </a:r>
          </a:p>
          <a:p>
            <a:pPr algn="ctr">
              <a:spcAft>
                <a:spcPts val="800"/>
              </a:spcAft>
              <a:defRPr sz="5500" b="0" i="0" u="none">
                <a:solidFill>
                  <a:srgbClr val="FFFFFF"/>
                </a:solidFill>
                <a:latin typeface="Georgia"/>
              </a:defRPr>
            </a:pPr>
            <a:r>
              <a:t>and by the Holy Spirit was incarnate of the Virgin Mary,</a:t>
            </a:r>
          </a:p>
          <a:p>
            <a:pPr algn="ctr">
              <a:spcAft>
                <a:spcPts val="800"/>
              </a:spcAft>
              <a:defRPr sz="5500" b="0" i="0" u="none">
                <a:solidFill>
                  <a:srgbClr val="FFFFFF"/>
                </a:solidFill>
                <a:latin typeface="Georgia"/>
              </a:defRPr>
            </a:pPr>
            <a:r>
              <a:t>and became man.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(4/10)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FFFFF"/>
                </a:solidFill>
                <a:latin typeface="Georgia"/>
              </a:defRPr>
            </a:pPr>
            <a:r>
              <a:t>For our sake he was crucified under Pontius Pilate,</a:t>
            </a:r>
          </a:p>
          <a:p>
            <a:pPr algn="ctr">
              <a:spcAft>
                <a:spcPts val="800"/>
              </a:spcAft>
              <a:defRPr sz="5500" b="0" i="0" u="none">
                <a:solidFill>
                  <a:srgbClr val="FFFFFF"/>
                </a:solidFill>
                <a:latin typeface="Georgia"/>
              </a:defRPr>
            </a:pPr>
            <a:r>
              <a:t>he suffered death and was buried,</a:t>
            </a:r>
          </a:p>
          <a:p>
            <a:pPr algn="ctr">
              <a:spcAft>
                <a:spcPts val="800"/>
              </a:spcAft>
              <a:defRPr sz="5500" b="0" i="0" u="none">
                <a:solidFill>
                  <a:srgbClr val="FFFFFF"/>
                </a:solidFill>
                <a:latin typeface="Georgia"/>
              </a:defRPr>
            </a:pPr>
            <a:r>
              <a:t>and rose again on the third day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(5/10)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FFFFF"/>
                </a:solidFill>
                <a:latin typeface="Georgia"/>
              </a:defRPr>
            </a:pPr>
            <a:r>
              <a:t>in accordance with the Scriptures.</a:t>
            </a:r>
          </a:p>
          <a:p>
            <a:pPr algn="ctr">
              <a:spcAft>
                <a:spcPts val="800"/>
              </a:spcAft>
              <a:defRPr sz="5500" b="0" i="0" u="none">
                <a:solidFill>
                  <a:srgbClr val="FFFFFF"/>
                </a:solidFill>
                <a:latin typeface="Georgia"/>
              </a:defRPr>
            </a:pPr>
            <a:r>
              <a:t>He ascended into heaven</a:t>
            </a:r>
          </a:p>
          <a:p>
            <a:pPr algn="ctr">
              <a:spcAft>
                <a:spcPts val="800"/>
              </a:spcAft>
              <a:defRPr sz="5500" b="0" i="0" u="none">
                <a:solidFill>
                  <a:srgbClr val="FFFFFF"/>
                </a:solidFill>
                <a:latin typeface="Georgia"/>
              </a:defRPr>
            </a:pPr>
            <a:r>
              <a:t>and is seated at the right hand of the Father.</a:t>
            </a:r>
          </a:p>
          <a:p>
            <a:pPr algn="ctr">
              <a:spcAft>
                <a:spcPts val="800"/>
              </a:spcAft>
              <a:defRPr sz="5500" b="0" i="0" u="none">
                <a:solidFill>
                  <a:srgbClr val="FFFFFF"/>
                </a:solidFill>
                <a:latin typeface="Georgia"/>
              </a:defRPr>
            </a:pPr>
            <a:r>
              <a:t>He will come again in glory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(6/10)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FFFFF"/>
                </a:solidFill>
                <a:latin typeface="Georgia"/>
              </a:defRPr>
            </a:pPr>
            <a:r>
              <a:t>to judge the living and the dead</a:t>
            </a:r>
          </a:p>
          <a:p>
            <a:pPr algn="ctr">
              <a:spcAft>
                <a:spcPts val="800"/>
              </a:spcAft>
              <a:defRPr sz="5500" b="0" i="0" u="none">
                <a:solidFill>
                  <a:srgbClr val="FFFFFF"/>
                </a:solidFill>
                <a:latin typeface="Georgia"/>
              </a:defRPr>
            </a:pPr>
            <a:r>
              <a:t>and his kingdom will have no end.</a:t>
            </a:r>
          </a:p>
          <a:p>
            <a:pPr algn="ctr">
              <a:spcAft>
                <a:spcPts val="800"/>
              </a:spcAft>
              <a:defRPr sz="5500" b="0" i="0" u="none">
                <a:solidFill>
                  <a:srgbClr val="FFFFFF"/>
                </a:solidFill>
                <a:latin typeface="Georgia"/>
              </a:defRPr>
            </a:pPr>
            <a:r>
              <a:t>I believe in the Holy Spirit, the Lord, the giver of life,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(7/10)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FFFFF"/>
                </a:solidFill>
                <a:latin typeface="Georgia"/>
              </a:defRPr>
            </a:pPr>
            <a:r>
              <a:t>who proceeds from the Father and the Son,</a:t>
            </a:r>
          </a:p>
          <a:p>
            <a:pPr algn="ctr">
              <a:spcAft>
                <a:spcPts val="800"/>
              </a:spcAft>
              <a:defRPr sz="5500" b="0" i="0" u="none">
                <a:solidFill>
                  <a:srgbClr val="FFFFFF"/>
                </a:solidFill>
                <a:latin typeface="Georgia"/>
              </a:defRPr>
            </a:pPr>
            <a:r>
              <a:t>who with the Father and the Son is adored and glorified,</a:t>
            </a:r>
          </a:p>
          <a:p>
            <a:pPr algn="ctr">
              <a:spcAft>
                <a:spcPts val="800"/>
              </a:spcAft>
              <a:defRPr sz="5500" b="0" i="0" u="none">
                <a:solidFill>
                  <a:srgbClr val="FFFFFF"/>
                </a:solidFill>
                <a:latin typeface="Georgia"/>
              </a:defRPr>
            </a:pPr>
            <a:r>
              <a:t>who has spoken through the prophets.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(8/10)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FFFFF"/>
                </a:solidFill>
                <a:latin typeface="Georgia"/>
              </a:defRPr>
            </a:pPr>
            <a:r>
              <a:t>I believe in one, holy, catholic and apostolic Church.</a:t>
            </a:r>
          </a:p>
          <a:p>
            <a:pPr algn="ctr">
              <a:spcAft>
                <a:spcPts val="800"/>
              </a:spcAft>
              <a:defRPr sz="5500" b="0" i="0" u="none">
                <a:solidFill>
                  <a:srgbClr val="FFFFFF"/>
                </a:solidFill>
                <a:latin typeface="Georgia"/>
              </a:defRPr>
            </a:pPr>
            <a:r>
              <a:t>I confess one Baptism for the forgiveness of sins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(9/10)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FFFFF"/>
                </a:solidFill>
                <a:latin typeface="Georgia"/>
              </a:defRPr>
            </a:pPr>
            <a:r>
              <a:t>and I look forward to the resurrection of the dead</a:t>
            </a:r>
          </a:p>
          <a:p>
            <a:pPr algn="ctr">
              <a:spcAft>
                <a:spcPts val="800"/>
              </a:spcAft>
              <a:defRPr sz="5500" b="0" i="0" u="none">
                <a:solidFill>
                  <a:srgbClr val="FFFFFF"/>
                </a:solidFill>
                <a:latin typeface="Georgia"/>
              </a:defRPr>
            </a:pPr>
            <a:r>
              <a:t>and the life of the world to come.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(10/10)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u="none">
                <a:solidFill>
                  <a:srgbClr val="FEF5E4"/>
                </a:solidFill>
                <a:latin typeface="Calibri"/>
              </a:defRPr>
            </a:pPr>
            <a:r>
              <a:t>“I am the living bread that came down from heaven;</a:t>
            </a:r>
          </a:p>
          <a:p>
            <a:pPr algn="ctr">
              <a:lnSpc>
                <a:spcPct val="108000"/>
              </a:lnSpc>
              <a:defRPr sz="3200" b="0" i="0" u="none">
                <a:solidFill>
                  <a:srgbClr val="FEF5E4"/>
                </a:solidFill>
                <a:latin typeface="Calibri"/>
              </a:defRPr>
            </a:pPr>
            <a:r>
              <a:t>whoever eats this bread will live forever;</a:t>
            </a:r>
          </a:p>
          <a:p>
            <a:pPr algn="ctr">
              <a:lnSpc>
                <a:spcPct val="108000"/>
              </a:lnSpc>
              <a:defRPr sz="3200" b="0" i="0" u="none">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u="none">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The Solemnity of the Most Holy Body and Blood of Christ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For the holy Church of God throughout the world, that the Lord may guard her and grant her peace and unity according to his will: let us pray to the Lord.</a:t>
            </a:r>
          </a:p>
          <a:p>
            <a:pPr algn="ctr">
              <a:spcBef>
                <a:spcPts val="400"/>
              </a:spcBef>
              <a:spcAft>
                <a:spcPts val="500"/>
              </a:spcAft>
              <a:defRPr sz="5500" b="1" i="0" u="none">
                <a:solidFill>
                  <a:srgbClr val="FFFFFF"/>
                </a:solidFill>
                <a:latin typeface="Georgia"/>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Prayer of the Faithful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The Priest concludes the Prayer of the Faithful with a prayer in full, for example:</a:t>
            </a:r>
          </a:p>
          <a:p>
            <a:pPr algn="ctr">
              <a:spcBef>
                <a:spcPts val="400"/>
              </a:spcBef>
              <a:spcAft>
                <a:spcPts val="500"/>
              </a:spcAft>
              <a:defRPr sz="5500" b="1" i="0" u="none">
                <a:solidFill>
                  <a:srgbClr val="D8B4FE"/>
                </a:solidFill>
                <a:latin typeface="Georgia"/>
              </a:defRPr>
            </a:pPr>
            <a:r>
              <a:t>Priest: Heavenly Father, hear the prayers of the Church, which we make through Christ our Lord.</a:t>
            </a:r>
          </a:p>
          <a:p>
            <a:pPr algn="ctr">
              <a:spcBef>
                <a:spcPts val="400"/>
              </a:spcBef>
              <a:spcAft>
                <a:spcPts val="500"/>
              </a:spcAft>
              <a:defRPr sz="5500" b="1" i="0" u="none">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Prayer of the Faithful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u="none">
                <a:solidFill>
                  <a:srgbClr val="FEF5E4"/>
                </a:solidFill>
                <a:latin typeface="Calibri"/>
              </a:defRPr>
            </a:pPr>
            <a:r>
              <a:t>“I am the living bread that came down from heaven;</a:t>
            </a:r>
          </a:p>
          <a:p>
            <a:pPr algn="ctr">
              <a:lnSpc>
                <a:spcPct val="108000"/>
              </a:lnSpc>
              <a:defRPr sz="3200" b="0" i="0" u="none">
                <a:solidFill>
                  <a:srgbClr val="FEF5E4"/>
                </a:solidFill>
                <a:latin typeface="Calibri"/>
              </a:defRPr>
            </a:pPr>
            <a:r>
              <a:t>whoever eats this bread will live forever;</a:t>
            </a:r>
          </a:p>
          <a:p>
            <a:pPr algn="ctr">
              <a:lnSpc>
                <a:spcPct val="108000"/>
              </a:lnSpc>
              <a:defRPr sz="3200" b="0" i="0" u="none">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u="none">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The Solemnity of the Most Holy Body and Blood of Christ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Gift of Finest Wheat</a:t>
            </a:r>
          </a:p>
        </p:txBody>
      </p:sp>
      <p:sp>
        <p:nvSpPr>
          <p:cNvPr id="3" name="TextBox 2"/>
          <p:cNvSpPr txBox="1"/>
          <p:nvPr/>
        </p:nvSpPr>
        <p:spPr>
          <a:xfrm>
            <a:off x="0" y="823874"/>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YOU SATISFY THE HUNGRY HEART</a:t>
            </a:r>
          </a:p>
          <a:p>
            <a:pPr algn="ctr">
              <a:lnSpc>
                <a:spcPct val="70000"/>
              </a:lnSpc>
            </a:pPr>
            <a:r>
              <a:rPr sz="7500" b="1" i="0">
                <a:solidFill>
                  <a:srgbClr val="FFFFFF"/>
                </a:solidFill>
                <a:latin typeface="Poppins"/>
              </a:rPr>
              <a:t>WITH GIFT OF FINEST WHEAT,</a:t>
            </a:r>
          </a:p>
          <a:p>
            <a:pPr algn="ctr">
              <a:lnSpc>
                <a:spcPct val="70000"/>
              </a:lnSpc>
            </a:pPr>
            <a:r>
              <a:rPr sz="7500" b="1" i="0">
                <a:solidFill>
                  <a:srgbClr val="FFFFFF"/>
                </a:solidFill>
                <a:latin typeface="Poppins"/>
              </a:rPr>
              <a:t>COME GIVE TO US, O SAVING LORD,</a:t>
            </a:r>
          </a:p>
          <a:p>
            <a:pPr algn="ctr">
              <a:lnSpc>
                <a:spcPct val="70000"/>
              </a:lnSpc>
            </a:pPr>
            <a:r>
              <a:rPr sz="7500" b="1" i="0">
                <a:solidFill>
                  <a:srgbClr val="FFFFFF"/>
                </a:solidFill>
                <a:latin typeface="Poppins"/>
              </a:rPr>
              <a:t>THE BREAD OF LIFE TO EAT.</a:t>
            </a:r>
          </a:p>
        </p:txBody>
      </p:sp>
      <p:sp>
        <p:nvSpPr>
          <p:cNvPr id="4" name="TextBox 3"/>
          <p:cNvSpPr txBox="1"/>
          <p:nvPr/>
        </p:nvSpPr>
        <p:spPr>
          <a:xfrm>
            <a:off x="0" y="54717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AS WHEN THE GRAIN BY SAINTS BELIEVED</a:t>
            </a:r>
          </a:p>
          <a:p>
            <a:pPr algn="ctr">
              <a:lnSpc>
                <a:spcPct val="70000"/>
              </a:lnSpc>
            </a:pPr>
            <a:r>
              <a:rPr sz="7500" b="1" i="0">
                <a:solidFill>
                  <a:srgbClr val="FFFFFF"/>
                </a:solidFill>
                <a:latin typeface="Poppins"/>
              </a:rPr>
              <a:t>WAS BLESSED AND BROKEN, LORD,</a:t>
            </a:r>
          </a:p>
          <a:p>
            <a:pPr algn="ctr">
              <a:lnSpc>
                <a:spcPct val="70000"/>
              </a:lnSpc>
            </a:pPr>
            <a:r>
              <a:rPr sz="7500" b="1" i="0">
                <a:solidFill>
                  <a:srgbClr val="FFFFFF"/>
                </a:solidFill>
                <a:latin typeface="Poppins"/>
              </a:rPr>
              <a:t>SO MAY YOUR CHURCH IN LANDS TODAY</a:t>
            </a:r>
          </a:p>
          <a:p>
            <a:pPr algn="ctr">
              <a:lnSpc>
                <a:spcPct val="70000"/>
              </a:lnSpc>
            </a:pPr>
            <a:r>
              <a:rPr sz="7500" b="1" i="0">
                <a:solidFill>
                  <a:srgbClr val="FFFFFF"/>
                </a:solidFill>
                <a:latin typeface="Poppins"/>
              </a:rPr>
              <a:t>BE FED, YOUR PRAISE RESTORED.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Offertory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O LORD OF HARVEST, GRANT THAT WE</a:t>
            </a:r>
          </a:p>
          <a:p>
            <a:pPr algn="ctr">
              <a:lnSpc>
                <a:spcPct val="70000"/>
              </a:lnSpc>
            </a:pPr>
            <a:r>
              <a:rPr sz="7500" b="1" i="0">
                <a:solidFill>
                  <a:srgbClr val="FFFFFF"/>
                </a:solidFill>
                <a:latin typeface="Poppins"/>
              </a:rPr>
              <a:t>WHO SHARE THIS MYSTERY HERE</a:t>
            </a:r>
          </a:p>
          <a:p>
            <a:pPr algn="ctr">
              <a:lnSpc>
                <a:spcPct val="70000"/>
              </a:lnSpc>
            </a:pPr>
            <a:r>
              <a:rPr sz="7500" b="1" i="0">
                <a:solidFill>
                  <a:srgbClr val="FFFFFF"/>
                </a:solidFill>
                <a:latin typeface="Poppins"/>
              </a:rPr>
              <a:t>MAY FOLLOW YOU UNCEASINGLY</a:t>
            </a:r>
          </a:p>
          <a:p>
            <a:pPr algn="ctr">
              <a:lnSpc>
                <a:spcPct val="70000"/>
              </a:lnSpc>
            </a:pPr>
            <a:r>
              <a:rPr sz="7500" b="1" i="0">
                <a:solidFill>
                  <a:srgbClr val="FFFFFF"/>
                </a:solidFill>
                <a:latin typeface="Poppins"/>
              </a:rPr>
              <a:t>IN PRAISE, IN LOVE, IN FEAR.</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400" b="1" i="0">
                <a:solidFill>
                  <a:srgbClr val="FFFFFF"/>
                </a:solidFill>
                <a:latin typeface="Poppins"/>
              </a:rPr>
              <a:t>ONE BREAD, ONE CUP, ONE LIFE, ONE LORD—</a:t>
            </a:r>
          </a:p>
          <a:p>
            <a:pPr algn="ctr">
              <a:lnSpc>
                <a:spcPct val="70000"/>
              </a:lnSpc>
            </a:pPr>
            <a:r>
              <a:rPr sz="7400" b="1" i="0">
                <a:solidFill>
                  <a:srgbClr val="FFFFFF"/>
                </a:solidFill>
                <a:latin typeface="Poppins"/>
              </a:rPr>
              <a:t>WE OFFER, CHRIST, TO YOU;</a:t>
            </a:r>
          </a:p>
          <a:p>
            <a:pPr algn="ctr">
              <a:lnSpc>
                <a:spcPct val="70000"/>
              </a:lnSpc>
            </a:pPr>
            <a:r>
              <a:rPr sz="7400" b="1" i="0">
                <a:solidFill>
                  <a:srgbClr val="FFFFFF"/>
                </a:solidFill>
                <a:latin typeface="Poppins"/>
              </a:rPr>
              <a:t>UNTIL WE SHARE YOUR BANQUET BOARD</a:t>
            </a:r>
          </a:p>
          <a:p>
            <a:pPr algn="ctr">
              <a:lnSpc>
                <a:spcPct val="70000"/>
              </a:lnSpc>
            </a:pPr>
            <a:r>
              <a:rPr sz="7400" b="1" i="0">
                <a:solidFill>
                  <a:srgbClr val="FFFFFF"/>
                </a:solidFill>
                <a:latin typeface="Poppins"/>
              </a:rPr>
              <a:t>WHERE ALL THE WORLD IS NEW.</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Offertory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Pray, brethren, that my sacrifice and yours may be acceptable to God, the almighty Father.</a:t>
            </a:r>
          </a:p>
          <a:p>
            <a:pPr algn="ctr">
              <a:spcBef>
                <a:spcPts val="400"/>
              </a:spcBef>
              <a:spcAft>
                <a:spcPts val="500"/>
              </a:spcAft>
              <a:defRPr sz="5500" b="1" i="0" u="none">
                <a:solidFill>
                  <a:srgbClr val="FFFFFF"/>
                </a:solidFill>
                <a:latin typeface="Georgia"/>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The Lord be with you.</a:t>
            </a:r>
          </a:p>
          <a:p>
            <a:pPr algn="ctr">
              <a:spcBef>
                <a:spcPts val="400"/>
              </a:spcBef>
              <a:spcAft>
                <a:spcPts val="500"/>
              </a:spcAft>
              <a:defRPr sz="5500" b="1" i="0" u="none">
                <a:solidFill>
                  <a:srgbClr val="FFFFFF"/>
                </a:solidFill>
                <a:latin typeface="Georgia"/>
              </a:defRPr>
            </a:pPr>
            <a:r>
              <a:t>All: And with your spirit.</a:t>
            </a:r>
          </a:p>
          <a:p>
            <a:pPr algn="ctr">
              <a:spcBef>
                <a:spcPts val="400"/>
              </a:spcBef>
              <a:spcAft>
                <a:spcPts val="500"/>
              </a:spcAft>
              <a:defRPr sz="5500" b="1" i="0" u="none">
                <a:solidFill>
                  <a:srgbClr val="D8B4FE"/>
                </a:solidFill>
                <a:latin typeface="Georgia"/>
              </a:defRPr>
            </a:pPr>
            <a:r>
              <a:t>Priest: Lift up your hearts.</a:t>
            </a:r>
          </a:p>
          <a:p>
            <a:pPr algn="ctr">
              <a:spcBef>
                <a:spcPts val="400"/>
              </a:spcBef>
              <a:spcAft>
                <a:spcPts val="500"/>
              </a:spcAft>
              <a:defRPr sz="5500" b="1" i="0" u="none">
                <a:solidFill>
                  <a:srgbClr val="FFFFFF"/>
                </a:solidFill>
                <a:latin typeface="Georgia"/>
              </a:defRPr>
            </a:pPr>
            <a:r>
              <a:t>All: We lift them up to the Lord.</a:t>
            </a:r>
          </a:p>
          <a:p>
            <a:pPr algn="ctr">
              <a:spcBef>
                <a:spcPts val="400"/>
              </a:spcBef>
              <a:spcAft>
                <a:spcPts val="500"/>
              </a:spcAft>
              <a:defRPr sz="5500" b="1" i="0" u="none">
                <a:solidFill>
                  <a:srgbClr val="D8B4FE"/>
                </a:solidFill>
                <a:latin typeface="Georgia"/>
              </a:defRPr>
            </a:pPr>
            <a:r>
              <a:t>Priest: Let us give thanks to the Lord our God.</a:t>
            </a:r>
          </a:p>
          <a:p>
            <a:pPr algn="ctr">
              <a:spcBef>
                <a:spcPts val="400"/>
              </a:spcBef>
              <a:spcAft>
                <a:spcPts val="500"/>
              </a:spcAft>
              <a:defRPr sz="5500" b="1" i="0" u="none">
                <a:solidFill>
                  <a:srgbClr val="FFFFFF"/>
                </a:solidFill>
                <a:latin typeface="Georgia"/>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FFFFF"/>
                </a:solidFill>
                <a:latin typeface="Georgia"/>
              </a:defRPr>
            </a:pPr>
            <a:r>
              <a:t>Holy, Holy, Holy Lord God of hosts.</a:t>
            </a:r>
          </a:p>
          <a:p>
            <a:pPr algn="ctr">
              <a:spcAft>
                <a:spcPts val="800"/>
              </a:spcAft>
              <a:defRPr sz="5500" b="0" i="0" u="none">
                <a:solidFill>
                  <a:srgbClr val="FFFFFF"/>
                </a:solidFill>
                <a:latin typeface="Georgia"/>
              </a:defRPr>
            </a:pPr>
            <a:r>
              <a:t>Heaven and earth are full of your glory.</a:t>
            </a:r>
          </a:p>
          <a:p>
            <a:pPr algn="ctr">
              <a:spcAft>
                <a:spcPts val="800"/>
              </a:spcAft>
              <a:defRPr sz="5500" b="0" i="0" u="none">
                <a:solidFill>
                  <a:srgbClr val="FFFFFF"/>
                </a:solidFill>
                <a:latin typeface="Georgia"/>
              </a:defRPr>
            </a:pPr>
            <a:r>
              <a:t>Hosanna in the highest.</a:t>
            </a:r>
          </a:p>
          <a:p>
            <a:pPr algn="ctr">
              <a:spcAft>
                <a:spcPts val="800"/>
              </a:spcAft>
              <a:defRPr sz="5500" b="0" i="0" u="none">
                <a:solidFill>
                  <a:srgbClr val="FFFFFF"/>
                </a:solidFill>
                <a:latin typeface="Georgia"/>
              </a:defRPr>
            </a:pPr>
            <a:r>
              <a:t>Blessed is he who comes in the name of the Lord.</a:t>
            </a:r>
          </a:p>
          <a:p>
            <a:pPr algn="ctr">
              <a:spcAft>
                <a:spcPts val="800"/>
              </a:spcAft>
              <a:defRPr sz="5500" b="0" i="0" u="none">
                <a:solidFill>
                  <a:srgbClr val="FFFFFF"/>
                </a:solidFill>
                <a:latin typeface="Georgia"/>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Sanctus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FFFFFF"/>
                </a:solidFill>
                <a:latin typeface="Georgia"/>
              </a:defRPr>
            </a:pPr>
            <a:r>
              <a:t>All: We proclaim your Death, O Lord,</a:t>
            </a:r>
          </a:p>
          <a:p>
            <a:pPr algn="ctr">
              <a:spcAft>
                <a:spcPts val="500"/>
              </a:spcAft>
              <a:defRPr sz="5500" b="0" i="0" u="none">
                <a:solidFill>
                  <a:srgbClr val="FFFFFF"/>
                </a:solidFill>
                <a:latin typeface="Georgia"/>
              </a:defRPr>
            </a:pPr>
            <a:r>
              <a:t>and profess your Resurrection</a:t>
            </a:r>
          </a:p>
          <a:p>
            <a:pPr algn="ctr">
              <a:spcAft>
                <a:spcPts val="500"/>
              </a:spcAft>
              <a:defRPr sz="5500" b="0" i="0" u="none">
                <a:solidFill>
                  <a:srgbClr val="FFFFFF"/>
                </a:solidFill>
                <a:latin typeface="Georgia"/>
              </a:defRPr>
            </a:pPr>
            <a:r>
              <a:t>until you come again.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The Eucharistic Prayer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Great Amen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FFFFF"/>
                </a:solidFill>
                <a:latin typeface="Georgia"/>
              </a:defRPr>
            </a:pPr>
            <a:r>
              <a:t>Our Father, who art in heaven,</a:t>
            </a:r>
          </a:p>
          <a:p>
            <a:pPr algn="ctr">
              <a:spcAft>
                <a:spcPts val="800"/>
              </a:spcAft>
              <a:defRPr sz="5500" b="0" i="0" u="none">
                <a:solidFill>
                  <a:srgbClr val="FFFFFF"/>
                </a:solidFill>
                <a:latin typeface="Georgia"/>
              </a:defRPr>
            </a:pPr>
            <a:r>
              <a:t>hallowed be thy name;</a:t>
            </a:r>
          </a:p>
          <a:p>
            <a:pPr algn="ctr">
              <a:spcAft>
                <a:spcPts val="800"/>
              </a:spcAft>
              <a:defRPr sz="5500" b="0" i="0" u="none">
                <a:solidFill>
                  <a:srgbClr val="FFFFFF"/>
                </a:solidFill>
                <a:latin typeface="Georgia"/>
              </a:defRPr>
            </a:pPr>
            <a:r>
              <a:t>thy kingdom come,</a:t>
            </a:r>
          </a:p>
          <a:p>
            <a:pPr algn="ctr">
              <a:spcAft>
                <a:spcPts val="800"/>
              </a:spcAft>
              <a:defRPr sz="5500" b="0" i="0" u="none">
                <a:solidFill>
                  <a:srgbClr val="FFFFFF"/>
                </a:solidFill>
                <a:latin typeface="Georgia"/>
              </a:defRPr>
            </a:pPr>
            <a:r>
              <a:t>thy will be done,</a:t>
            </a:r>
          </a:p>
          <a:p>
            <a:pPr algn="ctr">
              <a:spcAft>
                <a:spcPts val="800"/>
              </a:spcAft>
              <a:defRPr sz="5500" b="0" i="0" u="none">
                <a:solidFill>
                  <a:srgbClr val="FFFFFF"/>
                </a:solidFill>
                <a:latin typeface="Georgia"/>
              </a:defRPr>
            </a:pPr>
            <a:r>
              <a:t>on earth as it is in heaven.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(1/5)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FFFFF"/>
                </a:solidFill>
                <a:latin typeface="Georgia"/>
              </a:defRPr>
            </a:pPr>
            <a:r>
              <a:t>Give us this day our daily bread;</a:t>
            </a:r>
          </a:p>
          <a:p>
            <a:pPr algn="ctr">
              <a:spcAft>
                <a:spcPts val="800"/>
              </a:spcAft>
              <a:defRPr sz="5500" b="0" i="0" u="none">
                <a:solidFill>
                  <a:srgbClr val="FFFFFF"/>
                </a:solidFill>
                <a:latin typeface="Georgia"/>
              </a:defRPr>
            </a:pPr>
            <a:r>
              <a:t>and forgive us our trespasses,</a:t>
            </a:r>
          </a:p>
          <a:p>
            <a:pPr algn="ctr">
              <a:spcAft>
                <a:spcPts val="800"/>
              </a:spcAft>
              <a:defRPr sz="5500" b="0" i="0" u="none">
                <a:solidFill>
                  <a:srgbClr val="FFFFFF"/>
                </a:solidFill>
                <a:latin typeface="Georgia"/>
              </a:defRPr>
            </a:pPr>
            <a:r>
              <a:t>as we forgive those who trespass against us;</a:t>
            </a:r>
          </a:p>
          <a:p>
            <a:pPr algn="ctr">
              <a:spcAft>
                <a:spcPts val="800"/>
              </a:spcAft>
              <a:defRPr sz="5500" b="0" i="0" u="none">
                <a:solidFill>
                  <a:srgbClr val="FFFFFF"/>
                </a:solidFill>
                <a:latin typeface="Georgia"/>
              </a:defRPr>
            </a:pPr>
            <a:r>
              <a:t>and lead us not into temptation,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(2/5)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FFFFF"/>
                </a:solidFill>
                <a:latin typeface="Georgia"/>
              </a:defRPr>
            </a:pPr>
            <a:r>
              <a:t>but deliver us from evil.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(3/5)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D8B4FE"/>
                </a:solidFill>
                <a:latin typeface="Georgia"/>
              </a:defRPr>
            </a:pPr>
            <a:r>
              <a:t>Priest: Deliver us, Lord, we pray, from every evil, graciously grant peace in our days, that, by the help of your mercy, we may be always free from sin and safe from all distress, as we await the blessed hope and the coming of our Savior,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(4/5)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FFFFF"/>
                </a:solidFill>
                <a:latin typeface="Georgia"/>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(5/5)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u="none">
                <a:solidFill>
                  <a:srgbClr val="FEF5E4"/>
                </a:solidFill>
                <a:latin typeface="Calibri"/>
              </a:defRPr>
            </a:pPr>
            <a:r>
              <a:t>“I am the living bread that came down from heaven;</a:t>
            </a:r>
          </a:p>
          <a:p>
            <a:pPr algn="ctr">
              <a:lnSpc>
                <a:spcPct val="108000"/>
              </a:lnSpc>
              <a:defRPr sz="3200" b="0" i="0" u="none">
                <a:solidFill>
                  <a:srgbClr val="FEF5E4"/>
                </a:solidFill>
                <a:latin typeface="Calibri"/>
              </a:defRPr>
            </a:pPr>
            <a:r>
              <a:t>whoever eats this bread will live forever;</a:t>
            </a:r>
          </a:p>
          <a:p>
            <a:pPr algn="ctr">
              <a:lnSpc>
                <a:spcPct val="108000"/>
              </a:lnSpc>
              <a:defRPr sz="3200" b="0" i="0" u="none">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u="none">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The Solemnity of the Most Holy Body and Blood of Christ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927842" y="1531619"/>
            <a:ext cx="12432316" cy="2144014"/>
          </a:xfrm>
          <a:prstGeom prst="rect">
            <a:avLst/>
          </a:prstGeom>
        </p:spPr>
        <p:txBody>
          <a:bodyPr anchor="t" rtlCol="false" tIns="0" lIns="0" bIns="0" rIns="0">
            <a:spAutoFit/>
          </a:bodyPr>
          <a:lstStyle/>
          <a:p>
            <a:pPr algn="just"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The peace of the Lord be with you.</a:t>
            </a:r>
          </a:p>
        </p:txBody>
      </p:sp>
      <p:sp>
        <p:nvSpPr>
          <p:cNvPr name="TextBox 3" id="3"/>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Sign Of Peace</a:t>
            </a:r>
          </a:p>
        </p:txBody>
      </p:sp>
      <p:sp>
        <p:nvSpPr>
          <p:cNvPr name="TextBox 4" id="4"/>
          <p:cNvSpPr txBox="true"/>
          <p:nvPr/>
        </p:nvSpPr>
        <p:spPr>
          <a:xfrm rot="0">
            <a:off x="2927842" y="3637533"/>
            <a:ext cx="12432316" cy="1124585"/>
          </a:xfrm>
          <a:prstGeom prst="rect">
            <a:avLst/>
          </a:prstGeom>
        </p:spPr>
        <p:txBody>
          <a:bodyPr anchor="t" rtlCol="false" tIns="0" lIns="0" bIns="0" rIns="0">
            <a:spAutoFit/>
          </a:bodyPr>
          <a:lstStyle/>
          <a:p>
            <a:pPr algn="l" marL="0" indent="0" lvl="0">
              <a:lnSpc>
                <a:spcPts val="8469"/>
              </a:lnSpc>
              <a:defRPr/>
            </a:pPr>
            <a:r>
              <a:rPr lang="en-US" b="true" sz="6999">
                <a:solidFill>
                  <a:srgbClr val="FFFFFF"/>
                </a:solidFill>
                <a:latin typeface="Poppins Bold"/>
                <a:ea typeface="Poppins Bold"/>
                <a:cs typeface="Poppins Bold"/>
                <a:sym typeface="Poppins Bold"/>
              </a:rPr>
              <a:t>All: And with your spirit.</a:t>
            </a:r>
          </a:p>
        </p:txBody>
      </p:sp>
      <p:sp>
        <p:nvSpPr>
          <p:cNvPr name="TextBox 6" id="6"/>
          <p:cNvSpPr txBox="true"/>
          <p:nvPr/>
        </p:nvSpPr>
        <p:spPr>
          <a:xfrm rot="0">
            <a:off x="2927842" y="5932826"/>
            <a:ext cx="12432316" cy="2144014"/>
          </a:xfrm>
          <a:prstGeom prst="rect">
            <a:avLst/>
          </a:prstGeom>
        </p:spPr>
        <p:txBody>
          <a:bodyPr anchor="t" rtlCol="false" tIns="0" lIns="0" bIns="0" rIns="0">
            <a:spAutoFit/>
          </a:bodyPr>
          <a:lstStyle/>
          <a:p>
            <a:pPr algn="l"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Let us offer each other the sign of peace. </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Sign of Peace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245772" y="1447327"/>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3" id="3"/>
          <p:cNvSpPr txBox="true"/>
          <p:nvPr/>
        </p:nvSpPr>
        <p:spPr>
          <a:xfrm rot="0">
            <a:off x="2245772" y="7118506"/>
            <a:ext cx="14757999"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GRANT US PEACE</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GR</a:t>
            </a:r>
            <a:r>
              <a:rPr lang="en-US" b="1" sz="5600">
                <a:solidFill>
                  <a:srgbClr val="F8B300"/>
                </a:solidFill>
                <a:latin typeface="Poppins Bold"/>
                <a:ea typeface="Poppins Bold"/>
                <a:cs typeface="Poppins Bold"/>
                <a:sym typeface="Poppins Bold"/>
              </a:rPr>
              <a:t>ANT US PEACE</a:t>
            </a:r>
            <a:r>
              <a:rPr lang="en-US" b="1" sz="5600">
                <a:solidFill>
                  <a:srgbClr val="FFFFFF"/>
                </a:solidFill>
                <a:latin typeface="Poppins Bold"/>
                <a:ea typeface="Poppins Bold"/>
                <a:cs typeface="Poppins Bold"/>
                <a:sym typeface="Poppins Bold"/>
              </a:rPr>
              <a:t>.</a:t>
            </a:r>
          </a:p>
        </p:txBody>
      </p:sp>
      <p:sp>
        <p:nvSpPr>
          <p:cNvPr name="TextBox 4" id="4"/>
          <p:cNvSpPr txBox="true"/>
          <p:nvPr/>
        </p:nvSpPr>
        <p:spPr>
          <a:xfrm rot="0">
            <a:off x="2245772" y="4284882"/>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5" id="5"/>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Lamb of God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Lamb of God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Behold the Lamb of God, behold him who takes away the sins of the world. Blessed are those called to the supper of the Lamb.</a:t>
            </a:r>
          </a:p>
          <a:p>
            <a:pPr algn="ctr">
              <a:spcBef>
                <a:spcPts val="400"/>
              </a:spcBef>
              <a:spcAft>
                <a:spcPts val="500"/>
              </a:spcAft>
              <a:defRPr sz="5500" b="1" i="0" u="none">
                <a:solidFill>
                  <a:srgbClr val="FFFFFF"/>
                </a:solidFill>
                <a:latin typeface="Georgia"/>
              </a:defRPr>
            </a:pPr>
            <a:r>
              <a:t>All: 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The Communion Rite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u="none">
                <a:solidFill>
                  <a:srgbClr val="FEF5E4"/>
                </a:solidFill>
                <a:latin typeface="Calibri"/>
              </a:defRPr>
            </a:pPr>
            <a:r>
              <a:t>“I am the living bread that came down from heaven;</a:t>
            </a:r>
          </a:p>
          <a:p>
            <a:pPr algn="ctr">
              <a:lnSpc>
                <a:spcPct val="108000"/>
              </a:lnSpc>
              <a:defRPr sz="3200" b="0" i="0" u="none">
                <a:solidFill>
                  <a:srgbClr val="FEF5E4"/>
                </a:solidFill>
                <a:latin typeface="Calibri"/>
              </a:defRPr>
            </a:pPr>
            <a:r>
              <a:t>whoever eats this bread will live forever;</a:t>
            </a:r>
          </a:p>
          <a:p>
            <a:pPr algn="ctr">
              <a:lnSpc>
                <a:spcPct val="108000"/>
              </a:lnSpc>
              <a:defRPr sz="3200" b="0" i="0" u="none">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u="none">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The Solemnity of the Most Holy Body and Blood of Christ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Manalig Ka</a:t>
            </a:r>
          </a:p>
        </p:txBody>
      </p:sp>
      <p:sp>
        <p:nvSpPr>
          <p:cNvPr id="3" name="TextBox 2"/>
          <p:cNvSpPr txBox="1"/>
          <p:nvPr/>
        </p:nvSpPr>
        <p:spPr>
          <a:xfrm>
            <a:off x="0" y="823874"/>
            <a:ext cx="18288000" cy="4797856"/>
          </a:xfrm>
          <a:prstGeom prst="rect">
            <a:avLst/>
          </a:prstGeom>
          <a:noFill/>
        </p:spPr>
        <p:txBody>
          <a:bodyPr wrap="square" lIns="0" rIns="0" tIns="73152" bIns="73152" anchor="ctr">
            <a:noAutofit/>
          </a:bodyPr>
          <a:lstStyle/>
          <a:p>
            <a:pPr algn="ctr">
              <a:lnSpc>
                <a:spcPct val="70000"/>
              </a:lnSpc>
            </a:pPr>
            <a:r>
              <a:rPr sz="7200" b="1" i="0">
                <a:solidFill>
                  <a:srgbClr val="FFFFFF"/>
                </a:solidFill>
                <a:latin typeface="Poppins"/>
              </a:rPr>
              <a:t>ILUOM LAHAT NG TAKOT SA IYONG DAMDAMIN</a:t>
            </a:r>
          </a:p>
          <a:p>
            <a:pPr algn="ctr">
              <a:lnSpc>
                <a:spcPct val="70000"/>
              </a:lnSpc>
            </a:pPr>
            <a:r>
              <a:rPr sz="7200" b="1" i="0">
                <a:solidFill>
                  <a:srgbClr val="FFFFFF"/>
                </a:solidFill>
                <a:latin typeface="Poppins"/>
              </a:rPr>
              <a:t>ANG PANGALAN N'YA LAGI ANG TAWAGIN</a:t>
            </a:r>
          </a:p>
          <a:p>
            <a:pPr algn="ctr">
              <a:lnSpc>
                <a:spcPct val="70000"/>
              </a:lnSpc>
            </a:pPr>
            <a:r>
              <a:rPr sz="7200" b="1" i="0">
                <a:solidFill>
                  <a:srgbClr val="FFFFFF"/>
                </a:solidFill>
                <a:latin typeface="Poppins"/>
              </a:rPr>
              <a:t>AT SIYA'Y NAKIKINIG</a:t>
            </a:r>
          </a:p>
          <a:p>
            <a:pPr algn="ctr">
              <a:lnSpc>
                <a:spcPct val="70000"/>
              </a:lnSpc>
            </a:pPr>
            <a:r>
              <a:rPr sz="7200" b="1" i="0">
                <a:solidFill>
                  <a:srgbClr val="FFFFFF"/>
                </a:solidFill>
                <a:latin typeface="Poppins"/>
              </a:rPr>
              <a:t>SA BAWAT HINAING</a:t>
            </a:r>
          </a:p>
        </p:txBody>
      </p:sp>
      <p:sp>
        <p:nvSpPr>
          <p:cNvPr id="4" name="TextBox 3"/>
          <p:cNvSpPr txBox="1"/>
          <p:nvPr/>
        </p:nvSpPr>
        <p:spPr>
          <a:xfrm>
            <a:off x="0" y="5471769"/>
            <a:ext cx="18288000" cy="4797856"/>
          </a:xfrm>
          <a:prstGeom prst="rect">
            <a:avLst/>
          </a:prstGeom>
          <a:noFill/>
        </p:spPr>
        <p:txBody>
          <a:bodyPr wrap="square" lIns="0" rIns="0" tIns="73152" bIns="73152" anchor="ctr">
            <a:noAutofit/>
          </a:bodyPr>
          <a:lstStyle/>
          <a:p>
            <a:pPr algn="ctr">
              <a:lnSpc>
                <a:spcPct val="70000"/>
              </a:lnSpc>
            </a:pPr>
            <a:r>
              <a:rPr sz="6800" b="1" i="0">
                <a:solidFill>
                  <a:srgbClr val="FFFFFF"/>
                </a:solidFill>
                <a:latin typeface="Poppins"/>
              </a:rPr>
              <a:t>MAGMASID</a:t>
            </a:r>
          </a:p>
          <a:p>
            <a:pPr algn="ctr">
              <a:lnSpc>
                <a:spcPct val="70000"/>
              </a:lnSpc>
            </a:pPr>
            <a:r>
              <a:rPr sz="6800" b="1" i="0">
                <a:solidFill>
                  <a:srgbClr val="FFFFFF"/>
                </a:solidFill>
                <a:latin typeface="Poppins"/>
              </a:rPr>
              <a:t>AT MAMULAT SA KANYANG KAPANGYARIHAN</a:t>
            </a:r>
          </a:p>
          <a:p>
            <a:pPr algn="ctr">
              <a:lnSpc>
                <a:spcPct val="70000"/>
              </a:lnSpc>
            </a:pPr>
            <a:r>
              <a:rPr sz="6800" b="1" i="0">
                <a:solidFill>
                  <a:srgbClr val="FFFFFF"/>
                </a:solidFill>
                <a:latin typeface="Poppins"/>
              </a:rPr>
              <a:t>NABATID MO BA NA SIYA'Y NAGLALAAN</a:t>
            </a:r>
          </a:p>
          <a:p>
            <a:pPr algn="ctr">
              <a:lnSpc>
                <a:spcPct val="70000"/>
              </a:lnSpc>
            </a:pPr>
            <a:r>
              <a:rPr sz="6800" b="1" i="0">
                <a:solidFill>
                  <a:srgbClr val="FFFFFF"/>
                </a:solidFill>
                <a:latin typeface="Poppins"/>
              </a:rPr>
              <a:t>PATULOY NA NAGHAHATID NG TUNAY NA KALAYAAN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400" b="1" i="1">
                <a:solidFill>
                  <a:srgbClr val="FFB800"/>
                </a:solidFill>
                <a:latin typeface="Poppins"/>
              </a:rPr>
              <a:t>MANALIG KA</a:t>
            </a:r>
          </a:p>
          <a:p>
            <a:pPr algn="ctr">
              <a:lnSpc>
                <a:spcPct val="70000"/>
              </a:lnSpc>
            </a:pPr>
            <a:r>
              <a:rPr sz="7400" b="1" i="1">
                <a:solidFill>
                  <a:srgbClr val="FFB800"/>
                </a:solidFill>
                <a:latin typeface="Poppins"/>
              </a:rPr>
              <a:t>TUYUIN ANG LUHA SA MGA MATA</a:t>
            </a:r>
          </a:p>
          <a:p>
            <a:pPr algn="ctr">
              <a:lnSpc>
                <a:spcPct val="70000"/>
              </a:lnSpc>
            </a:pPr>
            <a:r>
              <a:rPr sz="7400" b="1" i="1">
                <a:solidFill>
                  <a:srgbClr val="FFB800"/>
                </a:solidFill>
                <a:latin typeface="Poppins"/>
              </a:rPr>
              <a:t>HINDI SIYA PANAGINIP</a:t>
            </a:r>
          </a:p>
          <a:p>
            <a:pPr algn="ctr">
              <a:lnSpc>
                <a:spcPct val="70000"/>
              </a:lnSpc>
            </a:pPr>
            <a:r>
              <a:rPr sz="7400" b="1" i="1">
                <a:solidFill>
                  <a:srgbClr val="FFB800"/>
                </a:solidFill>
                <a:latin typeface="Poppins"/>
              </a:rPr>
              <a:t>HINDI SIYA ISANG PANGARAP</a:t>
            </a:r>
          </a:p>
          <a:p>
            <a:pPr algn="ctr">
              <a:lnSpc>
                <a:spcPct val="70000"/>
              </a:lnSpc>
            </a:pPr>
            <a:r>
              <a:rPr sz="7400" b="1" i="1">
                <a:solidFill>
                  <a:srgbClr val="FFB800"/>
                </a:solidFill>
                <a:latin typeface="Poppins"/>
              </a:rPr>
              <a:t>SIYA AY BUHAY MANALIG KA</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6200" b="1" i="0">
                <a:solidFill>
                  <a:srgbClr val="FFFFFF"/>
                </a:solidFill>
                <a:latin typeface="Poppins"/>
              </a:rPr>
              <a:t>ANG NGAYON TILA WALANG MARARATING NA BUKAS</a:t>
            </a:r>
          </a:p>
          <a:p>
            <a:pPr algn="ctr">
              <a:lnSpc>
                <a:spcPct val="70000"/>
              </a:lnSpc>
            </a:pPr>
            <a:r>
              <a:rPr sz="6200" b="1" i="0">
                <a:solidFill>
                  <a:srgbClr val="FFFFFF"/>
                </a:solidFill>
                <a:latin typeface="Poppins"/>
              </a:rPr>
              <a:t>NGUNIT KUNG SIYA ANG ATING HAYAANG MAGLANDAS</a:t>
            </a:r>
          </a:p>
          <a:p>
            <a:pPr algn="ctr">
              <a:lnSpc>
                <a:spcPct val="70000"/>
              </a:lnSpc>
            </a:pPr>
            <a:r>
              <a:rPr sz="6200" b="1" i="0">
                <a:solidFill>
                  <a:srgbClr val="FFFFFF"/>
                </a:solidFill>
                <a:latin typeface="Poppins"/>
              </a:rPr>
              <a:t>PAG-ASA AY MULING MABIBIGKAS</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400" b="1" i="1">
                <a:solidFill>
                  <a:srgbClr val="FFB800"/>
                </a:solidFill>
                <a:latin typeface="Poppins"/>
              </a:rPr>
              <a:t>MANALIG KA</a:t>
            </a:r>
          </a:p>
          <a:p>
            <a:pPr algn="ctr">
              <a:lnSpc>
                <a:spcPct val="70000"/>
              </a:lnSpc>
            </a:pPr>
            <a:r>
              <a:rPr sz="7400" b="1" i="1">
                <a:solidFill>
                  <a:srgbClr val="FFB800"/>
                </a:solidFill>
                <a:latin typeface="Poppins"/>
              </a:rPr>
              <a:t>TUYUIN ANG LUHA SA MGA MATA</a:t>
            </a:r>
          </a:p>
          <a:p>
            <a:pPr algn="ctr">
              <a:lnSpc>
                <a:spcPct val="70000"/>
              </a:lnSpc>
            </a:pPr>
            <a:r>
              <a:rPr sz="7400" b="1" i="1">
                <a:solidFill>
                  <a:srgbClr val="FFB800"/>
                </a:solidFill>
                <a:latin typeface="Poppins"/>
              </a:rPr>
              <a:t>HINDI SIYA PANAGINIP</a:t>
            </a:r>
          </a:p>
          <a:p>
            <a:pPr algn="ctr">
              <a:lnSpc>
                <a:spcPct val="70000"/>
              </a:lnSpc>
            </a:pPr>
            <a:r>
              <a:rPr sz="7400" b="1" i="1">
                <a:solidFill>
                  <a:srgbClr val="FFB800"/>
                </a:solidFill>
                <a:latin typeface="Poppins"/>
              </a:rPr>
              <a:t>HINDI SIYA ISANG PANGARAP</a:t>
            </a:r>
          </a:p>
          <a:p>
            <a:pPr algn="ctr">
              <a:lnSpc>
                <a:spcPct val="70000"/>
              </a:lnSpc>
            </a:pPr>
            <a:r>
              <a:rPr sz="7400" b="1" i="1">
                <a:solidFill>
                  <a:srgbClr val="FFB800"/>
                </a:solidFill>
                <a:latin typeface="Poppins"/>
              </a:rPr>
              <a:t>SIYA AY BUHAY MANALIG KA</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200" b="1" i="0">
                <a:solidFill>
                  <a:srgbClr val="FFFFFF"/>
                </a:solidFill>
                <a:latin typeface="Poppins"/>
              </a:rPr>
              <a:t>MANALIG KA</a:t>
            </a:r>
          </a:p>
          <a:p>
            <a:pPr algn="ctr">
              <a:lnSpc>
                <a:spcPct val="70000"/>
              </a:lnSpc>
            </a:pPr>
            <a:r>
              <a:rPr sz="7200" b="1" i="0">
                <a:solidFill>
                  <a:srgbClr val="FFFFFF"/>
                </a:solidFill>
                <a:latin typeface="Poppins"/>
              </a:rPr>
              <a:t>TUYUIN ANG LUHA SA MGA MATA</a:t>
            </a:r>
          </a:p>
          <a:p>
            <a:pPr algn="ctr">
              <a:lnSpc>
                <a:spcPct val="70000"/>
              </a:lnSpc>
            </a:pPr>
            <a:r>
              <a:rPr sz="7200" b="1" i="0">
                <a:solidFill>
                  <a:srgbClr val="FFFFFF"/>
                </a:solidFill>
                <a:latin typeface="Poppins"/>
              </a:rPr>
              <a:t>HINDI SIYA NATUTULOG</a:t>
            </a:r>
          </a:p>
          <a:p>
            <a:pPr algn="ctr">
              <a:lnSpc>
                <a:spcPct val="70000"/>
              </a:lnSpc>
            </a:pPr>
            <a:r>
              <a:rPr sz="7200" b="1" i="0">
                <a:solidFill>
                  <a:srgbClr val="FFFFFF"/>
                </a:solidFill>
                <a:latin typeface="Poppins"/>
              </a:rPr>
              <a:t>HINDI NAKAKALIMOT</a:t>
            </a:r>
          </a:p>
          <a:p>
            <a:pPr algn="ctr">
              <a:lnSpc>
                <a:spcPct val="70000"/>
              </a:lnSpc>
            </a:pPr>
            <a:r>
              <a:rPr sz="7200" b="1" i="0">
                <a:solidFill>
                  <a:srgbClr val="FFFFFF"/>
                </a:solidFill>
                <a:latin typeface="Poppins"/>
              </a:rPr>
              <a:t>KAY HESUS MANALIG KA</a:t>
            </a:r>
          </a:p>
          <a:p>
            <a:pPr algn="ctr">
              <a:lnSpc>
                <a:spcPct val="70000"/>
              </a:lnSpc>
            </a:pPr>
            <a:r>
              <a:rPr sz="7200" b="1" i="0">
                <a:solidFill>
                  <a:srgbClr val="FFFFFF"/>
                </a:solidFill>
                <a:latin typeface="Poppins"/>
              </a:rPr>
              <a:t>KAY HESUS MANALIG KA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(NO LYRICS IN LIBRARY FOR THIS HYMN.)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Let us pray.</a:t>
            </a:r>
          </a:p>
          <a:p>
            <a:pPr algn="ctr">
              <a:spcBef>
                <a:spcPts val="400"/>
              </a:spcBef>
              <a:spcAft>
                <a:spcPts val="500"/>
              </a:spcAft>
              <a:defRPr sz="5500" b="1" i="0" u="none">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The Communion Rite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u="none">
                <a:solidFill>
                  <a:srgbClr val="FEF5E4"/>
                </a:solidFill>
                <a:latin typeface="Calibri"/>
              </a:defRPr>
            </a:pPr>
            <a:r>
              <a:t>“I am the living bread that came down from heaven;</a:t>
            </a:r>
          </a:p>
          <a:p>
            <a:pPr algn="ctr">
              <a:lnSpc>
                <a:spcPct val="108000"/>
              </a:lnSpc>
              <a:defRPr sz="3200" b="0" i="0" u="none">
                <a:solidFill>
                  <a:srgbClr val="FEF5E4"/>
                </a:solidFill>
                <a:latin typeface="Calibri"/>
              </a:defRPr>
            </a:pPr>
            <a:r>
              <a:t>whoever eats this bread will live forever;</a:t>
            </a:r>
          </a:p>
          <a:p>
            <a:pPr algn="ctr">
              <a:lnSpc>
                <a:spcPct val="108000"/>
              </a:lnSpc>
              <a:defRPr sz="3200" b="0" i="0" u="none">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u="none">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The Solemnity of the Most Holy Body and Blood of Christ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MASS COLLECTION</a:t>
            </a:r>
          </a:p>
          <a:p>
            <a:pPr algn="ctr">
              <a:spcAft>
                <a:spcPts val="500"/>
              </a:spcAft>
              <a:defRPr sz="5500" b="0" i="0" u="none">
                <a:solidFill>
                  <a:srgbClr val="FFFFFF"/>
                </a:solidFill>
                <a:latin typeface="Georgia"/>
              </a:defRPr>
            </a:pPr>
            <a:r>
              <a:t>Thank you for your generosity.</a:t>
            </a:r>
          </a:p>
          <a:p>
            <a:pPr algn="ctr">
              <a:spcAft>
                <a:spcPts val="500"/>
              </a:spcAft>
              <a:defRPr sz="5500" b="0" i="0" u="none">
                <a:solidFill>
                  <a:srgbClr val="FFFFFF"/>
                </a:solidFill>
                <a:latin typeface="Georgia"/>
              </a:defRPr>
            </a:pPr>
            <a:r>
              <a:t>Date: Sunday, May 31, 2026</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Mass Collection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CHURCH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Welcome newcomers!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Sacrament of Confession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Updates and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The Lord be with you.</a:t>
            </a:r>
          </a:p>
          <a:p>
            <a:pPr algn="ctr">
              <a:spcBef>
                <a:spcPts val="400"/>
              </a:spcBef>
              <a:spcAft>
                <a:spcPts val="500"/>
              </a:spcAft>
              <a:defRPr sz="5500" b="1" i="0" u="none">
                <a:solidFill>
                  <a:srgbClr val="FFFFFF"/>
                </a:solidFill>
                <a:latin typeface="Georgia"/>
              </a:defRPr>
            </a:pPr>
            <a:r>
              <a:t>All: And with your spirit.</a:t>
            </a:r>
          </a:p>
          <a:p>
            <a:pPr algn="ctr">
              <a:spcBef>
                <a:spcPts val="400"/>
              </a:spcBef>
              <a:spcAft>
                <a:spcPts val="500"/>
              </a:spcAft>
              <a:defRPr sz="5500" b="1" i="0" u="none">
                <a:solidFill>
                  <a:srgbClr val="D8B4FE"/>
                </a:solidFill>
                <a:latin typeface="Georgia"/>
              </a:defRPr>
            </a:pPr>
            <a:r>
              <a:t>Priest: May almighty God bless you, the Father, and the Son, and the Holy Spirit.</a:t>
            </a:r>
          </a:p>
          <a:p>
            <a:pPr algn="ctr">
              <a:spcBef>
                <a:spcPts val="400"/>
              </a:spcBef>
              <a:spcAft>
                <a:spcPts val="500"/>
              </a:spcAft>
              <a:defRPr sz="5500" b="1" i="0" u="none">
                <a:solidFill>
                  <a:srgbClr val="FFFFFF"/>
                </a:solidFill>
                <a:latin typeface="Georgia"/>
              </a:defRPr>
            </a:pPr>
            <a:r>
              <a:t>All: Amen.</a:t>
            </a:r>
          </a:p>
          <a:p>
            <a:pPr algn="ctr">
              <a:spcBef>
                <a:spcPts val="400"/>
              </a:spcBef>
              <a:spcAft>
                <a:spcPts val="500"/>
              </a:spcAft>
              <a:defRPr sz="5500" b="1" i="0" u="none">
                <a:solidFill>
                  <a:srgbClr val="D8B4FE"/>
                </a:solidFill>
                <a:latin typeface="Georgia"/>
              </a:defRPr>
            </a:pPr>
            <a:r>
              <a:t>Priest: Go in peace, glorifying the Lord by your life.</a:t>
            </a:r>
          </a:p>
          <a:p>
            <a:pPr algn="ctr">
              <a:spcBef>
                <a:spcPts val="400"/>
              </a:spcBef>
              <a:spcAft>
                <a:spcPts val="500"/>
              </a:spcAft>
              <a:defRPr sz="5500" b="1" i="0" u="none">
                <a:solidFill>
                  <a:srgbClr val="FFFFFF"/>
                </a:solidFill>
                <a:latin typeface="Georgia"/>
              </a:defRPr>
            </a:pPr>
            <a:r>
              <a:t>All: 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Final Blessing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We Are Called</a:t>
            </a:r>
          </a:p>
        </p:txBody>
      </p:sp>
      <p:sp>
        <p:nvSpPr>
          <p:cNvPr id="3" name="TextBox 2"/>
          <p:cNvSpPr txBox="1"/>
          <p:nvPr/>
        </p:nvSpPr>
        <p:spPr>
          <a:xfrm>
            <a:off x="0" y="823874"/>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a:p>
            <a:pPr algn="ctr">
              <a:lnSpc>
                <a:spcPct val="70000"/>
              </a:lnSpc>
            </a:pPr>
            <a:r>
              <a:rPr sz="7500" b="1" i="0">
                <a:solidFill>
                  <a:srgbClr val="FFFFFF"/>
                </a:solidFill>
                <a:latin typeface="Poppins"/>
              </a:rPr>
              <a:t>WE ARE CALLED TO LOVE TENDERLY;</a:t>
            </a:r>
          </a:p>
          <a:p>
            <a:pPr algn="ctr">
              <a:lnSpc>
                <a:spcPct val="70000"/>
              </a:lnSpc>
            </a:pPr>
            <a:r>
              <a:rPr sz="7500" b="1" i="0">
                <a:solidFill>
                  <a:srgbClr val="FFFFFF"/>
                </a:solidFill>
                <a:latin typeface="Poppins"/>
              </a:rPr>
              <a:t>WE ARE CALLED TO SERVE ONE ANOTHER,</a:t>
            </a:r>
          </a:p>
          <a:p>
            <a:pPr algn="ctr">
              <a:lnSpc>
                <a:spcPct val="70000"/>
              </a:lnSpc>
            </a:pPr>
            <a:r>
              <a:rPr sz="7500" b="1" i="0">
                <a:solidFill>
                  <a:srgbClr val="FFFFFF"/>
                </a:solidFill>
                <a:latin typeface="Poppins"/>
              </a:rPr>
              <a:t>TO WALK HUMBLY WITH GOD.</a:t>
            </a:r>
          </a:p>
        </p:txBody>
      </p:sp>
      <p:sp>
        <p:nvSpPr>
          <p:cNvPr id="4" name="TextBox 3"/>
          <p:cNvSpPr txBox="1"/>
          <p:nvPr/>
        </p:nvSpPr>
        <p:spPr>
          <a:xfrm>
            <a:off x="0" y="5471769"/>
            <a:ext cx="18288000" cy="4797856"/>
          </a:xfrm>
          <a:prstGeom prst="rect">
            <a:avLst/>
          </a:prstGeom>
          <a:noFill/>
        </p:spPr>
        <p:txBody>
          <a:bodyPr wrap="square" lIns="0" rIns="0" tIns="73152" bIns="73152" anchor="ctr">
            <a:noAutofit/>
          </a:bodyPr>
          <a:lstStyle/>
          <a:p>
            <a:pPr algn="ctr">
              <a:lnSpc>
                <a:spcPct val="70000"/>
              </a:lnSpc>
            </a:pPr>
            <a:r>
              <a:rPr sz="6600" b="1" i="0">
                <a:solidFill>
                  <a:srgbClr val="FFFFFF"/>
                </a:solidFill>
                <a:latin typeface="Poppins"/>
              </a:rPr>
              <a:t>COME! LIVE IN THE LIGHT!</a:t>
            </a:r>
          </a:p>
          <a:p>
            <a:pPr algn="ctr">
              <a:lnSpc>
                <a:spcPct val="70000"/>
              </a:lnSpc>
            </a:pPr>
            <a:r>
              <a:rPr sz="6600" b="1" i="0">
                <a:solidFill>
                  <a:srgbClr val="FFFFFF"/>
                </a:solidFill>
                <a:latin typeface="Poppins"/>
              </a:rPr>
              <a:t>SHINE WITH THE JOY AND THE LOVE OF THE LORD!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GOD OF DAYBREAK, GOD OF SHADOW,</a:t>
            </a:r>
          </a:p>
          <a:p>
            <a:pPr algn="ctr">
              <a:lnSpc>
                <a:spcPct val="70000"/>
              </a:lnSpc>
            </a:pPr>
            <a:r>
              <a:rPr sz="7500" b="1" i="0">
                <a:solidFill>
                  <a:srgbClr val="FFFFFF"/>
                </a:solidFill>
                <a:latin typeface="Poppins"/>
              </a:rPr>
              <a:t>COME INTO OUR RESTLESS LIVES;</a:t>
            </a:r>
          </a:p>
          <a:p>
            <a:pPr algn="ctr">
              <a:lnSpc>
                <a:spcPct val="70000"/>
              </a:lnSpc>
            </a:pPr>
            <a:r>
              <a:rPr sz="7500" b="1" i="0">
                <a:solidFill>
                  <a:srgbClr val="FFFFFF"/>
                </a:solidFill>
                <a:latin typeface="Poppins"/>
              </a:rPr>
              <a:t>LIFT FROM US THE FEAR OF SHADOWS,</a:t>
            </a:r>
          </a:p>
          <a:p>
            <a:pPr algn="ctr">
              <a:lnSpc>
                <a:spcPct val="70000"/>
              </a:lnSpc>
            </a:pPr>
            <a:r>
              <a:rPr sz="7500" b="1" i="0">
                <a:solidFill>
                  <a:srgbClr val="FFFFFF"/>
                </a:solidFill>
                <a:latin typeface="Poppins"/>
              </a:rPr>
              <a:t>THAT WE MAY ARISE WITH LIGHT.</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COME! LIVE IN THE LIGHT!...</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400" b="1" i="0">
                <a:solidFill>
                  <a:srgbClr val="FFFFFF"/>
                </a:solidFill>
                <a:latin typeface="Poppins"/>
              </a:rPr>
              <a:t>GOD OF NEWNESS, GOD OF FRESHNESS,</a:t>
            </a:r>
          </a:p>
          <a:p>
            <a:pPr algn="ctr">
              <a:lnSpc>
                <a:spcPct val="70000"/>
              </a:lnSpc>
            </a:pPr>
            <a:r>
              <a:rPr sz="7400" b="1" i="0">
                <a:solidFill>
                  <a:srgbClr val="FFFFFF"/>
                </a:solidFill>
                <a:latin typeface="Poppins"/>
              </a:rPr>
              <a:t>COME INTO OUR MORNING SONG:</a:t>
            </a:r>
          </a:p>
          <a:p>
            <a:pPr algn="ctr">
              <a:lnSpc>
                <a:spcPct val="70000"/>
              </a:lnSpc>
            </a:pPr>
            <a:r>
              <a:rPr sz="7400" b="1" i="0">
                <a:solidFill>
                  <a:srgbClr val="FFFFFF"/>
                </a:solidFill>
                <a:latin typeface="Poppins"/>
              </a:rPr>
              <a:t>GIVE TO US A NEW BEGINNING,</a:t>
            </a:r>
          </a:p>
          <a:p>
            <a:pPr algn="ctr">
              <a:lnSpc>
                <a:spcPct val="70000"/>
              </a:lnSpc>
            </a:pPr>
            <a:r>
              <a:rPr sz="7400" b="1" i="0">
                <a:solidFill>
                  <a:srgbClr val="FFFFFF"/>
                </a:solidFill>
                <a:latin typeface="Poppins"/>
              </a:rPr>
              <a:t>SEND US FORTH WITH HEARTS MADE STRONG.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44256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p:txBody>
      </p:sp>
      <p:sp>
        <p:nvSpPr>
          <p:cNvPr id="3" name="TextBox 2"/>
          <p:cNvSpPr txBox="1"/>
          <p:nvPr/>
        </p:nvSpPr>
        <p:spPr>
          <a:xfrm>
            <a:off x="0" y="5091379"/>
            <a:ext cx="18288000" cy="4797856"/>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COME! LIVE IN THE LIGHT!...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u="none">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u="none">
                <a:solidFill>
                  <a:srgbClr val="FEF5E4"/>
                </a:solidFill>
                <a:latin typeface="Calibri"/>
              </a:defRPr>
            </a:pPr>
            <a:r>
              <a:t>“I am the living bread that came down from heaven;</a:t>
            </a:r>
          </a:p>
          <a:p>
            <a:pPr algn="ctr">
              <a:lnSpc>
                <a:spcPct val="108000"/>
              </a:lnSpc>
              <a:defRPr sz="3200" b="0" i="0" u="none">
                <a:solidFill>
                  <a:srgbClr val="FEF5E4"/>
                </a:solidFill>
                <a:latin typeface="Calibri"/>
              </a:defRPr>
            </a:pPr>
            <a:r>
              <a:t>whoever eats this bread will live forever;</a:t>
            </a:r>
          </a:p>
          <a:p>
            <a:pPr algn="ctr">
              <a:lnSpc>
                <a:spcPct val="108000"/>
              </a:lnSpc>
              <a:defRPr sz="3200" b="0" i="0" u="none">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u="none">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The Solemnity of the Most Holy Body and Blood of Christ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