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u="none">
                <a:solidFill>
                  <a:srgbClr val="D8B4FE"/>
                </a:solidFill>
                <a:latin typeface="Aptos"/>
              </a:defRPr>
            </a:pPr>
            <a:r>
              <a:t>The Solemnity of the Most Holy Body and Blood of Christ</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u="none">
                <a:solidFill>
                  <a:srgbClr val="F8C66A"/>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u="none">
                <a:solidFill>
                  <a:srgbClr val="FFFFFF"/>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u="none">
                <a:solidFill>
                  <a:srgbClr val="F8C66A"/>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u="none">
                <a:solidFill>
                  <a:srgbClr val="F8C66A"/>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u="none">
                <a:solidFill>
                  <a:srgbClr val="F8C66A"/>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Sing a New Song</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YAHWEH'S PEOPLE DANCE FOR JOY</a:t>
            </a:r>
          </a:p>
          <a:p>
            <a:pPr algn="ctr">
              <a:lnSpc>
                <a:spcPct val="70000"/>
              </a:lnSpc>
            </a:pPr>
            <a:r>
              <a:rPr sz="7500" b="1" i="0">
                <a:solidFill>
                  <a:srgbClr val="FFFFFF"/>
                </a:solidFill>
                <a:latin typeface="Poppins"/>
              </a:rPr>
              <a:t>O COME BEFORE THE LORD</a:t>
            </a:r>
          </a:p>
          <a:p>
            <a:pPr algn="ctr">
              <a:lnSpc>
                <a:spcPct val="70000"/>
              </a:lnSpc>
            </a:pPr>
            <a:r>
              <a:rPr sz="7500" b="1" i="0">
                <a:solidFill>
                  <a:srgbClr val="FFFFFF"/>
                </a:solidFill>
                <a:latin typeface="Poppins"/>
              </a:rPr>
              <a:t>AND PLAY FOR HIM ON GLAD TAMBOURINES</a:t>
            </a:r>
          </a:p>
          <a:p>
            <a:pPr algn="ctr">
              <a:lnSpc>
                <a:spcPct val="70000"/>
              </a:lnSpc>
            </a:pPr>
            <a:r>
              <a:rPr sz="7500" b="1" i="0">
                <a:solidFill>
                  <a:srgbClr val="FFFFFF"/>
                </a:solidFill>
                <a:latin typeface="Poppins"/>
              </a:rPr>
              <a:t>AND LET YOUR TRUMPET SOUND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RISE, O CHILDREN, FROM YOUR SLEEP;</a:t>
            </a:r>
          </a:p>
          <a:p>
            <a:pPr algn="ctr">
              <a:lnSpc>
                <a:spcPct val="70000"/>
              </a:lnSpc>
            </a:pPr>
            <a:r>
              <a:rPr sz="7500" b="1" i="0">
                <a:solidFill>
                  <a:srgbClr val="FFFFFF"/>
                </a:solidFill>
                <a:latin typeface="Poppins"/>
              </a:rPr>
              <a:t>YOUR SAVIOR NOW HAS COME</a:t>
            </a:r>
          </a:p>
          <a:p>
            <a:pPr algn="ctr">
              <a:lnSpc>
                <a:spcPct val="70000"/>
              </a:lnSpc>
            </a:pPr>
            <a:r>
              <a:rPr sz="7500" b="1" i="0">
                <a:solidFill>
                  <a:srgbClr val="FFFFFF"/>
                </a:solidFill>
                <a:latin typeface="Poppins"/>
              </a:rPr>
              <a:t>HE HAS TURNED YOUR SORROW TO JOY</a:t>
            </a:r>
          </a:p>
          <a:p>
            <a:pPr algn="ctr">
              <a:lnSpc>
                <a:spcPct val="70000"/>
              </a:lnSpc>
            </a:pPr>
            <a:r>
              <a:rPr sz="7500" b="1" i="0">
                <a:solidFill>
                  <a:srgbClr val="FFFFFF"/>
                </a:solidFill>
                <a:latin typeface="Poppins"/>
              </a:rPr>
              <a:t>AND FILLED YOUR SOUL WITH SONG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In the Name of the Father, and of the Son, and of the Holy Spirit.</a:t>
            </a:r>
          </a:p>
          <a:p>
            <a:pPr algn="ctr">
              <a:spcBef>
                <a:spcPts val="400"/>
              </a:spcBef>
              <a:spcAft>
                <a:spcPts val="500"/>
              </a:spcAft>
              <a:defRPr sz="5500" b="1" i="0" u="none">
                <a:solidFill>
                  <a:srgbClr val="FFFFFF"/>
                </a:solidFill>
                <a:latin typeface="Georgia"/>
              </a:defRPr>
            </a:pPr>
            <a:r>
              <a:t>All: Amen.</a:t>
            </a:r>
          </a:p>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Introductory Rites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Kyrie Eleison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Let us pray.</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First Reading</a:t>
            </a:r>
          </a:p>
          <a:p>
            <a:pPr algn="ctr">
              <a:defRPr sz="5500" b="0" i="0" u="none">
                <a:solidFill>
                  <a:srgbClr val="FFFFFF"/>
                </a:solidFill>
                <a:latin typeface="Georgia"/>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200"/>
              </a:spcAft>
              <a:defRPr sz="5500" b="1" i="0" u="none">
                <a:solidFill>
                  <a:srgbClr val="D8B4FE"/>
                </a:solidFill>
                <a:latin typeface="Georgia"/>
              </a:defRPr>
            </a:pPr>
            <a:r>
              <a:t>Responsorial Psalm</a:t>
            </a:r>
            <a:br/>
            <a:r>
              <a:t>(Psalm 147:12-13, 14-15, 19-20)</a:t>
            </a:r>
          </a:p>
          <a:p>
            <a:pPr algn="ctr">
              <a:spcAft>
                <a:spcPts val="800"/>
              </a:spcAft>
              <a:defRPr sz="5500" b="0" i="0" u="none">
                <a:solidFill>
                  <a:srgbClr val="FFFFFF"/>
                </a:solidFill>
                <a:latin typeface="Georgia"/>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Second Reading</a:t>
            </a:r>
          </a:p>
          <a:p>
            <a:pPr algn="ctr">
              <a:defRPr sz="5500" b="0" i="0" u="none">
                <a:solidFill>
                  <a:srgbClr val="FFFFFF"/>
                </a:solidFill>
                <a:latin typeface="Georgia"/>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sz="6900" b="1" i="0">
                <a:solidFill>
                  <a:srgbClr val="F8B300"/>
                </a:solidFill>
                <a:latin typeface="Poppins Bold"/>
              </a:rPr>
              <a:t>Priest: </a:t>
            </a:r>
            <a:r>
              <a:rPr sz="6900" b="1" i="0">
                <a:solidFill>
                  <a:srgbClr val="FFFFFF"/>
                </a:solidFill>
                <a:latin typeface="Poppins Bold"/>
              </a:rPr>
              <a:t>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pPr algn="l">
              <a:lnSpc>
                <a:spcPts val="6936"/>
              </a:lnSpc>
              <a:defRPr/>
            </a:pPr>
            <a:r>
              <a:rPr sz="6900" b="1" i="0">
                <a:solidFill>
                  <a:srgbClr val="F8B300"/>
                </a:solidFill>
                <a:latin typeface="Poppins Bold"/>
              </a:rPr>
              <a:t>Priest: </a:t>
            </a:r>
            <a:r>
              <a:rPr sz="6900" b="1" i="0">
                <a:solidFill>
                  <a:srgbClr val="FFFFFF"/>
                </a:solidFill>
                <a:latin typeface="Poppins Bold"/>
              </a:rPr>
              <a:t>A reading from the holy</a:t>
            </a:r>
          </a:p>
          <a:p>
            <a:r>
              <a:rPr sz="6900" b="1" i="0">
                <a:solidFill>
                  <a:srgbClr val="FFFFFF"/>
                </a:solidFill>
                <a:latin typeface="Poppins Bold"/>
              </a:rPr>
              <a:t>Gospel according to </a:t>
            </a:r>
            <a:r>
              <a:rPr sz="6900" b="1" i="1">
                <a:solidFill>
                  <a:srgbClr val="FFFFFF"/>
                </a:solidFill>
                <a:latin typeface="Poppins Bold"/>
              </a:rPr>
              <a:t>John</a:t>
            </a:r>
            <a:r>
              <a:rPr sz="6900" b="1" i="0">
                <a:solidFill>
                  <a:srgbClr val="FFFFFF"/>
                </a:solidFill>
                <a:latin typeface="Poppins Bold"/>
              </a:rPr>
              <a:t>.</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Gospel of the Lord.</a:t>
            </a:r>
          </a:p>
          <a:p>
            <a:pPr algn="ctr">
              <a:spcBef>
                <a:spcPts val="400"/>
              </a:spcBef>
              <a:spcAft>
                <a:spcPts val="500"/>
              </a:spcAft>
              <a:defRPr sz="5500" b="1" i="0" u="none">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1155662" y="1689486"/>
            <a:ext cx="16922788" cy="2444242"/>
          </a:xfrm>
          <a:prstGeom prst="rect">
            <a:avLst/>
          </a:prstGeom>
        </p:spPr>
        <p:txBody>
          <a:bodyPr anchor="t" rtlCol="false" tIns="0" lIns="0" bIns="0" rIns="0">
            <a:noAutofit/>
          </a:bodyPr>
          <a:lstStyle/>
          <a:p>
            <a:pPr algn="l" marL="0" indent="0" lvl="0">
              <a:lnSpc>
                <a:spcPts val="6343"/>
              </a:lnSpc>
            </a:pPr>
            <a:r>
              <a:rPr lang="en-US" b="true" sz="5199" spc="83">
                <a:solidFill>
                  <a:srgbClr val="FFFFFF"/>
                </a:solidFill>
                <a:latin typeface="Poppins Bold"/>
                <a:ea typeface="Poppins Bold"/>
                <a:cs typeface="Poppins Bold"/>
                <a:sym typeface="Poppins Bold"/>
              </a:rPr>
              <a:t>All:</a:t>
            </a:r>
            <a:r>
              <a:rPr lang="en-US" b="true" sz="5199" spc="83">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one God</a:t>
            </a:r>
            <a:r>
              <a:rPr lang="en-US" b="true" sz="5199" spc="83">
                <a:solidFill>
                  <a:srgbClr val="FFFFFF"/>
                </a:solidFill>
                <a:latin typeface="Poppins Bold"/>
                <a:ea typeface="Poppins Bold"/>
                <a:cs typeface="Poppins Bold"/>
                <a:sym typeface="Poppins Bold"/>
              </a:rPr>
              <a:t>, the Father almighty, maker of heaven and earth, of all things visible and invisible.</a:t>
            </a:r>
          </a:p>
        </p:txBody>
      </p:sp>
      <p:sp>
        <p:nvSpPr>
          <p:cNvPr name="TextBox 3" id="3"/>
          <p:cNvSpPr txBox="true"/>
          <p:nvPr/>
        </p:nvSpPr>
        <p:spPr>
          <a:xfrm rot="0">
            <a:off x="1155662" y="4886711"/>
            <a:ext cx="16922788" cy="4791075"/>
          </a:xfrm>
          <a:prstGeom prst="rect">
            <a:avLst/>
          </a:prstGeom>
        </p:spPr>
        <p:txBody>
          <a:bodyPr anchor="t" rtlCol="false" tIns="0" lIns="0" bIns="0" rIns="0">
            <a:noAutofit/>
          </a:bodyPr>
          <a:lstStyle/>
          <a:p>
            <a:pPr algn="l" marL="0" indent="0" lvl="0">
              <a:lnSpc>
                <a:spcPts val="6239"/>
              </a:lnSpc>
            </a:pPr>
            <a:r>
              <a:rPr lang="en-US" b="true" sz="5199">
                <a:solidFill>
                  <a:srgbClr val="FFFFFF"/>
                </a:solidFill>
                <a:latin typeface="Poppins Bold"/>
                <a:ea typeface="Poppins Bold"/>
                <a:cs typeface="Poppins Bold"/>
                <a:sym typeface="Poppins Bold"/>
              </a:rPr>
              <a:t>I believe in one Lord Jesus Christ, the Only Begotten Son of God, born of the Fa</a:t>
            </a:r>
            <a:r>
              <a:rPr lang="en-US" b="true" sz="5199">
                <a:solidFill>
                  <a:srgbClr val="FFFFFF"/>
                </a:solidFill>
                <a:latin typeface="Poppins Bold"/>
                <a:ea typeface="Poppins Bold"/>
                <a:cs typeface="Poppins Bold"/>
                <a:sym typeface="Poppins Bold"/>
              </a:rPr>
              <a:t>ther before all ages. God from God, Light from Light, true God from true God, begotten, not made, consubstantial with the Father; through him all things were made.</a:t>
            </a:r>
          </a:p>
        </p:txBody>
      </p:sp>
      <p:sp>
        <p:nvSpPr>
          <p:cNvPr name="TextBox 4" id="4"/>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pPr>
            <a:r>
              <a:rPr lang="en-US" sz="3850">
                <a:solidFill>
                  <a:srgbClr val="FFB800"/>
                </a:solidFill>
                <a:latin typeface="Georgia"/>
                <a:ea typeface="Recoleta"/>
                <a:cs typeface="Recoleta"/>
                <a:sym typeface="Recoleta"/>
              </a:rPr>
              <a:t>Nicene Creed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571995" y="644068"/>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us men and for our salvation he came down from heaven,</a:t>
            </a:r>
          </a:p>
        </p:txBody>
      </p:sp>
      <p:sp>
        <p:nvSpPr>
          <p:cNvPr name="TextBox 3" id="3"/>
          <p:cNvSpPr txBox="true"/>
          <p:nvPr/>
        </p:nvSpPr>
        <p:spPr>
          <a:xfrm rot="0">
            <a:off x="6654143" y="2300293"/>
            <a:ext cx="4979713" cy="1056951"/>
          </a:xfrm>
          <a:prstGeom prst="rect">
            <a:avLst/>
          </a:prstGeom>
        </p:spPr>
        <p:txBody>
          <a:bodyPr anchor="t" rtlCol="false" tIns="0" lIns="0" bIns="0" rIns="0">
            <a:noAutofit/>
          </a:bodyPr>
          <a:lstStyle/>
          <a:p>
            <a:pPr algn="ctr" marL="0" indent="0" lvl="0">
              <a:lnSpc>
                <a:spcPts val="7703"/>
              </a:lnSpc>
              <a:spcBef>
                <a:spcPct val="0"/>
              </a:spcBef>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name="TextBox 4" id="4"/>
          <p:cNvSpPr txBox="true"/>
          <p:nvPr/>
        </p:nvSpPr>
        <p:spPr>
          <a:xfrm rot="0">
            <a:off x="571995" y="3104611"/>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i="true" spc="88">
                <a:solidFill>
                  <a:srgbClr val="F8B300"/>
                </a:solidFill>
                <a:latin typeface="Poppins Bold Italics"/>
                <a:ea typeface="Poppins Bold Italics"/>
                <a:cs typeface="Poppins Bold Italics"/>
                <a:sym typeface="Poppins Bold Italics"/>
              </a:rPr>
              <a:t>and by the Holy Spirit was incarnate of the Virgin Mary, and became man.</a:t>
            </a:r>
          </a:p>
        </p:txBody>
      </p:sp>
      <p:sp>
        <p:nvSpPr>
          <p:cNvPr name="TextBox 5" id="5"/>
          <p:cNvSpPr txBox="true"/>
          <p:nvPr/>
        </p:nvSpPr>
        <p:spPr>
          <a:xfrm rot="0">
            <a:off x="562470" y="5529260"/>
            <a:ext cx="17906505" cy="3932697"/>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682606" y="542403"/>
            <a:ext cx="16922788" cy="389890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He ascended into heaven and is seated at the right hand of the Father. He will come again in glory to judge the living and the dead and his kingdom will have no end.</a:t>
            </a:r>
          </a:p>
        </p:txBody>
      </p:sp>
      <p:sp>
        <p:nvSpPr>
          <p:cNvPr name="TextBox 3" id="3"/>
          <p:cNvSpPr txBox="true"/>
          <p:nvPr/>
        </p:nvSpPr>
        <p:spPr>
          <a:xfrm rot="0">
            <a:off x="682606" y="4721747"/>
            <a:ext cx="16922788" cy="487045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379580" y="1910652"/>
            <a:ext cx="17528839" cy="4593451"/>
          </a:xfrm>
          <a:prstGeom prst="rect">
            <a:avLst/>
          </a:prstGeom>
        </p:spPr>
        <p:txBody>
          <a:bodyPr anchor="t" rtlCol="false" tIns="0" lIns="0" bIns="0" rIns="0">
            <a:noAutofit/>
          </a:bodyPr>
          <a:lstStyle/>
          <a:p>
            <a:pPr algn="just">
              <a:lnSpc>
                <a:spcPts val="7162"/>
              </a:lnSpc>
            </a:pPr>
            <a:r>
              <a:rPr lang="en-US" b="true" sz="5968" spc="41">
                <a:solidFill>
                  <a:srgbClr val="FFFFFF"/>
                </a:solidFill>
                <a:latin typeface="Poppins Bold"/>
                <a:ea typeface="Poppins Bold"/>
                <a:cs typeface="Poppins Bold"/>
                <a:sym typeface="Poppins Bold"/>
              </a:rPr>
              <a:t>I believe in one, holy, catholic, and</a:t>
            </a:r>
          </a:p>
          <a:p>
            <a:pPr algn="just">
              <a:lnSpc>
                <a:spcPts val="7162"/>
              </a:lnSpc>
            </a:pPr>
            <a:r>
              <a:rPr lang="en-US" b="true" sz="5968" spc="41">
                <a:solidFill>
                  <a:srgbClr val="FFFFFF"/>
                </a:solidFill>
                <a:latin typeface="Poppins Bold"/>
                <a:ea typeface="Poppins Bold"/>
                <a:cs typeface="Poppins Bold"/>
                <a:sym typeface="Poppins Bold"/>
              </a:rPr>
              <a:t>apostolic Church.</a:t>
            </a:r>
          </a:p>
          <a:p>
            <a:pPr algn="just">
              <a:lnSpc>
                <a:spcPts val="7162"/>
              </a:lnSpc>
            </a:pPr>
            <a:r>
              <a:rPr lang="en-US" b="true" sz="5968" spc="41">
                <a:solidFill>
                  <a:srgbClr val="FFFFFF"/>
                </a:solidFill>
                <a:latin typeface="Poppins Bold"/>
                <a:ea typeface="Poppins Bold"/>
                <a:cs typeface="Poppins Bold"/>
                <a:sym typeface="Poppins Bold"/>
              </a:rPr>
              <a:t>I confess one Baptism for the forgiveness of sins and I look forward to the resurrection</a:t>
            </a:r>
          </a:p>
          <a:p>
            <a:pPr algn="just" marL="0" indent="0" lvl="0">
              <a:lnSpc>
                <a:spcPts val="7162"/>
              </a:lnSpc>
            </a:pPr>
            <a:r>
              <a:rPr lang="en-US" b="true" sz="5968" spc="41">
                <a:solidFill>
                  <a:srgbClr val="FFFFFF"/>
                </a:solidFill>
                <a:latin typeface="Poppins Bold"/>
                <a:ea typeface="Poppins Bold"/>
                <a:cs typeface="Poppins Bold"/>
                <a:sym typeface="Poppins Bold"/>
              </a:rPr>
              <a:t>of the dead and the life of the world to come.</a:t>
            </a:r>
          </a:p>
        </p:txBody>
      </p:sp>
      <p:sp>
        <p:nvSpPr>
          <p:cNvPr name="TextBox 3" id="3"/>
          <p:cNvSpPr txBox="true"/>
          <p:nvPr/>
        </p:nvSpPr>
        <p:spPr>
          <a:xfrm rot="0">
            <a:off x="6931597" y="7352325"/>
            <a:ext cx="4424807" cy="1580402"/>
          </a:xfrm>
          <a:prstGeom prst="rect">
            <a:avLst/>
          </a:prstGeom>
        </p:spPr>
        <p:txBody>
          <a:bodyPr anchor="t" rtlCol="false" tIns="0" lIns="0" bIns="0" rIns="0">
            <a:noAutofit/>
          </a:bodyPr>
          <a:lstStyle/>
          <a:p>
            <a:pPr algn="just" marL="0" indent="0" lvl="0">
              <a:lnSpc>
                <a:spcPts val="11799"/>
              </a:lnSpc>
            </a:pPr>
            <a:r>
              <a:rPr lang="en-US" b="true" sz="9832" spc="68">
                <a:solidFill>
                  <a:srgbClr val="F8B300"/>
                </a:solidFill>
                <a:latin typeface="Poppins Bold"/>
                <a:ea typeface="Poppins Bold"/>
                <a:cs typeface="Poppins Bold"/>
                <a:sym typeface="Poppins Bold"/>
              </a:rPr>
              <a:t>Amen</a:t>
            </a:r>
            <a:r>
              <a:rPr lang="en-US" b="true" sz="9832" spc="68">
                <a:solidFill>
                  <a:srgbClr val="FFFFFF"/>
                </a:solidFill>
                <a:latin typeface="Poppins Bold"/>
                <a:ea typeface="Poppins Bold"/>
                <a:cs typeface="Poppins Bold"/>
                <a:sym typeface="Poppins Bold"/>
              </a:rPr>
              <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Priest concludes the Prayer of the Faithful with a prayer in full, for example:</a:t>
            </a:r>
          </a:p>
          <a:p>
            <a:pPr algn="ctr">
              <a:spcBef>
                <a:spcPts val="400"/>
              </a:spcBef>
              <a:spcAft>
                <a:spcPts val="500"/>
              </a:spcAft>
              <a:defRPr sz="5500" b="1" i="0" u="none">
                <a:solidFill>
                  <a:srgbClr val="D8B4FE"/>
                </a:solidFill>
                <a:latin typeface="Georgia"/>
              </a:defRPr>
            </a:pPr>
            <a:r>
              <a:t>Priest: Heavenly Father, hear the prayers of the Church, which we make through Christ our Lord.</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AS WHEN THE GRAIN BY SAINTS BELIEVED</a:t>
            </a:r>
          </a:p>
          <a:p>
            <a:pPr algn="ctr">
              <a:lnSpc>
                <a:spcPct val="70000"/>
              </a:lnSpc>
            </a:pPr>
            <a:r>
              <a:rPr sz="7500" b="1" i="0">
                <a:solidFill>
                  <a:srgbClr val="FFFFFF"/>
                </a:solidFill>
                <a:latin typeface="Poppins"/>
              </a:rPr>
              <a:t>WAS BLESSED AND BROKEN, LORD,</a:t>
            </a:r>
          </a:p>
          <a:p>
            <a:pPr algn="ctr">
              <a:lnSpc>
                <a:spcPct val="70000"/>
              </a:lnSpc>
            </a:pPr>
            <a:r>
              <a:rPr sz="7500" b="1" i="0">
                <a:solidFill>
                  <a:srgbClr val="FFFFFF"/>
                </a:solidFill>
                <a:latin typeface="Poppins"/>
              </a:rPr>
              <a:t>SO MAY YOUR CHURCH IN LANDS TODAY</a:t>
            </a:r>
          </a:p>
          <a:p>
            <a:pPr algn="ctr">
              <a:lnSpc>
                <a:spcPct val="70000"/>
              </a:lnSpc>
            </a:pPr>
            <a:r>
              <a:rPr sz="7500" b="1" i="0">
                <a:solidFill>
                  <a:srgbClr val="FFFFFF"/>
                </a:solidFill>
                <a:latin typeface="Poppins"/>
              </a:rPr>
              <a:t>BE FED, YOUR PRAISE RESTORED.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ONE BREAD, ONE CUP, ONE LIFE, ONE LORD—</a:t>
            </a:r>
          </a:p>
          <a:p>
            <a:pPr algn="ctr">
              <a:lnSpc>
                <a:spcPct val="70000"/>
              </a:lnSpc>
            </a:pPr>
            <a:r>
              <a:rPr sz="7400" b="1" i="0">
                <a:solidFill>
                  <a:srgbClr val="FFFFFF"/>
                </a:solidFill>
                <a:latin typeface="Poppins"/>
              </a:rPr>
              <a:t>WE OFFER, CHRIST, TO YOU;</a:t>
            </a:r>
          </a:p>
          <a:p>
            <a:pPr algn="ctr">
              <a:lnSpc>
                <a:spcPct val="70000"/>
              </a:lnSpc>
            </a:pPr>
            <a:r>
              <a:rPr sz="7400" b="1" i="0">
                <a:solidFill>
                  <a:srgbClr val="FFFFFF"/>
                </a:solidFill>
                <a:latin typeface="Poppins"/>
              </a:rPr>
              <a:t>UNTIL WE SHARE YOUR BANQUET BOARD</a:t>
            </a:r>
          </a:p>
          <a:p>
            <a:pPr algn="ctr">
              <a:lnSpc>
                <a:spcPct val="70000"/>
              </a:lnSpc>
            </a:pPr>
            <a:r>
              <a:rPr sz="7400" b="1" i="0">
                <a:solidFill>
                  <a:srgbClr val="FFFFFF"/>
                </a:solidFill>
                <a:latin typeface="Poppins"/>
              </a:rPr>
              <a:t>WHERE ALL THE WORLD IS NEW.</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Pray, brethren, that my sacrifice and yours may be acceptable to God, the almighty Father.</a:t>
            </a:r>
          </a:p>
          <a:p>
            <a:pPr algn="ctr">
              <a:spcBef>
                <a:spcPts val="400"/>
              </a:spcBef>
              <a:spcAft>
                <a:spcPts val="500"/>
              </a:spcAft>
              <a:defRPr sz="5500" b="1" i="0" u="none">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a:p>
            <a:pPr algn="ctr">
              <a:spcBef>
                <a:spcPts val="400"/>
              </a:spcBef>
              <a:spcAft>
                <a:spcPts val="500"/>
              </a:spcAft>
              <a:defRPr sz="5500" b="1" i="0" u="none">
                <a:solidFill>
                  <a:srgbClr val="D8B4FE"/>
                </a:solidFill>
                <a:latin typeface="Georgia"/>
              </a:defRPr>
            </a:pPr>
            <a:r>
              <a:t>Priest: Lift up your hearts.</a:t>
            </a:r>
          </a:p>
          <a:p>
            <a:pPr algn="ctr">
              <a:spcBef>
                <a:spcPts val="400"/>
              </a:spcBef>
              <a:spcAft>
                <a:spcPts val="500"/>
              </a:spcAft>
              <a:defRPr sz="5500" b="1" i="0" u="none">
                <a:solidFill>
                  <a:srgbClr val="FFFFFF"/>
                </a:solidFill>
                <a:latin typeface="Georgia"/>
              </a:defRPr>
            </a:pPr>
            <a:r>
              <a:t>All: We lift them up to the Lord.</a:t>
            </a:r>
          </a:p>
          <a:p>
            <a:pPr algn="ctr">
              <a:spcBef>
                <a:spcPts val="400"/>
              </a:spcBef>
              <a:spcAft>
                <a:spcPts val="500"/>
              </a:spcAft>
              <a:defRPr sz="5500" b="1" i="0" u="none">
                <a:solidFill>
                  <a:srgbClr val="D8B4FE"/>
                </a:solidFill>
                <a:latin typeface="Georgia"/>
              </a:defRPr>
            </a:pPr>
            <a:r>
              <a:t>Priest: Let us give thanks to the Lord our God.</a:t>
            </a:r>
          </a:p>
          <a:p>
            <a:pPr algn="ctr">
              <a:spcBef>
                <a:spcPts val="400"/>
              </a:spcBef>
              <a:spcAft>
                <a:spcPts val="500"/>
              </a:spcAft>
              <a:defRPr sz="5500" b="1" i="0" u="none">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Holy, Holy, Holy Lord God of hosts.</a:t>
            </a:r>
          </a:p>
          <a:p>
            <a:pPr algn="ctr">
              <a:spcAft>
                <a:spcPts val="800"/>
              </a:spcAft>
              <a:defRPr sz="5500" b="0" i="0" u="none">
                <a:solidFill>
                  <a:srgbClr val="FFFFFF"/>
                </a:solidFill>
                <a:latin typeface="Georgia"/>
              </a:defRPr>
            </a:pPr>
            <a:r>
              <a:t>Heaven and earth are full of your glory.</a:t>
            </a:r>
          </a:p>
          <a:p>
            <a:pPr algn="ctr">
              <a:spcAft>
                <a:spcPts val="800"/>
              </a:spcAft>
              <a:defRPr sz="5500" b="0" i="0" u="none">
                <a:solidFill>
                  <a:srgbClr val="FFFFFF"/>
                </a:solidFill>
                <a:latin typeface="Georgia"/>
              </a:defRPr>
            </a:pPr>
            <a:r>
              <a:t>Hosanna in the highest.</a:t>
            </a:r>
          </a:p>
          <a:p>
            <a:pPr algn="ctr">
              <a:spcAft>
                <a:spcPts val="800"/>
              </a:spcAft>
              <a:defRPr sz="5500" b="0" i="0" u="none">
                <a:solidFill>
                  <a:srgbClr val="FFFFFF"/>
                </a:solidFill>
                <a:latin typeface="Georgia"/>
              </a:defRPr>
            </a:pPr>
            <a:r>
              <a:t>Blessed is he who comes in the name of the Lord.</a:t>
            </a:r>
          </a:p>
          <a:p>
            <a:pPr algn="ctr">
              <a:spcAft>
                <a:spcPts val="800"/>
              </a:spcAft>
              <a:defRPr sz="5500" b="0" i="0" u="none">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Sanctus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We proclaim your Death, O Lord,</a:t>
            </a:r>
          </a:p>
          <a:p>
            <a:pPr algn="ctr">
              <a:spcAft>
                <a:spcPts val="500"/>
              </a:spcAft>
              <a:defRPr sz="5500" b="0" i="0" u="none">
                <a:solidFill>
                  <a:srgbClr val="FFFFFF"/>
                </a:solidFill>
                <a:latin typeface="Georgia"/>
              </a:defRPr>
            </a:pPr>
            <a:r>
              <a:t>and profess your Resurrection</a:t>
            </a:r>
          </a:p>
          <a:p>
            <a:pPr algn="ctr">
              <a:spcAft>
                <a:spcPts val="500"/>
              </a:spcAft>
              <a:defRPr sz="5500" b="0" i="0" u="none">
                <a:solidFill>
                  <a:srgbClr val="FFFFFF"/>
                </a:solidFill>
                <a:latin typeface="Georgia"/>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Eucharistic Prayer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Great Amen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Our Father, who art in heaven,</a:t>
            </a:r>
          </a:p>
          <a:p>
            <a:pPr algn="ctr">
              <a:spcAft>
                <a:spcPts val="800"/>
              </a:spcAft>
              <a:defRPr sz="5500" b="0" i="0" u="none">
                <a:solidFill>
                  <a:srgbClr val="FFFFFF"/>
                </a:solidFill>
                <a:latin typeface="Georgia"/>
              </a:defRPr>
            </a:pPr>
            <a:r>
              <a:t>hallowed be thy name;</a:t>
            </a:r>
          </a:p>
          <a:p>
            <a:pPr algn="ctr">
              <a:spcAft>
                <a:spcPts val="800"/>
              </a:spcAft>
              <a:defRPr sz="5500" b="0" i="0" u="none">
                <a:solidFill>
                  <a:srgbClr val="FFFFFF"/>
                </a:solidFill>
                <a:latin typeface="Georgia"/>
              </a:defRPr>
            </a:pPr>
            <a:r>
              <a:t>thy kingdom come,</a:t>
            </a:r>
          </a:p>
          <a:p>
            <a:pPr algn="ctr">
              <a:spcAft>
                <a:spcPts val="800"/>
              </a:spcAft>
              <a:defRPr sz="5500" b="0" i="0" u="none">
                <a:solidFill>
                  <a:srgbClr val="FFFFFF"/>
                </a:solidFill>
                <a:latin typeface="Georgia"/>
              </a:defRPr>
            </a:pPr>
            <a:r>
              <a:t>thy will be done,</a:t>
            </a:r>
          </a:p>
          <a:p>
            <a:pPr algn="ctr">
              <a:spcAft>
                <a:spcPts val="800"/>
              </a:spcAft>
              <a:defRPr sz="5500" b="0" i="0" u="none">
                <a:solidFill>
                  <a:srgbClr val="FFFFFF"/>
                </a:solidFill>
                <a:latin typeface="Georgia"/>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Give us this day our daily bread;</a:t>
            </a:r>
          </a:p>
          <a:p>
            <a:pPr algn="ctr">
              <a:spcAft>
                <a:spcPts val="800"/>
              </a:spcAft>
              <a:defRPr sz="5500" b="0" i="0" u="none">
                <a:solidFill>
                  <a:srgbClr val="FFFFFF"/>
                </a:solidFill>
                <a:latin typeface="Georgia"/>
              </a:defRPr>
            </a:pPr>
            <a:r>
              <a:t>and forgive us our trespasses,</a:t>
            </a:r>
          </a:p>
          <a:p>
            <a:pPr algn="ctr">
              <a:spcAft>
                <a:spcPts val="800"/>
              </a:spcAft>
              <a:defRPr sz="5500" b="0" i="0" u="none">
                <a:solidFill>
                  <a:srgbClr val="FFFFFF"/>
                </a:solidFill>
                <a:latin typeface="Georgia"/>
              </a:defRPr>
            </a:pPr>
            <a:r>
              <a:t>as we forgive those who trespass against us;</a:t>
            </a:r>
          </a:p>
          <a:p>
            <a:pPr algn="ctr">
              <a:spcAft>
                <a:spcPts val="800"/>
              </a:spcAft>
              <a:defRPr sz="5500" b="0" i="0" u="none">
                <a:solidFill>
                  <a:srgbClr val="FFFFFF"/>
                </a:solidFill>
                <a:latin typeface="Georgia"/>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(2/5)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(3/5)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Sign of Peace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Lamb of God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Behold the Lamb of God, behold him who takes away the sins of the world. Blessed are those called to the supper of the Lamb.</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800" b="1" i="0">
                <a:solidFill>
                  <a:srgbClr val="FFFFFF"/>
                </a:solidFill>
                <a:latin typeface="Poppins"/>
              </a:rPr>
              <a:t>MAGMASID</a:t>
            </a:r>
          </a:p>
          <a:p>
            <a:pPr algn="ctr">
              <a:lnSpc>
                <a:spcPct val="70000"/>
              </a:lnSpc>
            </a:pPr>
            <a:r>
              <a:rPr sz="6800" b="1" i="0">
                <a:solidFill>
                  <a:srgbClr val="FFFFFF"/>
                </a:solidFill>
                <a:latin typeface="Poppins"/>
              </a:rPr>
              <a:t>AT MAMULAT SA KANYANG KAPANGYARIHAN</a:t>
            </a:r>
          </a:p>
          <a:p>
            <a:pPr algn="ctr">
              <a:lnSpc>
                <a:spcPct val="70000"/>
              </a:lnSpc>
            </a:pPr>
            <a:r>
              <a:rPr sz="6800" b="1" i="0">
                <a:solidFill>
                  <a:srgbClr val="FFFFFF"/>
                </a:solidFill>
                <a:latin typeface="Poppins"/>
              </a:rPr>
              <a:t>NABATID MO BA NA SIYA'Y NAGLALAAN</a:t>
            </a:r>
          </a:p>
          <a:p>
            <a:pPr algn="ctr">
              <a:lnSpc>
                <a:spcPct val="70000"/>
              </a:lnSpc>
            </a:pPr>
            <a:r>
              <a:rPr sz="6800" b="1" i="0">
                <a:solidFill>
                  <a:srgbClr val="FFFFFF"/>
                </a:solidFill>
                <a:latin typeface="Poppins"/>
              </a:rPr>
              <a:t>PATULOY NA NAGHAHATID NG TUNAY NA KALAYAAN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(NO LYRICS IN LIBRARY FOR THIS HYMN.)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Let us pray.</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51560"/>
          </a:xfrm>
          <a:prstGeom prst="rect">
            <a:avLst/>
          </a:prstGeom>
          <a:noFill/>
        </p:spPr>
        <p:txBody>
          <a:bodyPr wrap="square" lIns="109728" rIns="109728" tIns="73152" bIns="73152" anchor="t">
            <a:noAutofit/>
          </a:bodyPr>
          <a:lstStyle/>
          <a:p>
            <a:pPr algn="ctr">
              <a:defRPr sz="5500" b="1" i="0" u="none">
                <a:solidFill>
                  <a:srgbClr val="D8B4FE"/>
                </a:solidFill>
                <a:latin typeface="Georgia"/>
              </a:defRPr>
            </a:pPr>
            <a:r>
              <a:t>MASS COLLECTION</a:t>
            </a:r>
          </a:p>
        </p:txBody>
      </p:sp>
      <p:sp>
        <p:nvSpPr>
          <p:cNvPr id="3" name="TextBox 2"/>
          <p:cNvSpPr txBox="1"/>
          <p:nvPr/>
        </p:nvSpPr>
        <p:spPr>
          <a:xfrm>
            <a:off x="914400" y="1581912"/>
            <a:ext cx="16459200" cy="7104888"/>
          </a:xfrm>
          <a:prstGeom prst="rect">
            <a:avLst/>
          </a:prstGeom>
          <a:noFill/>
        </p:spPr>
        <p:txBody>
          <a:bodyPr wrap="square" lIns="109728" rIns="109728" tIns="73152" bIns="73152" anchor="ctr">
            <a:noAutofit/>
          </a:bodyPr>
          <a:lstStyle/>
          <a:p>
            <a:pPr algn="ctr">
              <a:defRPr sz="5500" b="1" i="0" u="none">
                <a:solidFill>
                  <a:srgbClr val="FFFFFF"/>
                </a:solidFill>
                <a:latin typeface="Georgia"/>
              </a:defRPr>
            </a:pPr>
            <a:r>
              <a:t>₩450,000</a:t>
            </a:r>
          </a:p>
        </p:txBody>
      </p:sp>
      <p:sp>
        <p:nvSpPr>
          <p:cNvPr id="4" name="TextBox 3"/>
          <p:cNvSpPr txBox="1"/>
          <p:nvPr/>
        </p:nvSpPr>
        <p:spPr>
          <a:xfrm>
            <a:off x="914400" y="8869680"/>
            <a:ext cx="16459200" cy="868680"/>
          </a:xfrm>
          <a:prstGeom prst="rect">
            <a:avLst/>
          </a:prstGeom>
          <a:noFill/>
        </p:spPr>
        <p:txBody>
          <a:bodyPr wrap="square" lIns="109728" rIns="109728" tIns="73152" bIns="73152">
            <a:noAutofit/>
          </a:bodyPr>
          <a:lstStyle/>
          <a:p>
            <a:pPr algn="ctr">
              <a:spcAft>
                <a:spcPts val="200"/>
              </a:spcAft>
              <a:defRPr sz="1500" b="0" i="0" u="none">
                <a:solidFill>
                  <a:srgbClr val="FFFFFF"/>
                </a:solidFill>
                <a:latin typeface="Georgia"/>
              </a:defRPr>
            </a:pPr>
            <a:r>
              <a:t>Sunday, May 31, 2026</a:t>
            </a:r>
          </a:p>
          <a:p>
            <a:pPr algn="ctr">
              <a:spcAft>
                <a:spcPts val="200"/>
              </a:spcAft>
              <a:defRPr sz="1500" b="0" i="0" u="none">
                <a:solidFill>
                  <a:srgbClr val="FFFFFF"/>
                </a:solidFill>
                <a:latin typeface="Georgia"/>
              </a:defRPr>
            </a:pPr>
            <a:r>
              <a:t>Thank you for your generosity.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Mass Collection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The Lord be with you.</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And with your spirit.</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May almighty God bless you, the Father, and the Son, and the Holy Spirit.</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Go in peace, glorifying the Lord by your life.</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Final Blessing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COME! LIVE IN THE LIGHT!</a:t>
            </a:r>
          </a:p>
          <a:p>
            <a:pPr algn="ctr">
              <a:lnSpc>
                <a:spcPct val="70000"/>
              </a:lnSpc>
            </a:pPr>
            <a:r>
              <a:rPr sz="6600" b="1" i="0">
                <a:solidFill>
                  <a:srgbClr val="FFFFFF"/>
                </a:solidFill>
                <a:latin typeface="Poppins"/>
              </a:rPr>
              <a:t>SHINE WITH THE JOY AND THE LOVE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GOD OF NEWNESS, GOD OF FRESHNESS,</a:t>
            </a:r>
          </a:p>
          <a:p>
            <a:pPr algn="ctr">
              <a:lnSpc>
                <a:spcPct val="70000"/>
              </a:lnSpc>
            </a:pPr>
            <a:r>
              <a:rPr sz="7400" b="1" i="0">
                <a:solidFill>
                  <a:srgbClr val="FFFFFF"/>
                </a:solidFill>
                <a:latin typeface="Poppins"/>
              </a:rPr>
              <a:t>COME INTO OUR MORNING SONG:</a:t>
            </a:r>
          </a:p>
          <a:p>
            <a:pPr algn="ctr">
              <a:lnSpc>
                <a:spcPct val="70000"/>
              </a:lnSpc>
            </a:pPr>
            <a:r>
              <a:rPr sz="7400" b="1" i="0">
                <a:solidFill>
                  <a:srgbClr val="FFFFFF"/>
                </a:solidFill>
                <a:latin typeface="Poppins"/>
              </a:rPr>
              <a:t>GIVE TO US A NEW BEGINNING,</a:t>
            </a:r>
          </a:p>
          <a:p>
            <a:pPr algn="ctr">
              <a:lnSpc>
                <a:spcPct val="70000"/>
              </a:lnSpc>
            </a:pPr>
            <a:r>
              <a:rPr sz="7400" b="1" i="0">
                <a:solidFill>
                  <a:srgbClr val="FFFFFF"/>
                </a:solidFill>
                <a:latin typeface="Poppins"/>
              </a:rPr>
              <a:t>SEND US FORTH WITH HEARTS MADE STRONG.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