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PUT YOUR CELLPHONE ON SILENT MODE DURING THE MASS.</a:t>
            </a:r>
          </a:p>
          <a:p>
            <a:pPr algn="ctr">
              <a:spcAft>
                <a:spcPts val="500"/>
              </a:spcAft>
              <a:defRPr sz="1500" b="0" i="1">
                <a:solidFill>
                  <a:srgbClr val="D8B4FE"/>
                </a:solidFill>
                <a:latin typeface="Georgia"/>
              </a:defRPr>
            </a:pPr>
            <a:r>
              <a:t>Thank you.</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8B4FE"/>
                </a:solidFill>
                <a:latin typeface="Georgia"/>
              </a:defRPr>
            </a:pPr>
            <a:r>
              <a:t>Lent Celebration</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FFFFF"/>
                </a:solidFill>
                <a:latin typeface="Georgia"/>
              </a:defRPr>
            </a:pPr>
            <a:r>
              <a:t>2026-03-15</a:t>
            </a:r>
          </a:p>
          <a:p>
            <a:pPr>
              <a:spcAft>
                <a:spcPts val="500"/>
              </a:spcAft>
              <a:defRPr sz="2100" b="0" i="0">
                <a:solidFill>
                  <a:srgbClr val="FFFFFF"/>
                </a:solidFill>
                <a:latin typeface="Georgia"/>
              </a:defRPr>
            </a:pPr>
            <a:r>
              <a:t>Celebrant: Rev. Fr. Jonrey Lauron, RCJ</a:t>
            </a:r>
          </a:p>
          <a:p>
            <a:pPr>
              <a:spcAft>
                <a:spcPts val="500"/>
              </a:spcAft>
              <a:defRPr sz="2100" b="0" i="0">
                <a:solidFill>
                  <a:srgbClr val="FFFFFF"/>
                </a:solidFill>
                <a:latin typeface="Georgia"/>
              </a:defRPr>
            </a:pPr>
            <a:r>
              <a:t>Gospel: John 9:1-41</a:t>
            </a:r>
            <a:br/>
            <a:r>
              <a:t>Season: Lent · Sunday Lectionary Year A</a:t>
            </a:r>
          </a:p>
          <a:p>
            <a:pPr>
              <a:spcAft>
                <a:spcPts val="500"/>
              </a:spcAft>
              <a:defRPr sz="2100" b="0" i="0">
                <a:solidFill>
                  <a:srgbClr val="FFFFFF"/>
                </a:solidFill>
                <a:latin typeface="Georgia"/>
              </a:defRPr>
            </a:pPr>
            <a:r>
              <a:t>Excerpt:</a:t>
            </a:r>
            <a:br/>
            <a:r>
              <a:t>“Neither did this man sin, nor his parents; but, that the works of God might be revealed in him.”</a:t>
            </a:r>
          </a:p>
          <a:p>
            <a:pPr>
              <a:spcAft>
                <a:spcPts val="500"/>
              </a:spcAft>
              <a:defRPr sz="2100" b="0" i="0">
                <a:solidFill>
                  <a:srgbClr val="FFFFFF"/>
                </a:solidFill>
                <a:latin typeface="Georgia"/>
              </a:defRPr>
            </a:pPr>
            <a:r>
              <a:t>Liturgical color: Purple (lent)</a:t>
            </a:r>
          </a:p>
        </p:txBody>
      </p:sp>
      <p:sp>
        <p:nvSpPr>
          <p:cNvPr id="6" name="TextBox 5"/>
          <p:cNvSpPr txBox="1"/>
          <p:nvPr/>
        </p:nvSpPr>
        <p:spPr>
          <a:xfrm>
            <a:off x="914400" y="9189720"/>
            <a:ext cx="16459200" cy="685800"/>
          </a:xfrm>
          <a:prstGeom prst="rect">
            <a:avLst/>
          </a:prstGeom>
          <a:noFill/>
        </p:spPr>
        <p:txBody>
          <a:bodyPr wrap="square" lIns="109728" rIns="109728" tIns="73152" bIns="73152">
            <a:noAutofit/>
          </a:bodyPr>
          <a:lstStyle/>
          <a:p>
            <a:pPr>
              <a:spcAft>
                <a:spcPts val="500"/>
              </a:spcAft>
              <a:defRPr sz="1400" b="0" i="0">
                <a:solidFill>
                  <a:srgbClr val="F8C66A"/>
                </a:solidFill>
                <a:latin typeface="Georgia"/>
              </a:defRPr>
            </a:pPr>
            <a:r>
              <a:t>Below: World English Bible (WEB) fallback — verify NABRE on bible.usccb.org.</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Welcome to the celebration of the Holy Eucharist.</a:t>
            </a:r>
          </a:p>
          <a:p>
            <a:pPr algn="ctr">
              <a:spcAft>
                <a:spcPts val="500"/>
              </a:spcAft>
              <a:defRPr sz="1500" b="0" i="1">
                <a:solidFill>
                  <a:srgbClr val="D8B4FE"/>
                </a:solidFill>
                <a:latin typeface="Georgia"/>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Glory and Praise to Our God</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GLORY AND PRAISE TO OUR GOD,</a:t>
            </a:r>
          </a:p>
          <a:p>
            <a:pPr algn="ctr">
              <a:lnSpc>
                <a:spcPct val="105000"/>
              </a:lnSpc>
              <a:spcAft>
                <a:spcPts val="1000"/>
              </a:spcAft>
              <a:defRPr sz="5000" b="1" i="0">
                <a:solidFill>
                  <a:srgbClr val="FFFFFF"/>
                </a:solidFill>
                <a:latin typeface="Arial Black"/>
              </a:defRPr>
            </a:pPr>
            <a:r>
              <a:t>WHO ALONE GIVES LIGHT TO OUR DAYS.</a:t>
            </a:r>
          </a:p>
          <a:p>
            <a:pPr algn="ctr">
              <a:lnSpc>
                <a:spcPct val="105000"/>
              </a:lnSpc>
              <a:spcAft>
                <a:spcPts val="1000"/>
              </a:spcAft>
              <a:defRPr sz="5000" b="1" i="0">
                <a:solidFill>
                  <a:srgbClr val="FFFFFF"/>
                </a:solidFill>
                <a:latin typeface="Arial Black"/>
              </a:defRPr>
            </a:pPr>
            <a:r>
              <a:t>MANY ARE THE BLESSINGS</a:t>
            </a:r>
          </a:p>
          <a:p>
            <a:pPr algn="ctr">
              <a:lnSpc>
                <a:spcPct val="105000"/>
              </a:lnSpc>
              <a:spcAft>
                <a:spcPts val="1000"/>
              </a:spcAft>
              <a:defRPr sz="5000" b="1" i="0">
                <a:solidFill>
                  <a:srgbClr val="FFFFFF"/>
                </a:solidFill>
                <a:latin typeface="Arial Black"/>
              </a:defRPr>
            </a:pPr>
            <a:r>
              <a:t>HE BEARS TO THOSE WHO TRUST IN HIS WAYS.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WE THE DAUGHTERS AND SONS OF HIM</a:t>
            </a:r>
          </a:p>
          <a:p>
            <a:pPr algn="ctr">
              <a:lnSpc>
                <a:spcPct val="105000"/>
              </a:lnSpc>
              <a:spcAft>
                <a:spcPts val="1000"/>
              </a:spcAft>
              <a:defRPr sz="5500" b="1" i="0">
                <a:solidFill>
                  <a:srgbClr val="FFFFFF"/>
                </a:solidFill>
                <a:latin typeface="Arial Black"/>
              </a:defRPr>
            </a:pPr>
            <a:r>
              <a:t>WHO BUILT THE VALLEYS AND PLAINS,</a:t>
            </a:r>
          </a:p>
          <a:p>
            <a:pPr algn="ctr">
              <a:lnSpc>
                <a:spcPct val="105000"/>
              </a:lnSpc>
              <a:spcAft>
                <a:spcPts val="1000"/>
              </a:spcAft>
              <a:defRPr sz="5500" b="1" i="0">
                <a:solidFill>
                  <a:srgbClr val="FFFFFF"/>
                </a:solidFill>
                <a:latin typeface="Arial Black"/>
              </a:defRPr>
            </a:pPr>
            <a:r>
              <a:t>PRAISE THE WONDERS OUR GOD HAS DONE,</a:t>
            </a:r>
          </a:p>
          <a:p>
            <a:pPr algn="ctr">
              <a:lnSpc>
                <a:spcPct val="105000"/>
              </a:lnSpc>
              <a:spcAft>
                <a:spcPts val="1000"/>
              </a:spcAft>
              <a:defRPr sz="5500" b="1" i="0">
                <a:solidFill>
                  <a:srgbClr val="FFFFFF"/>
                </a:solidFill>
                <a:latin typeface="Arial Black"/>
              </a:defRPr>
            </a:pPr>
            <a:r>
              <a:t>WHOSE MOTHER IS OVER 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REMEMBER THE WORKS OF OUR GOD,</a:t>
            </a:r>
          </a:p>
          <a:p>
            <a:pPr algn="ctr">
              <a:lnSpc>
                <a:spcPct val="105000"/>
              </a:lnSpc>
              <a:spcAft>
                <a:spcPts val="1000"/>
              </a:spcAft>
              <a:defRPr sz="5000" b="1" i="0">
                <a:solidFill>
                  <a:srgbClr val="FFFFFF"/>
                </a:solidFill>
                <a:latin typeface="Arial Black"/>
              </a:defRPr>
            </a:pPr>
            <a:r>
              <a:t>FROM THE HEAVENS, THE EARTH, AND THE SEA.</a:t>
            </a:r>
          </a:p>
          <a:p>
            <a:pPr algn="ctr">
              <a:lnSpc>
                <a:spcPct val="105000"/>
              </a:lnSpc>
              <a:spcAft>
                <a:spcPts val="1000"/>
              </a:spcAft>
              <a:defRPr sz="5000" b="1" i="0">
                <a:solidFill>
                  <a:srgbClr val="FFFFFF"/>
                </a:solidFill>
                <a:latin typeface="Arial Black"/>
              </a:defRPr>
            </a:pPr>
            <a:r>
              <a:t>ALL WHO DWELL ON THE EARTH,</a:t>
            </a:r>
          </a:p>
          <a:p>
            <a:pPr algn="ctr">
              <a:lnSpc>
                <a:spcPct val="105000"/>
              </a:lnSpc>
              <a:spcAft>
                <a:spcPts val="1000"/>
              </a:spcAft>
              <a:defRPr sz="5000" b="1" i="0">
                <a:solidFill>
                  <a:srgbClr val="FFFFFF"/>
                </a:solidFill>
                <a:latin typeface="Arial Black"/>
              </a:defRPr>
            </a:pPr>
            <a:r>
              <a:t>SING PRAISE FOR HIS MARVELOUS DEEDS.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GLORY AND PRAISE TO OUR GOD,</a:t>
            </a:r>
          </a:p>
          <a:p>
            <a:pPr algn="ctr">
              <a:lnSpc>
                <a:spcPct val="105000"/>
              </a:lnSpc>
              <a:spcAft>
                <a:spcPts val="1000"/>
              </a:spcAft>
              <a:defRPr sz="5000" b="1" i="0">
                <a:solidFill>
                  <a:srgbClr val="FFFFFF"/>
                </a:solidFill>
                <a:latin typeface="Arial Black"/>
              </a:defRPr>
            </a:pPr>
            <a:r>
              <a:t>WHILE HIS PEOPLE THEIR HOMAGE PROCLAIM.</a:t>
            </a:r>
          </a:p>
          <a:p>
            <a:pPr algn="ctr">
              <a:lnSpc>
                <a:spcPct val="105000"/>
              </a:lnSpc>
              <a:spcAft>
                <a:spcPts val="1000"/>
              </a:spcAft>
              <a:defRPr sz="5000" b="1" i="0">
                <a:solidFill>
                  <a:srgbClr val="FFFFFF"/>
                </a:solidFill>
                <a:latin typeface="Arial Black"/>
              </a:defRPr>
            </a:pPr>
            <a:r>
              <a:t>HE HAS POURED OUT HIS LOVE,</a:t>
            </a:r>
          </a:p>
          <a:p>
            <a:pPr algn="ctr">
              <a:lnSpc>
                <a:spcPct val="105000"/>
              </a:lnSpc>
              <a:spcAft>
                <a:spcPts val="1000"/>
              </a:spcAft>
              <a:defRPr sz="5000" b="1" i="0">
                <a:solidFill>
                  <a:srgbClr val="FFFFFF"/>
                </a:solidFill>
                <a:latin typeface="Arial Black"/>
              </a:defRPr>
            </a:pPr>
            <a:r>
              <a:t>AND HAS SHOWN US THE STRENGTH OF HIS HAND.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FAITHFUL FATHER, WE COME TO YOU:</a:t>
            </a:r>
          </a:p>
          <a:p>
            <a:pPr algn="ctr">
              <a:lnSpc>
                <a:spcPct val="105000"/>
              </a:lnSpc>
              <a:spcAft>
                <a:spcPts val="1000"/>
              </a:spcAft>
              <a:defRPr sz="5500" b="1" i="0">
                <a:solidFill>
                  <a:srgbClr val="FFFFFF"/>
                </a:solidFill>
                <a:latin typeface="Arial Black"/>
              </a:defRPr>
            </a:pPr>
            <a:r>
              <a:t>HEAL YOUR CHILDREN, REMEMBER YOUR CARE.</a:t>
            </a:r>
          </a:p>
          <a:p>
            <a:pPr algn="ctr">
              <a:lnSpc>
                <a:spcPct val="105000"/>
              </a:lnSpc>
              <a:spcAft>
                <a:spcPts val="1000"/>
              </a:spcAft>
              <a:defRPr sz="5500" b="1" i="0">
                <a:solidFill>
                  <a:srgbClr val="FFFFFF"/>
                </a:solidFill>
                <a:latin typeface="Arial Black"/>
              </a:defRPr>
            </a:pPr>
            <a:r>
              <a:t>YOU DELIVER YOUR OWN FROM SIN;</a:t>
            </a:r>
          </a:p>
          <a:p>
            <a:pPr algn="ctr">
              <a:lnSpc>
                <a:spcPct val="105000"/>
              </a:lnSpc>
              <a:spcAft>
                <a:spcPts val="1000"/>
              </a:spcAft>
              <a:defRPr sz="5500" b="1" i="0">
                <a:solidFill>
                  <a:srgbClr val="FFFFFF"/>
                </a:solidFill>
                <a:latin typeface="Arial Black"/>
              </a:defRPr>
            </a:pPr>
            <a:r>
              <a:t>WE WILL SING OF YOUR MERCY FOR 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In the Name of the Father, and of the Son, and of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Brethren (brothers and sisters), let us acknowledge our sins, and so prepare ourselves to celebrate the sacred mysteries.</a:t>
            </a:r>
          </a:p>
          <a:p>
            <a:pPr algn="ctr">
              <a:spcBef>
                <a:spcPts val="400"/>
              </a:spcBef>
              <a:spcAft>
                <a:spcPts val="500"/>
              </a:spcAft>
              <a:defRPr sz="2000" b="1" i="0">
                <a:solidFill>
                  <a:srgbClr val="FFFFFF"/>
                </a:solidFill>
                <a:latin typeface="Georgia"/>
              </a:defRPr>
            </a:pPr>
            <a:r>
              <a:t>All: I confess to almighty God</a:t>
            </a:r>
          </a:p>
          <a:p>
            <a:pPr algn="ctr">
              <a:spcAft>
                <a:spcPts val="500"/>
              </a:spcAft>
              <a:defRPr sz="1900" b="0" i="0">
                <a:solidFill>
                  <a:srgbClr val="FFFFFF"/>
                </a:solidFill>
                <a:latin typeface="Georgia"/>
              </a:defRPr>
            </a:pPr>
            <a:r>
              <a:t>and to you, my brothers and sisters,</a:t>
            </a:r>
          </a:p>
          <a:p>
            <a:pPr algn="ctr">
              <a:spcAft>
                <a:spcPts val="500"/>
              </a:spcAft>
              <a:defRPr sz="1900" b="0" i="0">
                <a:solidFill>
                  <a:srgbClr val="FFFFFF"/>
                </a:solidFill>
                <a:latin typeface="Georgia"/>
              </a:defRPr>
            </a:pPr>
            <a:r>
              <a:t>that I have greatly sinned,</a:t>
            </a:r>
          </a:p>
          <a:p>
            <a:pPr algn="ctr">
              <a:spcAft>
                <a:spcPts val="500"/>
              </a:spcAft>
              <a:defRPr sz="1900" b="0" i="0">
                <a:solidFill>
                  <a:srgbClr val="FFFFFF"/>
                </a:solidFill>
                <a:latin typeface="Georgia"/>
              </a:defRPr>
            </a:pPr>
            <a:r>
              <a:t>in my thoughts and in my words,</a:t>
            </a:r>
          </a:p>
          <a:p>
            <a:pPr algn="ctr">
              <a:spcAft>
                <a:spcPts val="500"/>
              </a:spcAft>
              <a:defRPr sz="1900" b="0" i="0">
                <a:solidFill>
                  <a:srgbClr val="FFFFFF"/>
                </a:solidFill>
                <a:latin typeface="Georgia"/>
              </a:defRPr>
            </a:pPr>
            <a:r>
              <a:t>in what I have done and in what I have failed to do,</a:t>
            </a:r>
          </a:p>
          <a:p>
            <a:pPr algn="ctr">
              <a:spcAft>
                <a:spcPts val="500"/>
              </a:spcAft>
              <a:defRPr sz="1900" b="0" i="0">
                <a:solidFill>
                  <a:srgbClr val="FFFFFF"/>
                </a:solidFill>
                <a:latin typeface="Georgia"/>
              </a:defRPr>
            </a:pPr>
            <a:r>
              <a:t>through my fault, through my fault,</a:t>
            </a:r>
          </a:p>
          <a:p>
            <a:pPr algn="ctr">
              <a:spcAft>
                <a:spcPts val="500"/>
              </a:spcAft>
              <a:defRPr sz="1900" b="0" i="0">
                <a:solidFill>
                  <a:srgbClr val="FFFFFF"/>
                </a:solidFill>
                <a:latin typeface="Georgia"/>
              </a:defRPr>
            </a:pPr>
            <a:r>
              <a:t>through my most grievous fault;</a:t>
            </a:r>
          </a:p>
          <a:p>
            <a:pPr algn="ctr">
              <a:spcAft>
                <a:spcPts val="500"/>
              </a:spcAft>
              <a:defRPr sz="1900" b="0" i="0">
                <a:solidFill>
                  <a:srgbClr val="FFFFFF"/>
                </a:solidFill>
                <a:latin typeface="Georgia"/>
              </a:defRPr>
            </a:pPr>
            <a:r>
              <a:t>therefore I ask blessed Mary ever-Virgin,</a:t>
            </a:r>
          </a:p>
          <a:p>
            <a:pPr algn="ctr">
              <a:spcAft>
                <a:spcPts val="500"/>
              </a:spcAft>
              <a:defRPr sz="1900" b="0" i="0">
                <a:solidFill>
                  <a:srgbClr val="FFFFFF"/>
                </a:solidFill>
                <a:latin typeface="Georgia"/>
              </a:defRPr>
            </a:pPr>
            <a:r>
              <a:t>all the Angels and Saints,</a:t>
            </a:r>
          </a:p>
          <a:p>
            <a:pPr algn="ctr">
              <a:spcAft>
                <a:spcPts val="500"/>
              </a:spcAft>
              <a:defRPr sz="1900" b="0" i="0">
                <a:solidFill>
                  <a:srgbClr val="FFFFFF"/>
                </a:solidFill>
                <a:latin typeface="Georgia"/>
              </a:defRPr>
            </a:pPr>
            <a:r>
              <a:t>and you, my brothers and sisters,</a:t>
            </a:r>
          </a:p>
          <a:p>
            <a:pPr algn="ctr">
              <a:spcAft>
                <a:spcPts val="500"/>
              </a:spcAft>
              <a:defRPr sz="1900" b="0" i="0">
                <a:solidFill>
                  <a:srgbClr val="FFFFFF"/>
                </a:solidFill>
                <a:latin typeface="Georgia"/>
              </a:defRPr>
            </a:pPr>
            <a:r>
              <a:t>to pray for me to the Lord our God.</a:t>
            </a:r>
          </a:p>
          <a:p>
            <a:pPr algn="ctr">
              <a:spcBef>
                <a:spcPts val="400"/>
              </a:spcBef>
              <a:spcAft>
                <a:spcPts val="500"/>
              </a:spcAft>
              <a:defRPr sz="2000" b="1" i="0">
                <a:solidFill>
                  <a:srgbClr val="D8B4FE"/>
                </a:solidFill>
                <a:latin typeface="Georgia"/>
              </a:defRPr>
            </a:pPr>
            <a:r>
              <a:t>Priest: May almighty God have mercy on us, forgive us our sins, and bring us to everlasting life.</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Penitential 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Aft>
                <a:spcPts val="500"/>
              </a:spcAft>
              <a:defRPr sz="1500" b="0" i="1">
                <a:solidFill>
                  <a:srgbClr val="D8B4FE"/>
                </a:solidFill>
                <a:latin typeface="Georgia"/>
              </a:defRPr>
            </a:pPr>
            <a:r>
              <a:t>This acclamation may also be sung, or the invocations from the Missal or approved pastoral practice may be used in full.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Glory to God in the highest,</a:t>
            </a:r>
          </a:p>
          <a:p>
            <a:pPr algn="ctr">
              <a:spcAft>
                <a:spcPts val="500"/>
              </a:spcAft>
              <a:defRPr sz="1900" b="0" i="0">
                <a:solidFill>
                  <a:srgbClr val="FFFFFF"/>
                </a:solidFill>
                <a:latin typeface="Georgia"/>
              </a:defRPr>
            </a:pPr>
            <a:r>
              <a:t>and on earth peace to people of good will.</a:t>
            </a:r>
          </a:p>
          <a:p>
            <a:pPr algn="ctr">
              <a:spcAft>
                <a:spcPts val="500"/>
              </a:spcAft>
              <a:defRPr sz="1900" b="0" i="0">
                <a:solidFill>
                  <a:srgbClr val="FFFFFF"/>
                </a:solidFill>
                <a:latin typeface="Georgia"/>
              </a:defRPr>
            </a:pPr>
            <a:r>
              <a:t>We praise you, we bless you, we adore you,</a:t>
            </a:r>
          </a:p>
          <a:p>
            <a:pPr algn="ctr">
              <a:spcAft>
                <a:spcPts val="500"/>
              </a:spcAft>
              <a:defRPr sz="1900" b="0" i="0">
                <a:solidFill>
                  <a:srgbClr val="FFFFFF"/>
                </a:solidFill>
                <a:latin typeface="Georgia"/>
              </a:defRPr>
            </a:pPr>
            <a:r>
              <a:t>we glorify you, we give you thanks</a:t>
            </a:r>
          </a:p>
          <a:p>
            <a:pPr algn="ctr">
              <a:spcAft>
                <a:spcPts val="500"/>
              </a:spcAft>
              <a:defRPr sz="1900" b="0" i="0">
                <a:solidFill>
                  <a:srgbClr val="FFFFFF"/>
                </a:solidFill>
                <a:latin typeface="Georgia"/>
              </a:defRPr>
            </a:pPr>
            <a:r>
              <a:t>for your great glory,</a:t>
            </a:r>
          </a:p>
          <a:p>
            <a:pPr algn="ctr">
              <a:spcAft>
                <a:spcPts val="500"/>
              </a:spcAft>
              <a:defRPr sz="1900" b="0" i="0">
                <a:solidFill>
                  <a:srgbClr val="FFFFFF"/>
                </a:solidFill>
                <a:latin typeface="Georgia"/>
              </a:defRPr>
            </a:pPr>
            <a:r>
              <a:t>Lord God, heavenly King, O God, almighty Father.</a:t>
            </a:r>
          </a:p>
          <a:p>
            <a:pPr algn="ctr">
              <a:spcAft>
                <a:spcPts val="500"/>
              </a:spcAft>
              <a:defRPr sz="1900" b="0" i="0">
                <a:solidFill>
                  <a:srgbClr val="FFFFFF"/>
                </a:solidFill>
                <a:latin typeface="Georgia"/>
              </a:defRPr>
            </a:pPr>
            <a:r>
              <a:t>Lord Jesus Christ, Only Begotten Son,</a:t>
            </a:r>
          </a:p>
          <a:p>
            <a:pPr algn="ctr">
              <a:spcAft>
                <a:spcPts val="500"/>
              </a:spcAft>
              <a:defRPr sz="1900" b="0" i="0">
                <a:solidFill>
                  <a:srgbClr val="FFFFFF"/>
                </a:solidFill>
                <a:latin typeface="Georgia"/>
              </a:defRPr>
            </a:pPr>
            <a:r>
              <a:t>Lord God, Lamb of God, Son of the Father,</a:t>
            </a:r>
          </a:p>
          <a:p>
            <a:pPr algn="ctr">
              <a:spcAft>
                <a:spcPts val="500"/>
              </a:spcAft>
              <a:defRPr sz="1900" b="0" i="0">
                <a:solidFill>
                  <a:srgbClr val="FFFFFF"/>
                </a:solidFill>
                <a:latin typeface="Georgia"/>
              </a:defRPr>
            </a:pPr>
            <a:r>
              <a:t>you take away the sins of the world, have mercy on us;</a:t>
            </a:r>
          </a:p>
          <a:p>
            <a:pPr algn="ctr">
              <a:spcAft>
                <a:spcPts val="500"/>
              </a:spcAft>
              <a:defRPr sz="1900" b="0" i="0">
                <a:solidFill>
                  <a:srgbClr val="FFFFFF"/>
                </a:solidFill>
                <a:latin typeface="Georgia"/>
              </a:defRPr>
            </a:pPr>
            <a:r>
              <a:t>you take away the sins of the world, receive our prayer;</a:t>
            </a:r>
          </a:p>
          <a:p>
            <a:pPr algn="ctr">
              <a:spcAft>
                <a:spcPts val="500"/>
              </a:spcAft>
              <a:defRPr sz="1900" b="0" i="0">
                <a:solidFill>
                  <a:srgbClr val="FFFFFF"/>
                </a:solidFill>
                <a:latin typeface="Georgia"/>
              </a:defRPr>
            </a:pPr>
            <a:r>
              <a:t>you are seated at the right hand of the Father, have mercy on us.</a:t>
            </a:r>
          </a:p>
          <a:p>
            <a:pPr algn="ctr">
              <a:spcAft>
                <a:spcPts val="500"/>
              </a:spcAft>
              <a:defRPr sz="1900" b="0" i="0">
                <a:solidFill>
                  <a:srgbClr val="FFFFFF"/>
                </a:solidFill>
                <a:latin typeface="Georgia"/>
              </a:defRPr>
            </a:pPr>
            <a:r>
              <a:t>For you alone are the Holy One,</a:t>
            </a:r>
          </a:p>
          <a:p>
            <a:pPr algn="ctr">
              <a:spcAft>
                <a:spcPts val="500"/>
              </a:spcAft>
              <a:defRPr sz="1900" b="0" i="0">
                <a:solidFill>
                  <a:srgbClr val="FFFFFF"/>
                </a:solidFill>
                <a:latin typeface="Georgia"/>
              </a:defRPr>
            </a:pPr>
            <a:r>
              <a:t>you alone are the Lord,</a:t>
            </a:r>
          </a:p>
          <a:p>
            <a:pPr algn="ctr">
              <a:spcAft>
                <a:spcPts val="500"/>
              </a:spcAft>
              <a:defRPr sz="1900" b="0" i="0">
                <a:solidFill>
                  <a:srgbClr val="FFFFFF"/>
                </a:solidFill>
                <a:latin typeface="Georgia"/>
              </a:defRPr>
            </a:pPr>
            <a:r>
              <a:t>you alone are the Most High,</a:t>
            </a:r>
          </a:p>
          <a:p>
            <a:pPr algn="ctr">
              <a:spcAft>
                <a:spcPts val="500"/>
              </a:spcAft>
              <a:defRPr sz="1900" b="0" i="0">
                <a:solidFill>
                  <a:srgbClr val="FFFFFF"/>
                </a:solidFill>
                <a:latin typeface="Georgia"/>
              </a:defRPr>
            </a:pPr>
            <a:r>
              <a:t>Jesus Christ,</a:t>
            </a:r>
          </a:p>
          <a:p>
            <a:pPr algn="ctr">
              <a:spcAft>
                <a:spcPts val="500"/>
              </a:spcAft>
              <a:defRPr sz="1900" b="0" i="0">
                <a:solidFill>
                  <a:srgbClr val="FFFFFF"/>
                </a:solidFill>
                <a:latin typeface="Georgia"/>
              </a:defRPr>
            </a:pPr>
            <a:r>
              <a:t>with the Holy Spirit,</a:t>
            </a:r>
          </a:p>
          <a:p>
            <a:pPr algn="ctr">
              <a:spcAft>
                <a:spcPts val="500"/>
              </a:spcAft>
              <a:defRPr sz="1900" b="0" i="0">
                <a:solidFill>
                  <a:srgbClr val="FFFFFF"/>
                </a:solidFill>
                <a:latin typeface="Georgia"/>
              </a:defRPr>
            </a:pPr>
            <a:r>
              <a:t>in the glory of God the Father.</a:t>
            </a:r>
          </a:p>
          <a:p>
            <a:pPr algn="ctr">
              <a:spcAft>
                <a:spcPts val="500"/>
              </a:spcAft>
              <a:defRPr sz="1900" b="0" i="0">
                <a:solidFill>
                  <a:srgbClr val="FFFFFF"/>
                </a:solidFill>
                <a:latin typeface="Georgia"/>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Gloria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First Reading (1 Samuel 16:1b, 6-7, 10-13a)</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1 Samuel 16:1b, 6-7, 10-13a</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Responsorial Psalm (Psalm 23: 1-3a, 3b-4, 5, 6)</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Psalm 23: 1-3a, 3b-4, 5, 6</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Second Reading (Ephesians 5:8-14)</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Ephesians 5:8-14</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ALLELUIA! ALLELUIA! ALLELUIA! ALLELUIA!</a:t>
            </a:r>
          </a:p>
          <a:p>
            <a:pPr algn="ctr">
              <a:spcAft>
                <a:spcPts val="500"/>
              </a:spcAft>
              <a:defRPr sz="1500" b="0" i="1">
                <a:solidFill>
                  <a:srgbClr val="D8B4FE"/>
                </a:solidFill>
                <a:latin typeface="Georgia"/>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FFFFF"/>
                </a:solidFill>
                <a:latin typeface="Georgia"/>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John 9:1-41</a:t>
            </a:r>
          </a:p>
          <a:p>
            <a:pPr algn="ctr">
              <a:spcAft>
                <a:spcPts val="500"/>
              </a:spcAft>
              <a:defRPr sz="1500" b="0" i="1">
                <a:solidFill>
                  <a:srgbClr val="D8B4FE"/>
                </a:solidFill>
                <a:latin typeface="Georgia"/>
              </a:defRPr>
            </a:pPr>
          </a:p>
          <a:p>
            <a:pPr algn="ctr">
              <a:spcBef>
                <a:spcPts val="400"/>
              </a:spcBef>
              <a:spcAft>
                <a:spcPts val="500"/>
              </a:spcAft>
              <a:defRPr sz="2000" b="1" i="0">
                <a:solidFill>
                  <a:srgbClr val="FFFFFF"/>
                </a:solidFill>
                <a:latin typeface="Georgia"/>
              </a:defRPr>
            </a:pPr>
            <a:r>
              <a:t>All: “Neither did this man sin, nor his parents; but, that the works of God might be revealed in him.”</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9:1-41  ·  slide 1 of 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As he passed by, he saw a man blind from birth. His disciples asked him, “Rabbi, who sinned, this man or his parents, that he was born blind?” Jesus answered, “Neither did this man sin, nor his parents; but, that the works of God might be revealed in him. I must work the works of him who sent me, while it is day. The night is coming, when no one can work. While I am in the world, I am the light of the world.” When he had said this, he spat on the ground, made mud with the saliva, anointed the blind man’s eyes with the mud, and said to him, “Go, wash in the pool of Siloam” (which means “Sent”). So he went away, washed, and came back seeing.</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 (continued)</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9:1-41  ·  slide 2 of 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The neighbors therefore, and those who saw that he was blind before, said, “Isn’t this he who sat and begged?” Others were saying, “It is he.” Still others were saying, “He looks like him.” He said, “I am he.” They therefore were asking him, “How were your eyes opened?” He answered, “A man called Jesus made mud, anointed my eyes, and said to me, ‘Go to the pool of Siloam, and wash.’ So I went away and washed, and I received sight.” Then they asked him, “Where is he?” He said, “I don’t know.” They brought him who had been blind to the Pharisees. It was a Sabbath when Jesus made the mud and opened his eyes. Again therefore the Pharisees also asked him how he received his sight.</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 (continued)</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9:1-41  ·  slide 3 of 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He said to them, “He put mud on my eyes, I washed, and I see.” Some therefore of the Pharisees said, “This man is not from God, because he doesn’t keep the Sabbath.” Others said, “How can a man who is a sinner do such signs?” There was division among them. Therefore they asked the blind man again, “What do you say about him, because he opened your eyes?” He said, “He is a prophet.” The Jews therefore did not believe concerning him, that he had been blind, and had received his sight, until they called the parents of him who had received his sight, and asked them, “Is this your son, whom you say was born blind? How then does he now see?” His parents answered them, “We know that this is our son, and that he was born blind; but how he now sees, we don’t know; or who opened his eyes, we don’t know. He is of age.</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 (continued)</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9:1-41  ·  slide 4 of 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Ask him. He will speak for himself.” His parents said these things because they feared the Jews; for the Jews had already agreed that if any man would confess him as Christ, he would be put out of the synagogue. Therefore his parents said, “He is of age. Ask him.” So they called the man who was blind a second time, and said to him, “Give glory to God. We know that this man is a sinner.” He therefore answered, “I don’t know if he is a sinner. One thing I do know: that though I was blind, now I see.” They said to him again, “What did he do to you? How did he open your eyes?” He answered them, “I told you already, and you didn’t listen. Why do you want to hear it again? You don’t also want to become his disciples, do you?” They insulted him and said, “You are his disciple, but we are disciples of Moses.</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 (continued)</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9:1-41  ·  slide 5 of 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We know that God has spoken to Moses. But as for this man, we don’t know where he comes from.” The man answered them, “How amazing! You don’t know where he comes from, yet he opened my eyes. We know that God doesn’t listen to sinners, but if anyone is a worshiper of God, and does his will, he listens to him. Since the world began it has never been heard of that anyone opened the eyes of someone born blind. If this man were not from God, he could do nothing.” They answered him, “You were altogether born in sins, and do you teach us?” They threw him out.</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 (continued)</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9:1-41  ·  slide 6 of 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Jesus heard that they had thrown him out, and finding him, he said, “Do you believe in the Son of God?” He answered, “Who is he, Lord, that I may believe in him?” Jesus said to him, “You have both seen him, and it is he who speaks with you.” He said, “Lord, I believe!” and he worshiped him. Jesus said, “I came into this world for judgment, that those who don’t see may see; and that those who see may become blind.” Those of the Pharisees who were with him heard these things, and said to him, “Are we also blind?” Jesus said to them, “If you were blind, you would have no sin; but now you say, ‘We see.’ Therefore your sin remains.</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Gospel of the Lord.</a:t>
            </a:r>
          </a:p>
          <a:p>
            <a:pPr algn="ctr">
              <a:spcBef>
                <a:spcPts val="400"/>
              </a:spcBef>
              <a:spcAft>
                <a:spcPts val="500"/>
              </a:spcAft>
              <a:defRPr sz="2000" b="1" i="0">
                <a:solidFill>
                  <a:srgbClr val="FFFFFF"/>
                </a:solidFill>
                <a:latin typeface="Georgia"/>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Time for the homily — Father will now preach.</a:t>
            </a:r>
          </a:p>
          <a:p>
            <a:pPr algn="ctr">
              <a:spcAft>
                <a:spcPts val="500"/>
              </a:spcAft>
              <a:defRPr sz="1500" b="0" i="1">
                <a:solidFill>
                  <a:srgbClr val="D8B4FE"/>
                </a:solidFill>
                <a:latin typeface="Georgia"/>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Homily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I believe in one God,</a:t>
            </a:r>
          </a:p>
          <a:p>
            <a:pPr algn="ctr">
              <a:spcAft>
                <a:spcPts val="500"/>
              </a:spcAft>
              <a:defRPr sz="1900" b="0" i="0">
                <a:solidFill>
                  <a:srgbClr val="FFFFFF"/>
                </a:solidFill>
                <a:latin typeface="Georgia"/>
              </a:defRPr>
            </a:pPr>
            <a:r>
              <a:t>the Father almighty,</a:t>
            </a:r>
          </a:p>
          <a:p>
            <a:pPr algn="ctr">
              <a:spcAft>
                <a:spcPts val="500"/>
              </a:spcAft>
              <a:defRPr sz="1900" b="0" i="0">
                <a:solidFill>
                  <a:srgbClr val="FFFFFF"/>
                </a:solidFill>
                <a:latin typeface="Georgia"/>
              </a:defRPr>
            </a:pPr>
            <a:r>
              <a:t>maker of heaven and earth,</a:t>
            </a:r>
          </a:p>
          <a:p>
            <a:pPr algn="ctr">
              <a:spcAft>
                <a:spcPts val="500"/>
              </a:spcAft>
              <a:defRPr sz="1900" b="0" i="0">
                <a:solidFill>
                  <a:srgbClr val="FFFFFF"/>
                </a:solidFill>
                <a:latin typeface="Georgia"/>
              </a:defRPr>
            </a:pPr>
            <a:r>
              <a:t>of all things visible and invisible.</a:t>
            </a:r>
          </a:p>
          <a:p>
            <a:pPr algn="ctr">
              <a:spcAft>
                <a:spcPts val="500"/>
              </a:spcAft>
              <a:defRPr sz="1900" b="0" i="0">
                <a:solidFill>
                  <a:srgbClr val="FFFFFF"/>
                </a:solidFill>
                <a:latin typeface="Georgia"/>
              </a:defRPr>
            </a:pPr>
            <a:r>
              <a:t>I believe in one Lord Jesus Christ,</a:t>
            </a:r>
          </a:p>
          <a:p>
            <a:pPr algn="ctr">
              <a:spcAft>
                <a:spcPts val="500"/>
              </a:spcAft>
              <a:defRPr sz="1900" b="0" i="0">
                <a:solidFill>
                  <a:srgbClr val="FFFFFF"/>
                </a:solidFill>
                <a:latin typeface="Georgia"/>
              </a:defRPr>
            </a:pPr>
            <a:r>
              <a:t>the Only Begotten Son of God,</a:t>
            </a:r>
          </a:p>
          <a:p>
            <a:pPr algn="ctr">
              <a:spcAft>
                <a:spcPts val="500"/>
              </a:spcAft>
              <a:defRPr sz="1900" b="0" i="0">
                <a:solidFill>
                  <a:srgbClr val="FFFFFF"/>
                </a:solidFill>
                <a:latin typeface="Georgia"/>
              </a:defRPr>
            </a:pPr>
            <a:r>
              <a:t>born of the Father before all ages.</a:t>
            </a:r>
          </a:p>
          <a:p>
            <a:pPr algn="ctr">
              <a:spcAft>
                <a:spcPts val="500"/>
              </a:spcAft>
              <a:defRPr sz="1900" b="0" i="0">
                <a:solidFill>
                  <a:srgbClr val="FFFFFF"/>
                </a:solidFill>
                <a:latin typeface="Georgia"/>
              </a:defRPr>
            </a:pPr>
            <a:r>
              <a:t>God from God, Light from Light,</a:t>
            </a:r>
          </a:p>
          <a:p>
            <a:pPr algn="ctr">
              <a:spcAft>
                <a:spcPts val="500"/>
              </a:spcAft>
              <a:defRPr sz="1900" b="0" i="0">
                <a:solidFill>
                  <a:srgbClr val="FFFFFF"/>
                </a:solidFill>
                <a:latin typeface="Georgia"/>
              </a:defRPr>
            </a:pPr>
            <a:r>
              <a:t>true God from true God,</a:t>
            </a:r>
          </a:p>
          <a:p>
            <a:pPr algn="ctr">
              <a:spcAft>
                <a:spcPts val="500"/>
              </a:spcAft>
              <a:defRPr sz="1900" b="0" i="0">
                <a:solidFill>
                  <a:srgbClr val="FFFFFF"/>
                </a:solidFill>
                <a:latin typeface="Georgia"/>
              </a:defRPr>
            </a:pPr>
            <a:r>
              <a:t>begotten, not made, consubstantial with the Father;</a:t>
            </a:r>
          </a:p>
          <a:p>
            <a:pPr algn="ctr">
              <a:spcAft>
                <a:spcPts val="500"/>
              </a:spcAft>
              <a:defRPr sz="1900" b="0" i="0">
                <a:solidFill>
                  <a:srgbClr val="FFFFFF"/>
                </a:solidFill>
                <a:latin typeface="Georgia"/>
              </a:defRPr>
            </a:pPr>
            <a:r>
              <a:t>through him all things were made.</a:t>
            </a:r>
          </a:p>
          <a:p>
            <a:pPr algn="ctr">
              <a:spcAft>
                <a:spcPts val="500"/>
              </a:spcAft>
              <a:defRPr sz="1900" b="0" i="0">
                <a:solidFill>
                  <a:srgbClr val="FFFFFF"/>
                </a:solidFill>
                <a:latin typeface="Georgia"/>
              </a:defRPr>
            </a:pPr>
            <a:r>
              <a:t>For us men and for our salvation</a:t>
            </a:r>
          </a:p>
          <a:p>
            <a:pPr algn="ctr">
              <a:spcAft>
                <a:spcPts val="500"/>
              </a:spcAft>
              <a:defRPr sz="1900" b="0" i="0">
                <a:solidFill>
                  <a:srgbClr val="FFFFFF"/>
                </a:solidFill>
                <a:latin typeface="Georgia"/>
              </a:defRPr>
            </a:pPr>
            <a:r>
              <a:t>he came down from heaven,</a:t>
            </a:r>
          </a:p>
          <a:p>
            <a:pPr algn="ctr">
              <a:spcAft>
                <a:spcPts val="500"/>
              </a:spcAft>
              <a:defRPr sz="1900" b="0" i="0">
                <a:solidFill>
                  <a:srgbClr val="FFFFFF"/>
                </a:solidFill>
                <a:latin typeface="Georgia"/>
              </a:defRPr>
            </a:pPr>
            <a:r>
              <a:t>and by the Holy Spirit was incarnate of the Virgin Mary,</a:t>
            </a:r>
          </a:p>
          <a:p>
            <a:pPr algn="ctr">
              <a:spcAft>
                <a:spcPts val="500"/>
              </a:spcAft>
              <a:defRPr sz="1900" b="0" i="0">
                <a:solidFill>
                  <a:srgbClr val="FFFFFF"/>
                </a:solidFill>
                <a:latin typeface="Georgia"/>
              </a:defRPr>
            </a:pPr>
            <a:r>
              <a:t>and became man.</a:t>
            </a:r>
          </a:p>
          <a:p>
            <a:pPr algn="ctr">
              <a:spcAft>
                <a:spcPts val="500"/>
              </a:spcAft>
              <a:defRPr sz="1900" b="0" i="0">
                <a:solidFill>
                  <a:srgbClr val="FFFFFF"/>
                </a:solidFill>
                <a:latin typeface="Georgia"/>
              </a:defRPr>
            </a:pPr>
            <a:r>
              <a:t>For our sake he was crucified under Pontius Pilate,</a:t>
            </a:r>
          </a:p>
          <a:p>
            <a:pPr algn="ctr">
              <a:spcAft>
                <a:spcPts val="500"/>
              </a:spcAft>
              <a:defRPr sz="1900" b="0" i="0">
                <a:solidFill>
                  <a:srgbClr val="FFFFFF"/>
                </a:solidFill>
                <a:latin typeface="Georgia"/>
              </a:defRPr>
            </a:pPr>
            <a:r>
              <a:t>he suffered death and was buried,</a:t>
            </a:r>
          </a:p>
          <a:p>
            <a:pPr algn="ctr">
              <a:spcAft>
                <a:spcPts val="500"/>
              </a:spcAft>
              <a:defRPr sz="1900" b="0" i="0">
                <a:solidFill>
                  <a:srgbClr val="FFFFFF"/>
                </a:solidFill>
                <a:latin typeface="Georgia"/>
              </a:defRPr>
            </a:pPr>
            <a:r>
              <a:t>and rose again on the third day</a:t>
            </a:r>
          </a:p>
          <a:p>
            <a:pPr algn="ctr">
              <a:spcAft>
                <a:spcPts val="500"/>
              </a:spcAft>
              <a:defRPr sz="1900" b="0" i="0">
                <a:solidFill>
                  <a:srgbClr val="FFFFFF"/>
                </a:solidFill>
                <a:latin typeface="Georgia"/>
              </a:defRPr>
            </a:pPr>
            <a:r>
              <a:t>in accordance with the Scriptures.</a:t>
            </a:r>
          </a:p>
          <a:p>
            <a:pPr algn="ctr">
              <a:spcAft>
                <a:spcPts val="500"/>
              </a:spcAft>
              <a:defRPr sz="1900" b="0" i="0">
                <a:solidFill>
                  <a:srgbClr val="FFFFFF"/>
                </a:solidFill>
                <a:latin typeface="Georgia"/>
              </a:defRPr>
            </a:pPr>
            <a:r>
              <a:t>He ascended into heaven</a:t>
            </a:r>
          </a:p>
          <a:p>
            <a:pPr algn="ctr">
              <a:spcAft>
                <a:spcPts val="500"/>
              </a:spcAft>
              <a:defRPr sz="1900" b="0" i="0">
                <a:solidFill>
                  <a:srgbClr val="FFFFFF"/>
                </a:solidFill>
                <a:latin typeface="Georgia"/>
              </a:defRPr>
            </a:pPr>
            <a:r>
              <a:t>and is seated at the right hand of the Father.</a:t>
            </a:r>
          </a:p>
          <a:p>
            <a:pPr algn="ctr">
              <a:spcAft>
                <a:spcPts val="500"/>
              </a:spcAft>
              <a:defRPr sz="1900" b="0" i="0">
                <a:solidFill>
                  <a:srgbClr val="FFFFFF"/>
                </a:solidFill>
                <a:latin typeface="Georgia"/>
              </a:defRPr>
            </a:pPr>
            <a:r>
              <a:t>He will come again in glory</a:t>
            </a:r>
          </a:p>
          <a:p>
            <a:pPr algn="ctr">
              <a:spcAft>
                <a:spcPts val="500"/>
              </a:spcAft>
              <a:defRPr sz="1900" b="0" i="0">
                <a:solidFill>
                  <a:srgbClr val="FFFFFF"/>
                </a:solidFill>
                <a:latin typeface="Georgia"/>
              </a:defRPr>
            </a:pPr>
            <a:r>
              <a:t>to judge the living and the dead</a:t>
            </a:r>
          </a:p>
          <a:p>
            <a:pPr algn="ctr">
              <a:spcAft>
                <a:spcPts val="500"/>
              </a:spcAft>
              <a:defRPr sz="1900" b="0" i="0">
                <a:solidFill>
                  <a:srgbClr val="FFFFFF"/>
                </a:solidFill>
                <a:latin typeface="Georgia"/>
              </a:defRPr>
            </a:pPr>
            <a:r>
              <a:t>and his kingdom will have no end.</a:t>
            </a:r>
          </a:p>
          <a:p>
            <a:pPr algn="ctr">
              <a:spcAft>
                <a:spcPts val="500"/>
              </a:spcAft>
              <a:defRPr sz="1900" b="0" i="0">
                <a:solidFill>
                  <a:srgbClr val="FFFFFF"/>
                </a:solidFill>
                <a:latin typeface="Georgia"/>
              </a:defRPr>
            </a:pPr>
            <a:r>
              <a:t>I believe in the Holy Spirit, the Lord, the giver of life,</a:t>
            </a:r>
          </a:p>
          <a:p>
            <a:pPr algn="ctr">
              <a:spcAft>
                <a:spcPts val="500"/>
              </a:spcAft>
              <a:defRPr sz="1900" b="0" i="0">
                <a:solidFill>
                  <a:srgbClr val="FFFFFF"/>
                </a:solidFill>
                <a:latin typeface="Georgia"/>
              </a:defRPr>
            </a:pPr>
            <a:r>
              <a:t>who proceeds from the Father and the Son,</a:t>
            </a:r>
          </a:p>
          <a:p>
            <a:pPr algn="ctr">
              <a:spcAft>
                <a:spcPts val="500"/>
              </a:spcAft>
              <a:defRPr sz="1900" b="0" i="0">
                <a:solidFill>
                  <a:srgbClr val="FFFFFF"/>
                </a:solidFill>
                <a:latin typeface="Georgia"/>
              </a:defRPr>
            </a:pPr>
            <a:r>
              <a:t>who with the Father and the Son is adored and glorified,</a:t>
            </a:r>
          </a:p>
          <a:p>
            <a:pPr algn="ctr">
              <a:spcAft>
                <a:spcPts val="500"/>
              </a:spcAft>
              <a:defRPr sz="1900" b="0" i="0">
                <a:solidFill>
                  <a:srgbClr val="FFFFFF"/>
                </a:solidFill>
                <a:latin typeface="Georgia"/>
              </a:defRPr>
            </a:pPr>
            <a:r>
              <a:t>who has spoken through the prophets.</a:t>
            </a:r>
          </a:p>
          <a:p>
            <a:pPr algn="ctr">
              <a:spcAft>
                <a:spcPts val="500"/>
              </a:spcAft>
              <a:defRPr sz="1900" b="0" i="0">
                <a:solidFill>
                  <a:srgbClr val="FFFFFF"/>
                </a:solidFill>
                <a:latin typeface="Georgia"/>
              </a:defRPr>
            </a:pPr>
            <a:r>
              <a:t>I believe in one, holy, catholic and apostolic Church.</a:t>
            </a:r>
          </a:p>
          <a:p>
            <a:pPr algn="ctr">
              <a:spcAft>
                <a:spcPts val="500"/>
              </a:spcAft>
              <a:defRPr sz="1900" b="0" i="0">
                <a:solidFill>
                  <a:srgbClr val="FFFFFF"/>
                </a:solidFill>
                <a:latin typeface="Georgia"/>
              </a:defRPr>
            </a:pPr>
            <a:r>
              <a:t>I confess one Baptism for the forgiveness of sins</a:t>
            </a:r>
          </a:p>
          <a:p>
            <a:pPr algn="ctr">
              <a:spcAft>
                <a:spcPts val="500"/>
              </a:spcAft>
              <a:defRPr sz="1900" b="0" i="0">
                <a:solidFill>
                  <a:srgbClr val="FFFFFF"/>
                </a:solidFill>
                <a:latin typeface="Georgia"/>
              </a:defRPr>
            </a:pPr>
            <a:r>
              <a:t>and I look forward to the resurrection of the dead</a:t>
            </a:r>
          </a:p>
          <a:p>
            <a:pPr algn="ctr">
              <a:spcAft>
                <a:spcPts val="500"/>
              </a:spcAft>
              <a:defRPr sz="1900" b="0" i="0">
                <a:solidFill>
                  <a:srgbClr val="FFFFFF"/>
                </a:solidFill>
                <a:latin typeface="Georgia"/>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Nicene Creed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8B4FE"/>
                </a:solidFill>
                <a:latin typeface="Georgia"/>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FFFFF"/>
                </a:solidFill>
                <a:latin typeface="Georgia"/>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Priest concludes the Prayer of the Faithful with a prayer in full, for example:</a:t>
            </a:r>
          </a:p>
          <a:p>
            <a:pPr algn="ctr">
              <a:spcBef>
                <a:spcPts val="400"/>
              </a:spcBef>
              <a:spcAft>
                <a:spcPts val="500"/>
              </a:spcAft>
              <a:defRPr sz="2000" b="1" i="0">
                <a:solidFill>
                  <a:srgbClr val="D8B4FE"/>
                </a:solidFill>
                <a:latin typeface="Georgia"/>
              </a:defRPr>
            </a:pPr>
            <a:r>
              <a:t>Priest: Heavenly Father, hear the prayers of the Church, which we make through Christ our Lord.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Christify</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RAIN AND SUNSHINE, SEED AND SOIL,</a:t>
            </a:r>
          </a:p>
          <a:p>
            <a:pPr algn="ctr">
              <a:lnSpc>
                <a:spcPct val="105000"/>
              </a:lnSpc>
              <a:spcAft>
                <a:spcPts val="1000"/>
              </a:spcAft>
              <a:defRPr sz="5500" b="1" i="0">
                <a:solidFill>
                  <a:srgbClr val="FFFFFF"/>
                </a:solidFill>
                <a:latin typeface="Arial Black"/>
              </a:defRPr>
            </a:pPr>
            <a:r>
              <a:t>DRAW FROM US THIS OFFERING TOIL.</a:t>
            </a:r>
          </a:p>
          <a:p>
            <a:pPr algn="ctr">
              <a:lnSpc>
                <a:spcPct val="105000"/>
              </a:lnSpc>
              <a:spcAft>
                <a:spcPts val="1000"/>
              </a:spcAft>
              <a:defRPr sz="5500" b="1" i="0">
                <a:solidFill>
                  <a:srgbClr val="FFFFFF"/>
                </a:solidFill>
                <a:latin typeface="Arial Black"/>
              </a:defRPr>
            </a:pPr>
            <a:r>
              <a:t>MAKE US WORTHY OF YOUR NAME</a:t>
            </a:r>
          </a:p>
          <a:p>
            <a:pPr algn="ctr">
              <a:lnSpc>
                <a:spcPct val="105000"/>
              </a:lnSpc>
              <a:spcAft>
                <a:spcPts val="1000"/>
              </a:spcAft>
              <a:defRPr sz="5500" b="1" i="0">
                <a:solidFill>
                  <a:srgbClr val="FFFFFF"/>
                </a:solidFill>
                <a:latin typeface="Arial Black"/>
              </a:defRPr>
            </a:pPr>
            <a:r>
              <a:t>AS WE SHARE YOUR BREAD AND WINE.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BLESS US THIS DAY THAT WE MAY PROVE</a:t>
            </a:r>
          </a:p>
          <a:p>
            <a:pPr algn="ctr">
              <a:lnSpc>
                <a:spcPct val="105000"/>
              </a:lnSpc>
              <a:spcAft>
                <a:spcPts val="1000"/>
              </a:spcAft>
              <a:defRPr sz="5500" b="1" i="0">
                <a:solidFill>
                  <a:srgbClr val="FFFFFF"/>
                </a:solidFill>
                <a:latin typeface="Arial Black"/>
              </a:defRPr>
            </a:pPr>
            <a:r>
              <a:t>WORTHY OF THE LIFE WE HAVE IN YOU.</a:t>
            </a:r>
          </a:p>
          <a:p>
            <a:pPr algn="ctr">
              <a:lnSpc>
                <a:spcPct val="105000"/>
              </a:lnSpc>
              <a:spcAft>
                <a:spcPts val="1000"/>
              </a:spcAft>
              <a:defRPr sz="5500" b="1" i="0">
                <a:solidFill>
                  <a:srgbClr val="FFFFFF"/>
                </a:solidFill>
                <a:latin typeface="Arial Black"/>
              </a:defRPr>
            </a:pPr>
            <a:r>
              <a:t>MAKE US YOUR LIVING BODY HERE,</a:t>
            </a:r>
          </a:p>
          <a:p>
            <a:pPr algn="ctr">
              <a:lnSpc>
                <a:spcPct val="105000"/>
              </a:lnSpc>
              <a:spcAft>
                <a:spcPts val="1000"/>
              </a:spcAft>
              <a:defRPr sz="5500" b="1" i="0">
                <a:solidFill>
                  <a:srgbClr val="FFFFFF"/>
                </a:solidFill>
                <a:latin typeface="Arial Black"/>
              </a:defRPr>
            </a:pPr>
            <a:r>
              <a:t>BRINGING YOUR LOVE TO ALL WE MEET.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Pray, brethren, that my sacrifice and yours may be acceptable to God, the almighty Father.</a:t>
            </a:r>
          </a:p>
          <a:p>
            <a:pPr algn="ctr">
              <a:spcBef>
                <a:spcPts val="400"/>
              </a:spcBef>
              <a:spcAft>
                <a:spcPts val="500"/>
              </a:spcAft>
              <a:defRPr sz="2000" b="1" i="0">
                <a:solidFill>
                  <a:srgbClr val="FFFFFF"/>
                </a:solidFill>
                <a:latin typeface="Georgia"/>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Lift up your hearts.</a:t>
            </a:r>
          </a:p>
          <a:p>
            <a:pPr algn="ctr">
              <a:spcBef>
                <a:spcPts val="400"/>
              </a:spcBef>
              <a:spcAft>
                <a:spcPts val="500"/>
              </a:spcAft>
              <a:defRPr sz="2000" b="1" i="0">
                <a:solidFill>
                  <a:srgbClr val="FFFFFF"/>
                </a:solidFill>
                <a:latin typeface="Georgia"/>
              </a:defRPr>
            </a:pPr>
            <a:r>
              <a:t>All: We lift them up to the Lord.</a:t>
            </a:r>
          </a:p>
          <a:p>
            <a:pPr algn="ctr">
              <a:spcBef>
                <a:spcPts val="400"/>
              </a:spcBef>
              <a:spcAft>
                <a:spcPts val="500"/>
              </a:spcAft>
              <a:defRPr sz="2000" b="1" i="0">
                <a:solidFill>
                  <a:srgbClr val="D8B4FE"/>
                </a:solidFill>
                <a:latin typeface="Georgia"/>
              </a:defRPr>
            </a:pPr>
            <a:r>
              <a:t>Priest: Let us give thanks to the Lord our God.</a:t>
            </a:r>
          </a:p>
          <a:p>
            <a:pPr algn="ctr">
              <a:spcBef>
                <a:spcPts val="400"/>
              </a:spcBef>
              <a:spcAft>
                <a:spcPts val="500"/>
              </a:spcAft>
              <a:defRPr sz="2000" b="1" i="0">
                <a:solidFill>
                  <a:srgbClr val="FFFFFF"/>
                </a:solidFill>
                <a:latin typeface="Georgia"/>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Holy, Holy, Holy Lord God of hosts.</a:t>
            </a:r>
          </a:p>
          <a:p>
            <a:pPr algn="ctr">
              <a:spcAft>
                <a:spcPts val="500"/>
              </a:spcAft>
              <a:defRPr sz="1900" b="0" i="0">
                <a:solidFill>
                  <a:srgbClr val="FFFFFF"/>
                </a:solidFill>
                <a:latin typeface="Georgia"/>
              </a:defRPr>
            </a:pPr>
            <a:r>
              <a:t>Heaven and earth are full of your glory.</a:t>
            </a:r>
          </a:p>
          <a:p>
            <a:pPr algn="ctr">
              <a:spcAft>
                <a:spcPts val="500"/>
              </a:spcAft>
              <a:defRPr sz="1900" b="0" i="0">
                <a:solidFill>
                  <a:srgbClr val="FFFFFF"/>
                </a:solidFill>
                <a:latin typeface="Georgia"/>
              </a:defRPr>
            </a:pPr>
            <a:r>
              <a:t>Hosanna in the highest.</a:t>
            </a:r>
          </a:p>
          <a:p>
            <a:pPr algn="ctr">
              <a:spcAft>
                <a:spcPts val="500"/>
              </a:spcAft>
              <a:defRPr sz="1900" b="0" i="0">
                <a:solidFill>
                  <a:srgbClr val="FFFFFF"/>
                </a:solidFill>
                <a:latin typeface="Georgia"/>
              </a:defRPr>
            </a:pPr>
            <a:r>
              <a:t>Blessed is he who comes in the name of the Lord.</a:t>
            </a:r>
          </a:p>
          <a:p>
            <a:pPr algn="ctr">
              <a:spcAft>
                <a:spcPts val="500"/>
              </a:spcAft>
              <a:defRPr sz="1900" b="0" i="0">
                <a:solidFill>
                  <a:srgbClr val="FFFFFF"/>
                </a:solidFill>
                <a:latin typeface="Georgia"/>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Sanctus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We proclaim your Death, O Lord,</a:t>
            </a:r>
          </a:p>
          <a:p>
            <a:pPr algn="ctr">
              <a:spcAft>
                <a:spcPts val="500"/>
              </a:spcAft>
              <a:defRPr sz="1900" b="0" i="0">
                <a:solidFill>
                  <a:srgbClr val="FFFFFF"/>
                </a:solidFill>
                <a:latin typeface="Georgia"/>
              </a:defRPr>
            </a:pPr>
            <a:r>
              <a:t>and profess your Resurrection</a:t>
            </a:r>
          </a:p>
          <a:p>
            <a:pPr algn="ctr">
              <a:spcAft>
                <a:spcPts val="500"/>
              </a:spcAft>
              <a:defRPr sz="1900" b="0" i="0">
                <a:solidFill>
                  <a:srgbClr val="FFFFFF"/>
                </a:solidFill>
                <a:latin typeface="Georgia"/>
              </a:defRPr>
            </a:pPr>
            <a:r>
              <a:t>until you come again.</a:t>
            </a:r>
          </a:p>
          <a:p>
            <a:pPr algn="ctr">
              <a:spcAft>
                <a:spcPts val="500"/>
              </a:spcAft>
              <a:defRPr sz="1500" b="0" i="1">
                <a:solidFill>
                  <a:srgbClr val="D8B4FE"/>
                </a:solidFill>
                <a:latin typeface="Georgia"/>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Eucharistic Prayer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Amen.</a:t>
            </a:r>
          </a:p>
          <a:p>
            <a:pPr algn="ctr">
              <a:spcAft>
                <a:spcPts val="500"/>
              </a:spcAft>
              <a:defRPr sz="1500" b="0" i="1">
                <a:solidFill>
                  <a:srgbClr val="D8B4FE"/>
                </a:solidFill>
                <a:latin typeface="Georgia"/>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Great Amen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Our Father, who art in heaven,</a:t>
            </a:r>
          </a:p>
          <a:p>
            <a:pPr algn="ctr">
              <a:spcAft>
                <a:spcPts val="500"/>
              </a:spcAft>
              <a:defRPr sz="1900" b="0" i="0">
                <a:solidFill>
                  <a:srgbClr val="FFFFFF"/>
                </a:solidFill>
                <a:latin typeface="Georgia"/>
              </a:defRPr>
            </a:pPr>
            <a:r>
              <a:t>hallowed be thy name;</a:t>
            </a:r>
          </a:p>
          <a:p>
            <a:pPr algn="ctr">
              <a:spcAft>
                <a:spcPts val="500"/>
              </a:spcAft>
              <a:defRPr sz="1900" b="0" i="0">
                <a:solidFill>
                  <a:srgbClr val="FFFFFF"/>
                </a:solidFill>
                <a:latin typeface="Georgia"/>
              </a:defRPr>
            </a:pPr>
            <a:r>
              <a:t>thy kingdom come,</a:t>
            </a:r>
          </a:p>
          <a:p>
            <a:pPr algn="ctr">
              <a:spcAft>
                <a:spcPts val="500"/>
              </a:spcAft>
              <a:defRPr sz="1900" b="0" i="0">
                <a:solidFill>
                  <a:srgbClr val="FFFFFF"/>
                </a:solidFill>
                <a:latin typeface="Georgia"/>
              </a:defRPr>
            </a:pPr>
            <a:r>
              <a:t>thy will be done,</a:t>
            </a:r>
          </a:p>
          <a:p>
            <a:pPr algn="ctr">
              <a:spcAft>
                <a:spcPts val="500"/>
              </a:spcAft>
              <a:defRPr sz="1900" b="0" i="0">
                <a:solidFill>
                  <a:srgbClr val="FFFFFF"/>
                </a:solidFill>
                <a:latin typeface="Georgia"/>
              </a:defRPr>
            </a:pPr>
            <a:r>
              <a:t>on earth as it is in heaven.</a:t>
            </a:r>
          </a:p>
          <a:p>
            <a:pPr algn="ctr">
              <a:spcAft>
                <a:spcPts val="500"/>
              </a:spcAft>
              <a:defRPr sz="1900" b="0" i="0">
                <a:solidFill>
                  <a:srgbClr val="FFFFFF"/>
                </a:solidFill>
                <a:latin typeface="Georgia"/>
              </a:defRPr>
            </a:pPr>
            <a:r>
              <a:t>Give us this day our daily bread;</a:t>
            </a:r>
          </a:p>
          <a:p>
            <a:pPr algn="ctr">
              <a:spcAft>
                <a:spcPts val="500"/>
              </a:spcAft>
              <a:defRPr sz="1900" b="0" i="0">
                <a:solidFill>
                  <a:srgbClr val="FFFFFF"/>
                </a:solidFill>
                <a:latin typeface="Georgia"/>
              </a:defRPr>
            </a:pPr>
            <a:r>
              <a:t>and forgive us our trespasses,</a:t>
            </a:r>
          </a:p>
          <a:p>
            <a:pPr algn="ctr">
              <a:spcAft>
                <a:spcPts val="500"/>
              </a:spcAft>
              <a:defRPr sz="1900" b="0" i="0">
                <a:solidFill>
                  <a:srgbClr val="FFFFFF"/>
                </a:solidFill>
                <a:latin typeface="Georgia"/>
              </a:defRPr>
            </a:pPr>
            <a:r>
              <a:t>as we forgive those who trespass against us;</a:t>
            </a:r>
          </a:p>
          <a:p>
            <a:pPr algn="ctr">
              <a:spcAft>
                <a:spcPts val="500"/>
              </a:spcAft>
              <a:defRPr sz="1900" b="0" i="0">
                <a:solidFill>
                  <a:srgbClr val="FFFFFF"/>
                </a:solidFill>
                <a:latin typeface="Georgia"/>
              </a:defRPr>
            </a:pPr>
            <a:r>
              <a:t>and lead us not into temptation,</a:t>
            </a:r>
          </a:p>
          <a:p>
            <a:pPr algn="ctr">
              <a:spcAft>
                <a:spcPts val="500"/>
              </a:spcAft>
              <a:defRPr sz="1900" b="0" i="0">
                <a:solidFill>
                  <a:srgbClr val="FFFFFF"/>
                </a:solidFill>
                <a:latin typeface="Georgia"/>
              </a:defRPr>
            </a:pPr>
            <a:r>
              <a:t>but deliver us from evil.</a:t>
            </a:r>
          </a:p>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Our Father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peace of the Lord be with you always.</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Sign of Peace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Lamb of God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Behold the Lamb of God, behold him who takes away the sins of the world. Blessed are those called to the supper of the Lamb.</a:t>
            </a:r>
          </a:p>
          <a:p>
            <a:pPr algn="ctr">
              <a:spcBef>
                <a:spcPts val="400"/>
              </a:spcBef>
              <a:spcAft>
                <a:spcPts val="500"/>
              </a:spcAft>
              <a:defRPr sz="2000" b="1" i="0">
                <a:solidFill>
                  <a:srgbClr val="FFFFFF"/>
                </a:solidFill>
                <a:latin typeface="Georgia"/>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Taste and See</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TASTE AND SEE THE GOODNESS OF THE LORD,</a:t>
            </a:r>
          </a:p>
          <a:p>
            <a:pPr algn="ctr">
              <a:lnSpc>
                <a:spcPct val="105000"/>
              </a:lnSpc>
              <a:spcAft>
                <a:spcPts val="1000"/>
              </a:spcAft>
              <a:defRPr sz="5500" b="1" i="0">
                <a:solidFill>
                  <a:srgbClr val="FFFFFF"/>
                </a:solidFill>
                <a:latin typeface="Arial Black"/>
              </a:defRPr>
            </a:pPr>
            <a:r>
              <a:t>TASTE AND SEE THE GOODNESS OF THE LORD.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 WILL BLESS THE LORD AT ALL TIMES,</a:t>
            </a:r>
          </a:p>
          <a:p>
            <a:pPr algn="ctr">
              <a:lnSpc>
                <a:spcPct val="105000"/>
              </a:lnSpc>
              <a:spcAft>
                <a:spcPts val="1000"/>
              </a:spcAft>
              <a:defRPr sz="5500" b="1" i="0">
                <a:solidFill>
                  <a:srgbClr val="FFFFFF"/>
                </a:solidFill>
                <a:latin typeface="Arial Black"/>
              </a:defRPr>
            </a:pPr>
            <a:r>
              <a:t>HIS PRAISE SHALL BE ALWAYS IN MY MOUTH.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TASTE AND SEE THE GOODNESS OF THE LORD,</a:t>
            </a:r>
          </a:p>
          <a:p>
            <a:pPr algn="ctr">
              <a:lnSpc>
                <a:spcPct val="105000"/>
              </a:lnSpc>
              <a:spcAft>
                <a:spcPts val="1000"/>
              </a:spcAft>
              <a:defRPr sz="5500" b="1" i="0">
                <a:solidFill>
                  <a:srgbClr val="FFFFFF"/>
                </a:solidFill>
                <a:latin typeface="Arial Black"/>
              </a:defRPr>
            </a:pPr>
            <a:r>
              <a:t>TASTE AND SEE THE GOODNESS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GLORIFY THE LORD WITH ME,</a:t>
            </a:r>
          </a:p>
          <a:p>
            <a:pPr algn="ctr">
              <a:lnSpc>
                <a:spcPct val="105000"/>
              </a:lnSpc>
              <a:spcAft>
                <a:spcPts val="1000"/>
              </a:spcAft>
              <a:defRPr sz="5500" b="1" i="0">
                <a:solidFill>
                  <a:srgbClr val="FFFFFF"/>
                </a:solidFill>
                <a:latin typeface="Arial Black"/>
              </a:defRPr>
            </a:pPr>
            <a:r>
              <a:t>LET US EXALT HIS NAME TOGETHER.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TASTE AND SEE THE GOODNESS OF THE LORD,</a:t>
            </a:r>
          </a:p>
          <a:p>
            <a:pPr algn="ctr">
              <a:lnSpc>
                <a:spcPct val="105000"/>
              </a:lnSpc>
              <a:spcAft>
                <a:spcPts val="1000"/>
              </a:spcAft>
              <a:defRPr sz="5500" b="1" i="0">
                <a:solidFill>
                  <a:srgbClr val="FFFFFF"/>
                </a:solidFill>
                <a:latin typeface="Arial Black"/>
              </a:defRPr>
            </a:pPr>
            <a:r>
              <a:t>TASTE AND SEE THE GOODNESS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LOOK TO HIM THAT YOU MAY BE RADIANT WITH JOY,</a:t>
            </a:r>
          </a:p>
          <a:p>
            <a:pPr algn="ctr">
              <a:lnSpc>
                <a:spcPct val="105000"/>
              </a:lnSpc>
              <a:spcAft>
                <a:spcPts val="1000"/>
              </a:spcAft>
              <a:defRPr sz="5000" b="1" i="0">
                <a:solidFill>
                  <a:srgbClr val="FFFFFF"/>
                </a:solidFill>
                <a:latin typeface="Arial Black"/>
              </a:defRPr>
            </a:pPr>
            <a:r>
              <a:t>AND YOUR SOULS SHALL FIND THEIR JOY IN HIM.</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TASTE AND SEE THE GOODNESS OF THE LORD,</a:t>
            </a:r>
          </a:p>
          <a:p>
            <a:pPr algn="ctr">
              <a:lnSpc>
                <a:spcPct val="105000"/>
              </a:lnSpc>
              <a:spcAft>
                <a:spcPts val="1000"/>
              </a:spcAft>
              <a:defRPr sz="5500" b="1" i="0">
                <a:solidFill>
                  <a:srgbClr val="FFFFFF"/>
                </a:solidFill>
                <a:latin typeface="Arial Black"/>
              </a:defRPr>
            </a:pPr>
            <a:r>
              <a:t>TASTE AND SEE THE GOODNESS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On Eagle's Wings</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(NO LYRICS IN LIBRARY FOR THIS HYMN.)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The Priest says the Post- Communion Prayer for the day in full from the Roman Missal.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MASS COLLECTION</a:t>
            </a:r>
          </a:p>
          <a:p>
            <a:pPr algn="ctr">
              <a:spcAft>
                <a:spcPts val="500"/>
              </a:spcAft>
              <a:defRPr sz="1500" b="0" i="1">
                <a:solidFill>
                  <a:srgbClr val="D8B4FE"/>
                </a:solidFill>
                <a:latin typeface="Georgia"/>
              </a:defRPr>
            </a:pPr>
            <a:r>
              <a:t>Thank you for your generosity.</a:t>
            </a:r>
          </a:p>
          <a:p>
            <a:pPr algn="ctr">
              <a:spcAft>
                <a:spcPts val="500"/>
              </a:spcAft>
              <a:defRPr sz="1500" b="0" i="1">
                <a:solidFill>
                  <a:srgbClr val="D8B4FE"/>
                </a:solidFill>
                <a:latin typeface="Georgia"/>
              </a:defRPr>
            </a:pPr>
            <a:r>
              <a:t>Date: Sunday, May 10, 2026</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Collection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FOOD SPONSORS</a:t>
            </a:r>
          </a:p>
          <a:p>
            <a:pPr algn="ctr">
              <a:spcAft>
                <a:spcPts val="500"/>
              </a:spcAft>
              <a:defRPr sz="1500" b="0" i="1">
                <a:solidFill>
                  <a:srgbClr val="D8B4FE"/>
                </a:solidFill>
                <a:latin typeface="Georgia"/>
              </a:defRPr>
            </a:pPr>
            <a:r>
              <a:t>The community thanks our food sponsors.</a:t>
            </a:r>
          </a:p>
          <a:p>
            <a:pPr algn="ctr">
              <a:spcAft>
                <a:spcPts val="500"/>
              </a:spcAft>
              <a:defRPr sz="1500" b="0" i="1">
                <a:solidFill>
                  <a:srgbClr val="D8B4FE"/>
                </a:solidFill>
                <a:latin typeface="Georgia"/>
              </a:defRPr>
            </a:pPr>
            <a:r>
              <a:t>(No sponsors listed — add names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Food Sponsors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CHURCH ANNOUNCEMENTS</a:t>
            </a:r>
          </a:p>
          <a:p>
            <a:pPr algn="ctr">
              <a:spcAft>
                <a:spcPts val="500"/>
              </a:spcAft>
              <a:defRPr sz="1500" b="0" i="1">
                <a:solidFill>
                  <a:srgbClr val="D8B4FE"/>
                </a:solidFill>
                <a:latin typeface="Georgia"/>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Welcome newcomers!</a:t>
            </a:r>
          </a:p>
          <a:p>
            <a:pPr algn="ctr">
              <a:spcAft>
                <a:spcPts val="500"/>
              </a:spcAft>
              <a:defRPr sz="1500" b="0" i="1">
                <a:solidFill>
                  <a:srgbClr val="D8B4FE"/>
                </a:solidFill>
                <a:latin typeface="Georgia"/>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Sacrament of Confession</a:t>
            </a:r>
          </a:p>
          <a:p>
            <a:pPr algn="ctr">
              <a:spcAft>
                <a:spcPts val="500"/>
              </a:spcAft>
              <a:defRPr sz="1500" b="0" i="1">
                <a:solidFill>
                  <a:srgbClr val="D8B4FE"/>
                </a:solidFill>
                <a:latin typeface="Georgia"/>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Updates and Announcements</a:t>
            </a:r>
          </a:p>
          <a:p>
            <a:pPr algn="ctr">
              <a:spcAft>
                <a:spcPts val="500"/>
              </a:spcAft>
              <a:defRPr sz="1500" b="0" i="1">
                <a:solidFill>
                  <a:srgbClr val="D8B4FE"/>
                </a:solidFill>
                <a:latin typeface="Georgia"/>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May almighty God bless you, the Father, and the Son, and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Go in peace, glorifying the Lord by your life.</a:t>
            </a:r>
          </a:p>
          <a:p>
            <a:pPr algn="ctr">
              <a:spcBef>
                <a:spcPts val="400"/>
              </a:spcBef>
              <a:spcAft>
                <a:spcPts val="500"/>
              </a:spcAft>
              <a:defRPr sz="2000" b="1" i="0">
                <a:solidFill>
                  <a:srgbClr val="FFFFFF"/>
                </a:solidFill>
                <a:latin typeface="Georgia"/>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Final Blessing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Lead Me, Lord</a:t>
            </a:r>
          </a:p>
        </p:txBody>
      </p:sp>
      <p:sp>
        <p:nvSpPr>
          <p:cNvPr id="5" name="TextBox 4"/>
          <p:cNvSpPr txBox="1"/>
          <p:nvPr/>
        </p:nvSpPr>
        <p:spPr>
          <a:xfrm>
            <a:off x="914400" y="2587752"/>
            <a:ext cx="164592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LEAD ME, LORD, LEAD ME IN THY RIGHTEOUSNESS,</a:t>
            </a:r>
          </a:p>
          <a:p>
            <a:pPr algn="ctr">
              <a:lnSpc>
                <a:spcPct val="105000"/>
              </a:lnSpc>
              <a:spcAft>
                <a:spcPts val="1000"/>
              </a:spcAft>
              <a:defRPr sz="5000" b="1" i="0">
                <a:solidFill>
                  <a:srgbClr val="FFFFFF"/>
                </a:solidFill>
                <a:latin typeface="Arial Black"/>
              </a:defRPr>
            </a:pPr>
            <a:r>
              <a:t>MAKE THY WAY PLAIN BEFORE MY FACE.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FOR IT IS THOU, LORD, THOU, LORD ONLY,</a:t>
            </a:r>
          </a:p>
          <a:p>
            <a:pPr algn="ctr">
              <a:lnSpc>
                <a:spcPct val="105000"/>
              </a:lnSpc>
              <a:spcAft>
                <a:spcPts val="1000"/>
              </a:spcAft>
              <a:defRPr sz="5500" b="1" i="0">
                <a:solidFill>
                  <a:srgbClr val="FFFFFF"/>
                </a:solidFill>
                <a:latin typeface="Arial Black"/>
              </a:defRPr>
            </a:pPr>
            <a:r>
              <a:t>THAT MAKEST ME DWELL IN SAFETY.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GUIDE ME, LORD, GUIDE ME WHEN I AM WEARY,</a:t>
            </a:r>
          </a:p>
          <a:p>
            <a:pPr algn="ctr">
              <a:lnSpc>
                <a:spcPct val="105000"/>
              </a:lnSpc>
              <a:spcAft>
                <a:spcPts val="1000"/>
              </a:spcAft>
              <a:defRPr sz="5000" b="1" i="0">
                <a:solidFill>
                  <a:srgbClr val="FFFFFF"/>
                </a:solidFill>
                <a:latin typeface="Arial Black"/>
              </a:defRPr>
            </a:pPr>
            <a:r>
              <a:t>BE MY STRENGTH WHEN SHADOWS FALL.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TURN MY HEART TO THY HOLY WORD,</a:t>
            </a:r>
          </a:p>
          <a:p>
            <a:pPr algn="ctr">
              <a:lnSpc>
                <a:spcPct val="105000"/>
              </a:lnSpc>
              <a:spcAft>
                <a:spcPts val="1000"/>
              </a:spcAft>
              <a:defRPr sz="5500" b="1" i="0">
                <a:solidFill>
                  <a:srgbClr val="FFFFFF"/>
                </a:solidFill>
                <a:latin typeface="Arial Black"/>
              </a:defRPr>
            </a:pPr>
            <a:r>
              <a:t>BE MY KEEPER, BE MY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LEAD ME, LORD, LEAD ME IN THY RIGHTEOUSNESS,</a:t>
            </a:r>
          </a:p>
          <a:p>
            <a:pPr algn="ctr">
              <a:lnSpc>
                <a:spcPct val="105000"/>
              </a:lnSpc>
              <a:spcAft>
                <a:spcPts val="1000"/>
              </a:spcAft>
              <a:defRPr sz="5000" b="1" i="0">
                <a:solidFill>
                  <a:srgbClr val="FFFFFF"/>
                </a:solidFill>
                <a:latin typeface="Arial Black"/>
              </a:defRPr>
            </a:pPr>
            <a:r>
              <a:t>MAKE THY WAY PLAIN BEFORE MY FACE.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IN THY LIGHT WE SEE LIGHT;</a:t>
            </a:r>
          </a:p>
          <a:p>
            <a:pPr algn="ctr">
              <a:lnSpc>
                <a:spcPct val="105000"/>
              </a:lnSpc>
              <a:spcAft>
                <a:spcPts val="1000"/>
              </a:spcAft>
              <a:defRPr sz="5500" b="1" i="0">
                <a:solidFill>
                  <a:srgbClr val="FFFFFF"/>
                </a:solidFill>
                <a:latin typeface="Arial Black"/>
              </a:defRPr>
            </a:pPr>
            <a:r>
              <a:t>IN THY TRUTH WE FIND OUR WAY.</a:t>
            </a:r>
          </a:p>
          <a:p>
            <a:pPr algn="ctr">
              <a:lnSpc>
                <a:spcPct val="105000"/>
              </a:lnSpc>
              <a:spcAft>
                <a:spcPts val="1000"/>
              </a:spcAft>
              <a:defRPr sz="5500" b="1" i="0">
                <a:solidFill>
                  <a:srgbClr val="FFFFFF"/>
                </a:solidFill>
                <a:latin typeface="Arial Black"/>
              </a:defRPr>
            </a:pPr>
            <a:r>
              <a:t>BE OUR REFUGE AND OUR FORTRESS,</a:t>
            </a:r>
          </a:p>
          <a:p>
            <a:pPr algn="ctr">
              <a:lnSpc>
                <a:spcPct val="105000"/>
              </a:lnSpc>
              <a:spcAft>
                <a:spcPts val="1000"/>
              </a:spcAft>
              <a:defRPr sz="5500" b="1" i="0">
                <a:solidFill>
                  <a:srgbClr val="FFFFFF"/>
                </a:solidFill>
                <a:latin typeface="Arial Black"/>
              </a:defRPr>
            </a:pPr>
            <a:r>
              <a:t>BE OUR STRENGTH FROM DAY TO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LEAD ME, LORD, LEAD ME IN THY RIGHTEOUSNESS,</a:t>
            </a:r>
          </a:p>
          <a:p>
            <a:pPr algn="ctr">
              <a:lnSpc>
                <a:spcPct val="105000"/>
              </a:lnSpc>
              <a:spcAft>
                <a:spcPts val="1000"/>
              </a:spcAft>
              <a:defRPr sz="5000" b="1" i="0">
                <a:solidFill>
                  <a:srgbClr val="FFFFFF"/>
                </a:solidFill>
                <a:latin typeface="Arial Black"/>
              </a:defRPr>
            </a:pPr>
            <a:r>
              <a:t>MAKE THY WAY PLAIN BEFORE MY FACE.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vider_8a386306bd56417196337f750e1352d7.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9:1-41)</a:t>
            </a:r>
          </a:p>
          <a:p>
            <a:pPr>
              <a:spcAft>
                <a:spcPts val="300"/>
              </a:spcAft>
              <a:defRPr sz="2100" b="0" i="0">
                <a:solidFill>
                  <a:srgbClr val="FFFFFF"/>
                </a:solidFill>
                <a:latin typeface="Georgia"/>
              </a:defRPr>
            </a:pPr>
            <a:r>
              <a:t>“Neither did this man sin, nor his parents; but, that the works of God might be revealed in him.”</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2026-03-15 · Lent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5Mar2026_Lent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Below: World English Bible (WEB) fallback — verify NABRE on bible.usccb.org.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