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PUT YOUR CELLPHONE ON SILENT MODE DURING THE MASS.</a:t>
            </a:r>
          </a:p>
          <a:p>
            <a:pPr algn="just">
              <a:lnSpc>
                <a:spcPct val="140000"/>
              </a:lnSpc>
              <a:spcAft>
                <a:spcPts val="800"/>
              </a:spcAft>
              <a:defRPr sz="4500" b="0" i="1">
                <a:solidFill>
                  <a:srgbClr val="FFDE59"/>
                </a:solidFill>
                <a:latin typeface="Lora"/>
              </a:defRPr>
            </a:pPr>
            <a:r>
              <a:t>Thank you.</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032294"/>
            <a:ext cx="16253615" cy="1051560"/>
          </a:xfrm>
          <a:prstGeom prst="rect">
            <a:avLst/>
          </a:prstGeom>
          <a:noFill/>
        </p:spPr>
        <p:txBody>
          <a:bodyPr wrap="square" lIns="0" rIns="0" tIns="0" bIns="0">
            <a:normAutofit/>
          </a:bodyPr>
          <a:lstStyle/>
          <a:p>
            <a:pPr algn="ctr">
              <a:lnSpc>
                <a:spcPct val="140000"/>
              </a:lnSpc>
              <a:defRPr sz="4400" b="0" i="0">
                <a:solidFill>
                  <a:srgbClr val="FFD166"/>
                </a:solidFill>
                <a:latin typeface="Lora"/>
              </a:defRPr>
            </a:pPr>
            <a:r>
              <a:t>Eastertide Celebration</a:t>
            </a:r>
          </a:p>
        </p:txBody>
      </p:sp>
      <p:sp>
        <p:nvSpPr>
          <p:cNvPr id="5" name="TextBox 4"/>
          <p:cNvSpPr txBox="1"/>
          <p:nvPr/>
        </p:nvSpPr>
        <p:spPr>
          <a:xfrm>
            <a:off x="1163709" y="2147862"/>
            <a:ext cx="16253615" cy="3246120"/>
          </a:xfrm>
          <a:prstGeom prst="rect">
            <a:avLst/>
          </a:prstGeom>
          <a:noFill/>
        </p:spPr>
        <p:txBody>
          <a:bodyPr wrap="square" lIns="0" rIns="0" tIns="0" bIns="0">
            <a:normAutofit/>
          </a:bodyPr>
          <a:lstStyle/>
          <a:p>
            <a:pPr algn="ctr">
              <a:spcAft>
                <a:spcPts val="500"/>
              </a:spcAft>
              <a:defRPr sz="2100" b="0" i="0">
                <a:solidFill>
                  <a:srgbClr val="FFF8E8"/>
                </a:solidFill>
                <a:latin typeface="Poppins"/>
              </a:defRPr>
            </a:pPr>
            <a:r>
              <a:t>2026-05-03</a:t>
            </a:r>
          </a:p>
          <a:p>
            <a:pPr algn="ctr">
              <a:spcAft>
                <a:spcPts val="500"/>
              </a:spcAft>
              <a:defRPr sz="2100" b="0" i="0">
                <a:solidFill>
                  <a:srgbClr val="FFF8E8"/>
                </a:solidFill>
                <a:latin typeface="Poppins"/>
              </a:defRPr>
            </a:pPr>
            <a:r>
              <a:t>Celebrant: Rev. Fr. Jonrey Lauron, RCJ</a:t>
            </a:r>
          </a:p>
          <a:p>
            <a:pPr algn="ctr">
              <a:spcAft>
                <a:spcPts val="500"/>
              </a:spcAft>
              <a:defRPr sz="2100" b="0" i="0">
                <a:solidFill>
                  <a:srgbClr val="FFF8E8"/>
                </a:solidFill>
                <a:latin typeface="Poppins"/>
              </a:defRPr>
            </a:pPr>
            <a:r>
              <a:t>Gospel: John 14:1-12</a:t>
            </a:r>
            <a:br/>
            <a:r>
              <a:t>Season: Eastertide · Sunday Lectionary Year A</a:t>
            </a:r>
          </a:p>
          <a:p>
            <a:pPr algn="ctr">
              <a:spcAft>
                <a:spcPts val="500"/>
              </a:spcAft>
              <a:defRPr sz="2100" b="0" i="0">
                <a:solidFill>
                  <a:srgbClr val="FFF8E8"/>
                </a:solidFill>
                <a:latin typeface="Poppins"/>
              </a:defRPr>
            </a:pPr>
            <a:r>
              <a:t>Excerpt:</a:t>
            </a:r>
            <a:br/>
            <a:r>
              <a:t>“Do not let your hearts be troubled.”</a:t>
            </a:r>
          </a:p>
          <a:p>
            <a:pPr algn="ctr">
              <a:spcAft>
                <a:spcPts val="500"/>
              </a:spcAft>
              <a:defRPr sz="2100" b="0" i="0">
                <a:solidFill>
                  <a:srgbClr val="FFF8E8"/>
                </a:solidFill>
                <a:latin typeface="Poppins"/>
              </a:defRPr>
            </a:pPr>
            <a:r>
              <a:t>Liturgical color: White (easter)</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just">
              <a:lnSpc>
                <a:spcPct val="140000"/>
              </a:lnSpc>
              <a:spcAft>
                <a:spcPts val="800"/>
              </a:spcAft>
              <a:defRPr sz="4500" b="0" i="1">
                <a:solidFill>
                  <a:srgbClr val="FFDE59"/>
                </a:solidFill>
                <a:latin typeface="Lora"/>
              </a:defRPr>
            </a:pPr>
            <a:r>
              <a:t>Welcome to the celebration of the Holy Eucharist.</a:t>
            </a:r>
          </a:p>
          <a:p>
            <a:pPr algn="just">
              <a:lnSpc>
                <a:spcPct val="140000"/>
              </a:lnSpc>
              <a:spcAft>
                <a:spcPts val="800"/>
              </a:spcAft>
              <a:defRPr sz="4500" b="0" i="1">
                <a:solidFill>
                  <a:srgbClr val="FFDE59"/>
                </a:solidFill>
                <a:latin typeface="Lora"/>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Sing a New Song</a:t>
            </a:r>
          </a:p>
        </p:txBody>
      </p:sp>
      <p:sp>
        <p:nvSpPr>
          <p:cNvPr id="5" name="TextBox 4"/>
          <p:cNvSpPr txBox="1"/>
          <p:nvPr/>
        </p:nvSpPr>
        <p:spPr>
          <a:xfrm>
            <a:off x="685800" y="1974126"/>
            <a:ext cx="16916400" cy="7444194"/>
          </a:xfrm>
          <a:prstGeom prst="rect">
            <a:avLst/>
          </a:prstGeom>
          <a:noFill/>
        </p:spPr>
        <p:txBody>
          <a:bodyPr wrap="square" lIns="0" rIns="0" tIns="0" bIns="0" anchor="ctr">
            <a:normAutofit/>
          </a:bodyPr>
          <a:lstStyle/>
          <a:p>
            <a:pPr algn="ctr">
              <a:lnSpc>
                <a:spcPct val="140000"/>
              </a:lnSpc>
              <a:spcAft>
                <a:spcPts val="1000"/>
              </a:spcAft>
              <a:defRPr sz="5600" b="1" i="0">
                <a:solidFill>
                  <a:srgbClr val="FFFFFF"/>
                </a:solidFill>
                <a:latin typeface="Poppins"/>
              </a:defRPr>
            </a:pPr>
            <a:r>
              <a:t>REFRAIN:</a:t>
            </a:r>
          </a:p>
          <a:p>
            <a:pPr algn="ctr">
              <a:lnSpc>
                <a:spcPct val="140000"/>
              </a:lnSpc>
              <a:spcAft>
                <a:spcPts val="1000"/>
              </a:spcAft>
              <a:defRPr sz="5600" b="1" i="0">
                <a:solidFill>
                  <a:srgbClr val="FFFFFF"/>
                </a:solidFill>
                <a:latin typeface="Poppins"/>
              </a:defRPr>
            </a:pPr>
            <a:r>
              <a:t>Sing a new song unto the Lord,</a:t>
            </a:r>
          </a:p>
          <a:p>
            <a:pPr algn="ctr">
              <a:lnSpc>
                <a:spcPct val="140000"/>
              </a:lnSpc>
              <a:spcAft>
                <a:spcPts val="1000"/>
              </a:spcAft>
              <a:defRPr sz="5600" b="1" i="0">
                <a:solidFill>
                  <a:srgbClr val="FFFFFF"/>
                </a:solidFill>
                <a:latin typeface="Poppins"/>
              </a:defRPr>
            </a:pPr>
            <a:r>
              <a:t>let your song be sung from mountains high.</a:t>
            </a:r>
          </a:p>
          <a:p>
            <a:pPr algn="ctr">
              <a:lnSpc>
                <a:spcPct val="140000"/>
              </a:lnSpc>
              <a:spcAft>
                <a:spcPts val="1000"/>
              </a:spcAft>
              <a:defRPr sz="5600" b="1" i="0">
                <a:solidFill>
                  <a:srgbClr val="FFFFFF"/>
                </a:solidFill>
                <a:latin typeface="Poppins"/>
              </a:defRPr>
            </a:pPr>
            <a:r>
              <a:t>Sing a new song unto the Lord,</a:t>
            </a:r>
          </a:p>
          <a:p>
            <a:pPr algn="ctr">
              <a:lnSpc>
                <a:spcPct val="140000"/>
              </a:lnSpc>
              <a:spcAft>
                <a:spcPts val="1000"/>
              </a:spcAft>
              <a:defRPr sz="5600" b="1" i="0">
                <a:solidFill>
                  <a:srgbClr val="FFFFFF"/>
                </a:solidFill>
                <a:latin typeface="Poppins"/>
              </a:defRPr>
            </a:pPr>
            <a:r>
              <a:t>singing alleluia.</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Yahweh's people dance for joy.</a:t>
            </a:r>
          </a:p>
          <a:p>
            <a:pPr algn="ctr">
              <a:lnSpc>
                <a:spcPct val="140000"/>
              </a:lnSpc>
              <a:spcAft>
                <a:spcPts val="1000"/>
              </a:spcAft>
              <a:defRPr sz="6900" b="1" i="0">
                <a:solidFill>
                  <a:srgbClr val="FFFFFF"/>
                </a:solidFill>
                <a:latin typeface="Poppins"/>
              </a:defRPr>
            </a:pPr>
            <a:r>
              <a:t>O come before the Lord,</a:t>
            </a:r>
          </a:p>
          <a:p>
            <a:pPr algn="ctr">
              <a:lnSpc>
                <a:spcPct val="140000"/>
              </a:lnSpc>
              <a:spcAft>
                <a:spcPts val="1000"/>
              </a:spcAft>
              <a:defRPr sz="6900" b="1" i="0">
                <a:solidFill>
                  <a:srgbClr val="FFFFFF"/>
                </a:solidFill>
                <a:latin typeface="Poppins"/>
              </a:defRPr>
            </a:pPr>
            <a:r>
              <a:t>and play for him on glad tambourines</a:t>
            </a:r>
          </a:p>
          <a:p>
            <a:pPr algn="ctr">
              <a:lnSpc>
                <a:spcPct val="140000"/>
              </a:lnSpc>
              <a:spcAft>
                <a:spcPts val="1000"/>
              </a:spcAft>
              <a:defRPr sz="6900" b="1" i="0">
                <a:solidFill>
                  <a:srgbClr val="FFFFFF"/>
                </a:solidFill>
                <a:latin typeface="Poppins"/>
              </a:defRPr>
            </a:pPr>
            <a:r>
              <a:t>and let your trumpet sound.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Rise, O rise, in splendor:</a:t>
            </a:r>
          </a:p>
          <a:p>
            <a:pPr algn="ctr">
              <a:lnSpc>
                <a:spcPct val="140000"/>
              </a:lnSpc>
              <a:spcAft>
                <a:spcPts val="1000"/>
              </a:spcAft>
              <a:defRPr sz="6900" b="1" i="0">
                <a:solidFill>
                  <a:srgbClr val="FFFFFF"/>
                </a:solidFill>
                <a:latin typeface="Poppins"/>
              </a:defRPr>
            </a:pPr>
            <a:r>
              <a:t>darkness now dissolves away,</a:t>
            </a:r>
          </a:p>
          <a:p>
            <a:pPr algn="ctr">
              <a:lnSpc>
                <a:spcPct val="140000"/>
              </a:lnSpc>
              <a:spcAft>
                <a:spcPts val="1000"/>
              </a:spcAft>
              <a:defRPr sz="6900" b="1" i="0">
                <a:solidFill>
                  <a:srgbClr val="FFFFFF"/>
                </a:solidFill>
                <a:latin typeface="Poppins"/>
              </a:defRPr>
            </a:pPr>
            <a:r>
              <a:t>as all creation joins to say,</a:t>
            </a:r>
          </a:p>
          <a:p>
            <a:pPr algn="ctr">
              <a:lnSpc>
                <a:spcPct val="140000"/>
              </a:lnSpc>
              <a:spcAft>
                <a:spcPts val="1000"/>
              </a:spcAft>
              <a:defRPr sz="6900" b="1" i="0">
                <a:solidFill>
                  <a:srgbClr val="FFFFFF"/>
                </a:solidFill>
                <a:latin typeface="Poppins"/>
              </a:defRPr>
            </a:pPr>
            <a:r>
              <a:t>"Alleluia!"</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Praise to Yahweh, light of dawn,</a:t>
            </a:r>
          </a:p>
          <a:p>
            <a:pPr algn="ctr">
              <a:lnSpc>
                <a:spcPct val="140000"/>
              </a:lnSpc>
              <a:spcAft>
                <a:spcPts val="1000"/>
              </a:spcAft>
              <a:defRPr sz="6900" b="1" i="0">
                <a:solidFill>
                  <a:srgbClr val="FFFFFF"/>
                </a:solidFill>
                <a:latin typeface="Poppins"/>
              </a:defRPr>
            </a:pPr>
            <a:r>
              <a:t>rock and fortress, saving Son,</a:t>
            </a:r>
          </a:p>
          <a:p>
            <a:pPr algn="ctr">
              <a:lnSpc>
                <a:spcPct val="140000"/>
              </a:lnSpc>
              <a:spcAft>
                <a:spcPts val="1000"/>
              </a:spcAft>
              <a:defRPr sz="6900" b="1" i="0">
                <a:solidFill>
                  <a:srgbClr val="FFFFFF"/>
                </a:solidFill>
                <a:latin typeface="Poppins"/>
              </a:defRPr>
            </a:pPr>
            <a:r>
              <a:t>from the slave land let us run,</a:t>
            </a:r>
          </a:p>
          <a:p>
            <a:pPr algn="ctr">
              <a:lnSpc>
                <a:spcPct val="140000"/>
              </a:lnSpc>
              <a:spcAft>
                <a:spcPts val="1000"/>
              </a:spcAft>
              <a:defRPr sz="6900" b="1" i="0">
                <a:solidFill>
                  <a:srgbClr val="FFFFFF"/>
                </a:solidFill>
                <a:latin typeface="Poppins"/>
              </a:defRPr>
            </a:pPr>
            <a:r>
              <a:t>singing alleluia.</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In the Name of the Father, and of the Son, and of the Holy Spirit.</a:t>
            </a:r>
          </a:p>
          <a:p>
            <a:pPr algn="l">
              <a:lnSpc>
                <a:spcPct val="140000"/>
              </a:lnSpc>
              <a:spcBef>
                <a:spcPts val="600"/>
              </a:spcBef>
              <a:spcAft>
                <a:spcPts val="800"/>
              </a:spcAft>
            </a:pPr>
            <a:r>
              <a:rPr sz="5400" b="1" i="0">
                <a:solidFill>
                  <a:srgbClr val="FFFFFF"/>
                </a:solidFill>
                <a:latin typeface="Poppins Black"/>
              </a:rPr>
              <a:t>ALL: Amen.</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Brethren (brothers and sisters), let us acknowledge our sins, and so prepare ourselves to celebrate the sacred mysteries.</a:t>
            </a:r>
          </a:p>
          <a:p>
            <a:pPr algn="l">
              <a:lnSpc>
                <a:spcPct val="140000"/>
              </a:lnSpc>
              <a:spcBef>
                <a:spcPts val="600"/>
              </a:spcBef>
              <a:spcAft>
                <a:spcPts val="800"/>
              </a:spcAft>
            </a:pPr>
            <a:r>
              <a:rPr sz="5400" b="1" i="0">
                <a:solidFill>
                  <a:srgbClr val="FFFFFF"/>
                </a:solidFill>
                <a:latin typeface="Poppins Black"/>
              </a:rPr>
              <a:t>ALL: I confess to almighty God</a:t>
            </a:r>
          </a:p>
          <a:p>
            <a:pPr algn="l">
              <a:lnSpc>
                <a:spcPct val="140000"/>
              </a:lnSpc>
              <a:spcAft>
                <a:spcPts val="800"/>
              </a:spcAft>
              <a:defRPr sz="5400" b="1" i="0">
                <a:solidFill>
                  <a:srgbClr val="FFFFFF"/>
                </a:solidFill>
                <a:latin typeface="Poppins SemiBold"/>
              </a:defRPr>
            </a:pPr>
            <a:r>
              <a:t>and to you, my brothers and sisters,</a:t>
            </a:r>
          </a:p>
          <a:p>
            <a:pPr algn="l">
              <a:lnSpc>
                <a:spcPct val="140000"/>
              </a:lnSpc>
              <a:spcAft>
                <a:spcPts val="800"/>
              </a:spcAft>
              <a:defRPr sz="5400" b="1" i="0">
                <a:solidFill>
                  <a:srgbClr val="FFFFFF"/>
                </a:solidFill>
                <a:latin typeface="Poppins SemiBold"/>
              </a:defRPr>
            </a:pPr>
            <a:r>
              <a:t>that I have greatly sinned,</a:t>
            </a:r>
          </a:p>
          <a:p>
            <a:pPr algn="l">
              <a:lnSpc>
                <a:spcPct val="140000"/>
              </a:lnSpc>
              <a:spcAft>
                <a:spcPts val="800"/>
              </a:spcAft>
              <a:defRPr sz="5400" b="1" i="0">
                <a:solidFill>
                  <a:srgbClr val="FFFFFF"/>
                </a:solidFill>
                <a:latin typeface="Poppins SemiBold"/>
              </a:defRPr>
            </a:pPr>
            <a:r>
              <a:t>in my thoughts and in my words,</a:t>
            </a:r>
          </a:p>
          <a:p>
            <a:pPr algn="l">
              <a:lnSpc>
                <a:spcPct val="140000"/>
              </a:lnSpc>
              <a:spcAft>
                <a:spcPts val="800"/>
              </a:spcAft>
              <a:defRPr sz="5400" b="1" i="0">
                <a:solidFill>
                  <a:srgbClr val="FFFFFF"/>
                </a:solidFill>
                <a:latin typeface="Poppins SemiBold"/>
              </a:defRPr>
            </a:pPr>
            <a:r>
              <a:t>in what I have done and in what I have failed to do,</a:t>
            </a:r>
          </a:p>
          <a:p>
            <a:pPr algn="l">
              <a:lnSpc>
                <a:spcPct val="140000"/>
              </a:lnSpc>
              <a:spcAft>
                <a:spcPts val="800"/>
              </a:spcAft>
              <a:defRPr sz="5400" b="1" i="0">
                <a:solidFill>
                  <a:srgbClr val="FFFFFF"/>
                </a:solidFill>
                <a:latin typeface="Poppins SemiBold"/>
              </a:defRPr>
            </a:pPr>
            <a:r>
              <a:t>through my fault, through my fault,</a:t>
            </a:r>
          </a:p>
          <a:p>
            <a:pPr algn="l">
              <a:lnSpc>
                <a:spcPct val="140000"/>
              </a:lnSpc>
              <a:spcAft>
                <a:spcPts val="800"/>
              </a:spcAft>
              <a:defRPr sz="5400" b="1" i="0">
                <a:solidFill>
                  <a:srgbClr val="FFFFFF"/>
                </a:solidFill>
                <a:latin typeface="Poppins SemiBold"/>
              </a:defRPr>
            </a:pPr>
            <a:r>
              <a:t>through my most grievous fault;</a:t>
            </a:r>
          </a:p>
          <a:p>
            <a:pPr algn="l">
              <a:lnSpc>
                <a:spcPct val="140000"/>
              </a:lnSpc>
              <a:spcAft>
                <a:spcPts val="800"/>
              </a:spcAft>
              <a:defRPr sz="5400" b="1" i="0">
                <a:solidFill>
                  <a:srgbClr val="FFFFFF"/>
                </a:solidFill>
                <a:latin typeface="Poppins SemiBold"/>
              </a:defRPr>
            </a:pPr>
            <a:r>
              <a:t>therefore I ask blessed Mary ever-Virgin,</a:t>
            </a:r>
          </a:p>
          <a:p>
            <a:pPr algn="l">
              <a:lnSpc>
                <a:spcPct val="140000"/>
              </a:lnSpc>
              <a:spcAft>
                <a:spcPts val="800"/>
              </a:spcAft>
              <a:defRPr sz="5400" b="1" i="0">
                <a:solidFill>
                  <a:srgbClr val="FFFFFF"/>
                </a:solidFill>
                <a:latin typeface="Poppins SemiBold"/>
              </a:defRPr>
            </a:pPr>
            <a:r>
              <a:t>all the Angels and Saints,</a:t>
            </a:r>
          </a:p>
          <a:p>
            <a:pPr algn="l">
              <a:lnSpc>
                <a:spcPct val="140000"/>
              </a:lnSpc>
              <a:spcAft>
                <a:spcPts val="800"/>
              </a:spcAft>
              <a:defRPr sz="5400" b="1" i="0">
                <a:solidFill>
                  <a:srgbClr val="FFFFFF"/>
                </a:solidFill>
                <a:latin typeface="Poppins SemiBold"/>
              </a:defRPr>
            </a:pPr>
            <a:r>
              <a:t>and you, my brothers and sisters,</a:t>
            </a:r>
          </a:p>
          <a:p>
            <a:pPr algn="l">
              <a:lnSpc>
                <a:spcPct val="140000"/>
              </a:lnSpc>
              <a:spcAft>
                <a:spcPts val="800"/>
              </a:spcAft>
              <a:defRPr sz="5400" b="1" i="0">
                <a:solidFill>
                  <a:srgbClr val="FFFFFF"/>
                </a:solidFill>
                <a:latin typeface="Poppins SemiBold"/>
              </a:defRPr>
            </a:pPr>
            <a:r>
              <a:t>to pray for me to the Lord our God.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May almighty God have mercy on us, forgive us our sins, and bring us to everlasting life.</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Christ, have mercy.</a:t>
            </a:r>
          </a:p>
          <a:p>
            <a:pPr algn="l">
              <a:lnSpc>
                <a:spcPct val="140000"/>
              </a:lnSpc>
              <a:spcBef>
                <a:spcPts val="600"/>
              </a:spcBef>
              <a:spcAft>
                <a:spcPts val="800"/>
              </a:spcAft>
            </a:pPr>
            <a:r>
              <a:rPr sz="5400" b="1" i="0">
                <a:solidFill>
                  <a:srgbClr val="FFFFFF"/>
                </a:solidFill>
                <a:latin typeface="Poppins Black"/>
              </a:rPr>
              <a:t>ALL: Christ, have mercy.</a:t>
            </a:r>
          </a:p>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Lord, have mercy.</a:t>
            </a:r>
          </a:p>
          <a:p>
            <a:pPr algn="just">
              <a:lnSpc>
                <a:spcPct val="140000"/>
              </a:lnSpc>
              <a:spcAft>
                <a:spcPts val="800"/>
              </a:spcAft>
              <a:defRPr sz="4500" b="0" i="1">
                <a:solidFill>
                  <a:srgbClr val="FFDE59"/>
                </a:solidFill>
                <a:latin typeface="Lora"/>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Glory to God in the highest,</a:t>
            </a:r>
          </a:p>
          <a:p>
            <a:pPr algn="l">
              <a:lnSpc>
                <a:spcPct val="140000"/>
              </a:lnSpc>
              <a:spcAft>
                <a:spcPts val="800"/>
              </a:spcAft>
              <a:defRPr sz="5400" b="1" i="0">
                <a:solidFill>
                  <a:srgbClr val="FFFFFF"/>
                </a:solidFill>
                <a:latin typeface="Poppins SemiBold"/>
              </a:defRPr>
            </a:pPr>
            <a:r>
              <a:t>and on earth peace to people of good will.</a:t>
            </a:r>
          </a:p>
          <a:p>
            <a:pPr algn="l">
              <a:lnSpc>
                <a:spcPct val="140000"/>
              </a:lnSpc>
              <a:spcAft>
                <a:spcPts val="800"/>
              </a:spcAft>
              <a:defRPr sz="5400" b="1" i="0">
                <a:solidFill>
                  <a:srgbClr val="FFFFFF"/>
                </a:solidFill>
                <a:latin typeface="Poppins SemiBold"/>
              </a:defRPr>
            </a:pPr>
            <a:r>
              <a:t>We praise you, we bless you, we adore you,</a:t>
            </a:r>
          </a:p>
          <a:p>
            <a:pPr algn="l">
              <a:lnSpc>
                <a:spcPct val="140000"/>
              </a:lnSpc>
              <a:spcAft>
                <a:spcPts val="800"/>
              </a:spcAft>
              <a:defRPr sz="5400" b="1" i="0">
                <a:solidFill>
                  <a:srgbClr val="FFFFFF"/>
                </a:solidFill>
                <a:latin typeface="Poppins SemiBold"/>
              </a:defRPr>
            </a:pPr>
            <a:r>
              <a:t>we glorify you, we give you thanks</a:t>
            </a:r>
          </a:p>
          <a:p>
            <a:pPr algn="l">
              <a:lnSpc>
                <a:spcPct val="140000"/>
              </a:lnSpc>
              <a:spcAft>
                <a:spcPts val="800"/>
              </a:spcAft>
              <a:defRPr sz="5400" b="1" i="0">
                <a:solidFill>
                  <a:srgbClr val="FFFFFF"/>
                </a:solidFill>
                <a:latin typeface="Poppins SemiBold"/>
              </a:defRPr>
            </a:pPr>
            <a:r>
              <a:t>for your great glory,</a:t>
            </a:r>
          </a:p>
          <a:p>
            <a:pPr algn="l">
              <a:lnSpc>
                <a:spcPct val="140000"/>
              </a:lnSpc>
              <a:spcAft>
                <a:spcPts val="800"/>
              </a:spcAft>
              <a:defRPr sz="5400" b="1" i="0">
                <a:solidFill>
                  <a:srgbClr val="FFFFFF"/>
                </a:solidFill>
                <a:latin typeface="Poppins SemiBold"/>
              </a:defRPr>
            </a:pPr>
            <a:r>
              <a:t>Lord God, heavenly King, O God, almighty Father.</a:t>
            </a:r>
          </a:p>
          <a:p>
            <a:pPr algn="l">
              <a:lnSpc>
                <a:spcPct val="140000"/>
              </a:lnSpc>
              <a:spcAft>
                <a:spcPts val="800"/>
              </a:spcAft>
              <a:defRPr sz="5400" b="1" i="0">
                <a:solidFill>
                  <a:srgbClr val="FFFFFF"/>
                </a:solidFill>
                <a:latin typeface="Poppins SemiBold"/>
              </a:defRPr>
            </a:pPr>
            <a:r>
              <a:t>Lord Jesus Christ, Only Begotten Son,</a:t>
            </a:r>
          </a:p>
          <a:p>
            <a:pPr algn="l">
              <a:lnSpc>
                <a:spcPct val="140000"/>
              </a:lnSpc>
              <a:spcAft>
                <a:spcPts val="800"/>
              </a:spcAft>
              <a:defRPr sz="5400" b="1" i="0">
                <a:solidFill>
                  <a:srgbClr val="FFFFFF"/>
                </a:solidFill>
                <a:latin typeface="Poppins SemiBold"/>
              </a:defRPr>
            </a:pPr>
            <a:r>
              <a:t>Lord God, Lamb of God, Son of the Father,</a:t>
            </a:r>
          </a:p>
          <a:p>
            <a:pPr algn="l">
              <a:lnSpc>
                <a:spcPct val="140000"/>
              </a:lnSpc>
              <a:spcAft>
                <a:spcPts val="800"/>
              </a:spcAft>
              <a:defRPr sz="5400" b="1" i="0">
                <a:solidFill>
                  <a:srgbClr val="FFFFFF"/>
                </a:solidFill>
                <a:latin typeface="Poppins SemiBold"/>
              </a:defRPr>
            </a:pPr>
            <a:r>
              <a:t>you take away the sins of the world, have mercy on us;</a:t>
            </a:r>
          </a:p>
          <a:p>
            <a:pPr algn="l">
              <a:lnSpc>
                <a:spcPct val="140000"/>
              </a:lnSpc>
              <a:spcAft>
                <a:spcPts val="800"/>
              </a:spcAft>
              <a:defRPr sz="5400" b="1" i="0">
                <a:solidFill>
                  <a:srgbClr val="FFFFFF"/>
                </a:solidFill>
                <a:latin typeface="Poppins SemiBold"/>
              </a:defRPr>
            </a:pPr>
            <a:r>
              <a:t>you take away the sins of the world, receive our prayer;</a:t>
            </a:r>
          </a:p>
          <a:p>
            <a:pPr algn="l">
              <a:lnSpc>
                <a:spcPct val="140000"/>
              </a:lnSpc>
              <a:spcAft>
                <a:spcPts val="800"/>
              </a:spcAft>
              <a:defRPr sz="5400" b="1" i="0">
                <a:solidFill>
                  <a:srgbClr val="FFFFFF"/>
                </a:solidFill>
                <a:latin typeface="Poppins SemiBold"/>
              </a:defRPr>
            </a:pPr>
            <a:r>
              <a:t>you are seated at the right hand of the Father, have mercy on us.</a:t>
            </a:r>
          </a:p>
          <a:p>
            <a:pPr algn="l">
              <a:lnSpc>
                <a:spcPct val="140000"/>
              </a:lnSpc>
              <a:spcAft>
                <a:spcPts val="800"/>
              </a:spcAft>
              <a:defRPr sz="5400" b="1" i="0">
                <a:solidFill>
                  <a:srgbClr val="FFFFFF"/>
                </a:solidFill>
                <a:latin typeface="Poppins SemiBold"/>
              </a:defRPr>
            </a:pPr>
            <a:r>
              <a:t>For you alone are the Holy One,</a:t>
            </a:r>
          </a:p>
          <a:p>
            <a:pPr algn="l">
              <a:lnSpc>
                <a:spcPct val="140000"/>
              </a:lnSpc>
              <a:spcAft>
                <a:spcPts val="800"/>
              </a:spcAft>
              <a:defRPr sz="5400" b="1" i="0">
                <a:solidFill>
                  <a:srgbClr val="FFFFFF"/>
                </a:solidFill>
                <a:latin typeface="Poppins SemiBold"/>
              </a:defRPr>
            </a:pPr>
            <a:r>
              <a:t>you alone are the Lord,</a:t>
            </a:r>
          </a:p>
          <a:p>
            <a:pPr algn="l">
              <a:lnSpc>
                <a:spcPct val="140000"/>
              </a:lnSpc>
              <a:spcAft>
                <a:spcPts val="800"/>
              </a:spcAft>
              <a:defRPr sz="5400" b="1" i="0">
                <a:solidFill>
                  <a:srgbClr val="FFFFFF"/>
                </a:solidFill>
                <a:latin typeface="Poppins SemiBold"/>
              </a:defRPr>
            </a:pPr>
            <a:r>
              <a:t>you alone are the Most High,</a:t>
            </a:r>
          </a:p>
          <a:p>
            <a:pPr algn="l">
              <a:lnSpc>
                <a:spcPct val="140000"/>
              </a:lnSpc>
              <a:spcAft>
                <a:spcPts val="800"/>
              </a:spcAft>
              <a:defRPr sz="5400" b="1" i="0">
                <a:solidFill>
                  <a:srgbClr val="FFFFFF"/>
                </a:solidFill>
                <a:latin typeface="Poppins SemiBold"/>
              </a:defRPr>
            </a:pPr>
            <a:r>
              <a:t>Jesus Christ,</a:t>
            </a:r>
          </a:p>
          <a:p>
            <a:pPr algn="l">
              <a:lnSpc>
                <a:spcPct val="140000"/>
              </a:lnSpc>
              <a:spcAft>
                <a:spcPts val="800"/>
              </a:spcAft>
              <a:defRPr sz="5400" b="1" i="0">
                <a:solidFill>
                  <a:srgbClr val="FFFFFF"/>
                </a:solidFill>
                <a:latin typeface="Poppins SemiBold"/>
              </a:defRPr>
            </a:pPr>
            <a:r>
              <a:t>with the Holy Spirit,</a:t>
            </a:r>
          </a:p>
          <a:p>
            <a:pPr algn="l">
              <a:lnSpc>
                <a:spcPct val="140000"/>
              </a:lnSpc>
              <a:spcAft>
                <a:spcPts val="800"/>
              </a:spcAft>
              <a:defRPr sz="5400" b="1" i="0">
                <a:solidFill>
                  <a:srgbClr val="FFFFFF"/>
                </a:solidFill>
                <a:latin typeface="Poppins SemiBold"/>
              </a:defRPr>
            </a:pPr>
            <a:r>
              <a:t>in the glory of God the Father.</a:t>
            </a:r>
          </a:p>
          <a:p>
            <a:pPr algn="l">
              <a:lnSpc>
                <a:spcPct val="140000"/>
              </a:lnSpc>
              <a:spcAft>
                <a:spcPts val="800"/>
              </a:spcAft>
              <a:defRPr sz="5400" b="1" i="0">
                <a:solidFill>
                  <a:srgbClr val="FFFFFF"/>
                </a:solidFill>
                <a:latin typeface="Poppins SemiBold"/>
              </a:defRPr>
            </a:pPr>
            <a:r>
              <a:t>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pray.</a:t>
            </a:r>
          </a:p>
          <a:p>
            <a:pPr algn="just">
              <a:lnSpc>
                <a:spcPct val="140000"/>
              </a:lnSpc>
              <a:spcAft>
                <a:spcPts val="800"/>
              </a:spcAft>
              <a:defRPr sz="4500" b="0" i="1">
                <a:solidFill>
                  <a:srgbClr val="FFDE59"/>
                </a:solidFill>
                <a:latin typeface="Lora"/>
              </a:defRPr>
            </a:pPr>
            <a:r>
              <a:t>All pray silently with the Priest for a moment. Then the Priest says the Collect for the day, that is, the Opening Prayer, in full from the Roman Missal for this celebration—nothing abbreviated. The people respond at the end.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rmAutofit/>
          </a:bodyPr>
          <a:lstStyle/>
          <a:p>
            <a:pPr algn="ctr">
              <a:lnSpc>
                <a:spcPct val="140000"/>
              </a:lnSpc>
              <a:defRPr sz="5600" b="1" i="0">
                <a:solidFill>
                  <a:srgbClr val="FFFFFF"/>
                </a:solidFill>
                <a:latin typeface="Alegreya Sans SC"/>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First Reading (Acts 6:1-7)</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Slide 1 of 2</a:t>
            </a: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As the number of disciples continued to grow, the Hellenists complained against the Hebrews because their widows were being neglected in the daily distribution. So the Twelve called together the community of the disciples and said, "It is not right for us to neglect the word of God to serve at table. Brothers, select from among you seven reputable men, filled with the Spirit and wisdom, whom we shall appoint to this task, whereas we shall devote ourselves to prayer and to the ministry of the word." The proposal was acceptable to the whole community, so they chose Stephen, a man filled with faith and the Holy Spirit, also Philip, Prochorus, Nicanor, Timon, Parmenas, and Nicholas of Antioch, a convert to Judaism. They presented these men to the apostles who prayed and laid hands on them.</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First Reading (continued)</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Slide 2 of 2</a:t>
            </a: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The word of God continued to spread, and the number of the disciples in Jerusalem increased greatly; even a large group of priests were becoming obedient to the faith.</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Responsorial Psalm (Psalm 33:1-2, 4-5, 18-19)</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Lord, let your mercy be on us, as we place our trust in you.</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Second Reading (1 Peter 2:4-9)</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Beloved: Come to him, a living stone, rejected by human beings but chosen and precious in the sight of God, and, like living stones, let yourselves be built into a spiritual house to be a holy priesthood to offer spiritual sacrifices acceptable to God through Jesus Christ. For it says in Scripture: Behold, I am laying a stone in Zion, a cornerstone, chosen and precious, and whoever believes in it shall not be put to shame. Therefore, its value is for you who have faith, but for those without faith: The stone that the builders rejected has become the cornerstone, and A stone that will make people stumble, and a rock that will make them fall. They stumble by disobeying the word, as is their destiny. You are "a chosen race, a royal priesthood, a holy nation, a people of his own, so that you may announce the praises" of him who called you out of darkness into his wonderful light.</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ALLELUIA! ALLELUIA! ALLELUIA! ALLELUIA!</a:t>
            </a:r>
          </a:p>
          <a:p>
            <a:pPr algn="just">
              <a:lnSpc>
                <a:spcPct val="140000"/>
              </a:lnSpc>
              <a:spcAft>
                <a:spcPts val="800"/>
              </a:spcAft>
              <a:defRPr sz="4500" b="0" i="1">
                <a:solidFill>
                  <a:srgbClr val="FFDE59"/>
                </a:solidFill>
                <a:latin typeface="Lora"/>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just">
              <a:lnSpc>
                <a:spcPct val="140000"/>
              </a:lnSpc>
              <a:spcAft>
                <a:spcPts val="800"/>
              </a:spcAft>
              <a:defRPr sz="4500" b="0" i="1">
                <a:solidFill>
                  <a:srgbClr val="FFDE59"/>
                </a:solidFill>
                <a:latin typeface="Lor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just">
              <a:lnSpc>
                <a:spcPct val="140000"/>
              </a:lnSpc>
              <a:spcAft>
                <a:spcPts val="800"/>
              </a:spcAft>
              <a:defRPr sz="4500" b="0" i="1">
                <a:solidFill>
                  <a:srgbClr val="FFDE59"/>
                </a:solidFill>
                <a:latin typeface="Lor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l">
              <a:lnSpc>
                <a:spcPct val="140000"/>
              </a:lnSpc>
              <a:spcBef>
                <a:spcPts val="600"/>
              </a:spcBef>
              <a:spcAft>
                <a:spcPts val="800"/>
              </a:spcAft>
            </a:pPr>
            <a:r>
              <a:rPr sz="5400" b="1" i="0">
                <a:solidFill>
                  <a:srgbClr val="FFFFFF"/>
                </a:solidFill>
                <a:latin typeface="Poppins Black"/>
              </a:rPr>
              <a:t>ALL: Glory to you, O Lord.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(John 14:1-12)</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Slide 1 of 2</a:t>
            </a: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Jesus said to his disciples: "Do not let your hearts be troubled. You have faith in God; have faith also in me. In my Father's house there are many dwelling places. If there were not, would I have told you that I am going to prepare a place for you? And if I go and prepare a place for you, I will come back again and take you to myself, so that where I am you also may be. Where I am going you know the way." Thomas said to him, "Master, we do not know where you are going; how can we know the way?" Jesus said to him, I am the way and the truth and the life. No one comes to the Father except through me. If you know me, then you will also know my Father. From now on you do know him and have seen him." Philip said to him, "Master, show us the Father, and that will be enough for us." Jesus said to him, "Have I been with you for so long a time and you still do not know me, Philip?</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(continued)</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Slide 2 of 2</a:t>
            </a:r>
          </a:p>
        </p:txBody>
      </p:sp>
      <p:sp>
        <p:nvSpPr>
          <p:cNvPr id="7" name="TextBox 6"/>
          <p:cNvSpPr txBox="1"/>
          <p:nvPr/>
        </p:nvSpPr>
        <p:spPr>
          <a:xfrm>
            <a:off x="1163709" y="3592614"/>
            <a:ext cx="16253615" cy="5779986"/>
          </a:xfrm>
          <a:prstGeom prst="rect">
            <a:avLst/>
          </a:prstGeom>
          <a:noFill/>
        </p:spPr>
        <p:txBody>
          <a:bodyPr wrap="square" lIns="0" rIns="0" tIns="0" bIns="0">
            <a:normAutofit/>
          </a:bodyPr>
          <a:lstStyle/>
          <a:p>
            <a:pPr algn="ctr">
              <a:lnSpc>
                <a:spcPct val="140000"/>
              </a:lnSpc>
              <a:spcAft>
                <a:spcPts val="500"/>
              </a:spcAft>
              <a:defRPr sz="4400" b="0" i="1">
                <a:solidFill>
                  <a:srgbClr val="FFF8EB"/>
                </a:solidFill>
                <a:latin typeface="Alice"/>
              </a:defRPr>
            </a:pPr>
            <a:r>
              <a:t>Whoever has seen me has seen the Father. How can you say, 'Show us the Father'? Do you not believe that I am in the Father and the Father is in me? The words that I speak to you I do not speak on my own. The Father who dwells in me is doing his works. Believe me that I am in the Father and the Father is in me, or else, believe because of the works themselves. Amen, amen, I say to you, whoever believes in me will do the works that I do, and will do greater ones than these, because I am going to the Father."</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Word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Gospel of the Lord.</a:t>
            </a:r>
          </a:p>
          <a:p>
            <a:pPr algn="l">
              <a:lnSpc>
                <a:spcPct val="140000"/>
              </a:lnSpc>
              <a:spcBef>
                <a:spcPts val="600"/>
              </a:spcBef>
              <a:spcAft>
                <a:spcPts val="800"/>
              </a:spcAft>
            </a:pPr>
            <a:r>
              <a:rPr sz="5400" b="1" i="0">
                <a:solidFill>
                  <a:srgbClr val="FFFFFF"/>
                </a:solidFill>
                <a:latin typeface="Poppins Black"/>
              </a:rPr>
              <a:t>ALL: Praise to you, Lord Jesus Christ.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just">
              <a:lnSpc>
                <a:spcPct val="140000"/>
              </a:lnSpc>
              <a:spcAft>
                <a:spcPts val="800"/>
              </a:spcAft>
              <a:defRPr sz="4500" b="0" i="1">
                <a:solidFill>
                  <a:srgbClr val="FFDE59"/>
                </a:solidFill>
                <a:latin typeface="Lora"/>
              </a:defRPr>
            </a:pPr>
            <a:r>
              <a:t>Time for the homily — Father will now preach.</a:t>
            </a:r>
          </a:p>
          <a:p>
            <a:pPr algn="just">
              <a:lnSpc>
                <a:spcPct val="140000"/>
              </a:lnSpc>
              <a:spcAft>
                <a:spcPts val="800"/>
              </a:spcAft>
              <a:defRPr sz="4500" b="0" i="1">
                <a:solidFill>
                  <a:srgbClr val="FFDE59"/>
                </a:solidFill>
                <a:latin typeface="Lora"/>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Homily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I believe in one God,</a:t>
            </a:r>
          </a:p>
          <a:p>
            <a:pPr algn="l">
              <a:lnSpc>
                <a:spcPct val="140000"/>
              </a:lnSpc>
              <a:spcAft>
                <a:spcPts val="800"/>
              </a:spcAft>
              <a:defRPr sz="5400" b="1" i="0">
                <a:solidFill>
                  <a:srgbClr val="FFFFFF"/>
                </a:solidFill>
                <a:latin typeface="Poppins SemiBold"/>
              </a:defRPr>
            </a:pPr>
            <a:r>
              <a:t>the Father almighty,</a:t>
            </a:r>
          </a:p>
          <a:p>
            <a:pPr algn="l">
              <a:lnSpc>
                <a:spcPct val="140000"/>
              </a:lnSpc>
              <a:spcAft>
                <a:spcPts val="800"/>
              </a:spcAft>
              <a:defRPr sz="5400" b="1" i="0">
                <a:solidFill>
                  <a:srgbClr val="FFFFFF"/>
                </a:solidFill>
                <a:latin typeface="Poppins SemiBold"/>
              </a:defRPr>
            </a:pPr>
            <a:r>
              <a:t>maker of heaven and earth,</a:t>
            </a:r>
          </a:p>
          <a:p>
            <a:pPr algn="l">
              <a:lnSpc>
                <a:spcPct val="140000"/>
              </a:lnSpc>
              <a:spcAft>
                <a:spcPts val="800"/>
              </a:spcAft>
              <a:defRPr sz="5400" b="1" i="0">
                <a:solidFill>
                  <a:srgbClr val="FFFFFF"/>
                </a:solidFill>
                <a:latin typeface="Poppins SemiBold"/>
              </a:defRPr>
            </a:pPr>
            <a:r>
              <a:t>of all things visible and invisible.</a:t>
            </a:r>
          </a:p>
          <a:p>
            <a:pPr algn="l">
              <a:lnSpc>
                <a:spcPct val="140000"/>
              </a:lnSpc>
              <a:spcAft>
                <a:spcPts val="800"/>
              </a:spcAft>
              <a:defRPr sz="5400" b="1" i="0">
                <a:solidFill>
                  <a:srgbClr val="FFFFFF"/>
                </a:solidFill>
                <a:latin typeface="Poppins SemiBold"/>
              </a:defRPr>
            </a:pPr>
            <a:r>
              <a:t>I believe in one Lord Jesus Christ,</a:t>
            </a:r>
          </a:p>
          <a:p>
            <a:pPr algn="l">
              <a:lnSpc>
                <a:spcPct val="140000"/>
              </a:lnSpc>
              <a:spcAft>
                <a:spcPts val="800"/>
              </a:spcAft>
              <a:defRPr sz="5400" b="1" i="0">
                <a:solidFill>
                  <a:srgbClr val="FFFFFF"/>
                </a:solidFill>
                <a:latin typeface="Poppins SemiBold"/>
              </a:defRPr>
            </a:pPr>
            <a:r>
              <a:t>the Only Begotten Son of God,</a:t>
            </a:r>
          </a:p>
          <a:p>
            <a:pPr algn="l">
              <a:lnSpc>
                <a:spcPct val="140000"/>
              </a:lnSpc>
              <a:spcAft>
                <a:spcPts val="800"/>
              </a:spcAft>
              <a:defRPr sz="5400" b="1" i="0">
                <a:solidFill>
                  <a:srgbClr val="FFFFFF"/>
                </a:solidFill>
                <a:latin typeface="Poppins SemiBold"/>
              </a:defRPr>
            </a:pPr>
            <a:r>
              <a:t>born of the Father before all ages.</a:t>
            </a:r>
          </a:p>
          <a:p>
            <a:pPr algn="l">
              <a:lnSpc>
                <a:spcPct val="140000"/>
              </a:lnSpc>
              <a:spcAft>
                <a:spcPts val="800"/>
              </a:spcAft>
              <a:defRPr sz="5400" b="1" i="0">
                <a:solidFill>
                  <a:srgbClr val="FFFFFF"/>
                </a:solidFill>
                <a:latin typeface="Poppins SemiBold"/>
              </a:defRPr>
            </a:pPr>
            <a:r>
              <a:t>God from God, Light from Light,</a:t>
            </a:r>
          </a:p>
          <a:p>
            <a:pPr algn="l">
              <a:lnSpc>
                <a:spcPct val="140000"/>
              </a:lnSpc>
              <a:spcAft>
                <a:spcPts val="800"/>
              </a:spcAft>
              <a:defRPr sz="5400" b="1" i="0">
                <a:solidFill>
                  <a:srgbClr val="FFFFFF"/>
                </a:solidFill>
                <a:latin typeface="Poppins SemiBold"/>
              </a:defRPr>
            </a:pPr>
            <a:r>
              <a:t>true God from true God,</a:t>
            </a:r>
          </a:p>
          <a:p>
            <a:pPr algn="l">
              <a:lnSpc>
                <a:spcPct val="140000"/>
              </a:lnSpc>
              <a:spcAft>
                <a:spcPts val="800"/>
              </a:spcAft>
              <a:defRPr sz="5400" b="1" i="0">
                <a:solidFill>
                  <a:srgbClr val="FFFFFF"/>
                </a:solidFill>
                <a:latin typeface="Poppins SemiBold"/>
              </a:defRPr>
            </a:pPr>
            <a:r>
              <a:t>begotten, not made, consubstantial with the Father;</a:t>
            </a:r>
          </a:p>
          <a:p>
            <a:pPr algn="l">
              <a:lnSpc>
                <a:spcPct val="140000"/>
              </a:lnSpc>
              <a:spcAft>
                <a:spcPts val="800"/>
              </a:spcAft>
              <a:defRPr sz="5400" b="1" i="0">
                <a:solidFill>
                  <a:srgbClr val="FFFFFF"/>
                </a:solidFill>
                <a:latin typeface="Poppins SemiBold"/>
              </a:defRPr>
            </a:pPr>
            <a:r>
              <a:t>through him all things were made.</a:t>
            </a:r>
          </a:p>
          <a:p>
            <a:pPr algn="l">
              <a:lnSpc>
                <a:spcPct val="140000"/>
              </a:lnSpc>
              <a:spcAft>
                <a:spcPts val="800"/>
              </a:spcAft>
              <a:defRPr sz="5400" b="1" i="0">
                <a:solidFill>
                  <a:srgbClr val="FFFFFF"/>
                </a:solidFill>
                <a:latin typeface="Poppins SemiBold"/>
              </a:defRPr>
            </a:pPr>
            <a:r>
              <a:t>For us men and for our salvation</a:t>
            </a:r>
          </a:p>
          <a:p>
            <a:pPr algn="l">
              <a:lnSpc>
                <a:spcPct val="140000"/>
              </a:lnSpc>
              <a:spcAft>
                <a:spcPts val="800"/>
              </a:spcAft>
              <a:defRPr sz="5400" b="1" i="0">
                <a:solidFill>
                  <a:srgbClr val="FFFFFF"/>
                </a:solidFill>
                <a:latin typeface="Poppins SemiBold"/>
              </a:defRPr>
            </a:pPr>
            <a:r>
              <a:t>he came down from heaven,</a:t>
            </a:r>
          </a:p>
          <a:p>
            <a:pPr algn="l">
              <a:lnSpc>
                <a:spcPct val="140000"/>
              </a:lnSpc>
              <a:spcAft>
                <a:spcPts val="800"/>
              </a:spcAft>
              <a:defRPr sz="5400" b="1" i="0">
                <a:solidFill>
                  <a:srgbClr val="FFFFFF"/>
                </a:solidFill>
                <a:latin typeface="Poppins SemiBold"/>
              </a:defRPr>
            </a:pPr>
            <a:r>
              <a:t>and by the Holy Spirit was incarnate of the Virgin Mary,</a:t>
            </a:r>
          </a:p>
          <a:p>
            <a:pPr algn="l">
              <a:lnSpc>
                <a:spcPct val="140000"/>
              </a:lnSpc>
              <a:spcAft>
                <a:spcPts val="800"/>
              </a:spcAft>
              <a:defRPr sz="5400" b="1" i="0">
                <a:solidFill>
                  <a:srgbClr val="FFFFFF"/>
                </a:solidFill>
                <a:latin typeface="Poppins SemiBold"/>
              </a:defRPr>
            </a:pPr>
            <a:r>
              <a:t>and became man.</a:t>
            </a:r>
          </a:p>
          <a:p>
            <a:pPr algn="l">
              <a:lnSpc>
                <a:spcPct val="140000"/>
              </a:lnSpc>
              <a:spcAft>
                <a:spcPts val="800"/>
              </a:spcAft>
              <a:defRPr sz="5400" b="1" i="0">
                <a:solidFill>
                  <a:srgbClr val="FFFFFF"/>
                </a:solidFill>
                <a:latin typeface="Poppins SemiBold"/>
              </a:defRPr>
            </a:pPr>
            <a:r>
              <a:t>For our sake he was crucified under Pontius Pilate,</a:t>
            </a:r>
          </a:p>
          <a:p>
            <a:pPr algn="l">
              <a:lnSpc>
                <a:spcPct val="140000"/>
              </a:lnSpc>
              <a:spcAft>
                <a:spcPts val="800"/>
              </a:spcAft>
              <a:defRPr sz="5400" b="1" i="0">
                <a:solidFill>
                  <a:srgbClr val="FFFFFF"/>
                </a:solidFill>
                <a:latin typeface="Poppins SemiBold"/>
              </a:defRPr>
            </a:pPr>
            <a:r>
              <a:t>he suffered death and was buried,</a:t>
            </a:r>
          </a:p>
          <a:p>
            <a:pPr algn="l">
              <a:lnSpc>
                <a:spcPct val="140000"/>
              </a:lnSpc>
              <a:spcAft>
                <a:spcPts val="800"/>
              </a:spcAft>
              <a:defRPr sz="5400" b="1" i="0">
                <a:solidFill>
                  <a:srgbClr val="FFFFFF"/>
                </a:solidFill>
                <a:latin typeface="Poppins SemiBold"/>
              </a:defRPr>
            </a:pPr>
            <a:r>
              <a:t>and rose again on the third day</a:t>
            </a:r>
          </a:p>
          <a:p>
            <a:pPr algn="l">
              <a:lnSpc>
                <a:spcPct val="140000"/>
              </a:lnSpc>
              <a:spcAft>
                <a:spcPts val="800"/>
              </a:spcAft>
              <a:defRPr sz="5400" b="1" i="0">
                <a:solidFill>
                  <a:srgbClr val="FFFFFF"/>
                </a:solidFill>
                <a:latin typeface="Poppins SemiBold"/>
              </a:defRPr>
            </a:pPr>
            <a:r>
              <a:t>in accordance with the Scriptures.</a:t>
            </a:r>
          </a:p>
          <a:p>
            <a:pPr algn="l">
              <a:lnSpc>
                <a:spcPct val="140000"/>
              </a:lnSpc>
              <a:spcAft>
                <a:spcPts val="800"/>
              </a:spcAft>
              <a:defRPr sz="5400" b="1" i="0">
                <a:solidFill>
                  <a:srgbClr val="FFFFFF"/>
                </a:solidFill>
                <a:latin typeface="Poppins SemiBold"/>
              </a:defRPr>
            </a:pPr>
            <a:r>
              <a:t>He ascended into heaven</a:t>
            </a:r>
          </a:p>
          <a:p>
            <a:pPr algn="l">
              <a:lnSpc>
                <a:spcPct val="140000"/>
              </a:lnSpc>
              <a:spcAft>
                <a:spcPts val="800"/>
              </a:spcAft>
              <a:defRPr sz="5400" b="1" i="0">
                <a:solidFill>
                  <a:srgbClr val="FFFFFF"/>
                </a:solidFill>
                <a:latin typeface="Poppins SemiBold"/>
              </a:defRPr>
            </a:pPr>
            <a:r>
              <a:t>and is seated at the right hand of the Father.</a:t>
            </a:r>
          </a:p>
          <a:p>
            <a:pPr algn="l">
              <a:lnSpc>
                <a:spcPct val="140000"/>
              </a:lnSpc>
              <a:spcAft>
                <a:spcPts val="800"/>
              </a:spcAft>
              <a:defRPr sz="5400" b="1" i="0">
                <a:solidFill>
                  <a:srgbClr val="FFFFFF"/>
                </a:solidFill>
                <a:latin typeface="Poppins SemiBold"/>
              </a:defRPr>
            </a:pPr>
            <a:r>
              <a:t>He will come again in glory</a:t>
            </a:r>
          </a:p>
          <a:p>
            <a:pPr algn="l">
              <a:lnSpc>
                <a:spcPct val="140000"/>
              </a:lnSpc>
              <a:spcAft>
                <a:spcPts val="800"/>
              </a:spcAft>
              <a:defRPr sz="5400" b="1" i="0">
                <a:solidFill>
                  <a:srgbClr val="FFFFFF"/>
                </a:solidFill>
                <a:latin typeface="Poppins SemiBold"/>
              </a:defRPr>
            </a:pPr>
            <a:r>
              <a:t>to judge the living and the dead</a:t>
            </a:r>
          </a:p>
          <a:p>
            <a:pPr algn="l">
              <a:lnSpc>
                <a:spcPct val="140000"/>
              </a:lnSpc>
              <a:spcAft>
                <a:spcPts val="800"/>
              </a:spcAft>
              <a:defRPr sz="5400" b="1" i="0">
                <a:solidFill>
                  <a:srgbClr val="FFFFFF"/>
                </a:solidFill>
                <a:latin typeface="Poppins SemiBold"/>
              </a:defRPr>
            </a:pPr>
            <a:r>
              <a:t>and his kingdom will have no end.</a:t>
            </a:r>
          </a:p>
          <a:p>
            <a:pPr algn="l">
              <a:lnSpc>
                <a:spcPct val="140000"/>
              </a:lnSpc>
              <a:spcAft>
                <a:spcPts val="800"/>
              </a:spcAft>
              <a:defRPr sz="5400" b="1" i="0">
                <a:solidFill>
                  <a:srgbClr val="FFFFFF"/>
                </a:solidFill>
                <a:latin typeface="Poppins SemiBold"/>
              </a:defRPr>
            </a:pPr>
            <a:r>
              <a:t>I believe in the Holy Spirit, the Lord, the giver of life,</a:t>
            </a:r>
          </a:p>
          <a:p>
            <a:pPr algn="l">
              <a:lnSpc>
                <a:spcPct val="140000"/>
              </a:lnSpc>
              <a:spcAft>
                <a:spcPts val="800"/>
              </a:spcAft>
              <a:defRPr sz="5400" b="1" i="0">
                <a:solidFill>
                  <a:srgbClr val="FFFFFF"/>
                </a:solidFill>
                <a:latin typeface="Poppins SemiBold"/>
              </a:defRPr>
            </a:pPr>
            <a:r>
              <a:t>who proceeds from the Father and the Son,</a:t>
            </a:r>
          </a:p>
          <a:p>
            <a:pPr algn="l">
              <a:lnSpc>
                <a:spcPct val="140000"/>
              </a:lnSpc>
              <a:spcAft>
                <a:spcPts val="800"/>
              </a:spcAft>
              <a:defRPr sz="5400" b="1" i="0">
                <a:solidFill>
                  <a:srgbClr val="FFFFFF"/>
                </a:solidFill>
                <a:latin typeface="Poppins SemiBold"/>
              </a:defRPr>
            </a:pPr>
            <a:r>
              <a:t>who with the Father and the Son is adored and glorified,</a:t>
            </a:r>
          </a:p>
          <a:p>
            <a:pPr algn="l">
              <a:lnSpc>
                <a:spcPct val="140000"/>
              </a:lnSpc>
              <a:spcAft>
                <a:spcPts val="800"/>
              </a:spcAft>
              <a:defRPr sz="5400" b="1" i="0">
                <a:solidFill>
                  <a:srgbClr val="FFFFFF"/>
                </a:solidFill>
                <a:latin typeface="Poppins SemiBold"/>
              </a:defRPr>
            </a:pPr>
            <a:r>
              <a:t>who has spoken through the prophets.</a:t>
            </a:r>
          </a:p>
          <a:p>
            <a:pPr algn="l">
              <a:lnSpc>
                <a:spcPct val="140000"/>
              </a:lnSpc>
              <a:spcAft>
                <a:spcPts val="800"/>
              </a:spcAft>
              <a:defRPr sz="5400" b="1" i="0">
                <a:solidFill>
                  <a:srgbClr val="FFFFFF"/>
                </a:solidFill>
                <a:latin typeface="Poppins SemiBold"/>
              </a:defRPr>
            </a:pPr>
            <a:r>
              <a:t>I believe in one, holy, catholic and apostolic Church.</a:t>
            </a:r>
          </a:p>
          <a:p>
            <a:pPr algn="l">
              <a:lnSpc>
                <a:spcPct val="140000"/>
              </a:lnSpc>
              <a:spcAft>
                <a:spcPts val="800"/>
              </a:spcAft>
              <a:defRPr sz="5400" b="1" i="0">
                <a:solidFill>
                  <a:srgbClr val="FFFFFF"/>
                </a:solidFill>
                <a:latin typeface="Poppins SemiBold"/>
              </a:defRPr>
            </a:pPr>
            <a:r>
              <a:t>I confess one Baptism for the forgiveness of sins</a:t>
            </a:r>
          </a:p>
          <a:p>
            <a:pPr algn="l">
              <a:lnSpc>
                <a:spcPct val="140000"/>
              </a:lnSpc>
              <a:spcAft>
                <a:spcPts val="800"/>
              </a:spcAft>
              <a:defRPr sz="5400" b="1" i="0">
                <a:solidFill>
                  <a:srgbClr val="FFFFFF"/>
                </a:solidFill>
                <a:latin typeface="Poppins SemiBold"/>
              </a:defRPr>
            </a:pPr>
            <a:r>
              <a:t>and I look forward to the resurrection of the dead</a:t>
            </a:r>
          </a:p>
          <a:p>
            <a:pPr algn="l">
              <a:lnSpc>
                <a:spcPct val="140000"/>
              </a:lnSpc>
              <a:spcAft>
                <a:spcPts val="800"/>
              </a:spcAft>
              <a:defRPr sz="5400" b="1" i="0">
                <a:solidFill>
                  <a:srgbClr val="FFFFFF"/>
                </a:solidFill>
                <a:latin typeface="Poppins SemiBold"/>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Nicene Creed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just">
              <a:lnSpc>
                <a:spcPct val="140000"/>
              </a:lnSpc>
              <a:spcAft>
                <a:spcPts val="800"/>
              </a:spcAft>
              <a:defRPr sz="4500" b="0" i="1">
                <a:solidFill>
                  <a:srgbClr val="FFDE59"/>
                </a:solidFill>
                <a:latin typeface="Lora"/>
              </a:defRPr>
            </a:pPr>
            <a:r>
              <a:t>The Universal Prayer is led so that each petition is spoken in full and each response by the people is sung or said in full (for example, “Lord, hear our prayer”), never abbreviated.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For the holy Church of God throughout the world, that the Lord may guard her and grant her peace and unity according to his will: let us pray to the Lord.</a:t>
            </a:r>
          </a:p>
          <a:p>
            <a:pPr algn="l">
              <a:lnSpc>
                <a:spcPct val="140000"/>
              </a:lnSpc>
              <a:spcBef>
                <a:spcPts val="600"/>
              </a:spcBef>
              <a:spcAft>
                <a:spcPts val="800"/>
              </a:spcAft>
            </a:pPr>
            <a:r>
              <a:rPr sz="5400" b="1" i="0">
                <a:solidFill>
                  <a:srgbClr val="FFFFFF"/>
                </a:solidFill>
                <a:latin typeface="Poppins Black"/>
              </a:rPr>
              <a:t>ALL: Lord, hear our prayer.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Prayer of the Faithful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Priest concludes the Prayer of the Faithful with a prayer in full, for example:</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Heavenly Father, hear the prayers of the Church, which we make through Christ our Lord.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Prayer of the Faithful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I Am the Bread of Life</a:t>
            </a:r>
          </a:p>
        </p:txBody>
      </p:sp>
      <p:sp>
        <p:nvSpPr>
          <p:cNvPr id="5" name="TextBox 4"/>
          <p:cNvSpPr txBox="1"/>
          <p:nvPr/>
        </p:nvSpPr>
        <p:spPr>
          <a:xfrm>
            <a:off x="685800" y="1974126"/>
            <a:ext cx="16916400" cy="744419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I am the Bread of life;</a:t>
            </a:r>
          </a:p>
          <a:p>
            <a:pPr algn="ctr">
              <a:lnSpc>
                <a:spcPct val="140000"/>
              </a:lnSpc>
              <a:spcAft>
                <a:spcPts val="1000"/>
              </a:spcAft>
              <a:defRPr sz="6900" b="1" i="0">
                <a:solidFill>
                  <a:srgbClr val="FFFFFF"/>
                </a:solidFill>
                <a:latin typeface="Poppins"/>
              </a:defRPr>
            </a:pPr>
            <a:r>
              <a:t>all who come to me shall not hunger,</a:t>
            </a:r>
          </a:p>
          <a:p>
            <a:pPr algn="ctr">
              <a:lnSpc>
                <a:spcPct val="140000"/>
              </a:lnSpc>
              <a:spcAft>
                <a:spcPts val="1000"/>
              </a:spcAft>
              <a:defRPr sz="6900" b="1" i="0">
                <a:solidFill>
                  <a:srgbClr val="FFFFFF"/>
                </a:solidFill>
                <a:latin typeface="Poppins"/>
              </a:defRPr>
            </a:pPr>
            <a:r>
              <a:t>and who believe in me shall not thirst.</a:t>
            </a:r>
          </a:p>
          <a:p>
            <a:pPr algn="ctr">
              <a:lnSpc>
                <a:spcPct val="140000"/>
              </a:lnSpc>
              <a:spcAft>
                <a:spcPts val="1000"/>
              </a:spcAft>
              <a:defRPr sz="6900" b="1" i="0">
                <a:solidFill>
                  <a:srgbClr val="FFFFFF"/>
                </a:solidFill>
                <a:latin typeface="Poppins"/>
              </a:defRPr>
            </a:pPr>
            <a:r>
              <a:t>No one can come to me unless</a:t>
            </a:r>
          </a:p>
          <a:p>
            <a:pPr algn="ctr">
              <a:lnSpc>
                <a:spcPct val="140000"/>
              </a:lnSpc>
              <a:spcAft>
                <a:spcPts val="1000"/>
              </a:spcAft>
              <a:defRPr sz="6900" b="1" i="0">
                <a:solidFill>
                  <a:srgbClr val="FFFFFF"/>
                </a:solidFill>
                <a:latin typeface="Poppins"/>
              </a:defRPr>
            </a:pPr>
            <a:r>
              <a:t>my Father beckons.</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The bread that I will give</a:t>
            </a:r>
          </a:p>
          <a:p>
            <a:pPr algn="ctr">
              <a:lnSpc>
                <a:spcPct val="140000"/>
              </a:lnSpc>
              <a:spcAft>
                <a:spcPts val="1000"/>
              </a:spcAft>
              <a:defRPr sz="6900" b="1" i="0">
                <a:solidFill>
                  <a:srgbClr val="FFFFFF"/>
                </a:solidFill>
                <a:latin typeface="Poppins"/>
              </a:defRPr>
            </a:pPr>
            <a:r>
              <a:t>is my flesh for the life of the world</a:t>
            </a:r>
          </a:p>
          <a:p>
            <a:pPr algn="ctr">
              <a:lnSpc>
                <a:spcPct val="140000"/>
              </a:lnSpc>
              <a:spcAft>
                <a:spcPts val="1000"/>
              </a:spcAft>
              <a:defRPr sz="6900" b="1" i="0">
                <a:solidFill>
                  <a:srgbClr val="FFFFFF"/>
                </a:solidFill>
                <a:latin typeface="Poppins"/>
              </a:defRPr>
            </a:pPr>
            <a:r>
              <a:t>and if you eat of this bread,</a:t>
            </a:r>
          </a:p>
          <a:p>
            <a:pPr algn="ctr">
              <a:lnSpc>
                <a:spcPct val="140000"/>
              </a:lnSpc>
              <a:spcAft>
                <a:spcPts val="1000"/>
              </a:spcAft>
              <a:defRPr sz="6900" b="1" i="0">
                <a:solidFill>
                  <a:srgbClr val="FFFFFF"/>
                </a:solidFill>
                <a:latin typeface="Poppins"/>
              </a:defRPr>
            </a:pPr>
            <a:r>
              <a:t>you shall live forever,</a:t>
            </a:r>
          </a:p>
          <a:p>
            <a:pPr algn="ctr">
              <a:lnSpc>
                <a:spcPct val="140000"/>
              </a:lnSpc>
              <a:spcAft>
                <a:spcPts val="1000"/>
              </a:spcAft>
              <a:defRPr sz="6900" b="1" i="0">
                <a:solidFill>
                  <a:srgbClr val="FFFFFF"/>
                </a:solidFill>
                <a:latin typeface="Poppins"/>
              </a:defRPr>
            </a:pPr>
            <a:r>
              <a:t>yes, live forever.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Unless you eat</a:t>
            </a:r>
          </a:p>
          <a:p>
            <a:pPr algn="ctr">
              <a:lnSpc>
                <a:spcPct val="140000"/>
              </a:lnSpc>
              <a:spcAft>
                <a:spcPts val="1000"/>
              </a:spcAft>
              <a:defRPr sz="6900" b="1" i="0">
                <a:solidFill>
                  <a:srgbClr val="FFFFFF"/>
                </a:solidFill>
                <a:latin typeface="Poppins"/>
              </a:defRPr>
            </a:pPr>
            <a:r>
              <a:t>of the flesh of the Son of Man</a:t>
            </a:r>
          </a:p>
          <a:p>
            <a:pPr algn="ctr">
              <a:lnSpc>
                <a:spcPct val="140000"/>
              </a:lnSpc>
              <a:spcAft>
                <a:spcPts val="1000"/>
              </a:spcAft>
              <a:defRPr sz="6900" b="1" i="0">
                <a:solidFill>
                  <a:srgbClr val="FFFFFF"/>
                </a:solidFill>
                <a:latin typeface="Poppins"/>
              </a:defRPr>
            </a:pPr>
            <a:r>
              <a:t>and drink of his blood,</a:t>
            </a:r>
          </a:p>
          <a:p>
            <a:pPr algn="ctr">
              <a:lnSpc>
                <a:spcPct val="140000"/>
              </a:lnSpc>
              <a:spcAft>
                <a:spcPts val="1000"/>
              </a:spcAft>
              <a:defRPr sz="6900" b="1" i="0">
                <a:solidFill>
                  <a:srgbClr val="FFFFFF"/>
                </a:solidFill>
                <a:latin typeface="Poppins"/>
              </a:defRPr>
            </a:pPr>
            <a:r>
              <a:t>and drink of his blood,</a:t>
            </a:r>
          </a:p>
          <a:p>
            <a:pPr algn="ctr">
              <a:lnSpc>
                <a:spcPct val="140000"/>
              </a:lnSpc>
              <a:spcAft>
                <a:spcPts val="1000"/>
              </a:spcAft>
              <a:defRPr sz="6900" b="1" i="0">
                <a:solidFill>
                  <a:srgbClr val="FFFFFF"/>
                </a:solidFill>
                <a:latin typeface="Poppins"/>
              </a:defRPr>
            </a:pPr>
            <a:r>
              <a:t>there is no life in you,</a:t>
            </a:r>
          </a:p>
          <a:p>
            <a:pPr algn="ctr">
              <a:lnSpc>
                <a:spcPct val="140000"/>
              </a:lnSpc>
              <a:spcAft>
                <a:spcPts val="1000"/>
              </a:spcAft>
              <a:defRPr sz="6900" b="1" i="0">
                <a:solidFill>
                  <a:srgbClr val="FFFFFF"/>
                </a:solidFill>
                <a:latin typeface="Poppins"/>
              </a:defRPr>
            </a:pPr>
            <a:r>
              <a:t>there is no life in you.</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rm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Pray, brethren, that my sacrifice and yours may be acceptable to God, the almighty Father.</a:t>
            </a:r>
          </a:p>
          <a:p>
            <a:pPr algn="l">
              <a:lnSpc>
                <a:spcPct val="140000"/>
              </a:lnSpc>
              <a:spcBef>
                <a:spcPts val="600"/>
              </a:spcBef>
              <a:spcAft>
                <a:spcPts val="800"/>
              </a:spcAft>
            </a:pPr>
            <a:r>
              <a:rPr sz="5400" b="1" i="0">
                <a:solidFill>
                  <a:srgbClr val="FFFFFF"/>
                </a:solidFill>
                <a:latin typeface="Poppins Black"/>
              </a:rPr>
              <a:t>ALL: 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rm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Lift up your hearts.</a:t>
            </a:r>
          </a:p>
          <a:p>
            <a:pPr algn="l">
              <a:lnSpc>
                <a:spcPct val="140000"/>
              </a:lnSpc>
              <a:spcBef>
                <a:spcPts val="600"/>
              </a:spcBef>
              <a:spcAft>
                <a:spcPts val="800"/>
              </a:spcAft>
            </a:pPr>
            <a:r>
              <a:rPr sz="5400" b="1" i="0">
                <a:solidFill>
                  <a:srgbClr val="FFFFFF"/>
                </a:solidFill>
                <a:latin typeface="Poppins Black"/>
              </a:rPr>
              <a:t>ALL: We lift them up to the Lord.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give thanks to the Lord our God.</a:t>
            </a:r>
          </a:p>
          <a:p>
            <a:pPr algn="l">
              <a:lnSpc>
                <a:spcPct val="140000"/>
              </a:lnSpc>
              <a:spcBef>
                <a:spcPts val="600"/>
              </a:spcBef>
              <a:spcAft>
                <a:spcPts val="800"/>
              </a:spcAft>
            </a:pPr>
            <a:r>
              <a:rPr sz="5400" b="1" i="0">
                <a:solidFill>
                  <a:srgbClr val="FFFFFF"/>
                </a:solidFill>
                <a:latin typeface="Poppins Black"/>
              </a:rPr>
              <a:t>ALL: It is right and just.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just">
              <a:lnSpc>
                <a:spcPct val="140000"/>
              </a:lnSpc>
              <a:spcAft>
                <a:spcPts val="800"/>
              </a:spcAft>
              <a:defRPr sz="4500" b="0" i="1">
                <a:solidFill>
                  <a:srgbClr val="FFDE59"/>
                </a:solidFill>
                <a:latin typeface="Lor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Holy, Holy, Holy Lord God of hosts.</a:t>
            </a:r>
          </a:p>
          <a:p>
            <a:pPr algn="l">
              <a:lnSpc>
                <a:spcPct val="140000"/>
              </a:lnSpc>
              <a:spcAft>
                <a:spcPts val="800"/>
              </a:spcAft>
              <a:defRPr sz="5400" b="1" i="0">
                <a:solidFill>
                  <a:srgbClr val="FFFFFF"/>
                </a:solidFill>
                <a:latin typeface="Poppins SemiBold"/>
              </a:defRPr>
            </a:pPr>
            <a:r>
              <a:t>Heaven and earth are full of your glory.</a:t>
            </a:r>
          </a:p>
          <a:p>
            <a:pPr algn="l">
              <a:lnSpc>
                <a:spcPct val="140000"/>
              </a:lnSpc>
              <a:spcAft>
                <a:spcPts val="800"/>
              </a:spcAft>
              <a:defRPr sz="5400" b="1" i="0">
                <a:solidFill>
                  <a:srgbClr val="FFFFFF"/>
                </a:solidFill>
                <a:latin typeface="Poppins SemiBold"/>
              </a:defRPr>
            </a:pPr>
            <a:r>
              <a:t>Hosanna in the highest.</a:t>
            </a:r>
          </a:p>
          <a:p>
            <a:pPr algn="l">
              <a:lnSpc>
                <a:spcPct val="140000"/>
              </a:lnSpc>
              <a:spcAft>
                <a:spcPts val="800"/>
              </a:spcAft>
              <a:defRPr sz="5400" b="1" i="0">
                <a:solidFill>
                  <a:srgbClr val="FFFFFF"/>
                </a:solidFill>
                <a:latin typeface="Poppins SemiBold"/>
              </a:defRPr>
            </a:pPr>
            <a:r>
              <a:t>Blessed is he who comes in the name of the Lord.</a:t>
            </a:r>
          </a:p>
          <a:p>
            <a:pPr algn="l">
              <a:lnSpc>
                <a:spcPct val="140000"/>
              </a:lnSpc>
              <a:spcAft>
                <a:spcPts val="800"/>
              </a:spcAft>
              <a:defRPr sz="5400" b="1" i="0">
                <a:solidFill>
                  <a:srgbClr val="FFFFFF"/>
                </a:solidFill>
                <a:latin typeface="Poppins SemiBold"/>
              </a:defRPr>
            </a:pPr>
            <a:r>
              <a:t>Hosanna in the highest.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Sanctus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rm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We proclaim your Death, O Lord,</a:t>
            </a:r>
          </a:p>
          <a:p>
            <a:pPr algn="l">
              <a:lnSpc>
                <a:spcPct val="140000"/>
              </a:lnSpc>
              <a:spcAft>
                <a:spcPts val="800"/>
              </a:spcAft>
              <a:defRPr sz="5400" b="1" i="0">
                <a:solidFill>
                  <a:srgbClr val="FFFFFF"/>
                </a:solidFill>
                <a:latin typeface="Poppins SemiBold"/>
              </a:defRPr>
            </a:pPr>
            <a:r>
              <a:t>and profess your Resurrection</a:t>
            </a:r>
          </a:p>
          <a:p>
            <a:pPr algn="l">
              <a:lnSpc>
                <a:spcPct val="140000"/>
              </a:lnSpc>
              <a:spcAft>
                <a:spcPts val="800"/>
              </a:spcAft>
              <a:defRPr sz="5400" b="1" i="0">
                <a:solidFill>
                  <a:srgbClr val="FFFFFF"/>
                </a:solidFill>
                <a:latin typeface="Poppins SemiBold"/>
              </a:defRPr>
            </a:pPr>
            <a:r>
              <a:t>until you come again.</a:t>
            </a:r>
          </a:p>
          <a:p>
            <a:pPr algn="just">
              <a:lnSpc>
                <a:spcPct val="140000"/>
              </a:lnSpc>
              <a:spcAft>
                <a:spcPts val="800"/>
              </a:spcAft>
              <a:defRPr sz="4500" b="0" i="1">
                <a:solidFill>
                  <a:srgbClr val="FFDE59"/>
                </a:solidFill>
                <a:latin typeface="Lora"/>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The Eucharistic Prayer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rm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Amen.</a:t>
            </a:r>
          </a:p>
          <a:p>
            <a:pPr algn="just">
              <a:lnSpc>
                <a:spcPct val="140000"/>
              </a:lnSpc>
              <a:spcAft>
                <a:spcPts val="800"/>
              </a:spcAft>
              <a:defRPr sz="4500" b="0" i="1">
                <a:solidFill>
                  <a:srgbClr val="FFDE59"/>
                </a:solidFill>
                <a:latin typeface="Lora"/>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Great Amen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Our Father, who art in heaven,</a:t>
            </a:r>
          </a:p>
          <a:p>
            <a:pPr algn="l">
              <a:lnSpc>
                <a:spcPct val="140000"/>
              </a:lnSpc>
              <a:spcAft>
                <a:spcPts val="800"/>
              </a:spcAft>
              <a:defRPr sz="5400" b="1" i="0">
                <a:solidFill>
                  <a:srgbClr val="FFFFFF"/>
                </a:solidFill>
                <a:latin typeface="Poppins SemiBold"/>
              </a:defRPr>
            </a:pPr>
            <a:r>
              <a:t>hallowed be thy name;</a:t>
            </a:r>
          </a:p>
          <a:p>
            <a:pPr algn="l">
              <a:lnSpc>
                <a:spcPct val="140000"/>
              </a:lnSpc>
              <a:spcAft>
                <a:spcPts val="800"/>
              </a:spcAft>
              <a:defRPr sz="5400" b="1" i="0">
                <a:solidFill>
                  <a:srgbClr val="FFFFFF"/>
                </a:solidFill>
                <a:latin typeface="Poppins SemiBold"/>
              </a:defRPr>
            </a:pPr>
            <a:r>
              <a:t>thy kingdom come,</a:t>
            </a:r>
          </a:p>
          <a:p>
            <a:pPr algn="l">
              <a:lnSpc>
                <a:spcPct val="140000"/>
              </a:lnSpc>
              <a:spcAft>
                <a:spcPts val="800"/>
              </a:spcAft>
              <a:defRPr sz="5400" b="1" i="0">
                <a:solidFill>
                  <a:srgbClr val="FFFFFF"/>
                </a:solidFill>
                <a:latin typeface="Poppins SemiBold"/>
              </a:defRPr>
            </a:pPr>
            <a:r>
              <a:t>thy will be done,</a:t>
            </a:r>
          </a:p>
          <a:p>
            <a:pPr algn="l">
              <a:lnSpc>
                <a:spcPct val="140000"/>
              </a:lnSpc>
              <a:spcAft>
                <a:spcPts val="800"/>
              </a:spcAft>
              <a:defRPr sz="5400" b="1" i="0">
                <a:solidFill>
                  <a:srgbClr val="FFFFFF"/>
                </a:solidFill>
                <a:latin typeface="Poppins SemiBold"/>
              </a:defRPr>
            </a:pPr>
            <a:r>
              <a:t>on earth as it is in heaven.</a:t>
            </a:r>
          </a:p>
          <a:p>
            <a:pPr algn="l">
              <a:lnSpc>
                <a:spcPct val="140000"/>
              </a:lnSpc>
              <a:spcAft>
                <a:spcPts val="800"/>
              </a:spcAft>
              <a:defRPr sz="5400" b="1" i="0">
                <a:solidFill>
                  <a:srgbClr val="FFFFFF"/>
                </a:solidFill>
                <a:latin typeface="Poppins SemiBold"/>
              </a:defRPr>
            </a:pPr>
            <a:r>
              <a:t>Give us this day our daily bread;</a:t>
            </a:r>
          </a:p>
          <a:p>
            <a:pPr algn="l">
              <a:lnSpc>
                <a:spcPct val="140000"/>
              </a:lnSpc>
              <a:spcAft>
                <a:spcPts val="800"/>
              </a:spcAft>
              <a:defRPr sz="5400" b="1" i="0">
                <a:solidFill>
                  <a:srgbClr val="FFFFFF"/>
                </a:solidFill>
                <a:latin typeface="Poppins SemiBold"/>
              </a:defRPr>
            </a:pPr>
            <a:r>
              <a:t>and forgive us our trespasses,</a:t>
            </a:r>
          </a:p>
          <a:p>
            <a:pPr algn="l">
              <a:lnSpc>
                <a:spcPct val="140000"/>
              </a:lnSpc>
              <a:spcAft>
                <a:spcPts val="800"/>
              </a:spcAft>
              <a:defRPr sz="5400" b="1" i="0">
                <a:solidFill>
                  <a:srgbClr val="FFFFFF"/>
                </a:solidFill>
                <a:latin typeface="Poppins SemiBold"/>
              </a:defRPr>
            </a:pPr>
            <a:r>
              <a:t>as we forgive those who trespass against us;</a:t>
            </a:r>
          </a:p>
          <a:p>
            <a:pPr algn="l">
              <a:lnSpc>
                <a:spcPct val="140000"/>
              </a:lnSpc>
              <a:spcAft>
                <a:spcPts val="800"/>
              </a:spcAft>
              <a:defRPr sz="5400" b="1" i="0">
                <a:solidFill>
                  <a:srgbClr val="FFFFFF"/>
                </a:solidFill>
                <a:latin typeface="Poppins SemiBold"/>
              </a:defRPr>
            </a:pPr>
            <a:r>
              <a:t>and lead us not into temptation,</a:t>
            </a:r>
          </a:p>
          <a:p>
            <a:pPr algn="l">
              <a:lnSpc>
                <a:spcPct val="140000"/>
              </a:lnSpc>
              <a:spcAft>
                <a:spcPts val="800"/>
              </a:spcAft>
              <a:defRPr sz="5400" b="1" i="0">
                <a:solidFill>
                  <a:srgbClr val="FFFFFF"/>
                </a:solidFill>
                <a:latin typeface="Poppins SemiBold"/>
              </a:defRPr>
            </a:pPr>
            <a:r>
              <a:t>but deliver us from evil.</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Deliver us, Lord, we pray, from every evil, graciously grant peace in our days, that, by the help of your mercy, we may be always free from sin and safe from all distress, as we await the blessed hope and the coming of our Savior, Jesus Christ.</a:t>
            </a:r>
          </a:p>
          <a:p>
            <a:pPr algn="l">
              <a:lnSpc>
                <a:spcPct val="140000"/>
              </a:lnSpc>
              <a:spcBef>
                <a:spcPts val="600"/>
              </a:spcBef>
              <a:spcAft>
                <a:spcPts val="800"/>
              </a:spcAft>
            </a:pPr>
            <a:r>
              <a:rPr sz="5400" b="1" i="0">
                <a:solidFill>
                  <a:srgbClr val="FFFFFF"/>
                </a:solidFill>
                <a:latin typeface="Poppins Black"/>
              </a:rPr>
              <a:t>ALL: 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Our Father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Deliver us, Lord, we pray, from every evil, graciously grant peace in our days, that, by the help of your mercy, we may be always free from sin and safe from all distress, as we await the blessed hope and the coming of our Savior, Jesus Christ.</a:t>
            </a:r>
          </a:p>
          <a:p>
            <a:pPr algn="l">
              <a:lnSpc>
                <a:spcPct val="140000"/>
              </a:lnSpc>
              <a:spcBef>
                <a:spcPts val="600"/>
              </a:spcBef>
              <a:spcAft>
                <a:spcPts val="800"/>
              </a:spcAft>
            </a:pPr>
            <a:r>
              <a:rPr sz="5400" b="1" i="0">
                <a:solidFill>
                  <a:srgbClr val="FFFFFF"/>
                </a:solidFill>
                <a:latin typeface="Poppins Black"/>
              </a:rPr>
              <a:t>ALL: 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The Communion Rite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peace of the Lord be with you always.</a:t>
            </a:r>
          </a:p>
          <a:p>
            <a:pPr algn="l">
              <a:lnSpc>
                <a:spcPct val="140000"/>
              </a:lnSpc>
              <a:spcBef>
                <a:spcPts val="600"/>
              </a:spcBef>
              <a:spcAft>
                <a:spcPts val="800"/>
              </a:spcAft>
            </a:pPr>
            <a:r>
              <a:rPr sz="5400" b="1" i="0">
                <a:solidFill>
                  <a:srgbClr val="FFFFFF"/>
                </a:solidFill>
                <a:latin typeface="Poppins Black"/>
              </a:rPr>
              <a:t>ALL: And with your spirit.</a:t>
            </a:r>
          </a:p>
          <a:p>
            <a:pPr algn="just">
              <a:lnSpc>
                <a:spcPct val="140000"/>
              </a:lnSpc>
              <a:spcAft>
                <a:spcPts val="800"/>
              </a:spcAft>
              <a:defRPr sz="4500" b="0" i="1">
                <a:solidFill>
                  <a:srgbClr val="FFDE59"/>
                </a:solidFill>
                <a:latin typeface="Lora"/>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Sign of Peace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FFFF"/>
                </a:solidFill>
                <a:latin typeface="Poppins Black"/>
              </a:rPr>
              <a:t>ALL: 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have mercy on us.</a:t>
            </a:r>
          </a:p>
          <a:p>
            <a:pPr algn="l">
              <a:lnSpc>
                <a:spcPct val="140000"/>
              </a:lnSpc>
              <a:spcAft>
                <a:spcPts val="800"/>
              </a:spcAft>
              <a:defRPr sz="5400" b="1" i="0">
                <a:solidFill>
                  <a:srgbClr val="FFFFFF"/>
                </a:solidFill>
                <a:latin typeface="Poppins SemiBold"/>
              </a:defRPr>
            </a:pPr>
            <a:r>
              <a:t>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have mercy on us.</a:t>
            </a:r>
          </a:p>
          <a:p>
            <a:pPr algn="l">
              <a:lnSpc>
                <a:spcPct val="140000"/>
              </a:lnSpc>
              <a:spcAft>
                <a:spcPts val="800"/>
              </a:spcAft>
              <a:defRPr sz="5400" b="1" i="0">
                <a:solidFill>
                  <a:srgbClr val="FFFFFF"/>
                </a:solidFill>
                <a:latin typeface="Poppins SemiBold"/>
              </a:defRPr>
            </a:pPr>
            <a:r>
              <a:t>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grant us peace.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Lamb of God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Behold the Lamb of God, behold him who takes away the sins of the world. Blessed are those called to the supper of the Lamb.</a:t>
            </a:r>
          </a:p>
          <a:p>
            <a:pPr algn="l">
              <a:lnSpc>
                <a:spcPct val="140000"/>
              </a:lnSpc>
              <a:spcBef>
                <a:spcPts val="600"/>
              </a:spcBef>
              <a:spcAft>
                <a:spcPts val="800"/>
              </a:spcAft>
            </a:pPr>
            <a:r>
              <a:rPr sz="5400" b="1" i="0">
                <a:solidFill>
                  <a:srgbClr val="FFFFFF"/>
                </a:solidFill>
                <a:latin typeface="Poppins Black"/>
              </a:rPr>
              <a:t>ALL: 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The Communion Rite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Panis Angelicus</a:t>
            </a:r>
          </a:p>
        </p:txBody>
      </p:sp>
      <p:sp>
        <p:nvSpPr>
          <p:cNvPr id="5" name="TextBox 4"/>
          <p:cNvSpPr txBox="1"/>
          <p:nvPr/>
        </p:nvSpPr>
        <p:spPr>
          <a:xfrm>
            <a:off x="685800" y="1974126"/>
            <a:ext cx="16916400" cy="744419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Panis angelicus</a:t>
            </a:r>
          </a:p>
          <a:p>
            <a:pPr algn="ctr">
              <a:lnSpc>
                <a:spcPct val="140000"/>
              </a:lnSpc>
              <a:spcAft>
                <a:spcPts val="1000"/>
              </a:spcAft>
              <a:defRPr sz="6900" b="1" i="0">
                <a:solidFill>
                  <a:srgbClr val="FFFFFF"/>
                </a:solidFill>
                <a:latin typeface="Poppins"/>
              </a:defRPr>
            </a:pPr>
            <a:r>
              <a:t>fit panis hominum;</a:t>
            </a:r>
          </a:p>
          <a:p>
            <a:pPr algn="ctr">
              <a:lnSpc>
                <a:spcPct val="140000"/>
              </a:lnSpc>
              <a:spcAft>
                <a:spcPts val="1000"/>
              </a:spcAft>
              <a:defRPr sz="6900" b="1" i="0">
                <a:solidFill>
                  <a:srgbClr val="FFFFFF"/>
                </a:solidFill>
                <a:latin typeface="Poppins"/>
              </a:defRPr>
            </a:pPr>
            <a:r>
              <a:t>dat panis caelicus</a:t>
            </a:r>
          </a:p>
          <a:p>
            <a:pPr algn="ctr">
              <a:lnSpc>
                <a:spcPct val="140000"/>
              </a:lnSpc>
              <a:spcAft>
                <a:spcPts val="1000"/>
              </a:spcAft>
              <a:defRPr sz="6900" b="1" i="0">
                <a:solidFill>
                  <a:srgbClr val="FFFFFF"/>
                </a:solidFill>
                <a:latin typeface="Poppins"/>
              </a:defRPr>
            </a:pPr>
            <a:r>
              <a:t>figuris terminum.</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O res mirabilis!</a:t>
            </a:r>
          </a:p>
          <a:p>
            <a:pPr algn="ctr">
              <a:lnSpc>
                <a:spcPct val="140000"/>
              </a:lnSpc>
              <a:spcAft>
                <a:spcPts val="1000"/>
              </a:spcAft>
              <a:defRPr sz="6900" b="1" i="0">
                <a:solidFill>
                  <a:srgbClr val="FFFFFF"/>
                </a:solidFill>
                <a:latin typeface="Poppins"/>
              </a:defRPr>
            </a:pPr>
            <a:r>
              <a:t>Manducat Dominum</a:t>
            </a:r>
          </a:p>
          <a:p>
            <a:pPr algn="ctr">
              <a:lnSpc>
                <a:spcPct val="140000"/>
              </a:lnSpc>
              <a:spcAft>
                <a:spcPts val="1000"/>
              </a:spcAft>
              <a:defRPr sz="6900" b="1" i="0">
                <a:solidFill>
                  <a:srgbClr val="FFFFFF"/>
                </a:solidFill>
                <a:latin typeface="Poppins"/>
              </a:defRPr>
            </a:pPr>
            <a:r>
              <a:t>pauper, servus et humilis.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Te trina Deitas</a:t>
            </a:r>
          </a:p>
          <a:p>
            <a:pPr algn="ctr">
              <a:lnSpc>
                <a:spcPct val="140000"/>
              </a:lnSpc>
              <a:spcAft>
                <a:spcPts val="1000"/>
              </a:spcAft>
              <a:defRPr sz="6900" b="1" i="0">
                <a:solidFill>
                  <a:srgbClr val="FFFFFF"/>
                </a:solidFill>
                <a:latin typeface="Poppins"/>
              </a:defRPr>
            </a:pPr>
            <a:r>
              <a:t>unaque poscimus,</a:t>
            </a:r>
          </a:p>
          <a:p>
            <a:pPr algn="ctr">
              <a:lnSpc>
                <a:spcPct val="140000"/>
              </a:lnSpc>
              <a:spcAft>
                <a:spcPts val="1000"/>
              </a:spcAft>
              <a:defRPr sz="6900" b="1" i="0">
                <a:solidFill>
                  <a:srgbClr val="FFFFFF"/>
                </a:solidFill>
                <a:latin typeface="Poppins"/>
              </a:defRPr>
            </a:pPr>
            <a:r>
              <a:t>sic nos tu visita,</a:t>
            </a:r>
          </a:p>
          <a:p>
            <a:pPr algn="ctr">
              <a:lnSpc>
                <a:spcPct val="140000"/>
              </a:lnSpc>
              <a:spcAft>
                <a:spcPts val="1000"/>
              </a:spcAft>
              <a:defRPr sz="6900" b="1" i="0">
                <a:solidFill>
                  <a:srgbClr val="FFFFFF"/>
                </a:solidFill>
                <a:latin typeface="Poppins"/>
              </a:defRPr>
            </a:pPr>
            <a:r>
              <a:t>sicut te colimus.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Per huius viam ductus</a:t>
            </a:r>
          </a:p>
          <a:p>
            <a:pPr algn="ctr">
              <a:lnSpc>
                <a:spcPct val="140000"/>
              </a:lnSpc>
              <a:spcAft>
                <a:spcPts val="1000"/>
              </a:spcAft>
              <a:defRPr sz="6900" b="1" i="0">
                <a:solidFill>
                  <a:srgbClr val="FFFFFF"/>
                </a:solidFill>
                <a:latin typeface="Poppins"/>
              </a:defRPr>
            </a:pPr>
            <a:r>
              <a:t>tendimus ad lucem,</a:t>
            </a:r>
          </a:p>
          <a:p>
            <a:pPr algn="ctr">
              <a:lnSpc>
                <a:spcPct val="140000"/>
              </a:lnSpc>
              <a:spcAft>
                <a:spcPts val="1000"/>
              </a:spcAft>
              <a:defRPr sz="6900" b="1" i="0">
                <a:solidFill>
                  <a:srgbClr val="FFFFFF"/>
                </a:solidFill>
                <a:latin typeface="Poppins"/>
              </a:defRPr>
            </a:pPr>
            <a:r>
              <a:t>quam in habitatione</a:t>
            </a:r>
          </a:p>
          <a:p>
            <a:pPr algn="ctr">
              <a:lnSpc>
                <a:spcPct val="140000"/>
              </a:lnSpc>
              <a:spcAft>
                <a:spcPts val="1000"/>
              </a:spcAft>
              <a:defRPr sz="6900" b="1" i="0">
                <a:solidFill>
                  <a:srgbClr val="FFFFFF"/>
                </a:solidFill>
                <a:latin typeface="Poppins"/>
              </a:defRPr>
            </a:pPr>
            <a:r>
              <a:t>sancta tu inhabitas.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4400" b="1" i="0">
                <a:solidFill>
                  <a:srgbClr val="FFFFFF"/>
                </a:solidFill>
                <a:latin typeface="Poppins"/>
              </a:defRPr>
            </a:pPr>
            <a:r>
              <a:t>(English singing translation, if used:</a:t>
            </a:r>
          </a:p>
          <a:p>
            <a:pPr algn="ctr">
              <a:lnSpc>
                <a:spcPct val="140000"/>
              </a:lnSpc>
              <a:spcAft>
                <a:spcPts val="1000"/>
              </a:spcAft>
              <a:defRPr sz="4400" b="1" i="0">
                <a:solidFill>
                  <a:srgbClr val="FFFFFF"/>
                </a:solidFill>
                <a:latin typeface="Poppins"/>
              </a:defRPr>
            </a:pPr>
            <a:r>
              <a:t>Bread of angels, become bread for mortals;</a:t>
            </a:r>
          </a:p>
          <a:p>
            <a:pPr algn="ctr">
              <a:lnSpc>
                <a:spcPct val="140000"/>
              </a:lnSpc>
              <a:spcAft>
                <a:spcPts val="1000"/>
              </a:spcAft>
              <a:defRPr sz="4400" b="1" i="0">
                <a:solidFill>
                  <a:srgbClr val="FFFFFF"/>
                </a:solidFill>
                <a:latin typeface="Poppins"/>
              </a:defRPr>
            </a:pPr>
            <a:r>
              <a:t>this heavenly bread ends our symbols.</a:t>
            </a:r>
          </a:p>
          <a:p>
            <a:pPr algn="ctr">
              <a:lnSpc>
                <a:spcPct val="140000"/>
              </a:lnSpc>
              <a:spcAft>
                <a:spcPts val="1000"/>
              </a:spcAft>
              <a:defRPr sz="4400" b="1" i="0">
                <a:solidFill>
                  <a:srgbClr val="FFFFFF"/>
                </a:solidFill>
                <a:latin typeface="Poppins"/>
              </a:defRPr>
            </a:pPr>
            <a:r>
              <a:t>O wondrous thing! The poor, lowly servant eats the Lord.)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pray.</a:t>
            </a:r>
          </a:p>
          <a:p>
            <a:pPr algn="just">
              <a:lnSpc>
                <a:spcPct val="140000"/>
              </a:lnSpc>
              <a:spcAft>
                <a:spcPts val="800"/>
              </a:spcAft>
              <a:defRPr sz="4500" b="0" i="1">
                <a:solidFill>
                  <a:srgbClr val="FFDE59"/>
                </a:solidFill>
                <a:latin typeface="Lora"/>
              </a:defRPr>
            </a:pPr>
            <a:r>
              <a:t>The Priest says the Post- Communion Prayer for the day in full from the Roman Missal. The people respond at the end.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CHURCH ANNOUNCEMENTS</a:t>
            </a:r>
          </a:p>
          <a:p>
            <a:pPr algn="just">
              <a:lnSpc>
                <a:spcPct val="140000"/>
              </a:lnSpc>
              <a:spcAft>
                <a:spcPts val="800"/>
              </a:spcAft>
              <a:defRPr sz="4500" b="0" i="1">
                <a:solidFill>
                  <a:srgbClr val="FFDE59"/>
                </a:solidFill>
                <a:latin typeface="Lora"/>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Welcome newcomers!</a:t>
            </a:r>
          </a:p>
          <a:p>
            <a:pPr algn="just">
              <a:lnSpc>
                <a:spcPct val="140000"/>
              </a:lnSpc>
              <a:spcAft>
                <a:spcPts val="800"/>
              </a:spcAft>
              <a:defRPr sz="4500" b="0" i="1">
                <a:solidFill>
                  <a:srgbClr val="FFDE59"/>
                </a:solidFill>
                <a:latin typeface="Lora"/>
              </a:defRPr>
            </a:pPr>
            <a:r>
              <a:t>Photo collage optional.</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Sacrament of Confession</a:t>
            </a:r>
          </a:p>
          <a:p>
            <a:pPr algn="just">
              <a:lnSpc>
                <a:spcPct val="140000"/>
              </a:lnSpc>
              <a:spcAft>
                <a:spcPts val="800"/>
              </a:spcAft>
              <a:defRPr sz="4500" b="0" i="1">
                <a:solidFill>
                  <a:srgbClr val="FFDE59"/>
                </a:solidFill>
                <a:latin typeface="Lora"/>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Mass Collection</a:t>
            </a:r>
          </a:p>
          <a:p>
            <a:pPr algn="just">
              <a:lnSpc>
                <a:spcPct val="140000"/>
              </a:lnSpc>
              <a:spcAft>
                <a:spcPts val="800"/>
              </a:spcAft>
              <a:defRPr sz="4500" b="0" i="1">
                <a:solidFill>
                  <a:srgbClr val="FFDE59"/>
                </a:solidFill>
                <a:latin typeface="Lora"/>
              </a:defRPr>
            </a:pPr>
            <a:r>
              <a:t>Amount: 430,000</a:t>
            </a:r>
          </a:p>
          <a:p>
            <a:pPr algn="just">
              <a:lnSpc>
                <a:spcPct val="140000"/>
              </a:lnSpc>
              <a:spcAft>
                <a:spcPts val="800"/>
              </a:spcAft>
              <a:defRPr sz="4500" b="0" i="1">
                <a:solidFill>
                  <a:srgbClr val="FFDE59"/>
                </a:solidFill>
                <a:latin typeface="Lora"/>
              </a:defRPr>
            </a:pPr>
            <a:r>
              <a:t>For: Sunday, May 10, 2026</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Food or Mass Sponsorship</a:t>
            </a:r>
          </a:p>
          <a:p>
            <a:pPr algn="just">
              <a:lnSpc>
                <a:spcPct val="140000"/>
              </a:lnSpc>
              <a:spcAft>
                <a:spcPts val="800"/>
              </a:spcAft>
              <a:defRPr sz="4500" b="0" i="1">
                <a:solidFill>
                  <a:srgbClr val="FFDE59"/>
                </a:solidFill>
                <a:latin typeface="Lora"/>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Aft>
                <a:spcPts val="800"/>
              </a:spcAft>
              <a:defRPr sz="5400" b="1" i="0">
                <a:solidFill>
                  <a:srgbClr val="FFFFFF"/>
                </a:solidFill>
                <a:latin typeface="Poppins"/>
              </a:defRPr>
            </a:pPr>
            <a:r>
              <a:t>Updates and Announcements</a:t>
            </a:r>
          </a:p>
          <a:p>
            <a:pPr algn="just">
              <a:lnSpc>
                <a:spcPct val="140000"/>
              </a:lnSpc>
              <a:spcAft>
                <a:spcPts val="800"/>
              </a:spcAft>
              <a:defRPr sz="4500" b="0" i="1">
                <a:solidFill>
                  <a:srgbClr val="FFDE59"/>
                </a:solidFill>
                <a:latin typeface="Lora"/>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rm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May almighty God bless you, the Father, and the Son, and the Holy Spirit.</a:t>
            </a:r>
          </a:p>
          <a:p>
            <a:pPr algn="l">
              <a:lnSpc>
                <a:spcPct val="140000"/>
              </a:lnSpc>
              <a:spcBef>
                <a:spcPts val="600"/>
              </a:spcBef>
              <a:spcAft>
                <a:spcPts val="800"/>
              </a:spcAft>
            </a:pPr>
            <a:r>
              <a:rPr sz="5400" b="1" i="0">
                <a:solidFill>
                  <a:srgbClr val="FFFFFF"/>
                </a:solidFill>
                <a:latin typeface="Poppins Black"/>
              </a:rPr>
              <a:t>ALL: Amen.</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Go in peace, glorifying the Lord by your life.</a:t>
            </a:r>
          </a:p>
          <a:p>
            <a:pPr algn="l">
              <a:lnSpc>
                <a:spcPct val="140000"/>
              </a:lnSpc>
              <a:spcBef>
                <a:spcPts val="600"/>
              </a:spcBef>
              <a:spcAft>
                <a:spcPts val="800"/>
              </a:spcAft>
            </a:pPr>
            <a:r>
              <a:rPr sz="5400" b="1" i="0">
                <a:solidFill>
                  <a:srgbClr val="FFFFFF"/>
                </a:solidFill>
                <a:latin typeface="Poppins Black"/>
              </a:rPr>
              <a:t>ALL: Thanks be to God.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8E8"/>
                </a:solidFill>
                <a:latin typeface="Poppins"/>
              </a:defRPr>
            </a:pPr>
            <a:r>
              <a:t>Gwangju Filipino Catholic Community</a:t>
            </a:r>
          </a:p>
          <a:p>
            <a:pPr>
              <a:spcBef>
                <a:spcPts val="200"/>
              </a:spcBef>
              <a:defRPr sz="1200" b="0" i="0">
                <a:solidFill>
                  <a:srgbClr val="FFD166"/>
                </a:solidFill>
                <a:latin typeface="Poppins"/>
              </a:defRPr>
            </a:pPr>
            <a:r>
              <a:t>Final Blessing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Alleluia! Sing to Jesus</a:t>
            </a:r>
          </a:p>
        </p:txBody>
      </p:sp>
      <p:sp>
        <p:nvSpPr>
          <p:cNvPr id="5" name="TextBox 4"/>
          <p:cNvSpPr txBox="1"/>
          <p:nvPr/>
        </p:nvSpPr>
        <p:spPr>
          <a:xfrm>
            <a:off x="685800" y="1974126"/>
            <a:ext cx="16916400" cy="744419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Alleluia! Sing to Jesus!</a:t>
            </a:r>
          </a:p>
          <a:p>
            <a:pPr algn="ctr">
              <a:lnSpc>
                <a:spcPct val="140000"/>
              </a:lnSpc>
              <a:spcAft>
                <a:spcPts val="1000"/>
              </a:spcAft>
              <a:defRPr sz="6900" b="1" i="0">
                <a:solidFill>
                  <a:srgbClr val="FFFFFF"/>
                </a:solidFill>
                <a:latin typeface="Poppins"/>
              </a:defRPr>
            </a:pPr>
            <a:r>
              <a:t>His the scepter, his the throne;</a:t>
            </a:r>
          </a:p>
          <a:p>
            <a:pPr algn="ctr">
              <a:lnSpc>
                <a:spcPct val="140000"/>
              </a:lnSpc>
              <a:spcAft>
                <a:spcPts val="1000"/>
              </a:spcAft>
              <a:defRPr sz="6900" b="1" i="0">
                <a:solidFill>
                  <a:srgbClr val="FFFFFF"/>
                </a:solidFill>
                <a:latin typeface="Poppins"/>
              </a:defRPr>
            </a:pPr>
            <a:r>
              <a:t>alleluia! His the triumph,</a:t>
            </a:r>
          </a:p>
          <a:p>
            <a:pPr algn="ctr">
              <a:lnSpc>
                <a:spcPct val="140000"/>
              </a:lnSpc>
              <a:spcAft>
                <a:spcPts val="1000"/>
              </a:spcAft>
              <a:defRPr sz="6900" b="1" i="0">
                <a:solidFill>
                  <a:srgbClr val="FFFFFF"/>
                </a:solidFill>
                <a:latin typeface="Poppins"/>
              </a:defRPr>
            </a:pPr>
            <a:r>
              <a:t>his the victory alone.</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Hark! the songs of peaceful Zion</a:t>
            </a:r>
          </a:p>
          <a:p>
            <a:pPr algn="ctr">
              <a:lnSpc>
                <a:spcPct val="140000"/>
              </a:lnSpc>
              <a:spcAft>
                <a:spcPts val="1000"/>
              </a:spcAft>
              <a:defRPr sz="6900" b="1" i="0">
                <a:solidFill>
                  <a:srgbClr val="FFFFFF"/>
                </a:solidFill>
                <a:latin typeface="Poppins"/>
              </a:defRPr>
            </a:pPr>
            <a:r>
              <a:t>thunder like a mighty flood;</a:t>
            </a:r>
          </a:p>
          <a:p>
            <a:pPr algn="ctr">
              <a:lnSpc>
                <a:spcPct val="140000"/>
              </a:lnSpc>
              <a:spcAft>
                <a:spcPts val="1000"/>
              </a:spcAft>
              <a:defRPr sz="6900" b="1" i="0">
                <a:solidFill>
                  <a:srgbClr val="FFFFFF"/>
                </a:solidFill>
                <a:latin typeface="Poppins"/>
              </a:defRPr>
            </a:pPr>
            <a:r>
              <a:t>Jesus out of every nation</a:t>
            </a:r>
          </a:p>
          <a:p>
            <a:pPr algn="ctr">
              <a:lnSpc>
                <a:spcPct val="140000"/>
              </a:lnSpc>
              <a:spcAft>
                <a:spcPts val="1000"/>
              </a:spcAft>
              <a:defRPr sz="6900" b="1" i="0">
                <a:solidFill>
                  <a:srgbClr val="FFFFFF"/>
                </a:solidFill>
                <a:latin typeface="Poppins"/>
              </a:defRPr>
            </a:pPr>
            <a:r>
              <a:t>hath redeemed us by his blood.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Alleluia! Not as orphans</a:t>
            </a:r>
          </a:p>
          <a:p>
            <a:pPr algn="ctr">
              <a:lnSpc>
                <a:spcPct val="140000"/>
              </a:lnSpc>
              <a:spcAft>
                <a:spcPts val="1000"/>
              </a:spcAft>
              <a:defRPr sz="6900" b="1" i="0">
                <a:solidFill>
                  <a:srgbClr val="FFFFFF"/>
                </a:solidFill>
                <a:latin typeface="Poppins"/>
              </a:defRPr>
            </a:pPr>
            <a:r>
              <a:t>are we left in sorrow sore;</a:t>
            </a:r>
          </a:p>
          <a:p>
            <a:pPr algn="ctr">
              <a:lnSpc>
                <a:spcPct val="140000"/>
              </a:lnSpc>
              <a:spcAft>
                <a:spcPts val="1000"/>
              </a:spcAft>
              <a:defRPr sz="6900" b="1" i="0">
                <a:solidFill>
                  <a:srgbClr val="FFFFFF"/>
                </a:solidFill>
                <a:latin typeface="Poppins"/>
              </a:defRPr>
            </a:pPr>
            <a:r>
              <a:t>one with love exceeding father,</a:t>
            </a:r>
          </a:p>
          <a:p>
            <a:pPr algn="ctr">
              <a:lnSpc>
                <a:spcPct val="140000"/>
              </a:lnSpc>
              <a:spcAft>
                <a:spcPts val="1000"/>
              </a:spcAft>
              <a:defRPr sz="6900" b="1" i="0">
                <a:solidFill>
                  <a:srgbClr val="FFFFFF"/>
                </a:solidFill>
                <a:latin typeface="Poppins"/>
              </a:defRPr>
            </a:pPr>
            <a:r>
              <a:t>one with love exceeding mother,</a:t>
            </a:r>
          </a:p>
          <a:p>
            <a:pPr algn="ctr">
              <a:lnSpc>
                <a:spcPct val="140000"/>
              </a:lnSpc>
              <a:spcAft>
                <a:spcPts val="1000"/>
              </a:spcAft>
              <a:defRPr sz="6900" b="1" i="0">
                <a:solidFill>
                  <a:srgbClr val="FFFFFF"/>
                </a:solidFill>
                <a:latin typeface="Poppins"/>
              </a:defRPr>
            </a:pPr>
            <a:r>
              <a:t>he hath gone before.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Alleluia! Bread of angels,</a:t>
            </a:r>
          </a:p>
          <a:p>
            <a:pPr algn="ctr">
              <a:lnSpc>
                <a:spcPct val="140000"/>
              </a:lnSpc>
              <a:spcAft>
                <a:spcPts val="1000"/>
              </a:spcAft>
              <a:defRPr sz="6900" b="1" i="0">
                <a:solidFill>
                  <a:srgbClr val="FFFFFF"/>
                </a:solidFill>
                <a:latin typeface="Poppins"/>
              </a:defRPr>
            </a:pPr>
            <a:r>
              <a:t>thou on earth our food, our stay;</a:t>
            </a:r>
          </a:p>
          <a:p>
            <a:pPr algn="ctr">
              <a:lnSpc>
                <a:spcPct val="140000"/>
              </a:lnSpc>
              <a:spcAft>
                <a:spcPts val="1000"/>
              </a:spcAft>
              <a:defRPr sz="6900" b="1" i="0">
                <a:solidFill>
                  <a:srgbClr val="FFFFFF"/>
                </a:solidFill>
                <a:latin typeface="Poppins"/>
              </a:defRPr>
            </a:pPr>
            <a:r>
              <a:t>alleluia! here the sinful</a:t>
            </a:r>
          </a:p>
          <a:p>
            <a:pPr algn="ctr">
              <a:lnSpc>
                <a:spcPct val="140000"/>
              </a:lnSpc>
              <a:spcAft>
                <a:spcPts val="1000"/>
              </a:spcAft>
              <a:defRPr sz="6900" b="1" i="0">
                <a:solidFill>
                  <a:srgbClr val="FFFFFF"/>
                </a:solidFill>
                <a:latin typeface="Poppins"/>
              </a:defRPr>
            </a:pPr>
            <a:r>
              <a:t>to thy presence sing alway.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Alleluia! King eternal,</a:t>
            </a:r>
          </a:p>
          <a:p>
            <a:pPr algn="ctr">
              <a:lnSpc>
                <a:spcPct val="140000"/>
              </a:lnSpc>
              <a:spcAft>
                <a:spcPts val="1000"/>
              </a:spcAft>
              <a:defRPr sz="6900" b="1" i="0">
                <a:solidFill>
                  <a:srgbClr val="FFFFFF"/>
                </a:solidFill>
                <a:latin typeface="Poppins"/>
              </a:defRPr>
            </a:pPr>
            <a:r>
              <a:t>thou the Lord whom we adore;</a:t>
            </a:r>
          </a:p>
          <a:p>
            <a:pPr algn="ctr">
              <a:lnSpc>
                <a:spcPct val="140000"/>
              </a:lnSpc>
              <a:spcAft>
                <a:spcPts val="1000"/>
              </a:spcAft>
              <a:defRPr sz="6900" b="1" i="0">
                <a:solidFill>
                  <a:srgbClr val="FFFFFF"/>
                </a:solidFill>
                <a:latin typeface="Poppins"/>
              </a:defRPr>
            </a:pPr>
            <a:r>
              <a:t>alleluia! Son and Father,</a:t>
            </a:r>
          </a:p>
          <a:p>
            <a:pPr algn="ctr">
              <a:lnSpc>
                <a:spcPct val="140000"/>
              </a:lnSpc>
              <a:spcAft>
                <a:spcPts val="1000"/>
              </a:spcAft>
              <a:defRPr sz="6900" b="1" i="0">
                <a:solidFill>
                  <a:srgbClr val="FFFFFF"/>
                </a:solidFill>
                <a:latin typeface="Poppins"/>
              </a:defRPr>
            </a:pPr>
            <a:r>
              <a:t>Holy Spirit, one forevermore,</a:t>
            </a:r>
          </a:p>
          <a:p>
            <a:pPr algn="ctr">
              <a:lnSpc>
                <a:spcPct val="140000"/>
              </a:lnSpc>
              <a:spcAft>
                <a:spcPts val="1000"/>
              </a:spcAft>
              <a:defRPr sz="6900" b="1" i="0">
                <a:solidFill>
                  <a:srgbClr val="FFFFFF"/>
                </a:solidFill>
                <a:latin typeface="Poppins"/>
              </a:defRPr>
            </a:pPr>
            <a:r>
              <a:t>we would bow before.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C181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8E8"/>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rmAutofit/>
          </a:bodyPr>
          <a:lstStyle/>
          <a:p>
            <a:pPr algn="ctr">
              <a:lnSpc>
                <a:spcPct val="140000"/>
              </a:lnSpc>
              <a:spcAft>
                <a:spcPts val="1000"/>
              </a:spcAft>
              <a:defRPr sz="6900" b="1" i="0">
                <a:solidFill>
                  <a:srgbClr val="FFFFFF"/>
                </a:solidFill>
                <a:latin typeface="Poppins"/>
              </a:defRPr>
            </a:pPr>
            <a:r>
              <a:t>Alleluia! Sing to Jesus!</a:t>
            </a:r>
          </a:p>
          <a:p>
            <a:pPr algn="ctr">
              <a:lnSpc>
                <a:spcPct val="140000"/>
              </a:lnSpc>
              <a:spcAft>
                <a:spcPts val="1000"/>
              </a:spcAft>
              <a:defRPr sz="6900" b="1" i="0">
                <a:solidFill>
                  <a:srgbClr val="FFFFFF"/>
                </a:solidFill>
                <a:latin typeface="Poppins"/>
              </a:defRPr>
            </a:pPr>
            <a:r>
              <a:t>His the scepter, his the throne;</a:t>
            </a:r>
          </a:p>
          <a:p>
            <a:pPr algn="ctr">
              <a:lnSpc>
                <a:spcPct val="140000"/>
              </a:lnSpc>
              <a:spcAft>
                <a:spcPts val="1000"/>
              </a:spcAft>
              <a:defRPr sz="6900" b="1" i="0">
                <a:solidFill>
                  <a:srgbClr val="FFFFFF"/>
                </a:solidFill>
                <a:latin typeface="Poppins"/>
              </a:defRPr>
            </a:pPr>
            <a:r>
              <a:t>alleluia! His the triumph,</a:t>
            </a:r>
          </a:p>
          <a:p>
            <a:pPr algn="ctr">
              <a:lnSpc>
                <a:spcPct val="140000"/>
              </a:lnSpc>
              <a:spcAft>
                <a:spcPts val="1000"/>
              </a:spcAft>
              <a:defRPr sz="6900" b="1" i="0">
                <a:solidFill>
                  <a:srgbClr val="FFFFFF"/>
                </a:solidFill>
                <a:latin typeface="Poppins"/>
              </a:defRPr>
            </a:pPr>
            <a:r>
              <a:t>his the victory alone.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