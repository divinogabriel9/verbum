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 id="276" r:id="rId27"/>
    <p:sldId id="277" r:id="rId28"/>
    <p:sldId id="278" r:id="rId29"/>
    <p:sldId id="279" r:id="rId30"/>
    <p:sldId id="280" r:id="rId31"/>
    <p:sldId id="281" r:id="rId32"/>
    <p:sldId id="282" r:id="rId33"/>
    <p:sldId id="283" r:id="rId34"/>
    <p:sldId id="284" r:id="rId35"/>
    <p:sldId id="285" r:id="rId36"/>
    <p:sldId id="286" r:id="rId37"/>
    <p:sldId id="287" r:id="rId38"/>
    <p:sldId id="288" r:id="rId39"/>
    <p:sldId id="289" r:id="rId40"/>
    <p:sldId id="290" r:id="rId41"/>
    <p:sldId id="291" r:id="rId42"/>
    <p:sldId id="292" r:id="rId43"/>
    <p:sldId id="293" r:id="rId44"/>
    <p:sldId id="294" r:id="rId45"/>
    <p:sldId id="295" r:id="rId46"/>
    <p:sldId id="296" r:id="rId47"/>
    <p:sldId id="297" r:id="rId48"/>
    <p:sldId id="298" r:id="rId49"/>
    <p:sldId id="299" r:id="rId50"/>
    <p:sldId id="300" r:id="rId51"/>
    <p:sldId id="301" r:id="rId52"/>
    <p:sldId id="302" r:id="rId53"/>
    <p:sldId id="303" r:id="rId54"/>
    <p:sldId id="304" r:id="rId55"/>
    <p:sldId id="305" r:id="rId56"/>
    <p:sldId id="306" r:id="rId57"/>
    <p:sldId id="307" r:id="rId58"/>
    <p:sldId id="308" r:id="rId59"/>
    <p:sldId id="309" r:id="rId60"/>
    <p:sldId id="310" r:id="rId61"/>
    <p:sldId id="311" r:id="rId62"/>
    <p:sldId id="312" r:id="rId63"/>
    <p:sldId id="313" r:id="rId64"/>
    <p:sldId id="314" r:id="rId65"/>
    <p:sldId id="315" r:id="rId66"/>
    <p:sldId id="316" r:id="rId67"/>
    <p:sldId id="317" r:id="rId68"/>
    <p:sldId id="318" r:id="rId69"/>
  </p:sldIdLst>
  <p:sldSz cx="18288000" cy="10287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 Id="rId21" Type="http://schemas.openxmlformats.org/officeDocument/2006/relationships/slide" Target="slides/slide15.xml"/><Relationship Id="rId22" Type="http://schemas.openxmlformats.org/officeDocument/2006/relationships/slide" Target="slides/slide16.xml"/><Relationship Id="rId23" Type="http://schemas.openxmlformats.org/officeDocument/2006/relationships/slide" Target="slides/slide17.xml"/><Relationship Id="rId24" Type="http://schemas.openxmlformats.org/officeDocument/2006/relationships/slide" Target="slides/slide18.xml"/><Relationship Id="rId25" Type="http://schemas.openxmlformats.org/officeDocument/2006/relationships/slide" Target="slides/slide19.xml"/><Relationship Id="rId26" Type="http://schemas.openxmlformats.org/officeDocument/2006/relationships/slide" Target="slides/slide20.xml"/><Relationship Id="rId27" Type="http://schemas.openxmlformats.org/officeDocument/2006/relationships/slide" Target="slides/slide21.xml"/><Relationship Id="rId28" Type="http://schemas.openxmlformats.org/officeDocument/2006/relationships/slide" Target="slides/slide22.xml"/><Relationship Id="rId29" Type="http://schemas.openxmlformats.org/officeDocument/2006/relationships/slide" Target="slides/slide23.xml"/><Relationship Id="rId30" Type="http://schemas.openxmlformats.org/officeDocument/2006/relationships/slide" Target="slides/slide24.xml"/><Relationship Id="rId31" Type="http://schemas.openxmlformats.org/officeDocument/2006/relationships/slide" Target="slides/slide25.xml"/><Relationship Id="rId32" Type="http://schemas.openxmlformats.org/officeDocument/2006/relationships/slide" Target="slides/slide26.xml"/><Relationship Id="rId33" Type="http://schemas.openxmlformats.org/officeDocument/2006/relationships/slide" Target="slides/slide27.xml"/><Relationship Id="rId34" Type="http://schemas.openxmlformats.org/officeDocument/2006/relationships/slide" Target="slides/slide28.xml"/><Relationship Id="rId35" Type="http://schemas.openxmlformats.org/officeDocument/2006/relationships/slide" Target="slides/slide29.xml"/><Relationship Id="rId36" Type="http://schemas.openxmlformats.org/officeDocument/2006/relationships/slide" Target="slides/slide30.xml"/><Relationship Id="rId37" Type="http://schemas.openxmlformats.org/officeDocument/2006/relationships/slide" Target="slides/slide31.xml"/><Relationship Id="rId38" Type="http://schemas.openxmlformats.org/officeDocument/2006/relationships/slide" Target="slides/slide32.xml"/><Relationship Id="rId39" Type="http://schemas.openxmlformats.org/officeDocument/2006/relationships/slide" Target="slides/slide33.xml"/><Relationship Id="rId40" Type="http://schemas.openxmlformats.org/officeDocument/2006/relationships/slide" Target="slides/slide34.xml"/><Relationship Id="rId41" Type="http://schemas.openxmlformats.org/officeDocument/2006/relationships/slide" Target="slides/slide35.xml"/><Relationship Id="rId42" Type="http://schemas.openxmlformats.org/officeDocument/2006/relationships/slide" Target="slides/slide36.xml"/><Relationship Id="rId43" Type="http://schemas.openxmlformats.org/officeDocument/2006/relationships/slide" Target="slides/slide37.xml"/><Relationship Id="rId44" Type="http://schemas.openxmlformats.org/officeDocument/2006/relationships/slide" Target="slides/slide38.xml"/><Relationship Id="rId45" Type="http://schemas.openxmlformats.org/officeDocument/2006/relationships/slide" Target="slides/slide39.xml"/><Relationship Id="rId46" Type="http://schemas.openxmlformats.org/officeDocument/2006/relationships/slide" Target="slides/slide40.xml"/><Relationship Id="rId47" Type="http://schemas.openxmlformats.org/officeDocument/2006/relationships/slide" Target="slides/slide41.xml"/><Relationship Id="rId48" Type="http://schemas.openxmlformats.org/officeDocument/2006/relationships/slide" Target="slides/slide42.xml"/><Relationship Id="rId49" Type="http://schemas.openxmlformats.org/officeDocument/2006/relationships/slide" Target="slides/slide43.xml"/><Relationship Id="rId50" Type="http://schemas.openxmlformats.org/officeDocument/2006/relationships/slide" Target="slides/slide44.xml"/><Relationship Id="rId51" Type="http://schemas.openxmlformats.org/officeDocument/2006/relationships/slide" Target="slides/slide45.xml"/><Relationship Id="rId52" Type="http://schemas.openxmlformats.org/officeDocument/2006/relationships/slide" Target="slides/slide46.xml"/><Relationship Id="rId53" Type="http://schemas.openxmlformats.org/officeDocument/2006/relationships/slide" Target="slides/slide47.xml"/><Relationship Id="rId54" Type="http://schemas.openxmlformats.org/officeDocument/2006/relationships/slide" Target="slides/slide48.xml"/><Relationship Id="rId55" Type="http://schemas.openxmlformats.org/officeDocument/2006/relationships/slide" Target="slides/slide49.xml"/><Relationship Id="rId56" Type="http://schemas.openxmlformats.org/officeDocument/2006/relationships/slide" Target="slides/slide50.xml"/><Relationship Id="rId57" Type="http://schemas.openxmlformats.org/officeDocument/2006/relationships/slide" Target="slides/slide51.xml"/><Relationship Id="rId58" Type="http://schemas.openxmlformats.org/officeDocument/2006/relationships/slide" Target="slides/slide52.xml"/><Relationship Id="rId59" Type="http://schemas.openxmlformats.org/officeDocument/2006/relationships/slide" Target="slides/slide53.xml"/><Relationship Id="rId60" Type="http://schemas.openxmlformats.org/officeDocument/2006/relationships/slide" Target="slides/slide54.xml"/><Relationship Id="rId61" Type="http://schemas.openxmlformats.org/officeDocument/2006/relationships/slide" Target="slides/slide55.xml"/><Relationship Id="rId62" Type="http://schemas.openxmlformats.org/officeDocument/2006/relationships/slide" Target="slides/slide56.xml"/><Relationship Id="rId63" Type="http://schemas.openxmlformats.org/officeDocument/2006/relationships/slide" Target="slides/slide57.xml"/><Relationship Id="rId64" Type="http://schemas.openxmlformats.org/officeDocument/2006/relationships/slide" Target="slides/slide58.xml"/><Relationship Id="rId65" Type="http://schemas.openxmlformats.org/officeDocument/2006/relationships/slide" Target="slides/slide59.xml"/><Relationship Id="rId66" Type="http://schemas.openxmlformats.org/officeDocument/2006/relationships/slide" Target="slides/slide60.xml"/><Relationship Id="rId67" Type="http://schemas.openxmlformats.org/officeDocument/2006/relationships/slide" Target="slides/slide61.xml"/><Relationship Id="rId68" Type="http://schemas.openxmlformats.org/officeDocument/2006/relationships/slide" Target="slides/slide62.xml"/><Relationship Id="rId69" Type="http://schemas.openxmlformats.org/officeDocument/2006/relationships/slide" Target="slides/slide63.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00000"/>
        </a:solidFill>
        <a:effectLst/>
      </p:bgPr>
    </p:bg>
    <p:spTree>
      <p:nvGrpSpPr>
        <p:cNvPr id="1" name=""/>
        <p:cNvGrpSpPr/>
        <p:nvPr/>
      </p:nvGrpSpPr>
      <p:grpSpPr/>
      <p:sp>
        <p:nvSpPr>
          <p:cNvPr id="87" name="Google Shape;87;p13"/>
          <p:cNvSpPr txBox="1"/>
          <p:nvPr/>
        </p:nvSpPr>
        <p:spPr>
          <a:xfrm>
            <a:off x="0" y="2990446"/>
            <a:ext cx="18288000" cy="1840500"/>
          </a:xfrm>
          <a:prstGeom prst="rect">
            <a:avLst/>
          </a:prstGeom>
          <a:noFill/>
          <a:ln>
            <a:noFill/>
          </a:ln>
          <a:effectLst>
            <a:outerShdw blurRad="57150" dist="19050" dir="5400000" algn="bl" rotWithShape="0">
              <a:srgbClr val="000000">
                <a:alpha val="50000"/>
              </a:srgbClr>
            </a:outerShdw>
          </a:effectLst>
        </p:spPr>
        <p:txBody>
          <a:bodyPr spcFirstLastPara="1" wrap="square" lIns="109725" tIns="73150" rIns="109725" bIns="73150" anchor="t" anchorCtr="0">
            <a:spAutoFit/>
          </a:bodyPr>
          <a:lstStyle/>
          <a:p>
            <a:pPr marL="0" marR="0" lvl="0" indent="0" algn="ctr" rtl="0">
              <a:spcBef>
                <a:spcPts val="0"/>
              </a:spcBef>
              <a:spcAft>
                <a:spcPts val="0"/>
              </a:spcAft>
              <a:buNone/>
              <a:defRPr/>
            </a:pPr>
            <a:r>
              <a:rPr lang="en-US" sz="5500" b="1" u="none" strike="noStrike" cap="none" dirty="0">
                <a:solidFill>
                  <a:srgbClr val="FFB800"/>
                </a:solidFill>
                <a:latin typeface="Arial" panose="020B0604020202020204" pitchFamily="34" charset="0"/>
                <a:ea typeface="Calibri"/>
                <a:cs typeface="Arial" panose="020B0604020202020204" pitchFamily="34" charset="0"/>
                <a:sym typeface="Calibri"/>
              </a:rPr>
              <a:t>PUT YOUR CELLPHONE ON SILENT MODE DURING THE MASS.</a:t>
            </a:r>
            <a:endParaRPr sz="5500" b="1" dirty="0">
              <a:latin typeface="Arial" panose="020B0604020202020204" pitchFamily="34" charset="0"/>
              <a:cs typeface="Arial" panose="020B0604020202020204" pitchFamily="34" charset="0"/>
            </a:endParaRPr>
          </a:p>
        </p:txBody>
      </p:sp>
      <p:sp>
        <p:nvSpPr>
          <p:cNvPr id="3" name="Google Shape;87;p13">
            <a:extLst>
              <a:ext uri="{FF2B5EF4-FFF2-40B4-BE49-F238E27FC236}">
                <a16:creationId xmlns:a16="http://schemas.microsoft.com/office/drawing/2014/main" id="{8C5BC4BB-A7D0-077D-48C7-021F6B7E4547}"/>
              </a:ext>
            </a:extLst>
          </p:cNvPr>
          <p:cNvSpPr txBox="1"/>
          <p:nvPr/>
        </p:nvSpPr>
        <p:spPr>
          <a:xfrm>
            <a:off x="685800" y="5529464"/>
            <a:ext cx="16916400" cy="1135179"/>
          </a:xfrm>
          <a:prstGeom prst="rect">
            <a:avLst/>
          </a:prstGeom>
          <a:noFill/>
          <a:ln>
            <a:noFill/>
          </a:ln>
          <a:effectLst>
            <a:outerShdw blurRad="57150" dist="19050" dir="5400000" algn="bl" rotWithShape="0">
              <a:srgbClr val="000000">
                <a:alpha val="50000"/>
              </a:srgbClr>
            </a:outerShdw>
          </a:effectLst>
        </p:spPr>
        <p:txBody>
          <a:bodyPr spcFirstLastPara="1" wrap="square" lIns="109725" tIns="73150" rIns="109725" bIns="73150" anchor="t" anchorCtr="0">
            <a:spAutoFit/>
          </a:bodyPr>
          <a:lstStyle/>
          <a:p>
            <a:pPr lvl="0" algn="ctr">
              <a:spcBef>
                <a:spcPts val="500"/>
              </a:spcBef>
              <a:defRPr/>
            </a:pPr>
            <a:r>
              <a:rPr lang="en-US" sz="6000" b="1" i="1" dirty="0">
                <a:solidFill>
                  <a:srgbClr val="F0FDF4"/>
                </a:solidFill>
                <a:latin typeface="Arial" panose="020B0604020202020204" pitchFamily="34" charset="0"/>
                <a:ea typeface="Calibri"/>
                <a:cs typeface="Arial" panose="020B0604020202020204" pitchFamily="34" charset="0"/>
                <a:sym typeface="Calibri"/>
              </a:rPr>
              <a:t>Thank you.</a:t>
            </a:r>
            <a:endParaRPr lang="en-US" sz="6000" b="1" i="1" dirty="0">
              <a:solidFill>
                <a:schemeClr val="bg1"/>
              </a:solidFill>
              <a:latin typeface="Arial" panose="020B0604020202020204" pitchFamily="34" charset="0"/>
              <a:cs typeface="Arial" panose="020B0604020202020204" pitchFamily="34" charset="0"/>
            </a:endParaRPr>
          </a:p>
        </p:txBody>
      </p:sp>
      <p:sp>
        <p:nvSpPr>
          <p:cNvPr id="88" name="TextBox 87"/>
          <p:cNvSpPr txBox="1"/>
          <p:nvPr/>
        </p:nvSpPr>
        <p:spPr>
          <a:xfrm>
            <a:off x="914400" y="9418320"/>
            <a:ext cx="16459200" cy="777240"/>
          </a:xfrm>
          <a:prstGeom prst="rect">
            <a:avLst/>
          </a:prstGeom>
          <a:noFill/>
        </p:spPr>
        <p:txBody>
          <a:bodyPr wrap="square" lIns="109728" rIns="109728" tIns="73152" bIns="73152">
            <a:noAutofit/>
          </a:bodyPr>
          <a:lstStyle/>
          <a:p/>
          <a:p>
            <a:pPr algn="l">
              <a:spcBef>
                <a:spcPts val="200"/>
              </a:spcBef>
              <a:defRPr sz="1200" b="0" i="0" u="none">
                <a:solidFill>
                  <a:srgbClr val="FFB800"/>
                </a:solidFill>
                <a:latin typeface="Arial"/>
              </a:defRPr>
            </a:pPr>
            <a:r>
              <a:t>Pre-Mass</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gradFill rotWithShape="1">
          <a:gsLst>
            <a:gs pos="0">
              <a:srgbClr val="0F1A13"/>
            </a:gs>
            <a:gs pos="100000">
              <a:srgbClr val="689474"/>
            </a:gs>
          </a:gsLst>
          <a:lin scaled="0" ang="0"/>
        </a:gradFill>
        <a:effectLst/>
      </p:bgPr>
    </p:bg>
    <p:spTree>
      <p:nvGrpSpPr>
        <p:cNvPr id="1" name=""/>
        <p:cNvGrpSpPr/>
        <p:nvPr/>
      </p:nvGrpSpPr>
      <p:grpSpPr/>
      <p:sp>
        <p:nvSpPr>
          <p:cNvPr id="2" name="Rounded Rectangle 1"/>
          <p:cNvSpPr/>
          <p:nvPr/>
        </p:nvSpPr>
        <p:spPr>
          <a:xfrm>
            <a:off x="6856171" y="1269187"/>
            <a:ext cx="10943539" cy="6128308"/>
          </a:xfrm>
          <a:prstGeom prst="roundRect">
            <a:avLst>
              <a:gd name="adj" fmla="val 16670"/>
            </a:avLst>
          </a:prstGeom>
          <a:solidFill>
            <a:srgbClr val="2D6A3E">
              <a:alpha val="44706"/>
            </a:srgbClr>
          </a:solidFill>
          <a:ln w="14299" cap="sq">
            <a:solidFill>
              <a:srgbClr val="749D80">
                <a:alpha val="44706"/>
              </a:srgbClr>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900684" y="8503005"/>
            <a:ext cx="16486632" cy="1112824"/>
          </a:xfrm>
          <a:prstGeom prst="roundRect">
            <a:avLst>
              <a:gd name="adj" fmla="val 16670"/>
            </a:avLst>
          </a:prstGeom>
          <a:solidFill>
            <a:srgbClr val="1D4128">
              <a:alpha val="60784"/>
            </a:srgbClr>
          </a:solidFill>
          <a:ln w="14299" cap="sq">
            <a:solidFill>
              <a:srgbClr val="1D4128">
                <a:alpha val="60784"/>
              </a:srgbClr>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284732" y="2390241"/>
            <a:ext cx="4209897" cy="638251"/>
          </a:xfrm>
          <a:prstGeom prst="rect">
            <a:avLst/>
          </a:prstGeom>
          <a:noFill/>
        </p:spPr>
        <p:txBody>
          <a:bodyPr wrap="square" lIns="109728" rIns="109728" tIns="73152" bIns="73152" anchor="ctr">
            <a:noAutofit/>
          </a:bodyPr>
          <a:lstStyle/>
          <a:p>
            <a:pPr algn="ctr">
              <a:lnSpc>
                <a:spcPct val="108000"/>
              </a:lnSpc>
              <a:defRPr sz="3700" b="1" i="0" u="none">
                <a:solidFill>
                  <a:srgbClr val="FFEABF"/>
                </a:solidFill>
                <a:latin typeface="Arial"/>
              </a:defRPr>
            </a:pPr>
            <a:r>
              <a:t>MASS CELEBRANT:</a:t>
            </a:r>
          </a:p>
        </p:txBody>
      </p:sp>
      <p:sp>
        <p:nvSpPr>
          <p:cNvPr id="5" name="TextBox 4"/>
          <p:cNvSpPr txBox="1"/>
          <p:nvPr/>
        </p:nvSpPr>
        <p:spPr>
          <a:xfrm>
            <a:off x="267004" y="3053181"/>
            <a:ext cx="6589166" cy="1057046"/>
          </a:xfrm>
          <a:prstGeom prst="rect">
            <a:avLst/>
          </a:prstGeom>
          <a:noFill/>
        </p:spPr>
        <p:txBody>
          <a:bodyPr wrap="square" lIns="109728" rIns="109728" tIns="73152" bIns="73152" anchor="ctr">
            <a:noAutofit/>
          </a:bodyPr>
          <a:lstStyle/>
          <a:p>
            <a:pPr algn="ctr">
              <a:lnSpc>
                <a:spcPct val="108000"/>
              </a:lnSpc>
              <a:defRPr sz="3900" b="1" i="0" u="none">
                <a:solidFill>
                  <a:srgbClr val="FAF8F4"/>
                </a:solidFill>
                <a:latin typeface="Arial"/>
              </a:defRPr>
            </a:pPr>
            <a:r>
              <a:t>Rev. Fr. Sample Celebrant</a:t>
            </a:r>
          </a:p>
        </p:txBody>
      </p:sp>
      <p:sp>
        <p:nvSpPr>
          <p:cNvPr id="6" name="TextBox 5"/>
          <p:cNvSpPr txBox="1"/>
          <p:nvPr/>
        </p:nvSpPr>
        <p:spPr>
          <a:xfrm>
            <a:off x="267004" y="4429353"/>
            <a:ext cx="6589166" cy="868680"/>
          </a:xfrm>
          <a:prstGeom prst="rect">
            <a:avLst/>
          </a:prstGeom>
          <a:noFill/>
        </p:spPr>
        <p:txBody>
          <a:bodyPr wrap="square" lIns="109728" rIns="109728" tIns="73152" bIns="73152" anchor="ctr">
            <a:noAutofit/>
          </a:bodyPr>
          <a:lstStyle/>
          <a:p>
            <a:pPr algn="ctr">
              <a:lnSpc>
                <a:spcPct val="108000"/>
              </a:lnSpc>
              <a:defRPr sz="4700" b="1" i="1" u="none">
                <a:solidFill>
                  <a:srgbClr val="FAF8F4"/>
                </a:solidFill>
                <a:latin typeface="Arial"/>
              </a:defRPr>
            </a:pPr>
            <a:r>
              <a:t>YEAR C · 21 JUNE 2026</a:t>
            </a:r>
          </a:p>
        </p:txBody>
      </p:sp>
      <p:sp>
        <p:nvSpPr>
          <p:cNvPr id="7" name="TextBox 6"/>
          <p:cNvSpPr txBox="1"/>
          <p:nvPr/>
        </p:nvSpPr>
        <p:spPr>
          <a:xfrm>
            <a:off x="1284732" y="5676595"/>
            <a:ext cx="4209897" cy="638251"/>
          </a:xfrm>
          <a:prstGeom prst="rect">
            <a:avLst/>
          </a:prstGeom>
          <a:noFill/>
        </p:spPr>
        <p:txBody>
          <a:bodyPr wrap="square" lIns="109728" rIns="109728" tIns="73152" bIns="73152" anchor="ctr">
            <a:noAutofit/>
          </a:bodyPr>
          <a:lstStyle/>
          <a:p>
            <a:pPr algn="ctr">
              <a:lnSpc>
                <a:spcPct val="108000"/>
              </a:lnSpc>
              <a:defRPr sz="3700" b="1" i="0" u="none">
                <a:solidFill>
                  <a:srgbClr val="FFEABF"/>
                </a:solidFill>
                <a:latin typeface="Arial"/>
              </a:defRPr>
            </a:pPr>
            <a:r>
              <a:t>CO-CELEBRANT:</a:t>
            </a:r>
          </a:p>
        </p:txBody>
      </p:sp>
      <p:sp>
        <p:nvSpPr>
          <p:cNvPr id="8" name="TextBox 7"/>
          <p:cNvSpPr txBox="1"/>
          <p:nvPr/>
        </p:nvSpPr>
        <p:spPr>
          <a:xfrm>
            <a:off x="95097" y="6369710"/>
            <a:ext cx="6589166" cy="1057046"/>
          </a:xfrm>
          <a:prstGeom prst="rect">
            <a:avLst/>
          </a:prstGeom>
          <a:noFill/>
        </p:spPr>
        <p:txBody>
          <a:bodyPr wrap="square" lIns="109728" rIns="109728" tIns="73152" bIns="73152" anchor="ctr">
            <a:noAutofit/>
          </a:bodyPr>
          <a:lstStyle/>
          <a:p>
            <a:pPr algn="ctr">
              <a:lnSpc>
                <a:spcPct val="108000"/>
              </a:lnSpc>
              <a:defRPr sz="4700" b="1" i="0" u="none">
                <a:solidFill>
                  <a:srgbClr val="FAF8F4"/>
                </a:solidFill>
                <a:latin typeface="Arial"/>
              </a:defRPr>
            </a:pPr>
            <a:r>
              <a:t>Rev. Fr. Co Celebrant</a:t>
            </a:r>
          </a:p>
        </p:txBody>
      </p:sp>
      <p:sp>
        <p:nvSpPr>
          <p:cNvPr id="9" name="TextBox 8"/>
          <p:cNvSpPr txBox="1"/>
          <p:nvPr/>
        </p:nvSpPr>
        <p:spPr>
          <a:xfrm>
            <a:off x="6900062" y="2390241"/>
            <a:ext cx="10775289" cy="2422245"/>
          </a:xfrm>
          <a:prstGeom prst="rect">
            <a:avLst/>
          </a:prstGeom>
          <a:noFill/>
        </p:spPr>
        <p:txBody>
          <a:bodyPr wrap="square" lIns="109728" rIns="109728" tIns="73152" bIns="73152" anchor="ctr">
            <a:noAutofit/>
          </a:bodyPr>
          <a:lstStyle/>
          <a:p>
            <a:pPr algn="ctr">
              <a:lnSpc>
                <a:spcPct val="108000"/>
              </a:lnSpc>
              <a:defRPr sz="3900" b="0" i="0" u="none">
                <a:solidFill>
                  <a:srgbClr val="EFEDEC"/>
                </a:solidFill>
                <a:latin typeface="Arial"/>
              </a:defRPr>
            </a:pPr>
            <a:r>
              <a:t>“Who do you say that I am?”</a:t>
            </a:r>
          </a:p>
        </p:txBody>
      </p:sp>
      <p:sp>
        <p:nvSpPr>
          <p:cNvPr id="10" name="TextBox 9"/>
          <p:cNvSpPr txBox="1"/>
          <p:nvPr/>
        </p:nvSpPr>
        <p:spPr>
          <a:xfrm>
            <a:off x="9378086" y="5801868"/>
            <a:ext cx="5819241" cy="705002"/>
          </a:xfrm>
          <a:prstGeom prst="rect">
            <a:avLst/>
          </a:prstGeom>
          <a:noFill/>
        </p:spPr>
        <p:txBody>
          <a:bodyPr wrap="square" lIns="109728" rIns="109728" tIns="73152" bIns="73152" anchor="ctr">
            <a:noAutofit/>
          </a:bodyPr>
          <a:lstStyle/>
          <a:p>
            <a:pPr algn="ctr">
              <a:lnSpc>
                <a:spcPct val="108000"/>
              </a:lnSpc>
              <a:defRPr sz="4100" b="1" i="0" u="none">
                <a:solidFill>
                  <a:srgbClr val="FFDE9E"/>
                </a:solidFill>
                <a:latin typeface="Arial"/>
              </a:defRPr>
            </a:pPr>
            <a:r>
              <a:t>GOSPEL (LK 9:18–24)</a:t>
            </a:r>
          </a:p>
        </p:txBody>
      </p:sp>
      <p:sp>
        <p:nvSpPr>
          <p:cNvPr id="11" name="TextBox 10"/>
          <p:cNvSpPr txBox="1"/>
          <p:nvPr/>
        </p:nvSpPr>
        <p:spPr>
          <a:xfrm>
            <a:off x="3195828" y="8411565"/>
            <a:ext cx="12362688" cy="1162202"/>
          </a:xfrm>
          <a:prstGeom prst="rect">
            <a:avLst/>
          </a:prstGeom>
          <a:noFill/>
        </p:spPr>
        <p:txBody>
          <a:bodyPr wrap="square" lIns="109728" rIns="109728" tIns="73152" bIns="73152" anchor="ctr">
            <a:noAutofit/>
          </a:bodyPr>
          <a:lstStyle/>
          <a:p>
            <a:pPr algn="ctr">
              <a:lnSpc>
                <a:spcPct val="108000"/>
              </a:lnSpc>
              <a:defRPr sz="6000" b="1" i="0" u="none">
                <a:solidFill>
                  <a:srgbClr val="FAF8F4"/>
                </a:solidFill>
                <a:latin typeface="Arial"/>
              </a:defRPr>
            </a:pPr>
            <a:r>
              <a:t>Twelfth Sunday in Ordinary Time</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00000"/>
        </a:solidFill>
        <a:effectLst/>
      </p:bgPr>
    </p:bg>
    <p:spTree>
      <p:nvGrpSpPr>
        <p:cNvPr id="1" name=""/>
        <p:cNvGrpSpPr/>
        <p:nvPr/>
      </p:nvGrpSpPr>
      <p:grpSpPr/>
      <p:sp>
        <p:nvSpPr>
          <p:cNvPr id="2" name="TextBox 1"/>
          <p:cNvSpPr txBox="1"/>
          <p:nvPr/>
        </p:nvSpPr>
        <p:spPr>
          <a:xfrm>
            <a:off x="914400" y="109728"/>
            <a:ext cx="16459200" cy="868680"/>
          </a:xfrm>
          <a:prstGeom prst="rect">
            <a:avLst/>
          </a:prstGeom>
          <a:noFill/>
        </p:spPr>
        <p:txBody>
          <a:bodyPr wrap="square" lIns="109728" rIns="109728" tIns="73152" bIns="73152">
            <a:noAutofit/>
          </a:bodyPr>
          <a:lstStyle/>
          <a:p>
            <a:pPr algn="ctr"/>
            <a:r>
              <a:rPr sz="3850" b="1" u="sng">
                <a:solidFill>
                  <a:srgbClr val="FFB800"/>
                </a:solidFill>
                <a:latin typeface="Georgia"/>
              </a:rPr>
              <a:t>Sing a New Song</a:t>
            </a:r>
          </a:p>
        </p:txBody>
      </p:sp>
      <p:sp>
        <p:nvSpPr>
          <p:cNvPr id="3" name="TextBox 2"/>
          <p:cNvSpPr txBox="1"/>
          <p:nvPr/>
        </p:nvSpPr>
        <p:spPr>
          <a:xfrm>
            <a:off x="0" y="1069848"/>
            <a:ext cx="18288000" cy="8348472"/>
          </a:xfrm>
          <a:prstGeom prst="rect">
            <a:avLst/>
          </a:prstGeom>
          <a:noFill/>
        </p:spPr>
        <p:txBody>
          <a:bodyPr wrap="square" lIns="0" rIns="0" tIns="73152" bIns="73152" anchor="ctr">
            <a:noAutofit/>
          </a:bodyPr>
          <a:lstStyle/>
          <a:p>
            <a:pPr algn="ctr">
              <a:lnSpc>
                <a:spcPct val="70000"/>
              </a:lnSpc>
            </a:pPr>
            <a:r>
              <a:rPr sz="6600" b="1" i="1">
                <a:solidFill>
                  <a:srgbClr val="FFB800"/>
                </a:solidFill>
                <a:latin typeface="Poppins"/>
              </a:rPr>
              <a:t>SING A NEW SONG UNTO THE LORD;</a:t>
            </a:r>
          </a:p>
          <a:p>
            <a:pPr algn="ctr">
              <a:lnSpc>
                <a:spcPct val="70000"/>
              </a:lnSpc>
            </a:pPr>
            <a:r>
              <a:rPr sz="6600" b="1" i="1">
                <a:solidFill>
                  <a:srgbClr val="FFB800"/>
                </a:solidFill>
                <a:latin typeface="Poppins"/>
              </a:rPr>
              <a:t>LET YOUR SONG BE SUNG FROM MOUNTAINS HIGH</a:t>
            </a:r>
          </a:p>
          <a:p>
            <a:pPr algn="ctr">
              <a:lnSpc>
                <a:spcPct val="70000"/>
              </a:lnSpc>
            </a:pPr>
            <a:r>
              <a:rPr sz="6600" b="1" i="1">
                <a:solidFill>
                  <a:srgbClr val="FFB800"/>
                </a:solidFill>
                <a:latin typeface="Poppins"/>
              </a:rPr>
              <a:t>SING A NEW SONG UNTO THE LORD</a:t>
            </a:r>
          </a:p>
          <a:p>
            <a:pPr algn="ctr">
              <a:lnSpc>
                <a:spcPct val="70000"/>
              </a:lnSpc>
            </a:pPr>
            <a:r>
              <a:rPr sz="6600" b="1" i="1">
                <a:solidFill>
                  <a:srgbClr val="FFB800"/>
                </a:solidFill>
                <a:latin typeface="Poppins"/>
              </a:rPr>
              <a:t>SINGING ALLELUIA</a:t>
            </a:r>
          </a:p>
        </p:txBody>
      </p:sp>
      <p:sp>
        <p:nvSpPr>
          <p:cNvPr id="4" name="TextBox 3"/>
          <p:cNvSpPr txBox="1"/>
          <p:nvPr/>
        </p:nvSpPr>
        <p:spPr>
          <a:xfrm>
            <a:off x="914400" y="9418320"/>
            <a:ext cx="16459200" cy="777240"/>
          </a:xfrm>
          <a:prstGeom prst="rect">
            <a:avLst/>
          </a:prstGeom>
          <a:noFill/>
        </p:spPr>
        <p:txBody>
          <a:bodyPr wrap="square" lIns="109728" rIns="109728" tIns="73152" bIns="73152">
            <a:noAutofit/>
          </a:bodyPr>
          <a:lstStyle/>
          <a:p/>
          <a:p>
            <a:pPr>
              <a:spcBef>
                <a:spcPts val="200"/>
              </a:spcBef>
              <a:defRPr sz="1200" b="0" i="0" u="none">
                <a:solidFill>
                  <a:srgbClr val="FFB800"/>
                </a:solidFill>
                <a:latin typeface="Arial"/>
              </a:defRPr>
            </a:pPr>
            <a:r>
              <a:t>Entrance</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00000"/>
        </a:solidFill>
        <a:effectLst/>
      </p:bgPr>
    </p:bg>
    <p:spTree>
      <p:nvGrpSpPr>
        <p:cNvPr id="1" name=""/>
        <p:cNvGrpSpPr/>
        <p:nvPr/>
      </p:nvGrpSpPr>
      <p:grpSpPr/>
      <p:sp>
        <p:nvSpPr>
          <p:cNvPr id="2" name="TextBox 1"/>
          <p:cNvSpPr txBox="1"/>
          <p:nvPr/>
        </p:nvSpPr>
        <p:spPr>
          <a:xfrm>
            <a:off x="0" y="0"/>
            <a:ext cx="18288000" cy="10287000"/>
          </a:xfrm>
          <a:prstGeom prst="rect">
            <a:avLst/>
          </a:prstGeom>
          <a:noFill/>
        </p:spPr>
        <p:txBody>
          <a:bodyPr wrap="square" lIns="0" rIns="0" tIns="73152" bIns="73152" anchor="ctr">
            <a:noAutofit/>
          </a:bodyPr>
          <a:lstStyle/>
          <a:p>
            <a:pPr algn="ctr">
              <a:lnSpc>
                <a:spcPct val="70000"/>
              </a:lnSpc>
            </a:pPr>
            <a:r>
              <a:rPr sz="7500" b="1" i="0">
                <a:solidFill>
                  <a:srgbClr val="FFFFFF"/>
                </a:solidFill>
                <a:latin typeface="Poppins"/>
              </a:rPr>
              <a:t>YAHWEH'S PEOPLE DANCE FOR JOY</a:t>
            </a:r>
          </a:p>
          <a:p>
            <a:pPr algn="ctr">
              <a:lnSpc>
                <a:spcPct val="70000"/>
              </a:lnSpc>
            </a:pPr>
            <a:r>
              <a:rPr sz="7500" b="1" i="0">
                <a:solidFill>
                  <a:srgbClr val="FFFFFF"/>
                </a:solidFill>
                <a:latin typeface="Poppins"/>
              </a:rPr>
              <a:t>O COME BEFORE THE LORD</a:t>
            </a:r>
          </a:p>
          <a:p>
            <a:pPr algn="ctr">
              <a:lnSpc>
                <a:spcPct val="70000"/>
              </a:lnSpc>
            </a:pPr>
            <a:r>
              <a:rPr sz="7500" b="1" i="0">
                <a:solidFill>
                  <a:srgbClr val="FFFFFF"/>
                </a:solidFill>
                <a:latin typeface="Poppins"/>
              </a:rPr>
              <a:t>AND PLAY FOR HIM ON GLAD TAMBOURINES</a:t>
            </a:r>
          </a:p>
          <a:p>
            <a:pPr algn="ctr">
              <a:lnSpc>
                <a:spcPct val="70000"/>
              </a:lnSpc>
            </a:pPr>
            <a:r>
              <a:rPr sz="7500" b="1" i="0">
                <a:solidFill>
                  <a:srgbClr val="FFFFFF"/>
                </a:solidFill>
                <a:latin typeface="Poppins"/>
              </a:rPr>
              <a:t>AND LET YOUR TRUMPET SOUND</a:t>
            </a:r>
          </a:p>
        </p:txBody>
      </p:sp>
      <p:sp>
        <p:nvSpPr>
          <p:cNvPr id="3" name="TextBox 2"/>
          <p:cNvSpPr txBox="1"/>
          <p:nvPr/>
        </p:nvSpPr>
        <p:spPr>
          <a:xfrm>
            <a:off x="914400" y="9418320"/>
            <a:ext cx="16459200" cy="777240"/>
          </a:xfrm>
          <a:prstGeom prst="rect">
            <a:avLst/>
          </a:prstGeom>
          <a:noFill/>
        </p:spPr>
        <p:txBody>
          <a:bodyPr wrap="square" lIns="109728" rIns="109728" tIns="73152" bIns="73152">
            <a:noAutofit/>
          </a:bodyPr>
          <a:lstStyle/>
          <a:p/>
          <a:p>
            <a:pPr>
              <a:spcBef>
                <a:spcPts val="200"/>
              </a:spcBef>
              <a:defRPr sz="1200" b="0" i="0" u="none">
                <a:solidFill>
                  <a:srgbClr val="FFB800"/>
                </a:solidFill>
                <a:latin typeface="Arial"/>
              </a:defRPr>
            </a:pPr>
            <a:r>
              <a:t>Entrance</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00000"/>
        </a:solidFill>
        <a:effectLst/>
      </p:bgPr>
    </p:bg>
    <p:spTree>
      <p:nvGrpSpPr>
        <p:cNvPr id="1" name=""/>
        <p:cNvGrpSpPr/>
        <p:nvPr/>
      </p:nvGrpSpPr>
      <p:grpSpPr/>
      <p:sp>
        <p:nvSpPr>
          <p:cNvPr id="2" name="TextBox 1"/>
          <p:cNvSpPr txBox="1"/>
          <p:nvPr/>
        </p:nvSpPr>
        <p:spPr>
          <a:xfrm>
            <a:off x="0" y="0"/>
            <a:ext cx="18288000" cy="10287000"/>
          </a:xfrm>
          <a:prstGeom prst="rect">
            <a:avLst/>
          </a:prstGeom>
          <a:noFill/>
        </p:spPr>
        <p:txBody>
          <a:bodyPr wrap="square" lIns="0" rIns="0" tIns="73152" bIns="73152" anchor="ctr">
            <a:noAutofit/>
          </a:bodyPr>
          <a:lstStyle/>
          <a:p>
            <a:pPr algn="ctr">
              <a:lnSpc>
                <a:spcPct val="70000"/>
              </a:lnSpc>
            </a:pPr>
            <a:r>
              <a:rPr sz="6600" b="1" i="1">
                <a:solidFill>
                  <a:srgbClr val="FFB800"/>
                </a:solidFill>
                <a:latin typeface="Poppins"/>
              </a:rPr>
              <a:t>SING A NEW SONG UNTO THE LORD;</a:t>
            </a:r>
          </a:p>
          <a:p>
            <a:pPr algn="ctr">
              <a:lnSpc>
                <a:spcPct val="70000"/>
              </a:lnSpc>
            </a:pPr>
            <a:r>
              <a:rPr sz="6600" b="1" i="1">
                <a:solidFill>
                  <a:srgbClr val="FFB800"/>
                </a:solidFill>
                <a:latin typeface="Poppins"/>
              </a:rPr>
              <a:t>LET YOUR SONG BE SUNG FROM MOUNTAINS HIGH</a:t>
            </a:r>
          </a:p>
          <a:p>
            <a:pPr algn="ctr">
              <a:lnSpc>
                <a:spcPct val="70000"/>
              </a:lnSpc>
            </a:pPr>
            <a:r>
              <a:rPr sz="6600" b="1" i="1">
                <a:solidFill>
                  <a:srgbClr val="FFB800"/>
                </a:solidFill>
                <a:latin typeface="Poppins"/>
              </a:rPr>
              <a:t>SING A NEW SONG UNTO THE LORD</a:t>
            </a:r>
          </a:p>
          <a:p>
            <a:pPr algn="ctr">
              <a:lnSpc>
                <a:spcPct val="70000"/>
              </a:lnSpc>
            </a:pPr>
            <a:r>
              <a:rPr sz="6600" b="1" i="1">
                <a:solidFill>
                  <a:srgbClr val="FFB800"/>
                </a:solidFill>
                <a:latin typeface="Poppins"/>
              </a:rPr>
              <a:t>SINGING ALLELUIA</a:t>
            </a:r>
          </a:p>
        </p:txBody>
      </p:sp>
      <p:sp>
        <p:nvSpPr>
          <p:cNvPr id="3" name="TextBox 2"/>
          <p:cNvSpPr txBox="1"/>
          <p:nvPr/>
        </p:nvSpPr>
        <p:spPr>
          <a:xfrm>
            <a:off x="914400" y="9418320"/>
            <a:ext cx="16459200" cy="777240"/>
          </a:xfrm>
          <a:prstGeom prst="rect">
            <a:avLst/>
          </a:prstGeom>
          <a:noFill/>
        </p:spPr>
        <p:txBody>
          <a:bodyPr wrap="square" lIns="109728" rIns="109728" tIns="73152" bIns="73152">
            <a:noAutofit/>
          </a:bodyPr>
          <a:lstStyle/>
          <a:p/>
          <a:p>
            <a:pPr>
              <a:spcBef>
                <a:spcPts val="200"/>
              </a:spcBef>
              <a:defRPr sz="1200" b="0" i="0" u="none">
                <a:solidFill>
                  <a:srgbClr val="FFB800"/>
                </a:solidFill>
                <a:latin typeface="Arial"/>
              </a:defRPr>
            </a:pPr>
            <a:r>
              <a:t>Entrance</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00000"/>
        </a:solidFill>
        <a:effectLst/>
      </p:bgPr>
    </p:bg>
    <p:spTree>
      <p:nvGrpSpPr>
        <p:cNvPr id="1" name=""/>
        <p:cNvGrpSpPr/>
        <p:nvPr/>
      </p:nvGrpSpPr>
      <p:grpSpPr/>
      <p:sp>
        <p:nvSpPr>
          <p:cNvPr id="2" name="TextBox 1"/>
          <p:cNvSpPr txBox="1"/>
          <p:nvPr/>
        </p:nvSpPr>
        <p:spPr>
          <a:xfrm>
            <a:off x="0" y="0"/>
            <a:ext cx="18288000" cy="10287000"/>
          </a:xfrm>
          <a:prstGeom prst="rect">
            <a:avLst/>
          </a:prstGeom>
          <a:noFill/>
        </p:spPr>
        <p:txBody>
          <a:bodyPr wrap="square" lIns="0" rIns="0" tIns="73152" bIns="73152" anchor="ctr">
            <a:noAutofit/>
          </a:bodyPr>
          <a:lstStyle/>
          <a:p>
            <a:pPr algn="ctr">
              <a:lnSpc>
                <a:spcPct val="70000"/>
              </a:lnSpc>
            </a:pPr>
            <a:r>
              <a:rPr sz="7500" b="1" i="0">
                <a:solidFill>
                  <a:srgbClr val="FFFFFF"/>
                </a:solidFill>
                <a:latin typeface="Poppins"/>
              </a:rPr>
              <a:t>RISE, O CHILDREN, FROM YOUR SLEEP;</a:t>
            </a:r>
          </a:p>
          <a:p>
            <a:pPr algn="ctr">
              <a:lnSpc>
                <a:spcPct val="70000"/>
              </a:lnSpc>
            </a:pPr>
            <a:r>
              <a:rPr sz="7500" b="1" i="0">
                <a:solidFill>
                  <a:srgbClr val="FFFFFF"/>
                </a:solidFill>
                <a:latin typeface="Poppins"/>
              </a:rPr>
              <a:t>YOUR SAVIOR NOW HAS COME</a:t>
            </a:r>
          </a:p>
          <a:p>
            <a:pPr algn="ctr">
              <a:lnSpc>
                <a:spcPct val="70000"/>
              </a:lnSpc>
            </a:pPr>
            <a:r>
              <a:rPr sz="7500" b="1" i="0">
                <a:solidFill>
                  <a:srgbClr val="FFFFFF"/>
                </a:solidFill>
                <a:latin typeface="Poppins"/>
              </a:rPr>
              <a:t>HE HAS TURNED YOUR SORROW TO JOY</a:t>
            </a:r>
          </a:p>
          <a:p>
            <a:pPr algn="ctr">
              <a:lnSpc>
                <a:spcPct val="70000"/>
              </a:lnSpc>
            </a:pPr>
            <a:r>
              <a:rPr sz="7500" b="1" i="0">
                <a:solidFill>
                  <a:srgbClr val="FFFFFF"/>
                </a:solidFill>
                <a:latin typeface="Poppins"/>
              </a:rPr>
              <a:t>AND FILLED YOUR SOUL WITH SONG</a:t>
            </a:r>
          </a:p>
        </p:txBody>
      </p:sp>
      <p:sp>
        <p:nvSpPr>
          <p:cNvPr id="3" name="TextBox 2"/>
          <p:cNvSpPr txBox="1"/>
          <p:nvPr/>
        </p:nvSpPr>
        <p:spPr>
          <a:xfrm>
            <a:off x="914400" y="9418320"/>
            <a:ext cx="16459200" cy="777240"/>
          </a:xfrm>
          <a:prstGeom prst="rect">
            <a:avLst/>
          </a:prstGeom>
          <a:noFill/>
        </p:spPr>
        <p:txBody>
          <a:bodyPr wrap="square" lIns="109728" rIns="109728" tIns="73152" bIns="73152">
            <a:noAutofit/>
          </a:bodyPr>
          <a:lstStyle/>
          <a:p/>
          <a:p>
            <a:pPr>
              <a:spcBef>
                <a:spcPts val="200"/>
              </a:spcBef>
              <a:defRPr sz="1200" b="0" i="0" u="none">
                <a:solidFill>
                  <a:srgbClr val="FFB800"/>
                </a:solidFill>
                <a:latin typeface="Arial"/>
              </a:defRPr>
            </a:pPr>
            <a:r>
              <a:t>Entrance</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00000"/>
        </a:solidFill>
        <a:effectLst/>
      </p:bgPr>
    </p:bg>
    <p:spTree>
      <p:nvGrpSpPr>
        <p:cNvPr id="1" name=""/>
        <p:cNvGrpSpPr/>
        <p:nvPr/>
      </p:nvGrpSpPr>
      <p:grpSpPr/>
      <p:sp>
        <p:nvSpPr>
          <p:cNvPr id="2" name="TextBox 1"/>
          <p:cNvSpPr txBox="1"/>
          <p:nvPr/>
        </p:nvSpPr>
        <p:spPr>
          <a:xfrm>
            <a:off x="0" y="0"/>
            <a:ext cx="18288000" cy="10287000"/>
          </a:xfrm>
          <a:prstGeom prst="rect">
            <a:avLst/>
          </a:prstGeom>
          <a:noFill/>
        </p:spPr>
        <p:txBody>
          <a:bodyPr wrap="square" lIns="0" rIns="0" tIns="73152" bIns="73152" anchor="ctr">
            <a:noAutofit/>
          </a:bodyPr>
          <a:lstStyle/>
          <a:p>
            <a:pPr algn="ctr">
              <a:lnSpc>
                <a:spcPct val="70000"/>
              </a:lnSpc>
            </a:pPr>
            <a:r>
              <a:rPr sz="6600" b="1" i="1">
                <a:solidFill>
                  <a:srgbClr val="FFB800"/>
                </a:solidFill>
                <a:latin typeface="Poppins"/>
              </a:rPr>
              <a:t>SING A NEW SONG UNTO THE LORD;</a:t>
            </a:r>
          </a:p>
          <a:p>
            <a:pPr algn="ctr">
              <a:lnSpc>
                <a:spcPct val="70000"/>
              </a:lnSpc>
            </a:pPr>
            <a:r>
              <a:rPr sz="6600" b="1" i="1">
                <a:solidFill>
                  <a:srgbClr val="FFB800"/>
                </a:solidFill>
                <a:latin typeface="Poppins"/>
              </a:rPr>
              <a:t>LET YOUR SONG BE SUNG FROM MOUNTAINS HIGH</a:t>
            </a:r>
          </a:p>
          <a:p>
            <a:pPr algn="ctr">
              <a:lnSpc>
                <a:spcPct val="70000"/>
              </a:lnSpc>
            </a:pPr>
            <a:r>
              <a:rPr sz="6600" b="1" i="1">
                <a:solidFill>
                  <a:srgbClr val="FFB800"/>
                </a:solidFill>
                <a:latin typeface="Poppins"/>
              </a:rPr>
              <a:t>SING A NEW SONG UNTO THE LORD</a:t>
            </a:r>
          </a:p>
          <a:p>
            <a:pPr algn="ctr">
              <a:lnSpc>
                <a:spcPct val="70000"/>
              </a:lnSpc>
            </a:pPr>
            <a:r>
              <a:rPr sz="6600" b="1" i="1">
                <a:solidFill>
                  <a:srgbClr val="FFB800"/>
                </a:solidFill>
                <a:latin typeface="Poppins"/>
              </a:rPr>
              <a:t>SINGING ALLELUIA</a:t>
            </a:r>
          </a:p>
          <a:p>
            <a:pPr algn="ctr">
              <a:lnSpc>
                <a:spcPct val="70000"/>
              </a:lnSpc>
            </a:pPr>
            <a:r>
              <a:rPr sz="6600" b="1" i="1">
                <a:solidFill>
                  <a:srgbClr val="FFB800"/>
                </a:solidFill>
                <a:latin typeface="Poppins"/>
              </a:rPr>
              <a:t>SINGING ALLELUIA</a:t>
            </a:r>
          </a:p>
        </p:txBody>
      </p:sp>
      <p:sp>
        <p:nvSpPr>
          <p:cNvPr id="3" name="TextBox 2"/>
          <p:cNvSpPr txBox="1"/>
          <p:nvPr/>
        </p:nvSpPr>
        <p:spPr>
          <a:xfrm>
            <a:off x="914400" y="9418320"/>
            <a:ext cx="16459200" cy="777240"/>
          </a:xfrm>
          <a:prstGeom prst="rect">
            <a:avLst/>
          </a:prstGeom>
          <a:noFill/>
        </p:spPr>
        <p:txBody>
          <a:bodyPr wrap="square" lIns="109728" rIns="109728" tIns="73152" bIns="73152">
            <a:noAutofit/>
          </a:bodyPr>
          <a:lstStyle/>
          <a:p/>
          <a:p>
            <a:pPr>
              <a:spcBef>
                <a:spcPts val="200"/>
              </a:spcBef>
              <a:defRPr sz="1200" b="0" i="0" u="none">
                <a:solidFill>
                  <a:srgbClr val="FFB800"/>
                </a:solidFill>
                <a:latin typeface="Arial"/>
              </a:defRPr>
            </a:pPr>
            <a:r>
              <a:t>Entrance</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gradFill rotWithShape="1">
          <a:gsLst>
            <a:gs pos="0">
              <a:srgbClr val="0F1A13"/>
            </a:gs>
            <a:gs pos="100000">
              <a:srgbClr val="689474"/>
            </a:gs>
          </a:gsLst>
          <a:lin scaled="0" ang="0"/>
        </a:gradFill>
        <a:effectLst/>
      </p:bgPr>
    </p:bg>
    <p:spTree>
      <p:nvGrpSpPr>
        <p:cNvPr id="1" name=""/>
        <p:cNvGrpSpPr/>
        <p:nvPr/>
      </p:nvGrpSpPr>
      <p:grpSpPr/>
      <p:sp>
        <p:nvSpPr>
          <p:cNvPr id="2" name="Rounded Rectangle 1"/>
          <p:cNvSpPr/>
          <p:nvPr/>
        </p:nvSpPr>
        <p:spPr>
          <a:xfrm>
            <a:off x="6856171" y="1269187"/>
            <a:ext cx="10943539" cy="6128308"/>
          </a:xfrm>
          <a:prstGeom prst="roundRect">
            <a:avLst>
              <a:gd name="adj" fmla="val 16670"/>
            </a:avLst>
          </a:prstGeom>
          <a:solidFill>
            <a:srgbClr val="2D6A3E">
              <a:alpha val="44706"/>
            </a:srgbClr>
          </a:solidFill>
          <a:ln w="14299" cap="sq">
            <a:solidFill>
              <a:srgbClr val="749D80">
                <a:alpha val="44706"/>
              </a:srgbClr>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900684" y="8503005"/>
            <a:ext cx="16486632" cy="1112824"/>
          </a:xfrm>
          <a:prstGeom prst="roundRect">
            <a:avLst>
              <a:gd name="adj" fmla="val 16670"/>
            </a:avLst>
          </a:prstGeom>
          <a:solidFill>
            <a:srgbClr val="1D4128">
              <a:alpha val="60784"/>
            </a:srgbClr>
          </a:solidFill>
          <a:ln w="14299" cap="sq">
            <a:solidFill>
              <a:srgbClr val="1D4128">
                <a:alpha val="60784"/>
              </a:srgbClr>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284732" y="2390241"/>
            <a:ext cx="4209897" cy="638251"/>
          </a:xfrm>
          <a:prstGeom prst="rect">
            <a:avLst/>
          </a:prstGeom>
          <a:noFill/>
        </p:spPr>
        <p:txBody>
          <a:bodyPr wrap="square" lIns="109728" rIns="109728" tIns="73152" bIns="73152" anchor="ctr">
            <a:noAutofit/>
          </a:bodyPr>
          <a:lstStyle/>
          <a:p>
            <a:pPr algn="ctr">
              <a:lnSpc>
                <a:spcPct val="108000"/>
              </a:lnSpc>
              <a:defRPr sz="3700" b="1" i="0" u="none">
                <a:solidFill>
                  <a:srgbClr val="FFEABF"/>
                </a:solidFill>
                <a:latin typeface="Arial"/>
              </a:defRPr>
            </a:pPr>
            <a:r>
              <a:t>MASS CELEBRANT:</a:t>
            </a:r>
          </a:p>
        </p:txBody>
      </p:sp>
      <p:sp>
        <p:nvSpPr>
          <p:cNvPr id="5" name="TextBox 4"/>
          <p:cNvSpPr txBox="1"/>
          <p:nvPr/>
        </p:nvSpPr>
        <p:spPr>
          <a:xfrm>
            <a:off x="267004" y="3053181"/>
            <a:ext cx="6589166" cy="1057046"/>
          </a:xfrm>
          <a:prstGeom prst="rect">
            <a:avLst/>
          </a:prstGeom>
          <a:noFill/>
        </p:spPr>
        <p:txBody>
          <a:bodyPr wrap="square" lIns="109728" rIns="109728" tIns="73152" bIns="73152" anchor="ctr">
            <a:noAutofit/>
          </a:bodyPr>
          <a:lstStyle/>
          <a:p>
            <a:pPr algn="ctr">
              <a:lnSpc>
                <a:spcPct val="108000"/>
              </a:lnSpc>
              <a:defRPr sz="3900" b="1" i="0" u="none">
                <a:solidFill>
                  <a:srgbClr val="FAF8F4"/>
                </a:solidFill>
                <a:latin typeface="Arial"/>
              </a:defRPr>
            </a:pPr>
            <a:r>
              <a:t>Rev. Fr. Sample Celebrant</a:t>
            </a:r>
          </a:p>
        </p:txBody>
      </p:sp>
      <p:sp>
        <p:nvSpPr>
          <p:cNvPr id="6" name="TextBox 5"/>
          <p:cNvSpPr txBox="1"/>
          <p:nvPr/>
        </p:nvSpPr>
        <p:spPr>
          <a:xfrm>
            <a:off x="267004" y="4429353"/>
            <a:ext cx="6589166" cy="868680"/>
          </a:xfrm>
          <a:prstGeom prst="rect">
            <a:avLst/>
          </a:prstGeom>
          <a:noFill/>
        </p:spPr>
        <p:txBody>
          <a:bodyPr wrap="square" lIns="109728" rIns="109728" tIns="73152" bIns="73152" anchor="ctr">
            <a:noAutofit/>
          </a:bodyPr>
          <a:lstStyle/>
          <a:p>
            <a:pPr algn="ctr">
              <a:lnSpc>
                <a:spcPct val="108000"/>
              </a:lnSpc>
              <a:defRPr sz="4700" b="1" i="1" u="none">
                <a:solidFill>
                  <a:srgbClr val="FAF8F4"/>
                </a:solidFill>
                <a:latin typeface="Arial"/>
              </a:defRPr>
            </a:pPr>
            <a:r>
              <a:t>YEAR C · 21 JUNE 2026</a:t>
            </a:r>
          </a:p>
        </p:txBody>
      </p:sp>
      <p:sp>
        <p:nvSpPr>
          <p:cNvPr id="7" name="TextBox 6"/>
          <p:cNvSpPr txBox="1"/>
          <p:nvPr/>
        </p:nvSpPr>
        <p:spPr>
          <a:xfrm>
            <a:off x="1284732" y="5676595"/>
            <a:ext cx="4209897" cy="638251"/>
          </a:xfrm>
          <a:prstGeom prst="rect">
            <a:avLst/>
          </a:prstGeom>
          <a:noFill/>
        </p:spPr>
        <p:txBody>
          <a:bodyPr wrap="square" lIns="109728" rIns="109728" tIns="73152" bIns="73152" anchor="ctr">
            <a:noAutofit/>
          </a:bodyPr>
          <a:lstStyle/>
          <a:p>
            <a:pPr algn="ctr">
              <a:lnSpc>
                <a:spcPct val="108000"/>
              </a:lnSpc>
              <a:defRPr sz="3700" b="1" i="0" u="none">
                <a:solidFill>
                  <a:srgbClr val="FFEABF"/>
                </a:solidFill>
                <a:latin typeface="Arial"/>
              </a:defRPr>
            </a:pPr>
            <a:r>
              <a:t>CO-CELEBRANT:</a:t>
            </a:r>
          </a:p>
        </p:txBody>
      </p:sp>
      <p:sp>
        <p:nvSpPr>
          <p:cNvPr id="8" name="TextBox 7"/>
          <p:cNvSpPr txBox="1"/>
          <p:nvPr/>
        </p:nvSpPr>
        <p:spPr>
          <a:xfrm>
            <a:off x="95097" y="6369710"/>
            <a:ext cx="6589166" cy="1057046"/>
          </a:xfrm>
          <a:prstGeom prst="rect">
            <a:avLst/>
          </a:prstGeom>
          <a:noFill/>
        </p:spPr>
        <p:txBody>
          <a:bodyPr wrap="square" lIns="109728" rIns="109728" tIns="73152" bIns="73152" anchor="ctr">
            <a:noAutofit/>
          </a:bodyPr>
          <a:lstStyle/>
          <a:p>
            <a:pPr algn="ctr">
              <a:lnSpc>
                <a:spcPct val="108000"/>
              </a:lnSpc>
              <a:defRPr sz="4700" b="1" i="0" u="none">
                <a:solidFill>
                  <a:srgbClr val="FAF8F4"/>
                </a:solidFill>
                <a:latin typeface="Arial"/>
              </a:defRPr>
            </a:pPr>
            <a:r>
              <a:t>Rev. Fr. Co Celebrant</a:t>
            </a:r>
          </a:p>
        </p:txBody>
      </p:sp>
      <p:sp>
        <p:nvSpPr>
          <p:cNvPr id="9" name="TextBox 8"/>
          <p:cNvSpPr txBox="1"/>
          <p:nvPr/>
        </p:nvSpPr>
        <p:spPr>
          <a:xfrm>
            <a:off x="6900062" y="2390241"/>
            <a:ext cx="10775289" cy="2422245"/>
          </a:xfrm>
          <a:prstGeom prst="rect">
            <a:avLst/>
          </a:prstGeom>
          <a:noFill/>
        </p:spPr>
        <p:txBody>
          <a:bodyPr wrap="square" lIns="109728" rIns="109728" tIns="73152" bIns="73152" anchor="ctr">
            <a:noAutofit/>
          </a:bodyPr>
          <a:lstStyle/>
          <a:p>
            <a:pPr algn="ctr">
              <a:lnSpc>
                <a:spcPct val="108000"/>
              </a:lnSpc>
              <a:defRPr sz="3900" b="0" i="0" u="none">
                <a:solidFill>
                  <a:srgbClr val="EFEDEC"/>
                </a:solidFill>
                <a:latin typeface="Arial"/>
              </a:defRPr>
            </a:pPr>
            <a:r>
              <a:t>“Who do you say that I am?”</a:t>
            </a:r>
          </a:p>
        </p:txBody>
      </p:sp>
      <p:sp>
        <p:nvSpPr>
          <p:cNvPr id="10" name="TextBox 9"/>
          <p:cNvSpPr txBox="1"/>
          <p:nvPr/>
        </p:nvSpPr>
        <p:spPr>
          <a:xfrm>
            <a:off x="9378086" y="5801868"/>
            <a:ext cx="5819241" cy="705002"/>
          </a:xfrm>
          <a:prstGeom prst="rect">
            <a:avLst/>
          </a:prstGeom>
          <a:noFill/>
        </p:spPr>
        <p:txBody>
          <a:bodyPr wrap="square" lIns="109728" rIns="109728" tIns="73152" bIns="73152" anchor="ctr">
            <a:noAutofit/>
          </a:bodyPr>
          <a:lstStyle/>
          <a:p>
            <a:pPr algn="ctr">
              <a:lnSpc>
                <a:spcPct val="108000"/>
              </a:lnSpc>
              <a:defRPr sz="4100" b="1" i="0" u="none">
                <a:solidFill>
                  <a:srgbClr val="FFDE9E"/>
                </a:solidFill>
                <a:latin typeface="Arial"/>
              </a:defRPr>
            </a:pPr>
            <a:r>
              <a:t>GOSPEL (LK 9:18–24)</a:t>
            </a:r>
          </a:p>
        </p:txBody>
      </p:sp>
      <p:sp>
        <p:nvSpPr>
          <p:cNvPr id="11" name="TextBox 10"/>
          <p:cNvSpPr txBox="1"/>
          <p:nvPr/>
        </p:nvSpPr>
        <p:spPr>
          <a:xfrm>
            <a:off x="3195828" y="8411565"/>
            <a:ext cx="12362688" cy="1162202"/>
          </a:xfrm>
          <a:prstGeom prst="rect">
            <a:avLst/>
          </a:prstGeom>
          <a:noFill/>
        </p:spPr>
        <p:txBody>
          <a:bodyPr wrap="square" lIns="109728" rIns="109728" tIns="73152" bIns="73152" anchor="ctr">
            <a:noAutofit/>
          </a:bodyPr>
          <a:lstStyle/>
          <a:p>
            <a:pPr algn="ctr">
              <a:lnSpc>
                <a:spcPct val="108000"/>
              </a:lnSpc>
              <a:defRPr sz="6000" b="1" i="0" u="none">
                <a:solidFill>
                  <a:srgbClr val="FAF8F4"/>
                </a:solidFill>
                <a:latin typeface="Arial"/>
              </a:defRPr>
            </a:pPr>
            <a:r>
              <a:t>Twelfth Sunday in Ordinary Time</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00000"/>
        </a:solidFill>
        <a:effectLst/>
      </p:bgPr>
    </p:bg>
    <p:spTree>
      <p:nvGrpSpPr>
        <p:cNvPr id="1" name=""/>
        <p:cNvGrpSpPr/>
        <p:nvPr/>
      </p:nvGrpSpPr>
      <p:grpSpPr/>
      <p:sp>
        <p:nvSpPr>
          <p:cNvPr id="2" name="TextBox 1"/>
          <p:cNvSpPr txBox="1"/>
          <p:nvPr/>
        </p:nvSpPr>
        <p:spPr>
          <a:xfrm>
            <a:off x="0" y="1027170"/>
            <a:ext cx="18288000" cy="1929858"/>
          </a:xfrm>
          <a:prstGeom prst="rect">
            <a:avLst/>
          </a:prstGeom>
          <a:noFill/>
        </p:spPr>
        <p:txBody>
          <a:bodyPr wrap="square" lIns="109728" tIns="73152" rIns="109728" bIns="73152" anchor="ctr">
            <a:noAutofit/>
          </a:bodyPr>
          <a:lstStyle/>
          <a:p>
            <a:pPr algn="ctr">
              <a:spcBef>
                <a:spcPts val="400"/>
              </a:spcBef>
              <a:spcAft>
                <a:spcPts val="500"/>
              </a:spcAft>
              <a:defRPr sz="5500" b="1" i="0" u="none">
                <a:solidFill>
                  <a:srgbClr val="86EFAC"/>
                </a:solidFill>
                <a:latin typeface="Inter"/>
              </a:defRPr>
            </a:pPr>
            <a:r>
              <a:rPr sz="6500" dirty="0">
                <a:solidFill>
                  <a:srgbClr val="FFB800"/>
                </a:solidFill>
                <a:latin typeface="Arial" panose="020B0604020202020204" pitchFamily="34" charset="0"/>
                <a:cs typeface="Arial" panose="020B0604020202020204" pitchFamily="34" charset="0"/>
              </a:rPr>
              <a:t>Priest:</a:t>
            </a:r>
            <a:r>
              <a:rPr lang="en-US" sz="6500" dirty="0">
                <a:solidFill>
                  <a:srgbClr val="FFB800"/>
                </a:solidFill>
                <a:latin typeface="Arial" panose="020B0604020202020204" pitchFamily="34" charset="0"/>
                <a:cs typeface="Arial" panose="020B0604020202020204" pitchFamily="34" charset="0"/>
              </a:rPr>
              <a:t> </a:t>
            </a:r>
            <a:r>
              <a:rPr sz="6500" i="1" dirty="0">
                <a:solidFill>
                  <a:srgbClr val="F0FDF4"/>
                </a:solidFill>
                <a:latin typeface="Arial" panose="020B0604020202020204" pitchFamily="34" charset="0"/>
                <a:cs typeface="Arial" panose="020B0604020202020204" pitchFamily="34" charset="0"/>
              </a:rPr>
              <a:t>In the Name of the Father, and of the Son, and of the Holy Spirit.</a:t>
            </a:r>
          </a:p>
        </p:txBody>
      </p:sp>
      <p:sp>
        <p:nvSpPr>
          <p:cNvPr id="4" name="TextBox 3">
            <a:extLst>
              <a:ext uri="{FF2B5EF4-FFF2-40B4-BE49-F238E27FC236}">
                <a16:creationId xmlns:a16="http://schemas.microsoft.com/office/drawing/2014/main" id="{F2BA29CD-6673-C210-9661-67EAF01DB4A7}"/>
              </a:ext>
            </a:extLst>
          </p:cNvPr>
          <p:cNvSpPr txBox="1"/>
          <p:nvPr/>
        </p:nvSpPr>
        <p:spPr>
          <a:xfrm>
            <a:off x="0" y="2963816"/>
            <a:ext cx="18288000" cy="962506"/>
          </a:xfrm>
          <a:prstGeom prst="rect">
            <a:avLst/>
          </a:prstGeom>
          <a:noFill/>
        </p:spPr>
        <p:txBody>
          <a:bodyPr wrap="square" lIns="109728" tIns="73152" rIns="109728" bIns="73152" anchor="ctr">
            <a:noAutofit/>
          </a:bodyPr>
          <a:lstStyle/>
          <a:p>
            <a:pPr algn="ctr">
              <a:spcBef>
                <a:spcPts val="400"/>
              </a:spcBef>
              <a:spcAft>
                <a:spcPts val="500"/>
              </a:spcAft>
              <a:defRPr sz="5500" b="1" i="0" u="none">
                <a:solidFill>
                  <a:srgbClr val="F0FDF4"/>
                </a:solidFill>
                <a:latin typeface="Inter"/>
              </a:defRPr>
            </a:pPr>
            <a:r>
              <a:rPr lang="en-US" sz="7500" b="1" dirty="0">
                <a:solidFill>
                  <a:srgbClr val="F0FDF4"/>
                </a:solidFill>
                <a:latin typeface="Arial" panose="020B0604020202020204" pitchFamily="34" charset="0"/>
                <a:cs typeface="Arial" panose="020B0604020202020204" pitchFamily="34" charset="0"/>
              </a:rPr>
              <a:t>All: Amen.</a:t>
            </a:r>
          </a:p>
        </p:txBody>
      </p:sp>
      <p:sp>
        <p:nvSpPr>
          <p:cNvPr id="5" name="TextBox 4">
            <a:extLst>
              <a:ext uri="{FF2B5EF4-FFF2-40B4-BE49-F238E27FC236}">
                <a16:creationId xmlns:a16="http://schemas.microsoft.com/office/drawing/2014/main" id="{AD5EAFEA-60CE-1B2C-4644-02EB86A1A050}"/>
              </a:ext>
            </a:extLst>
          </p:cNvPr>
          <p:cNvSpPr txBox="1"/>
          <p:nvPr/>
        </p:nvSpPr>
        <p:spPr>
          <a:xfrm>
            <a:off x="0" y="5143500"/>
            <a:ext cx="18288000" cy="962506"/>
          </a:xfrm>
          <a:prstGeom prst="rect">
            <a:avLst/>
          </a:prstGeom>
          <a:noFill/>
        </p:spPr>
        <p:txBody>
          <a:bodyPr wrap="square" lIns="109728" tIns="73152" rIns="109728" bIns="73152" anchor="ctr">
            <a:noAutofit/>
          </a:bodyPr>
          <a:lstStyle/>
          <a:p>
            <a:pPr algn="ctr">
              <a:spcBef>
                <a:spcPts val="400"/>
              </a:spcBef>
              <a:spcAft>
                <a:spcPts val="500"/>
              </a:spcAft>
              <a:defRPr sz="5500" b="1" i="0" u="none">
                <a:solidFill>
                  <a:srgbClr val="86EFAC"/>
                </a:solidFill>
                <a:latin typeface="Inter"/>
              </a:defRPr>
            </a:pPr>
            <a:r>
              <a:rPr lang="en-US" sz="6500" b="1" dirty="0">
                <a:solidFill>
                  <a:srgbClr val="FFB800"/>
                </a:solidFill>
                <a:latin typeface="Arial" panose="020B0604020202020204" pitchFamily="34" charset="0"/>
                <a:cs typeface="Arial" panose="020B0604020202020204" pitchFamily="34" charset="0"/>
              </a:rPr>
              <a:t>Priest:</a:t>
            </a:r>
            <a:r>
              <a:rPr lang="en-US" sz="6500" b="1" dirty="0">
                <a:solidFill>
                  <a:srgbClr val="F0FDF4"/>
                </a:solidFill>
                <a:latin typeface="Arial" panose="020B0604020202020204" pitchFamily="34" charset="0"/>
                <a:cs typeface="Arial" panose="020B0604020202020204" pitchFamily="34" charset="0"/>
              </a:rPr>
              <a:t> </a:t>
            </a:r>
            <a:r>
              <a:rPr lang="en-US" sz="6500" b="1" i="1" dirty="0">
                <a:solidFill>
                  <a:srgbClr val="F0FDF4"/>
                </a:solidFill>
                <a:latin typeface="Arial" panose="020B0604020202020204" pitchFamily="34" charset="0"/>
                <a:cs typeface="Arial" panose="020B0604020202020204" pitchFamily="34" charset="0"/>
              </a:rPr>
              <a:t>The Lord be with you.</a:t>
            </a:r>
          </a:p>
        </p:txBody>
      </p:sp>
      <p:sp>
        <p:nvSpPr>
          <p:cNvPr id="6" name="TextBox 5">
            <a:extLst>
              <a:ext uri="{FF2B5EF4-FFF2-40B4-BE49-F238E27FC236}">
                <a16:creationId xmlns:a16="http://schemas.microsoft.com/office/drawing/2014/main" id="{DB034C0A-DC0E-095C-FF76-156EA590F78F}"/>
              </a:ext>
            </a:extLst>
          </p:cNvPr>
          <p:cNvSpPr txBox="1"/>
          <p:nvPr/>
        </p:nvSpPr>
        <p:spPr>
          <a:xfrm>
            <a:off x="0" y="6173159"/>
            <a:ext cx="18288000" cy="962507"/>
          </a:xfrm>
          <a:prstGeom prst="rect">
            <a:avLst/>
          </a:prstGeom>
          <a:noFill/>
        </p:spPr>
        <p:txBody>
          <a:bodyPr wrap="square" lIns="109728" tIns="73152" rIns="109728" bIns="73152" anchor="ctr">
            <a:noAutofit/>
          </a:bodyPr>
          <a:lstStyle/>
          <a:p>
            <a:pPr algn="ctr">
              <a:spcBef>
                <a:spcPts val="400"/>
              </a:spcBef>
              <a:spcAft>
                <a:spcPts val="500"/>
              </a:spcAft>
              <a:defRPr sz="5500" b="1" i="0" u="none">
                <a:solidFill>
                  <a:srgbClr val="F0FDF4"/>
                </a:solidFill>
                <a:latin typeface="Inter"/>
              </a:defRPr>
            </a:pPr>
            <a:r>
              <a:rPr lang="en-US" sz="7500" b="1" dirty="0">
                <a:solidFill>
                  <a:srgbClr val="F0FDF4"/>
                </a:solidFill>
                <a:latin typeface="Arial" panose="020B0604020202020204" pitchFamily="34" charset="0"/>
                <a:cs typeface="Arial" panose="020B0604020202020204" pitchFamily="34" charset="0"/>
              </a:rPr>
              <a:t>All: And with your spirit.</a:t>
            </a:r>
          </a:p>
        </p:txBody>
      </p:sp>
      <p:sp>
        <p:nvSpPr>
          <p:cNvPr id="7" name="TextBox 6"/>
          <p:cNvSpPr txBox="1"/>
          <p:nvPr/>
        </p:nvSpPr>
        <p:spPr>
          <a:xfrm>
            <a:off x="914400" y="9418320"/>
            <a:ext cx="16459200" cy="777240"/>
          </a:xfrm>
          <a:prstGeom prst="rect">
            <a:avLst/>
          </a:prstGeom>
          <a:noFill/>
        </p:spPr>
        <p:txBody>
          <a:bodyPr wrap="square" lIns="109728" rIns="109728" tIns="73152" bIns="73152">
            <a:noAutofit/>
          </a:bodyPr>
          <a:lstStyle/>
          <a:p/>
          <a:p>
            <a:pPr algn="l">
              <a:spcBef>
                <a:spcPts val="200"/>
              </a:spcBef>
              <a:defRPr sz="1200" b="0" i="0" u="none">
                <a:solidFill>
                  <a:srgbClr val="FFB800"/>
                </a:solidFill>
                <a:latin typeface="Arial"/>
              </a:defRPr>
            </a:pPr>
            <a:r>
              <a:t>Introductory Rites</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00000"/>
        </a:solidFill>
        <a:effectLst/>
      </p:bgPr>
    </p:bg>
    <p:spTree>
      <p:nvGrpSpPr>
        <p:cNvPr id="1" name=""/>
        <p:cNvGrpSpPr/>
        <p:nvPr/>
      </p:nvGrpSpPr>
      <p:grpSpPr/>
      <p:sp>
        <p:nvSpPr>
          <p:cNvPr id="11" name="Google Shape;150;p20">
            <a:extLst>
              <a:ext uri="{FF2B5EF4-FFF2-40B4-BE49-F238E27FC236}">
                <a16:creationId xmlns:a16="http://schemas.microsoft.com/office/drawing/2014/main" id="{A04B8061-2618-0C75-728B-269FC8F164FE}"/>
              </a:ext>
            </a:extLst>
          </p:cNvPr>
          <p:cNvSpPr txBox="1"/>
          <p:nvPr/>
        </p:nvSpPr>
        <p:spPr>
          <a:xfrm>
            <a:off x="0" y="3433970"/>
            <a:ext cx="18288000" cy="1709530"/>
          </a:xfrm>
          <a:prstGeom prst="rect">
            <a:avLst/>
          </a:prstGeom>
          <a:noFill/>
          <a:ln>
            <a:noFill/>
          </a:ln>
        </p:spPr>
        <p:txBody>
          <a:bodyPr spcFirstLastPara="1" wrap="square" lIns="109725" tIns="73150" rIns="109725" bIns="73150" anchor="t" anchorCtr="0">
            <a:noAutofit/>
          </a:bodyPr>
          <a:lstStyle/>
          <a:p>
            <a:pPr marL="0" marR="0" lvl="0" indent="0" algn="ctr" rtl="0">
              <a:spcBef>
                <a:spcPts val="0"/>
              </a:spcBef>
              <a:spcAft>
                <a:spcPts val="0"/>
              </a:spcAft>
              <a:buNone/>
              <a:defRPr/>
            </a:pPr>
            <a:r>
              <a:rPr lang="en-US" sz="7000" b="1" dirty="0">
                <a:solidFill>
                  <a:srgbClr val="FFB800"/>
                </a:solidFill>
                <a:latin typeface="Arial" panose="020B0604020202020204" pitchFamily="34" charset="0"/>
                <a:ea typeface="Calibri"/>
                <a:cs typeface="Arial" panose="020B0604020202020204" pitchFamily="34" charset="0"/>
                <a:sym typeface="Calibri"/>
              </a:rPr>
              <a:t>Priest: </a:t>
            </a:r>
            <a:r>
              <a:rPr lang="en-US" sz="7000" b="1" i="1" u="none" strike="noStrike" cap="none" dirty="0">
                <a:solidFill>
                  <a:srgbClr val="F0FDF4"/>
                </a:solidFill>
                <a:latin typeface="Arial" panose="020B0604020202020204" pitchFamily="34" charset="0"/>
                <a:ea typeface="Calibri"/>
                <a:cs typeface="Arial" panose="020B0604020202020204" pitchFamily="34" charset="0"/>
                <a:sym typeface="Calibri"/>
              </a:rPr>
              <a:t>Brethren (brothers and sisters),</a:t>
            </a:r>
            <a:endParaRPr sz="7000" b="1" i="1" dirty="0">
              <a:solidFill>
                <a:schemeClr val="bg1"/>
              </a:solidFill>
              <a:latin typeface="Arial" panose="020B0604020202020204" pitchFamily="34" charset="0"/>
              <a:ea typeface="Calibri"/>
              <a:cs typeface="Arial" panose="020B0604020202020204" pitchFamily="34" charset="0"/>
              <a:sym typeface="Calibri"/>
            </a:endParaRPr>
          </a:p>
          <a:p>
            <a:pPr marL="0" marR="0" lvl="0" indent="0" algn="ctr" rtl="0">
              <a:spcBef>
                <a:spcPts val="0"/>
              </a:spcBef>
              <a:spcAft>
                <a:spcPts val="0"/>
              </a:spcAft>
              <a:buNone/>
              <a:defRPr/>
            </a:pPr>
            <a:r>
              <a:rPr lang="en-US" sz="7000" b="1" i="1" u="none" strike="noStrike" cap="none" dirty="0">
                <a:solidFill>
                  <a:srgbClr val="F0FDF4"/>
                </a:solidFill>
                <a:latin typeface="Arial" panose="020B0604020202020204" pitchFamily="34" charset="0"/>
                <a:ea typeface="Calibri"/>
                <a:cs typeface="Arial" panose="020B0604020202020204" pitchFamily="34" charset="0"/>
                <a:sym typeface="Calibri"/>
              </a:rPr>
              <a:t>let us acknowledge our sins...</a:t>
            </a:r>
            <a:endParaRPr sz="7000" b="1" i="1" dirty="0">
              <a:solidFill>
                <a:schemeClr val="bg1"/>
              </a:solidFill>
              <a:latin typeface="Arial" panose="020B0604020202020204" pitchFamily="34" charset="0"/>
              <a:ea typeface="Calibri"/>
              <a:cs typeface="Arial" panose="020B0604020202020204" pitchFamily="34" charset="0"/>
              <a:sym typeface="Calibri"/>
            </a:endParaRPr>
          </a:p>
          <a:p>
            <a:pPr marL="0" marR="0" lvl="0" indent="0" algn="l" rtl="0">
              <a:spcBef>
                <a:spcPts val="500"/>
              </a:spcBef>
              <a:spcAft>
                <a:spcPts val="0"/>
              </a:spcAft>
              <a:buNone/>
              <a:defRPr>
                <a:solidFill>
                  <a:srgbClr val="F0FDF4"/>
                </a:solidFill>
              </a:defRPr>
            </a:pPr>
            <a:endParaRPr sz="7000" b="1" dirty="0">
              <a:latin typeface="Arial" panose="020B0604020202020204" pitchFamily="34" charset="0"/>
              <a:cs typeface="Arial" panose="020B0604020202020204" pitchFamily="34" charset="0"/>
            </a:endParaRPr>
          </a:p>
        </p:txBody>
      </p:sp>
      <p:sp>
        <p:nvSpPr>
          <p:cNvPr id="12" name="TextBox 11"/>
          <p:cNvSpPr txBox="1"/>
          <p:nvPr/>
        </p:nvSpPr>
        <p:spPr>
          <a:xfrm>
            <a:off x="914400" y="9418320"/>
            <a:ext cx="16459200" cy="777240"/>
          </a:xfrm>
          <a:prstGeom prst="rect">
            <a:avLst/>
          </a:prstGeom>
          <a:noFill/>
        </p:spPr>
        <p:txBody>
          <a:bodyPr wrap="square" lIns="109728" rIns="109728" tIns="73152" bIns="73152">
            <a:noAutofit/>
          </a:bodyPr>
          <a:lstStyle/>
          <a:p/>
          <a:p>
            <a:pPr algn="l">
              <a:spcBef>
                <a:spcPts val="200"/>
              </a:spcBef>
              <a:defRPr sz="1200" b="0" i="0" u="none">
                <a:solidFill>
                  <a:srgbClr val="FFB800"/>
                </a:solidFill>
                <a:latin typeface="Arial"/>
              </a:defRPr>
            </a:pPr>
            <a:r>
              <a:t>Penitential Act (1/3)</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00000"/>
        </a:solidFill>
        <a:effectLst/>
      </p:bgPr>
    </p:bg>
    <p:spTree>
      <p:nvGrpSpPr>
        <p:cNvPr id="1" name=""/>
        <p:cNvGrpSpPr/>
        <p:nvPr/>
      </p:nvGrpSpPr>
      <p:grpSpPr/>
      <p:sp>
        <p:nvSpPr>
          <p:cNvPr id="2" name="Google Shape;150;p20">
            <a:extLst>
              <a:ext uri="{FF2B5EF4-FFF2-40B4-BE49-F238E27FC236}">
                <a16:creationId xmlns:a16="http://schemas.microsoft.com/office/drawing/2014/main" id="{092D833F-0B66-C02E-1749-ECB1DEA1586F}"/>
              </a:ext>
            </a:extLst>
          </p:cNvPr>
          <p:cNvSpPr txBox="1"/>
          <p:nvPr/>
        </p:nvSpPr>
        <p:spPr>
          <a:xfrm>
            <a:off x="0" y="230588"/>
            <a:ext cx="18288000" cy="4202264"/>
          </a:xfrm>
          <a:prstGeom prst="rect">
            <a:avLst/>
          </a:prstGeom>
          <a:noFill/>
          <a:ln>
            <a:noFill/>
          </a:ln>
        </p:spPr>
        <p:txBody>
          <a:bodyPr spcFirstLastPara="1" wrap="square" lIns="109725" tIns="73150" rIns="109725" bIns="73150" anchor="t" anchorCtr="0">
            <a:noAutofit/>
          </a:bodyPr>
          <a:lstStyle/>
          <a:p>
            <a:pPr lvl="0" algn="ctr">
              <a:defRPr/>
            </a:pPr>
            <a:r>
              <a:rPr lang="en-US" sz="5400" b="1" dirty="0">
                <a:solidFill>
                  <a:srgbClr val="F0FDF4"/>
                </a:solidFill>
                <a:latin typeface="Arial" panose="020B0604020202020204" pitchFamily="34" charset="0"/>
                <a:ea typeface="Calibri"/>
                <a:cs typeface="Arial" panose="020B0604020202020204" pitchFamily="34" charset="0"/>
                <a:sym typeface="Calibri"/>
              </a:rPr>
              <a:t>All:</a:t>
            </a:r>
          </a:p>
          <a:p>
            <a:pPr lvl="0" algn="ctr">
              <a:defRPr/>
            </a:pPr>
            <a:r>
              <a:rPr lang="en-US" sz="5400" b="1" i="1" dirty="0">
                <a:solidFill>
                  <a:srgbClr val="F0FDF4"/>
                </a:solidFill>
                <a:latin typeface="Arial" panose="020B0604020202020204" pitchFamily="34" charset="0"/>
                <a:ea typeface="Calibri"/>
                <a:cs typeface="Arial" panose="020B0604020202020204" pitchFamily="34" charset="0"/>
                <a:sym typeface="Calibri"/>
              </a:rPr>
              <a:t>I confess to almighty God</a:t>
            </a:r>
            <a:r>
              <a:rPr lang="en-US" sz="4800" b="1" i="1" dirty="0">
                <a:solidFill>
                  <a:srgbClr val="F0FDF4"/>
                </a:solidFill>
                <a:latin typeface="Arial" panose="020B0604020202020204" pitchFamily="34" charset="0"/>
                <a:cs typeface="Arial" panose="020B0604020202020204" pitchFamily="34" charset="0"/>
              </a:rPr>
              <a:t> </a:t>
            </a:r>
            <a:r>
              <a:rPr lang="en-US" sz="5400" b="1" dirty="0">
                <a:solidFill>
                  <a:srgbClr val="F0FDF4"/>
                </a:solidFill>
                <a:latin typeface="Arial" panose="020B0604020202020204" pitchFamily="34" charset="0"/>
                <a:ea typeface="Calibri"/>
                <a:cs typeface="Arial" panose="020B0604020202020204" pitchFamily="34" charset="0"/>
                <a:sym typeface="Calibri"/>
              </a:rPr>
              <a:t>and to you, my brothers and sisters,</a:t>
            </a:r>
            <a:r>
              <a:rPr lang="en-US" sz="4800" b="1" dirty="0">
                <a:solidFill>
                  <a:srgbClr val="F0FDF4"/>
                </a:solidFill>
                <a:latin typeface="Arial" panose="020B0604020202020204" pitchFamily="34" charset="0"/>
                <a:ea typeface="Calibri"/>
                <a:cs typeface="Arial" panose="020B0604020202020204" pitchFamily="34" charset="0"/>
                <a:sym typeface="Calibri"/>
              </a:rPr>
              <a:t> </a:t>
            </a:r>
            <a:r>
              <a:rPr lang="en-US" sz="5400" b="1" dirty="0">
                <a:solidFill>
                  <a:srgbClr val="F0FDF4"/>
                </a:solidFill>
                <a:latin typeface="Arial" panose="020B0604020202020204" pitchFamily="34" charset="0"/>
                <a:ea typeface="Calibri"/>
                <a:cs typeface="Arial" panose="020B0604020202020204" pitchFamily="34" charset="0"/>
                <a:sym typeface="Calibri"/>
              </a:rPr>
              <a:t>that I have greatly sinned,</a:t>
            </a:r>
            <a:r>
              <a:rPr lang="en-US" sz="4800" b="1" dirty="0">
                <a:solidFill>
                  <a:srgbClr val="F0FDF4"/>
                </a:solidFill>
                <a:latin typeface="Arial" panose="020B0604020202020204" pitchFamily="34" charset="0"/>
                <a:cs typeface="Arial" panose="020B0604020202020204" pitchFamily="34" charset="0"/>
              </a:rPr>
              <a:t> </a:t>
            </a:r>
            <a:r>
              <a:rPr lang="en-US" sz="5400" b="1" dirty="0">
                <a:solidFill>
                  <a:srgbClr val="F0FDF4"/>
                </a:solidFill>
                <a:latin typeface="Arial" panose="020B0604020202020204" pitchFamily="34" charset="0"/>
                <a:ea typeface="Calibri"/>
                <a:cs typeface="Arial" panose="020B0604020202020204" pitchFamily="34" charset="0"/>
                <a:sym typeface="Calibri"/>
              </a:rPr>
              <a:t>in my thoughts and in my words,</a:t>
            </a:r>
            <a:r>
              <a:rPr lang="en-US" sz="4800" b="1" dirty="0">
                <a:solidFill>
                  <a:srgbClr val="F0FDF4"/>
                </a:solidFill>
                <a:latin typeface="Arial" panose="020B0604020202020204" pitchFamily="34" charset="0"/>
                <a:cs typeface="Arial" panose="020B0604020202020204" pitchFamily="34" charset="0"/>
                <a:sym typeface="Calibri"/>
              </a:rPr>
              <a:t> </a:t>
            </a:r>
            <a:r>
              <a:rPr lang="en-US" sz="5400" b="1" dirty="0">
                <a:solidFill>
                  <a:srgbClr val="F0FDF4"/>
                </a:solidFill>
                <a:latin typeface="Arial" panose="020B0604020202020204" pitchFamily="34" charset="0"/>
                <a:ea typeface="Calibri"/>
                <a:cs typeface="Arial" panose="020B0604020202020204" pitchFamily="34" charset="0"/>
                <a:sym typeface="Calibri"/>
              </a:rPr>
              <a:t>in what I have done and in what I have failed to do...</a:t>
            </a:r>
          </a:p>
        </p:txBody>
      </p:sp>
      <p:sp>
        <p:nvSpPr>
          <p:cNvPr id="3" name="Google Shape;150;p20">
            <a:extLst>
              <a:ext uri="{FF2B5EF4-FFF2-40B4-BE49-F238E27FC236}">
                <a16:creationId xmlns:a16="http://schemas.microsoft.com/office/drawing/2014/main" id="{A6D56A76-9399-5D42-5B93-9B5E66906F85}"/>
              </a:ext>
            </a:extLst>
          </p:cNvPr>
          <p:cNvSpPr txBox="1"/>
          <p:nvPr/>
        </p:nvSpPr>
        <p:spPr>
          <a:xfrm>
            <a:off x="0" y="5426761"/>
            <a:ext cx="18288000" cy="3346174"/>
          </a:xfrm>
          <a:prstGeom prst="rect">
            <a:avLst/>
          </a:prstGeom>
          <a:noFill/>
          <a:ln>
            <a:noFill/>
          </a:ln>
        </p:spPr>
        <p:txBody>
          <a:bodyPr spcFirstLastPara="1" wrap="square" lIns="109725" tIns="73150" rIns="109725" bIns="73150" anchor="t" anchorCtr="0">
            <a:noAutofit/>
          </a:bodyPr>
          <a:lstStyle/>
          <a:p>
            <a:pPr lvl="0" algn="ctr">
              <a:spcBef>
                <a:spcPts val="500"/>
              </a:spcBef>
              <a:defRPr/>
            </a:pPr>
            <a:r>
              <a:rPr lang="en-US" sz="5400" b="1" i="1" dirty="0">
                <a:solidFill>
                  <a:srgbClr val="FFB800"/>
                </a:solidFill>
                <a:latin typeface="Arial" panose="020B0604020202020204" pitchFamily="34" charset="0"/>
                <a:ea typeface="Calibri"/>
                <a:cs typeface="Arial" panose="020B0604020202020204" pitchFamily="34" charset="0"/>
                <a:sym typeface="Calibri"/>
              </a:rPr>
              <a:t>through my fault, through my fault,</a:t>
            </a:r>
            <a:r>
              <a:rPr lang="en-US" sz="4800" b="1" i="1" dirty="0">
                <a:solidFill>
                  <a:srgbClr val="FFB800"/>
                </a:solidFill>
                <a:latin typeface="Arial" panose="020B0604020202020204" pitchFamily="34" charset="0"/>
                <a:cs typeface="Arial" panose="020B0604020202020204" pitchFamily="34" charset="0"/>
              </a:rPr>
              <a:t> </a:t>
            </a:r>
            <a:r>
              <a:rPr lang="en-US" sz="5400" b="1" i="1" dirty="0">
                <a:solidFill>
                  <a:srgbClr val="FFB800"/>
                </a:solidFill>
                <a:latin typeface="Arial" panose="020B0604020202020204" pitchFamily="34" charset="0"/>
                <a:ea typeface="Calibri"/>
                <a:cs typeface="Arial" panose="020B0604020202020204" pitchFamily="34" charset="0"/>
                <a:sym typeface="Calibri"/>
              </a:rPr>
              <a:t>through my most grievous fault;</a:t>
            </a:r>
            <a:r>
              <a:rPr lang="en-US" sz="4800" b="1" i="1" dirty="0">
                <a:solidFill>
                  <a:srgbClr val="FFB800"/>
                </a:solidFill>
                <a:latin typeface="Arial" panose="020B0604020202020204" pitchFamily="34" charset="0"/>
                <a:cs typeface="Arial" panose="020B0604020202020204" pitchFamily="34" charset="0"/>
                <a:sym typeface="Calibri"/>
              </a:rPr>
              <a:t> </a:t>
            </a:r>
            <a:r>
              <a:rPr lang="en-US" sz="5400" b="1" dirty="0">
                <a:solidFill>
                  <a:srgbClr val="F0FDF4"/>
                </a:solidFill>
                <a:latin typeface="Arial" panose="020B0604020202020204" pitchFamily="34" charset="0"/>
                <a:ea typeface="Calibri"/>
                <a:cs typeface="Arial" panose="020B0604020202020204" pitchFamily="34" charset="0"/>
                <a:sym typeface="Calibri"/>
              </a:rPr>
              <a:t>therefore I ask blessed Mary ever-Virgin,</a:t>
            </a:r>
            <a:r>
              <a:rPr lang="en-US" sz="4800" b="1" dirty="0">
                <a:solidFill>
                  <a:srgbClr val="F0FDF4"/>
                </a:solidFill>
                <a:latin typeface="Arial" panose="020B0604020202020204" pitchFamily="34" charset="0"/>
                <a:ea typeface="Calibri"/>
                <a:cs typeface="Arial" panose="020B0604020202020204" pitchFamily="34" charset="0"/>
                <a:sym typeface="Calibri"/>
              </a:rPr>
              <a:t> </a:t>
            </a:r>
            <a:r>
              <a:rPr lang="en-US" sz="5400" b="1" dirty="0">
                <a:solidFill>
                  <a:srgbClr val="F0FDF4"/>
                </a:solidFill>
                <a:latin typeface="Arial" panose="020B0604020202020204" pitchFamily="34" charset="0"/>
                <a:ea typeface="Calibri"/>
                <a:cs typeface="Arial" panose="020B0604020202020204" pitchFamily="34" charset="0"/>
                <a:sym typeface="Calibri"/>
              </a:rPr>
              <a:t>all the Angels and Saints,</a:t>
            </a:r>
            <a:r>
              <a:rPr lang="en-US" sz="4800" b="1" dirty="0">
                <a:solidFill>
                  <a:srgbClr val="F0FDF4"/>
                </a:solidFill>
                <a:latin typeface="Arial" panose="020B0604020202020204" pitchFamily="34" charset="0"/>
                <a:cs typeface="Arial" panose="020B0604020202020204" pitchFamily="34" charset="0"/>
                <a:sym typeface="Calibri"/>
              </a:rPr>
              <a:t> </a:t>
            </a:r>
            <a:r>
              <a:rPr lang="en-US" sz="5400" b="1" dirty="0">
                <a:solidFill>
                  <a:srgbClr val="F0FDF4"/>
                </a:solidFill>
                <a:latin typeface="Arial" panose="020B0604020202020204" pitchFamily="34" charset="0"/>
                <a:ea typeface="Calibri"/>
                <a:cs typeface="Arial" panose="020B0604020202020204" pitchFamily="34" charset="0"/>
                <a:sym typeface="Calibri"/>
              </a:rPr>
              <a:t>and you, my brothers and sisters,</a:t>
            </a:r>
            <a:r>
              <a:rPr lang="en-US" sz="4800" b="1" dirty="0">
                <a:solidFill>
                  <a:srgbClr val="F0FDF4"/>
                </a:solidFill>
                <a:latin typeface="Arial" panose="020B0604020202020204" pitchFamily="34" charset="0"/>
                <a:cs typeface="Arial" panose="020B0604020202020204" pitchFamily="34" charset="0"/>
              </a:rPr>
              <a:t> </a:t>
            </a:r>
            <a:r>
              <a:rPr lang="en-US" sz="5400" b="1" dirty="0">
                <a:solidFill>
                  <a:srgbClr val="F0FDF4"/>
                </a:solidFill>
                <a:latin typeface="Arial" panose="020B0604020202020204" pitchFamily="34" charset="0"/>
                <a:ea typeface="Calibri"/>
                <a:cs typeface="Arial" panose="020B0604020202020204" pitchFamily="34" charset="0"/>
                <a:sym typeface="Calibri"/>
              </a:rPr>
              <a:t>to pray for me to the Lord our God.</a:t>
            </a:r>
            <a:endParaRPr lang="en-US" sz="4800" b="1" dirty="0">
              <a:solidFill>
                <a:schemeClr val="bg1"/>
              </a:solidFill>
              <a:latin typeface="Arial" panose="020B0604020202020204" pitchFamily="34" charset="0"/>
              <a:cs typeface="Arial" panose="020B0604020202020204" pitchFamily="34" charset="0"/>
            </a:endParaRPr>
          </a:p>
        </p:txBody>
      </p:sp>
      <p:sp>
        <p:nvSpPr>
          <p:cNvPr id="4" name="Google Shape;150;p20">
            <a:extLst>
              <a:ext uri="{FF2B5EF4-FFF2-40B4-BE49-F238E27FC236}">
                <a16:creationId xmlns:a16="http://schemas.microsoft.com/office/drawing/2014/main" id="{A6AABE4C-946D-B425-B087-C6073C4F1E85}"/>
              </a:ext>
            </a:extLst>
          </p:cNvPr>
          <p:cNvSpPr txBox="1"/>
          <p:nvPr/>
        </p:nvSpPr>
        <p:spPr>
          <a:xfrm>
            <a:off x="0" y="4511708"/>
            <a:ext cx="18288000" cy="1133057"/>
          </a:xfrm>
          <a:prstGeom prst="rect">
            <a:avLst/>
          </a:prstGeom>
          <a:noFill/>
          <a:ln>
            <a:noFill/>
          </a:ln>
        </p:spPr>
        <p:txBody>
          <a:bodyPr spcFirstLastPara="1" wrap="square" lIns="109725" tIns="73150" rIns="109725" bIns="73150" anchor="t" anchorCtr="0">
            <a:noAutofit/>
          </a:bodyPr>
          <a:lstStyle/>
          <a:p>
            <a:pPr lvl="0" algn="ctr">
              <a:spcBef>
                <a:spcPts val="500"/>
              </a:spcBef>
              <a:defRPr/>
            </a:pPr>
            <a:r>
              <a:rPr lang="en-US" sz="5400" b="1" i="1" dirty="0">
                <a:solidFill>
                  <a:srgbClr val="FFB800"/>
                </a:solidFill>
                <a:latin typeface="Georgia" panose="02040502050405020303" pitchFamily="18" charset="0"/>
                <a:ea typeface="Calibri"/>
                <a:cs typeface="Arial" panose="020B0604020202020204" pitchFamily="34" charset="0"/>
                <a:sym typeface="Calibri"/>
              </a:rPr>
              <a:t>(strike chest)</a:t>
            </a:r>
          </a:p>
        </p:txBody>
      </p:sp>
      <p:sp>
        <p:nvSpPr>
          <p:cNvPr id="5" name="TextBox 4"/>
          <p:cNvSpPr txBox="1"/>
          <p:nvPr/>
        </p:nvSpPr>
        <p:spPr>
          <a:xfrm>
            <a:off x="914400" y="9418320"/>
            <a:ext cx="16459200" cy="777240"/>
          </a:xfrm>
          <a:prstGeom prst="rect">
            <a:avLst/>
          </a:prstGeom>
          <a:noFill/>
        </p:spPr>
        <p:txBody>
          <a:bodyPr wrap="square" lIns="109728" rIns="109728" tIns="73152" bIns="73152">
            <a:noAutofit/>
          </a:bodyPr>
          <a:lstStyle/>
          <a:p/>
          <a:p>
            <a:pPr algn="l">
              <a:spcBef>
                <a:spcPts val="200"/>
              </a:spcBef>
              <a:defRPr sz="1200" b="0" i="0" u="none">
                <a:solidFill>
                  <a:srgbClr val="FFB800"/>
                </a:solidFill>
                <a:latin typeface="Arial"/>
              </a:defRPr>
            </a:pPr>
            <a:r>
              <a:t>Penitential Act (2/3)</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00000"/>
        </a:solidFill>
        <a:effectLst/>
      </p:bgPr>
    </p:bg>
    <p:spTree>
      <p:nvGrpSpPr>
        <p:cNvPr id="1" name=""/>
        <p:cNvGrpSpPr/>
        <p:nvPr/>
      </p:nvGrpSpPr>
      <p:grpSpPr/>
      <p:sp>
        <p:nvSpPr>
          <p:cNvPr id="159" name="Google Shape;159;p21"/>
          <p:cNvSpPr txBox="1"/>
          <p:nvPr/>
        </p:nvSpPr>
        <p:spPr>
          <a:xfrm>
            <a:off x="0" y="1569072"/>
            <a:ext cx="18288000" cy="3276790"/>
          </a:xfrm>
          <a:prstGeom prst="rect">
            <a:avLst/>
          </a:prstGeom>
          <a:noFill/>
          <a:ln>
            <a:noFill/>
          </a:ln>
        </p:spPr>
        <p:txBody>
          <a:bodyPr spcFirstLastPara="1" wrap="square" lIns="109725" tIns="73150" rIns="109725" bIns="73150" anchor="t" anchorCtr="0">
            <a:spAutoFit/>
          </a:bodyPr>
          <a:lstStyle/>
          <a:p>
            <a:pPr marL="0" lvl="0" indent="0" algn="ctr" rtl="0">
              <a:spcBef>
                <a:spcPts val="500"/>
              </a:spcBef>
              <a:spcAft>
                <a:spcPts val="0"/>
              </a:spcAft>
              <a:buNone/>
              <a:defRPr/>
            </a:pPr>
            <a:r>
              <a:rPr lang="en-US" sz="6500" b="1" dirty="0">
                <a:solidFill>
                  <a:srgbClr val="FFB800"/>
                </a:solidFill>
                <a:latin typeface="Arial" panose="020B0604020202020204" pitchFamily="34" charset="0"/>
                <a:ea typeface="Calibri"/>
                <a:cs typeface="Arial" panose="020B0604020202020204" pitchFamily="34" charset="0"/>
                <a:sym typeface="Calibri"/>
              </a:rPr>
              <a:t>Priest: </a:t>
            </a:r>
            <a:r>
              <a:rPr lang="en-US" sz="6500" b="1" i="1" dirty="0">
                <a:solidFill>
                  <a:srgbClr val="F0FDF4"/>
                </a:solidFill>
                <a:latin typeface="Arial" panose="020B0604020202020204" pitchFamily="34" charset="0"/>
                <a:ea typeface="Calibri"/>
                <a:cs typeface="Arial" panose="020B0604020202020204" pitchFamily="34" charset="0"/>
                <a:sym typeface="Calibri"/>
              </a:rPr>
              <a:t>May almighty God have mercy on us,</a:t>
            </a:r>
            <a:endParaRPr sz="6500" b="1" i="1" dirty="0">
              <a:solidFill>
                <a:schemeClr val="lt1"/>
              </a:solidFill>
              <a:latin typeface="Arial" panose="020B0604020202020204" pitchFamily="34" charset="0"/>
              <a:ea typeface="Calibri"/>
              <a:cs typeface="Arial" panose="020B0604020202020204" pitchFamily="34" charset="0"/>
              <a:sym typeface="Calibri"/>
            </a:endParaRPr>
          </a:p>
          <a:p>
            <a:pPr marL="0" lvl="0" indent="0" algn="ctr" rtl="0">
              <a:spcBef>
                <a:spcPts val="500"/>
              </a:spcBef>
              <a:spcAft>
                <a:spcPts val="0"/>
              </a:spcAft>
              <a:buClr>
                <a:schemeClr val="dk1"/>
              </a:buClr>
              <a:buFont typeface="Arial"/>
              <a:buNone/>
              <a:defRPr/>
            </a:pPr>
            <a:r>
              <a:rPr lang="en-US" sz="6500" b="1" i="1" dirty="0">
                <a:solidFill>
                  <a:srgbClr val="F0FDF4"/>
                </a:solidFill>
                <a:latin typeface="Arial" panose="020B0604020202020204" pitchFamily="34" charset="0"/>
                <a:ea typeface="Calibri"/>
                <a:cs typeface="Arial" panose="020B0604020202020204" pitchFamily="34" charset="0"/>
                <a:sym typeface="Calibri"/>
              </a:rPr>
              <a:t>forgive us our sins and bring us to everlasting life</a:t>
            </a:r>
            <a:r>
              <a:rPr lang="en-US" sz="6500" b="1" i="1" dirty="0">
                <a:solidFill>
                  <a:srgbClr val="FFB800"/>
                </a:solidFill>
                <a:latin typeface="Arial" panose="020B0604020202020204" pitchFamily="34" charset="0"/>
                <a:ea typeface="Calibri"/>
                <a:cs typeface="Arial" panose="020B0604020202020204" pitchFamily="34" charset="0"/>
                <a:sym typeface="Calibri"/>
              </a:rPr>
              <a:t>.</a:t>
            </a:r>
            <a:endParaRPr sz="6500" b="1" i="1" dirty="0">
              <a:solidFill>
                <a:srgbClr val="FFDA91"/>
              </a:solidFill>
              <a:latin typeface="Arial" panose="020B0604020202020204" pitchFamily="34" charset="0"/>
              <a:ea typeface="Calibri"/>
              <a:cs typeface="Arial" panose="020B0604020202020204" pitchFamily="34" charset="0"/>
              <a:sym typeface="Calibri"/>
            </a:endParaRPr>
          </a:p>
        </p:txBody>
      </p:sp>
      <p:sp>
        <p:nvSpPr>
          <p:cNvPr id="164" name="Google Shape;164;p21"/>
          <p:cNvSpPr txBox="1"/>
          <p:nvPr/>
        </p:nvSpPr>
        <p:spPr>
          <a:xfrm>
            <a:off x="0" y="6256725"/>
            <a:ext cx="18288000" cy="1750732"/>
          </a:xfrm>
          <a:prstGeom prst="rect">
            <a:avLst/>
          </a:prstGeom>
          <a:noFill/>
          <a:ln>
            <a:noFill/>
          </a:ln>
        </p:spPr>
        <p:txBody>
          <a:bodyPr spcFirstLastPara="1" wrap="square" lIns="109725" tIns="73150" rIns="109725" bIns="73150" anchor="t" anchorCtr="0">
            <a:spAutoFit/>
          </a:bodyPr>
          <a:lstStyle/>
          <a:p>
            <a:pPr marL="0" lvl="0" indent="0" algn="ctr" rtl="0">
              <a:spcBef>
                <a:spcPts val="500"/>
              </a:spcBef>
              <a:spcAft>
                <a:spcPts val="0"/>
              </a:spcAft>
              <a:buNone/>
              <a:defRPr/>
            </a:pPr>
            <a:r>
              <a:rPr lang="en-US" sz="10000" b="1" dirty="0">
                <a:solidFill>
                  <a:srgbClr val="F0FDF4"/>
                </a:solidFill>
                <a:latin typeface="Arial" panose="020B0604020202020204" pitchFamily="34" charset="0"/>
                <a:ea typeface="Calibri"/>
                <a:cs typeface="Arial" panose="020B0604020202020204" pitchFamily="34" charset="0"/>
                <a:sym typeface="Calibri"/>
              </a:rPr>
              <a:t>All: AMEN!</a:t>
            </a:r>
            <a:endParaRPr sz="10000" b="1" dirty="0">
              <a:solidFill>
                <a:schemeClr val="bg1"/>
              </a:solidFill>
              <a:latin typeface="Arial" panose="020B0604020202020204" pitchFamily="34" charset="0"/>
              <a:ea typeface="Calibri"/>
              <a:cs typeface="Arial" panose="020B0604020202020204" pitchFamily="34" charset="0"/>
              <a:sym typeface="Calibri"/>
            </a:endParaRPr>
          </a:p>
        </p:txBody>
      </p:sp>
      <p:sp>
        <p:nvSpPr>
          <p:cNvPr id="165" name="TextBox 164"/>
          <p:cNvSpPr txBox="1"/>
          <p:nvPr/>
        </p:nvSpPr>
        <p:spPr>
          <a:xfrm>
            <a:off x="914400" y="9418320"/>
            <a:ext cx="16459200" cy="777240"/>
          </a:xfrm>
          <a:prstGeom prst="rect">
            <a:avLst/>
          </a:prstGeom>
          <a:noFill/>
        </p:spPr>
        <p:txBody>
          <a:bodyPr wrap="square" lIns="109728" rIns="109728" tIns="73152" bIns="73152">
            <a:noAutofit/>
          </a:bodyPr>
          <a:lstStyle/>
          <a:p/>
          <a:p>
            <a:pPr algn="l">
              <a:spcBef>
                <a:spcPts val="200"/>
              </a:spcBef>
              <a:defRPr sz="1200" b="0" i="0" u="none">
                <a:solidFill>
                  <a:srgbClr val="FFB800"/>
                </a:solidFill>
                <a:latin typeface="Arial"/>
              </a:defRPr>
            </a:pPr>
            <a:r>
              <a:t>Penitential Act (3/3)</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00000"/>
        </a:solidFill>
        <a:effectLst/>
      </p:bgPr>
    </p:bg>
    <p:spTree>
      <p:nvGrpSpPr>
        <p:cNvPr id="1" name=""/>
        <p:cNvGrpSpPr/>
        <p:nvPr/>
      </p:nvGrpSpPr>
      <p:grpSpPr/>
      <p:sp>
        <p:nvSpPr>
          <p:cNvPr id="2" name="TextBox 2"/>
          <p:cNvSpPr txBox="1"/>
          <p:nvPr/>
        </p:nvSpPr>
        <p:spPr>
          <a:xfrm>
            <a:off x="4040533" y="1329421"/>
            <a:ext cx="10206933" cy="2269852"/>
          </a:xfrm>
          <a:prstGeom prst="rect">
            <a:avLst/>
          </a:prstGeom>
        </p:spPr>
        <p:txBody>
          <a:bodyPr wrap="square" lIns="0" tIns="0" rIns="0" bIns="0" rtlCol="0" anchor="t">
            <a:spAutoFit/>
          </a:bodyPr>
          <a:lstStyle/>
          <a:p>
            <a:pPr algn="l">
              <a:lnSpc>
                <a:spcPts val="5935"/>
              </a:lnSpc>
              <a:defRPr/>
            </a:pPr>
            <a:r>
              <a:rPr lang="en-US" sz="5600" b="1" spc="148" dirty="0">
                <a:solidFill>
                  <a:srgbClr val="F0FDF4"/>
                </a:solidFill>
                <a:latin typeface="Arial" panose="020B0604020202020204" pitchFamily="34" charset="0"/>
                <a:ea typeface="Poppins Bold"/>
                <a:cs typeface="Arial" panose="020B0604020202020204" pitchFamily="34" charset="0"/>
                <a:sym typeface="Poppins Bold"/>
              </a:rPr>
              <a:t>LORD, HAVE MERCY.</a:t>
            </a:r>
          </a:p>
          <a:p>
            <a:pPr algn="l">
              <a:lnSpc>
                <a:spcPts val="5935"/>
              </a:lnSpc>
              <a:defRPr/>
            </a:pPr>
            <a:r>
              <a:rPr lang="en-US" sz="5600" b="1" spc="148" dirty="0">
                <a:solidFill>
                  <a:srgbClr val="F0FDF4"/>
                </a:solidFill>
                <a:latin typeface="Arial" panose="020B0604020202020204" pitchFamily="34" charset="0"/>
                <a:ea typeface="Poppins Bold"/>
                <a:cs typeface="Arial" panose="020B0604020202020204" pitchFamily="34" charset="0"/>
                <a:sym typeface="Poppins Bold"/>
              </a:rPr>
              <a:t>LORD, HAVE MERCY.</a:t>
            </a:r>
          </a:p>
          <a:p>
            <a:pPr marL="0" lvl="0" indent="0" algn="l">
              <a:lnSpc>
                <a:spcPts val="5935"/>
              </a:lnSpc>
              <a:defRPr/>
            </a:pPr>
            <a:r>
              <a:rPr lang="en-US" sz="5600" b="1" spc="148" dirty="0">
                <a:solidFill>
                  <a:srgbClr val="F0FDF4"/>
                </a:solidFill>
                <a:latin typeface="Arial" panose="020B0604020202020204" pitchFamily="34" charset="0"/>
                <a:ea typeface="Poppins Bold"/>
                <a:cs typeface="Arial" panose="020B0604020202020204" pitchFamily="34" charset="0"/>
                <a:sym typeface="Poppins Bold"/>
              </a:rPr>
              <a:t>           LORD, HAVE MERCY.</a:t>
            </a:r>
          </a:p>
        </p:txBody>
      </p:sp>
      <p:sp>
        <p:nvSpPr>
          <p:cNvPr id="3" name="TextBox 3"/>
          <p:cNvSpPr txBox="1"/>
          <p:nvPr/>
        </p:nvSpPr>
        <p:spPr>
          <a:xfrm>
            <a:off x="4040533" y="4238944"/>
            <a:ext cx="10544863" cy="2269852"/>
          </a:xfrm>
          <a:prstGeom prst="rect">
            <a:avLst/>
          </a:prstGeom>
        </p:spPr>
        <p:txBody>
          <a:bodyPr wrap="square" lIns="0" tIns="0" rIns="0" bIns="0" rtlCol="0" anchor="t">
            <a:spAutoFit/>
          </a:bodyPr>
          <a:lstStyle/>
          <a:p>
            <a:pPr algn="l">
              <a:lnSpc>
                <a:spcPts val="5935"/>
              </a:lnSpc>
              <a:defRPr/>
            </a:pPr>
            <a:r>
              <a:rPr lang="en-US" sz="5600" b="1" spc="148" dirty="0">
                <a:solidFill>
                  <a:srgbClr val="F0FDF4"/>
                </a:solidFill>
                <a:latin typeface="Arial" panose="020B0604020202020204" pitchFamily="34" charset="0"/>
                <a:ea typeface="Poppins Bold"/>
                <a:cs typeface="Arial" panose="020B0604020202020204" pitchFamily="34" charset="0"/>
                <a:sym typeface="Poppins Bold"/>
              </a:rPr>
              <a:t>CHRIST, HAVE MERCY.</a:t>
            </a:r>
          </a:p>
          <a:p>
            <a:pPr algn="l">
              <a:lnSpc>
                <a:spcPts val="5935"/>
              </a:lnSpc>
              <a:defRPr/>
            </a:pPr>
            <a:r>
              <a:rPr lang="en-US" sz="5600" b="1" spc="148" dirty="0">
                <a:solidFill>
                  <a:srgbClr val="F0FDF4"/>
                </a:solidFill>
                <a:latin typeface="Arial" panose="020B0604020202020204" pitchFamily="34" charset="0"/>
                <a:ea typeface="Poppins Bold"/>
                <a:cs typeface="Arial" panose="020B0604020202020204" pitchFamily="34" charset="0"/>
                <a:sym typeface="Poppins Bold"/>
              </a:rPr>
              <a:t>CHRIST, HAVE MERCY.</a:t>
            </a:r>
          </a:p>
          <a:p>
            <a:pPr marL="0" lvl="0" indent="0" algn="l">
              <a:lnSpc>
                <a:spcPts val="5935"/>
              </a:lnSpc>
              <a:defRPr/>
            </a:pPr>
            <a:r>
              <a:rPr lang="en-US" sz="5600" b="1" spc="148" dirty="0">
                <a:solidFill>
                  <a:srgbClr val="F0FDF4"/>
                </a:solidFill>
                <a:latin typeface="Arial" panose="020B0604020202020204" pitchFamily="34" charset="0"/>
                <a:ea typeface="Poppins Bold"/>
                <a:cs typeface="Arial" panose="020B0604020202020204" pitchFamily="34" charset="0"/>
                <a:sym typeface="Poppins Bold"/>
              </a:rPr>
              <a:t>           CHRIST, HAVE MERCY.</a:t>
            </a:r>
          </a:p>
        </p:txBody>
      </p:sp>
      <p:sp>
        <p:nvSpPr>
          <p:cNvPr id="4" name="TextBox 4"/>
          <p:cNvSpPr txBox="1"/>
          <p:nvPr/>
        </p:nvSpPr>
        <p:spPr>
          <a:xfrm>
            <a:off x="4040534" y="7148468"/>
            <a:ext cx="10544862" cy="2269852"/>
          </a:xfrm>
          <a:prstGeom prst="rect">
            <a:avLst/>
          </a:prstGeom>
        </p:spPr>
        <p:txBody>
          <a:bodyPr wrap="square" lIns="0" tIns="0" rIns="0" bIns="0" rtlCol="0" anchor="t">
            <a:spAutoFit/>
          </a:bodyPr>
          <a:lstStyle/>
          <a:p>
            <a:pPr algn="l">
              <a:lnSpc>
                <a:spcPts val="5935"/>
              </a:lnSpc>
              <a:defRPr/>
            </a:pPr>
            <a:r>
              <a:rPr lang="en-US" sz="5600" b="1" spc="148" dirty="0">
                <a:solidFill>
                  <a:srgbClr val="F0FDF4"/>
                </a:solidFill>
                <a:latin typeface="Arial" panose="020B0604020202020204" pitchFamily="34" charset="0"/>
                <a:ea typeface="Poppins Bold"/>
                <a:cs typeface="Arial" panose="020B0604020202020204" pitchFamily="34" charset="0"/>
                <a:sym typeface="Poppins Bold"/>
              </a:rPr>
              <a:t>LORD, HAVE MERCY.</a:t>
            </a:r>
          </a:p>
          <a:p>
            <a:pPr algn="l">
              <a:lnSpc>
                <a:spcPts val="5935"/>
              </a:lnSpc>
              <a:defRPr/>
            </a:pPr>
            <a:r>
              <a:rPr lang="en-US" sz="5600" b="1" spc="148" dirty="0">
                <a:solidFill>
                  <a:srgbClr val="F0FDF4"/>
                </a:solidFill>
                <a:latin typeface="Arial" panose="020B0604020202020204" pitchFamily="34" charset="0"/>
                <a:ea typeface="Poppins Bold"/>
                <a:cs typeface="Arial" panose="020B0604020202020204" pitchFamily="34" charset="0"/>
                <a:sym typeface="Poppins Bold"/>
              </a:rPr>
              <a:t>LORD, HAVE MERCY.</a:t>
            </a:r>
          </a:p>
          <a:p>
            <a:pPr marL="0" lvl="0" indent="0" algn="l">
              <a:lnSpc>
                <a:spcPts val="5935"/>
              </a:lnSpc>
              <a:defRPr/>
            </a:pPr>
            <a:r>
              <a:rPr lang="en-US" sz="5600" b="1" spc="148" dirty="0">
                <a:solidFill>
                  <a:srgbClr val="F0FDF4"/>
                </a:solidFill>
                <a:latin typeface="Arial" panose="020B0604020202020204" pitchFamily="34" charset="0"/>
                <a:ea typeface="Poppins Bold"/>
                <a:cs typeface="Arial" panose="020B0604020202020204" pitchFamily="34" charset="0"/>
                <a:sym typeface="Poppins Bold"/>
              </a:rPr>
              <a:t>           LORD, HAVE MERCY.</a:t>
            </a:r>
          </a:p>
        </p:txBody>
      </p:sp>
      <p:sp>
        <p:nvSpPr>
          <p:cNvPr id="8" name="TextBox 7">
            <a:extLst>
              <a:ext uri="{FF2B5EF4-FFF2-40B4-BE49-F238E27FC236}">
                <a16:creationId xmlns:a16="http://schemas.microsoft.com/office/drawing/2014/main" id="{930F1F71-8092-F45A-9882-366A7F7F0588}"/>
              </a:ext>
            </a:extLst>
          </p:cNvPr>
          <p:cNvSpPr txBox="1"/>
          <p:nvPr/>
        </p:nvSpPr>
        <p:spPr>
          <a:xfrm>
            <a:off x="914400" y="109728"/>
            <a:ext cx="16459200" cy="868680"/>
          </a:xfrm>
          <a:prstGeom prst="rect">
            <a:avLst/>
          </a:prstGeom>
          <a:noFill/>
        </p:spPr>
        <p:txBody>
          <a:bodyPr wrap="square" lIns="109728" tIns="73152" rIns="109728" bIns="73152">
            <a:noAutofit/>
          </a:bodyPr>
          <a:lstStyle/>
          <a:p>
            <a:pPr algn="ctr"/>
            <a:r>
              <a:rPr lang="en-US" sz="3600" b="1" u="sng" dirty="0">
                <a:solidFill>
                  <a:srgbClr val="FFB800"/>
                </a:solidFill>
                <a:latin typeface="Georgia"/>
              </a:rPr>
              <a:t>Kyrie Eleison</a:t>
            </a:r>
            <a:endParaRPr sz="3600" b="1" u="sng" dirty="0">
              <a:solidFill>
                <a:srgbClr val="86EFAC"/>
              </a:solidFill>
              <a:latin typeface="Georgia"/>
            </a:endParaRPr>
          </a:p>
        </p:txBody>
      </p:sp>
      <p:sp>
        <p:nvSpPr>
          <p:cNvPr id="9" name="TextBox 8"/>
          <p:cNvSpPr txBox="1"/>
          <p:nvPr/>
        </p:nvSpPr>
        <p:spPr>
          <a:xfrm>
            <a:off x="914400" y="9418320"/>
            <a:ext cx="16459200" cy="777240"/>
          </a:xfrm>
          <a:prstGeom prst="rect">
            <a:avLst/>
          </a:prstGeom>
          <a:noFill/>
        </p:spPr>
        <p:txBody>
          <a:bodyPr wrap="square" lIns="109728" rIns="109728" tIns="73152" bIns="73152">
            <a:noAutofit/>
          </a:bodyPr>
          <a:lstStyle/>
          <a:p/>
          <a:p>
            <a:pPr algn="l">
              <a:spcBef>
                <a:spcPts val="200"/>
              </a:spcBef>
              <a:defRPr sz="1200" b="0" i="0" u="none">
                <a:solidFill>
                  <a:srgbClr val="FFB800"/>
                </a:solidFill>
                <a:latin typeface="Arial"/>
              </a:defRPr>
            </a:pPr>
            <a:r>
              <a:t>Kyrie Eleison</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00000"/>
        </a:solidFill>
        <a:effectLst/>
      </p:bgPr>
    </p:bg>
    <p:spTree>
      <p:nvGrpSpPr>
        <p:cNvPr id="1" name=""/>
        <p:cNvGrpSpPr/>
        <p:nvPr/>
      </p:nvGrpSpPr>
      <p:grpSpPr/>
      <p:sp>
        <p:nvSpPr>
          <p:cNvPr id="2" name="TextBox 2"/>
          <p:cNvSpPr txBox="1"/>
          <p:nvPr/>
        </p:nvSpPr>
        <p:spPr>
          <a:xfrm>
            <a:off x="0" y="896938"/>
            <a:ext cx="18288000" cy="4138869"/>
          </a:xfrm>
          <a:prstGeom prst="rect">
            <a:avLst/>
          </a:prstGeom>
        </p:spPr>
        <p:txBody>
          <a:bodyPr lIns="0" tIns="0" rIns="0" bIns="0" rtlCol="0" anchor="t">
            <a:spAutoFit/>
          </a:bodyPr>
          <a:lstStyle/>
          <a:p>
            <a:pPr algn="ctr">
              <a:lnSpc>
                <a:spcPts val="8123"/>
              </a:lnSpc>
              <a:defRPr/>
            </a:pPr>
            <a:r>
              <a:rPr lang="en-US" sz="5802" b="1" dirty="0">
                <a:solidFill>
                  <a:srgbClr val="FFB800"/>
                </a:solidFill>
                <a:latin typeface="Arial" panose="020B0604020202020204" pitchFamily="34" charset="0"/>
                <a:ea typeface="Poppins Bold"/>
                <a:cs typeface="Arial" panose="020B0604020202020204" pitchFamily="34" charset="0"/>
                <a:sym typeface="Poppins Bold"/>
              </a:rPr>
              <a:t>GLORY TO GOD! GLORY TO GOD!</a:t>
            </a:r>
          </a:p>
          <a:p>
            <a:pPr algn="ctr">
              <a:lnSpc>
                <a:spcPts val="8123"/>
              </a:lnSpc>
              <a:defRPr/>
            </a:pPr>
            <a:r>
              <a:rPr lang="en-US" sz="5802" b="1" dirty="0">
                <a:solidFill>
                  <a:srgbClr val="FFB800"/>
                </a:solidFill>
                <a:latin typeface="Arial" panose="020B0604020202020204" pitchFamily="34" charset="0"/>
                <a:ea typeface="Poppins Bold"/>
                <a:cs typeface="Arial" panose="020B0604020202020204" pitchFamily="34" charset="0"/>
                <a:sym typeface="Poppins Bold"/>
              </a:rPr>
              <a:t>GLORY TO GOD IN THE HIGHEST, </a:t>
            </a:r>
          </a:p>
          <a:p>
            <a:pPr algn="ctr">
              <a:lnSpc>
                <a:spcPts val="8123"/>
              </a:lnSpc>
              <a:defRPr/>
            </a:pPr>
            <a:r>
              <a:rPr lang="en-US" sz="5802" b="1" dirty="0">
                <a:solidFill>
                  <a:srgbClr val="FFB800"/>
                </a:solidFill>
                <a:latin typeface="Arial" panose="020B0604020202020204" pitchFamily="34" charset="0"/>
                <a:ea typeface="Poppins Bold"/>
                <a:cs typeface="Arial" panose="020B0604020202020204" pitchFamily="34" charset="0"/>
                <a:sym typeface="Poppins Bold"/>
              </a:rPr>
              <a:t>AND ON EARTH , PEACE ON EARTH,</a:t>
            </a:r>
          </a:p>
          <a:p>
            <a:pPr marL="0" lvl="0" indent="0" algn="ctr">
              <a:lnSpc>
                <a:spcPts val="8123"/>
              </a:lnSpc>
              <a:spcBef>
                <a:spcPct val="0"/>
              </a:spcBef>
              <a:defRPr/>
            </a:pPr>
            <a:r>
              <a:rPr lang="en-US" sz="5802" b="1" dirty="0">
                <a:solidFill>
                  <a:srgbClr val="FFB800"/>
                </a:solidFill>
                <a:latin typeface="Arial" panose="020B0604020202020204" pitchFamily="34" charset="0"/>
                <a:ea typeface="Poppins Bold"/>
                <a:cs typeface="Arial" panose="020B0604020202020204" pitchFamily="34" charset="0"/>
                <a:sym typeface="Poppins Bold"/>
              </a:rPr>
              <a:t>PEACE TO PEOPLE OF GOOD WILL!</a:t>
            </a:r>
          </a:p>
        </p:txBody>
      </p:sp>
      <p:sp>
        <p:nvSpPr>
          <p:cNvPr id="3" name="TextBox 3"/>
          <p:cNvSpPr txBox="1"/>
          <p:nvPr/>
        </p:nvSpPr>
        <p:spPr>
          <a:xfrm>
            <a:off x="0" y="5132070"/>
            <a:ext cx="18288000" cy="5074921"/>
          </a:xfrm>
          <a:prstGeom prst="rect">
            <a:avLst/>
          </a:prstGeom>
        </p:spPr>
        <p:txBody>
          <a:bodyPr lIns="0" tIns="0" rIns="0" bIns="0" rtlCol="0" anchor="t">
            <a:spAutoFit/>
          </a:bodyPr>
          <a:lstStyle/>
          <a:p>
            <a:pPr algn="ctr">
              <a:lnSpc>
                <a:spcPts val="7979"/>
              </a:lnSpc>
              <a:defRPr/>
            </a:pPr>
            <a:r>
              <a:rPr lang="en-US" sz="5699" b="1" dirty="0">
                <a:solidFill>
                  <a:srgbClr val="F0FDF4"/>
                </a:solidFill>
                <a:latin typeface="Arial" panose="020B0604020202020204" pitchFamily="34" charset="0"/>
                <a:ea typeface="Poppins Bold"/>
                <a:cs typeface="Arial" panose="020B0604020202020204" pitchFamily="34" charset="0"/>
                <a:sym typeface="Poppins Bold"/>
              </a:rPr>
              <a:t>WE PRAISE YOU, WE BLESS YOU,</a:t>
            </a:r>
          </a:p>
          <a:p>
            <a:pPr algn="ctr">
              <a:lnSpc>
                <a:spcPts val="7979"/>
              </a:lnSpc>
              <a:defRPr/>
            </a:pPr>
            <a:r>
              <a:rPr lang="en-US" sz="5699" b="1" dirty="0">
                <a:solidFill>
                  <a:srgbClr val="F0FDF4"/>
                </a:solidFill>
                <a:latin typeface="Arial" panose="020B0604020202020204" pitchFamily="34" charset="0"/>
                <a:ea typeface="Poppins Bold"/>
                <a:cs typeface="Arial" panose="020B0604020202020204" pitchFamily="34" charset="0"/>
                <a:sym typeface="Poppins Bold"/>
              </a:rPr>
              <a:t>WE ADORE YOU, WE GLORIFY YOU,</a:t>
            </a:r>
          </a:p>
          <a:p>
            <a:pPr algn="ctr">
              <a:lnSpc>
                <a:spcPts val="7979"/>
              </a:lnSpc>
              <a:defRPr/>
            </a:pPr>
            <a:r>
              <a:rPr lang="en-US" sz="5699" b="1" dirty="0">
                <a:solidFill>
                  <a:srgbClr val="F0FDF4"/>
                </a:solidFill>
                <a:latin typeface="Arial" panose="020B0604020202020204" pitchFamily="34" charset="0"/>
                <a:ea typeface="Poppins Bold"/>
                <a:cs typeface="Arial" panose="020B0604020202020204" pitchFamily="34" charset="0"/>
                <a:sym typeface="Poppins Bold"/>
              </a:rPr>
              <a:t>WE GIVE YOU THANKS FOR YOUR GREAT GLORY, LORD GOD, HEAVENLY KING,</a:t>
            </a:r>
          </a:p>
          <a:p>
            <a:pPr marL="0" lvl="0" indent="0" algn="ctr">
              <a:lnSpc>
                <a:spcPts val="7979"/>
              </a:lnSpc>
              <a:spcBef>
                <a:spcPct val="0"/>
              </a:spcBef>
              <a:defRPr/>
            </a:pPr>
            <a:r>
              <a:rPr lang="en-US" sz="5699" b="1" dirty="0">
                <a:solidFill>
                  <a:srgbClr val="F0FDF4"/>
                </a:solidFill>
                <a:latin typeface="Arial" panose="020B0604020202020204" pitchFamily="34" charset="0"/>
                <a:ea typeface="Poppins Bold"/>
                <a:cs typeface="Arial" panose="020B0604020202020204" pitchFamily="34" charset="0"/>
                <a:sym typeface="Poppins Bold"/>
              </a:rPr>
              <a:t>O GOD, ALMIGHTY FATHER. </a:t>
            </a:r>
          </a:p>
        </p:txBody>
      </p:sp>
      <p:sp>
        <p:nvSpPr>
          <p:cNvPr id="7" name="TextBox 6">
            <a:extLst>
              <a:ext uri="{FF2B5EF4-FFF2-40B4-BE49-F238E27FC236}">
                <a16:creationId xmlns:a16="http://schemas.microsoft.com/office/drawing/2014/main" id="{6BA9F0D8-448F-2511-EAC2-EFC6680FA374}"/>
              </a:ext>
            </a:extLst>
          </p:cNvPr>
          <p:cNvSpPr txBox="1"/>
          <p:nvPr/>
        </p:nvSpPr>
        <p:spPr>
          <a:xfrm>
            <a:off x="914400" y="109728"/>
            <a:ext cx="16459200" cy="868680"/>
          </a:xfrm>
          <a:prstGeom prst="rect">
            <a:avLst/>
          </a:prstGeom>
          <a:noFill/>
        </p:spPr>
        <p:txBody>
          <a:bodyPr wrap="square" lIns="109728" tIns="73152" rIns="109728" bIns="73152">
            <a:noAutofit/>
          </a:bodyPr>
          <a:lstStyle/>
          <a:p>
            <a:pPr algn="ctr"/>
            <a:r>
              <a:rPr lang="en-US" sz="3600" b="1" u="sng" dirty="0">
                <a:solidFill>
                  <a:srgbClr val="FFB800"/>
                </a:solidFill>
                <a:latin typeface="Georgia"/>
              </a:rPr>
              <a:t>Gloria</a:t>
            </a:r>
            <a:endParaRPr sz="3600" b="1" u="sng" dirty="0">
              <a:solidFill>
                <a:srgbClr val="86EFAC"/>
              </a:solidFill>
              <a:latin typeface="Georgia"/>
            </a:endParaRPr>
          </a:p>
        </p:txBody>
      </p:sp>
      <p:sp>
        <p:nvSpPr>
          <p:cNvPr id="8" name="TextBox 7"/>
          <p:cNvSpPr txBox="1"/>
          <p:nvPr/>
        </p:nvSpPr>
        <p:spPr>
          <a:xfrm>
            <a:off x="914400" y="9418320"/>
            <a:ext cx="16459200" cy="777240"/>
          </a:xfrm>
          <a:prstGeom prst="rect">
            <a:avLst/>
          </a:prstGeom>
          <a:noFill/>
        </p:spPr>
        <p:txBody>
          <a:bodyPr wrap="square" lIns="109728" rIns="109728" tIns="73152" bIns="73152">
            <a:noAutofit/>
          </a:bodyPr>
          <a:lstStyle/>
          <a:p/>
          <a:p>
            <a:pPr algn="l">
              <a:spcBef>
                <a:spcPts val="200"/>
              </a:spcBef>
              <a:defRPr sz="1200" b="0" i="0" u="none">
                <a:solidFill>
                  <a:srgbClr val="FFB800"/>
                </a:solidFill>
                <a:latin typeface="Arial"/>
              </a:defRPr>
            </a:pPr>
            <a:r>
              <a:t>Gloria (1/4)</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000000"/>
        </a:solidFill>
        <a:effectLst/>
      </p:bgPr>
    </p:bg>
    <p:spTree>
      <p:nvGrpSpPr>
        <p:cNvPr id="1" name=""/>
        <p:cNvGrpSpPr/>
        <p:nvPr/>
      </p:nvGrpSpPr>
      <p:grpSpPr/>
      <p:sp>
        <p:nvSpPr>
          <p:cNvPr id="2" name="TextBox 2"/>
          <p:cNvSpPr txBox="1"/>
          <p:nvPr/>
        </p:nvSpPr>
        <p:spPr>
          <a:xfrm>
            <a:off x="0" y="441462"/>
            <a:ext cx="18288000" cy="2749599"/>
          </a:xfrm>
          <a:prstGeom prst="rect">
            <a:avLst/>
          </a:prstGeom>
        </p:spPr>
        <p:txBody>
          <a:bodyPr lIns="0" tIns="0" rIns="0" bIns="0" rtlCol="0" anchor="t">
            <a:spAutoFit/>
          </a:bodyPr>
          <a:lstStyle/>
          <a:p>
            <a:pPr algn="ctr">
              <a:lnSpc>
                <a:spcPts val="7259"/>
              </a:lnSpc>
              <a:defRPr/>
            </a:pPr>
            <a:r>
              <a:rPr lang="en-US" sz="5999" b="1" dirty="0">
                <a:solidFill>
                  <a:srgbClr val="F0FDF4"/>
                </a:solidFill>
                <a:latin typeface="Arial" panose="020B0604020202020204" pitchFamily="34" charset="0"/>
                <a:ea typeface="Poppins Bold"/>
                <a:cs typeface="Arial" panose="020B0604020202020204" pitchFamily="34" charset="0"/>
                <a:sym typeface="Poppins Bold"/>
              </a:rPr>
              <a:t>LORD JESUS CHRIST, ONLY BEGOTTEN SON, </a:t>
            </a:r>
          </a:p>
          <a:p>
            <a:pPr marL="0" lvl="0" indent="0" algn="ctr">
              <a:lnSpc>
                <a:spcPts val="7259"/>
              </a:lnSpc>
              <a:defRPr/>
            </a:pPr>
            <a:r>
              <a:rPr lang="en-US" sz="5999" b="1" dirty="0">
                <a:solidFill>
                  <a:srgbClr val="F0FDF4"/>
                </a:solidFill>
                <a:latin typeface="Arial" panose="020B0604020202020204" pitchFamily="34" charset="0"/>
                <a:ea typeface="Poppins Bold"/>
                <a:cs typeface="Arial" panose="020B0604020202020204" pitchFamily="34" charset="0"/>
                <a:sym typeface="Poppins Bold"/>
              </a:rPr>
              <a:t>LORD GOD, LAMB OF GOD, SON OF THE FATHER.</a:t>
            </a:r>
          </a:p>
        </p:txBody>
      </p:sp>
      <p:sp>
        <p:nvSpPr>
          <p:cNvPr id="3" name="TextBox 3"/>
          <p:cNvSpPr txBox="1"/>
          <p:nvPr/>
        </p:nvSpPr>
        <p:spPr>
          <a:xfrm>
            <a:off x="0" y="3446070"/>
            <a:ext cx="18288000" cy="6583553"/>
          </a:xfrm>
          <a:prstGeom prst="rect">
            <a:avLst/>
          </a:prstGeom>
        </p:spPr>
        <p:txBody>
          <a:bodyPr wrap="square" lIns="0" tIns="0" rIns="0" bIns="0" rtlCol="0" anchor="t">
            <a:spAutoFit/>
          </a:bodyPr>
          <a:lstStyle/>
          <a:p>
            <a:pPr algn="ctr">
              <a:lnSpc>
                <a:spcPts val="7380"/>
              </a:lnSpc>
              <a:defRPr/>
            </a:pPr>
            <a:r>
              <a:rPr lang="en-US" sz="6099" b="1" dirty="0">
                <a:solidFill>
                  <a:srgbClr val="F0FDF4"/>
                </a:solidFill>
                <a:latin typeface="Arial" panose="020B0604020202020204" pitchFamily="34" charset="0"/>
                <a:ea typeface="Poppins Bold"/>
                <a:cs typeface="Arial" panose="020B0604020202020204" pitchFamily="34" charset="0"/>
                <a:sym typeface="Poppins Bold"/>
              </a:rPr>
              <a:t>YOU TAKE AWAY THE SINS OF THE WORLD,</a:t>
            </a:r>
          </a:p>
          <a:p>
            <a:pPr algn="ctr">
              <a:lnSpc>
                <a:spcPts val="7380"/>
              </a:lnSpc>
              <a:defRPr/>
            </a:pPr>
            <a:r>
              <a:rPr lang="en-US" sz="6099" b="1" dirty="0">
                <a:solidFill>
                  <a:srgbClr val="FFB800"/>
                </a:solidFill>
                <a:latin typeface="Arial" panose="020B0604020202020204" pitchFamily="34" charset="0"/>
                <a:ea typeface="Poppins Bold"/>
                <a:cs typeface="Arial" panose="020B0604020202020204" pitchFamily="34" charset="0"/>
                <a:sym typeface="Poppins Bold"/>
              </a:rPr>
              <a:t>HAVE MERCY ON US</a:t>
            </a:r>
            <a:r>
              <a:rPr lang="en-US" sz="6099" b="1" dirty="0">
                <a:solidFill>
                  <a:srgbClr val="F0FDF4"/>
                </a:solidFill>
                <a:latin typeface="Arial" panose="020B0604020202020204" pitchFamily="34" charset="0"/>
                <a:ea typeface="Poppins Bold"/>
                <a:cs typeface="Arial" panose="020B0604020202020204" pitchFamily="34" charset="0"/>
                <a:sym typeface="Poppins Bold"/>
              </a:rPr>
              <a:t>;</a:t>
            </a:r>
          </a:p>
          <a:p>
            <a:pPr algn="ctr">
              <a:lnSpc>
                <a:spcPts val="7380"/>
              </a:lnSpc>
              <a:defRPr/>
            </a:pPr>
            <a:r>
              <a:rPr lang="en-US" sz="6099" b="1" dirty="0">
                <a:solidFill>
                  <a:srgbClr val="F0FDF4"/>
                </a:solidFill>
                <a:latin typeface="Arial" panose="020B0604020202020204" pitchFamily="34" charset="0"/>
                <a:ea typeface="Poppins Bold"/>
                <a:cs typeface="Arial" panose="020B0604020202020204" pitchFamily="34" charset="0"/>
                <a:sym typeface="Poppins Bold"/>
              </a:rPr>
              <a:t>YOU TAKE AWAY THE SINS OF THE WORLD,</a:t>
            </a:r>
          </a:p>
          <a:p>
            <a:pPr algn="ctr">
              <a:lnSpc>
                <a:spcPts val="7380"/>
              </a:lnSpc>
              <a:defRPr/>
            </a:pPr>
            <a:r>
              <a:rPr lang="en-US" sz="6099" b="1" dirty="0">
                <a:solidFill>
                  <a:srgbClr val="FFB800"/>
                </a:solidFill>
                <a:latin typeface="Arial" panose="020B0604020202020204" pitchFamily="34" charset="0"/>
                <a:ea typeface="Poppins Bold"/>
                <a:cs typeface="Arial" panose="020B0604020202020204" pitchFamily="34" charset="0"/>
                <a:sym typeface="Poppins Bold"/>
              </a:rPr>
              <a:t>RECEIVE OUR PRAYER</a:t>
            </a:r>
            <a:r>
              <a:rPr lang="en-US" sz="6099" b="1" dirty="0">
                <a:solidFill>
                  <a:srgbClr val="F0FDF4"/>
                </a:solidFill>
                <a:latin typeface="Arial" panose="020B0604020202020204" pitchFamily="34" charset="0"/>
                <a:ea typeface="Poppins Bold"/>
                <a:cs typeface="Arial" panose="020B0604020202020204" pitchFamily="34" charset="0"/>
                <a:sym typeface="Poppins Bold"/>
              </a:rPr>
              <a:t>;</a:t>
            </a:r>
          </a:p>
          <a:p>
            <a:pPr algn="ctr">
              <a:lnSpc>
                <a:spcPts val="7380"/>
              </a:lnSpc>
              <a:defRPr/>
            </a:pPr>
            <a:r>
              <a:rPr lang="en-US" sz="6099" b="1" dirty="0">
                <a:solidFill>
                  <a:srgbClr val="F0FDF4"/>
                </a:solidFill>
                <a:latin typeface="Arial" panose="020B0604020202020204" pitchFamily="34" charset="0"/>
                <a:ea typeface="Poppins Bold"/>
                <a:cs typeface="Arial" panose="020B0604020202020204" pitchFamily="34" charset="0"/>
                <a:sym typeface="Poppins Bold"/>
              </a:rPr>
              <a:t>YOU ARE SEATED AT THE RIGHT HAND,</a:t>
            </a:r>
          </a:p>
          <a:p>
            <a:pPr algn="ctr">
              <a:lnSpc>
                <a:spcPts val="7380"/>
              </a:lnSpc>
              <a:defRPr/>
            </a:pPr>
            <a:r>
              <a:rPr lang="en-US" sz="6099" b="1" dirty="0">
                <a:solidFill>
                  <a:srgbClr val="F0FDF4"/>
                </a:solidFill>
                <a:latin typeface="Arial" panose="020B0604020202020204" pitchFamily="34" charset="0"/>
                <a:ea typeface="Poppins Bold"/>
                <a:cs typeface="Arial" panose="020B0604020202020204" pitchFamily="34" charset="0"/>
                <a:sym typeface="Poppins Bold"/>
              </a:rPr>
              <a:t>THE RIGHT OF THE FATHER,</a:t>
            </a:r>
          </a:p>
          <a:p>
            <a:pPr marL="0" lvl="0" indent="0" algn="ctr">
              <a:lnSpc>
                <a:spcPts val="7380"/>
              </a:lnSpc>
              <a:defRPr/>
            </a:pPr>
            <a:r>
              <a:rPr lang="en-US" sz="6099" b="1" dirty="0">
                <a:solidFill>
                  <a:srgbClr val="FFB800"/>
                </a:solidFill>
                <a:latin typeface="Arial" panose="020B0604020202020204" pitchFamily="34" charset="0"/>
                <a:ea typeface="Poppins Bold"/>
                <a:cs typeface="Arial" panose="020B0604020202020204" pitchFamily="34" charset="0"/>
                <a:sym typeface="Poppins Bold"/>
              </a:rPr>
              <a:t>HAVE MERCY ON US</a:t>
            </a:r>
            <a:r>
              <a:rPr lang="en-US" sz="6099" b="1" dirty="0">
                <a:solidFill>
                  <a:srgbClr val="F0FDF4"/>
                </a:solidFill>
                <a:latin typeface="Arial" panose="020B0604020202020204" pitchFamily="34" charset="0"/>
                <a:ea typeface="Poppins Bold"/>
                <a:cs typeface="Arial" panose="020B0604020202020204" pitchFamily="34" charset="0"/>
                <a:sym typeface="Poppins Bold"/>
              </a:rPr>
              <a:t>. </a:t>
            </a:r>
          </a:p>
        </p:txBody>
      </p:sp>
      <p:sp>
        <p:nvSpPr>
          <p:cNvPr id="4" name="TextBox 3"/>
          <p:cNvSpPr txBox="1"/>
          <p:nvPr/>
        </p:nvSpPr>
        <p:spPr>
          <a:xfrm>
            <a:off x="914400" y="9418320"/>
            <a:ext cx="16459200" cy="777240"/>
          </a:xfrm>
          <a:prstGeom prst="rect">
            <a:avLst/>
          </a:prstGeom>
          <a:noFill/>
        </p:spPr>
        <p:txBody>
          <a:bodyPr wrap="square" lIns="109728" rIns="109728" tIns="73152" bIns="73152">
            <a:noAutofit/>
          </a:bodyPr>
          <a:lstStyle/>
          <a:p/>
          <a:p>
            <a:pPr algn="l">
              <a:spcBef>
                <a:spcPts val="200"/>
              </a:spcBef>
              <a:defRPr sz="1200" b="0" i="0" u="none">
                <a:solidFill>
                  <a:srgbClr val="FFB800"/>
                </a:solidFill>
                <a:latin typeface="Arial"/>
              </a:defRPr>
            </a:pPr>
            <a:r>
              <a:t>Gloria (2/4)</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bg>
      <p:bgPr>
        <a:solidFill>
          <a:srgbClr val="000000"/>
        </a:solidFill>
        <a:effectLst/>
      </p:bgPr>
    </p:bg>
    <p:spTree>
      <p:nvGrpSpPr>
        <p:cNvPr id="1" name=""/>
        <p:cNvGrpSpPr/>
        <p:nvPr/>
      </p:nvGrpSpPr>
      <p:grpSpPr/>
      <p:sp>
        <p:nvSpPr>
          <p:cNvPr id="2" name="TextBox 2"/>
          <p:cNvSpPr txBox="1"/>
          <p:nvPr/>
        </p:nvSpPr>
        <p:spPr>
          <a:xfrm>
            <a:off x="0" y="5207256"/>
            <a:ext cx="18288000" cy="4631055"/>
          </a:xfrm>
          <a:prstGeom prst="rect">
            <a:avLst/>
          </a:prstGeom>
        </p:spPr>
        <p:txBody>
          <a:bodyPr lIns="0" tIns="0" rIns="0" bIns="0" rtlCol="0" anchor="t">
            <a:spAutoFit/>
          </a:bodyPr>
          <a:lstStyle/>
          <a:p>
            <a:pPr algn="ctr">
              <a:lnSpc>
                <a:spcPts val="7259"/>
              </a:lnSpc>
              <a:defRPr/>
            </a:pPr>
            <a:r>
              <a:rPr lang="en-US" sz="5999" b="1" dirty="0">
                <a:solidFill>
                  <a:srgbClr val="F0FDF4"/>
                </a:solidFill>
                <a:latin typeface="Arial" panose="020B0604020202020204" pitchFamily="34" charset="0"/>
                <a:ea typeface="Poppins Bold"/>
                <a:cs typeface="Arial" panose="020B0604020202020204" pitchFamily="34" charset="0"/>
                <a:sym typeface="Poppins Bold"/>
              </a:rPr>
              <a:t>FOR YOU ALONE ARE THE HOLY ONE, </a:t>
            </a:r>
          </a:p>
          <a:p>
            <a:pPr algn="ctr">
              <a:lnSpc>
                <a:spcPts val="7259"/>
              </a:lnSpc>
              <a:defRPr/>
            </a:pPr>
            <a:r>
              <a:rPr lang="en-US" sz="5999" b="1" dirty="0">
                <a:solidFill>
                  <a:srgbClr val="F0FDF4"/>
                </a:solidFill>
                <a:latin typeface="Arial" panose="020B0604020202020204" pitchFamily="34" charset="0"/>
                <a:ea typeface="Poppins Bold"/>
                <a:cs typeface="Arial" panose="020B0604020202020204" pitchFamily="34" charset="0"/>
                <a:sym typeface="Poppins Bold"/>
              </a:rPr>
              <a:t>YOU ALONE ARE THE LORD,</a:t>
            </a:r>
          </a:p>
          <a:p>
            <a:pPr algn="ctr">
              <a:lnSpc>
                <a:spcPts val="7259"/>
              </a:lnSpc>
              <a:defRPr/>
            </a:pPr>
            <a:r>
              <a:rPr lang="en-US" sz="5999" b="1" dirty="0">
                <a:solidFill>
                  <a:srgbClr val="F0FDF4"/>
                </a:solidFill>
                <a:latin typeface="Arial" panose="020B0604020202020204" pitchFamily="34" charset="0"/>
                <a:ea typeface="Poppins Bold"/>
                <a:cs typeface="Arial" panose="020B0604020202020204" pitchFamily="34" charset="0"/>
                <a:sym typeface="Poppins Bold"/>
              </a:rPr>
              <a:t>YOU ALONE ARE THE MOST HIGH,</a:t>
            </a:r>
          </a:p>
          <a:p>
            <a:pPr algn="ctr">
              <a:lnSpc>
                <a:spcPts val="7259"/>
              </a:lnSpc>
              <a:defRPr/>
            </a:pPr>
            <a:r>
              <a:rPr lang="en-US" sz="5999" b="1" dirty="0">
                <a:solidFill>
                  <a:srgbClr val="F0FDF4"/>
                </a:solidFill>
                <a:latin typeface="Arial" panose="020B0604020202020204" pitchFamily="34" charset="0"/>
                <a:ea typeface="Poppins Bold"/>
                <a:cs typeface="Arial" panose="020B0604020202020204" pitchFamily="34" charset="0"/>
                <a:sym typeface="Poppins Bold"/>
              </a:rPr>
              <a:t>JESUS CHRIST, WITH THE HOLY SPIRIT,</a:t>
            </a:r>
          </a:p>
          <a:p>
            <a:pPr marL="0" lvl="0" indent="0" algn="ctr">
              <a:lnSpc>
                <a:spcPts val="7259"/>
              </a:lnSpc>
              <a:defRPr/>
            </a:pPr>
            <a:r>
              <a:rPr lang="en-US" sz="5999" b="1" dirty="0">
                <a:solidFill>
                  <a:srgbClr val="F0FDF4"/>
                </a:solidFill>
                <a:latin typeface="Arial" panose="020B0604020202020204" pitchFamily="34" charset="0"/>
                <a:ea typeface="Poppins Bold"/>
                <a:cs typeface="Arial" panose="020B0604020202020204" pitchFamily="34" charset="0"/>
                <a:sym typeface="Poppins Bold"/>
              </a:rPr>
              <a:t>IN THE GLORY OF GOD THE FATHER. </a:t>
            </a:r>
          </a:p>
        </p:txBody>
      </p:sp>
      <p:sp>
        <p:nvSpPr>
          <p:cNvPr id="6" name="TextBox 6"/>
          <p:cNvSpPr txBox="1"/>
          <p:nvPr/>
        </p:nvSpPr>
        <p:spPr>
          <a:xfrm>
            <a:off x="0" y="521018"/>
            <a:ext cx="18288000" cy="4276664"/>
          </a:xfrm>
          <a:prstGeom prst="rect">
            <a:avLst/>
          </a:prstGeom>
        </p:spPr>
        <p:txBody>
          <a:bodyPr lIns="0" tIns="0" rIns="0" bIns="0" rtlCol="0" anchor="t">
            <a:spAutoFit/>
          </a:bodyPr>
          <a:lstStyle/>
          <a:p>
            <a:pPr algn="ctr">
              <a:lnSpc>
                <a:spcPts val="8403"/>
              </a:lnSpc>
              <a:defRPr/>
            </a:pPr>
            <a:r>
              <a:rPr lang="en-US" sz="6002" b="1" dirty="0">
                <a:solidFill>
                  <a:srgbClr val="FFB800"/>
                </a:solidFill>
                <a:latin typeface="Arial" panose="020B0604020202020204" pitchFamily="34" charset="0"/>
                <a:ea typeface="Poppins Bold"/>
                <a:cs typeface="Arial" panose="020B0604020202020204" pitchFamily="34" charset="0"/>
                <a:sym typeface="Poppins Bold"/>
              </a:rPr>
              <a:t>GLORY TO GOD! GLORY TO GOD!</a:t>
            </a:r>
          </a:p>
          <a:p>
            <a:pPr algn="ctr">
              <a:lnSpc>
                <a:spcPts val="8403"/>
              </a:lnSpc>
              <a:defRPr/>
            </a:pPr>
            <a:r>
              <a:rPr lang="en-US" sz="6002" b="1" dirty="0">
                <a:solidFill>
                  <a:srgbClr val="FFB800"/>
                </a:solidFill>
                <a:latin typeface="Arial" panose="020B0604020202020204" pitchFamily="34" charset="0"/>
                <a:ea typeface="Poppins Bold"/>
                <a:cs typeface="Arial" panose="020B0604020202020204" pitchFamily="34" charset="0"/>
                <a:sym typeface="Poppins Bold"/>
              </a:rPr>
              <a:t>GLORY TO GOD IN THE HIGHEST, </a:t>
            </a:r>
          </a:p>
          <a:p>
            <a:pPr algn="ctr">
              <a:lnSpc>
                <a:spcPts val="8403"/>
              </a:lnSpc>
              <a:defRPr/>
            </a:pPr>
            <a:r>
              <a:rPr lang="en-US" sz="6002" b="1" dirty="0">
                <a:solidFill>
                  <a:srgbClr val="FFB800"/>
                </a:solidFill>
                <a:latin typeface="Arial" panose="020B0604020202020204" pitchFamily="34" charset="0"/>
                <a:ea typeface="Poppins Bold"/>
                <a:cs typeface="Arial" panose="020B0604020202020204" pitchFamily="34" charset="0"/>
                <a:sym typeface="Poppins Bold"/>
              </a:rPr>
              <a:t>AND ON EARTH , PEACE ON EARTH,</a:t>
            </a:r>
          </a:p>
          <a:p>
            <a:pPr marL="0" lvl="0" indent="0" algn="ctr">
              <a:lnSpc>
                <a:spcPts val="8403"/>
              </a:lnSpc>
              <a:spcBef>
                <a:spcPct val="0"/>
              </a:spcBef>
              <a:defRPr/>
            </a:pPr>
            <a:r>
              <a:rPr lang="en-US" sz="6002" b="1" dirty="0">
                <a:solidFill>
                  <a:srgbClr val="FFB800"/>
                </a:solidFill>
                <a:latin typeface="Arial" panose="020B0604020202020204" pitchFamily="34" charset="0"/>
                <a:ea typeface="Poppins Bold"/>
                <a:cs typeface="Arial" panose="020B0604020202020204" pitchFamily="34" charset="0"/>
                <a:sym typeface="Poppins Bold"/>
              </a:rPr>
              <a:t>PEACE TO PEOPLE OF GOOD WILL!</a:t>
            </a:r>
          </a:p>
        </p:txBody>
      </p:sp>
      <p:sp>
        <p:nvSpPr>
          <p:cNvPr id="7" name="TextBox 6"/>
          <p:cNvSpPr txBox="1"/>
          <p:nvPr/>
        </p:nvSpPr>
        <p:spPr>
          <a:xfrm>
            <a:off x="914400" y="9418320"/>
            <a:ext cx="16459200" cy="777240"/>
          </a:xfrm>
          <a:prstGeom prst="rect">
            <a:avLst/>
          </a:prstGeom>
          <a:noFill/>
        </p:spPr>
        <p:txBody>
          <a:bodyPr wrap="square" lIns="109728" rIns="109728" tIns="73152" bIns="73152">
            <a:noAutofit/>
          </a:bodyPr>
          <a:lstStyle/>
          <a:p/>
          <a:p>
            <a:pPr algn="l">
              <a:spcBef>
                <a:spcPts val="200"/>
              </a:spcBef>
              <a:defRPr sz="1200" b="0" i="0" u="none">
                <a:solidFill>
                  <a:srgbClr val="FFB800"/>
                </a:solidFill>
                <a:latin typeface="Arial"/>
              </a:defRPr>
            </a:pPr>
            <a:r>
              <a:t>Gloria (3/4)</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bg>
      <p:bgPr>
        <a:solidFill>
          <a:srgbClr val="000000"/>
        </a:solidFill>
        <a:effectLst/>
      </p:bgPr>
    </p:bg>
    <p:spTree>
      <p:nvGrpSpPr>
        <p:cNvPr id="1" name=""/>
        <p:cNvGrpSpPr/>
        <p:nvPr/>
      </p:nvGrpSpPr>
      <p:grpSpPr/>
      <p:sp>
        <p:nvSpPr>
          <p:cNvPr id="2" name="TextBox 2"/>
          <p:cNvSpPr txBox="1"/>
          <p:nvPr/>
        </p:nvSpPr>
        <p:spPr>
          <a:xfrm>
            <a:off x="0" y="7432051"/>
            <a:ext cx="18288000" cy="1263808"/>
          </a:xfrm>
          <a:prstGeom prst="rect">
            <a:avLst/>
          </a:prstGeom>
        </p:spPr>
        <p:txBody>
          <a:bodyPr lIns="0" tIns="0" rIns="0" bIns="0" rtlCol="0" anchor="t">
            <a:spAutoFit/>
          </a:bodyPr>
          <a:lstStyle/>
          <a:p>
            <a:pPr marL="0" lvl="0" indent="0" algn="ctr">
              <a:lnSpc>
                <a:spcPts val="10526"/>
              </a:lnSpc>
              <a:defRPr/>
            </a:pPr>
            <a:r>
              <a:rPr lang="en-US" sz="8699" b="1" dirty="0">
                <a:solidFill>
                  <a:srgbClr val="F0FDF4"/>
                </a:solidFill>
                <a:latin typeface="Arial" panose="020B0604020202020204" pitchFamily="34" charset="0"/>
                <a:ea typeface="Poppins Bold"/>
                <a:cs typeface="Arial" panose="020B0604020202020204" pitchFamily="34" charset="0"/>
                <a:sym typeface="Poppins Bold"/>
              </a:rPr>
              <a:t>AMEN, AMEN, AMEN!</a:t>
            </a:r>
          </a:p>
        </p:txBody>
      </p:sp>
      <p:sp>
        <p:nvSpPr>
          <p:cNvPr id="6" name="TextBox 6"/>
          <p:cNvSpPr txBox="1"/>
          <p:nvPr/>
        </p:nvSpPr>
        <p:spPr>
          <a:xfrm>
            <a:off x="0" y="1724273"/>
            <a:ext cx="18288000" cy="5122485"/>
          </a:xfrm>
          <a:prstGeom prst="rect">
            <a:avLst/>
          </a:prstGeom>
        </p:spPr>
        <p:txBody>
          <a:bodyPr lIns="0" tIns="0" rIns="0" bIns="0" rtlCol="0" anchor="t">
            <a:spAutoFit/>
          </a:bodyPr>
          <a:lstStyle/>
          <a:p>
            <a:pPr algn="ctr">
              <a:lnSpc>
                <a:spcPts val="10083"/>
              </a:lnSpc>
              <a:defRPr/>
            </a:pPr>
            <a:r>
              <a:rPr lang="en-US" sz="7202" b="1" dirty="0">
                <a:solidFill>
                  <a:srgbClr val="FFB800"/>
                </a:solidFill>
                <a:latin typeface="Arial" panose="020B0604020202020204" pitchFamily="34" charset="0"/>
                <a:ea typeface="Poppins Bold"/>
                <a:cs typeface="Arial" panose="020B0604020202020204" pitchFamily="34" charset="0"/>
                <a:sym typeface="Poppins Bold"/>
              </a:rPr>
              <a:t>GLORY TO GOD! GLORY TO GOD!</a:t>
            </a:r>
          </a:p>
          <a:p>
            <a:pPr algn="ctr">
              <a:lnSpc>
                <a:spcPts val="10083"/>
              </a:lnSpc>
              <a:defRPr/>
            </a:pPr>
            <a:r>
              <a:rPr lang="en-US" sz="7202" b="1" dirty="0">
                <a:solidFill>
                  <a:srgbClr val="FFB800"/>
                </a:solidFill>
                <a:latin typeface="Arial" panose="020B0604020202020204" pitchFamily="34" charset="0"/>
                <a:ea typeface="Poppins Bold"/>
                <a:cs typeface="Arial" panose="020B0604020202020204" pitchFamily="34" charset="0"/>
                <a:sym typeface="Poppins Bold"/>
              </a:rPr>
              <a:t>GLORY TO GOD IN THE HIGHEST, </a:t>
            </a:r>
          </a:p>
          <a:p>
            <a:pPr algn="ctr">
              <a:lnSpc>
                <a:spcPts val="10083"/>
              </a:lnSpc>
              <a:defRPr/>
            </a:pPr>
            <a:r>
              <a:rPr lang="en-US" sz="7202" b="1" dirty="0">
                <a:solidFill>
                  <a:srgbClr val="FFB800"/>
                </a:solidFill>
                <a:latin typeface="Arial" panose="020B0604020202020204" pitchFamily="34" charset="0"/>
                <a:ea typeface="Poppins Bold"/>
                <a:cs typeface="Arial" panose="020B0604020202020204" pitchFamily="34" charset="0"/>
                <a:sym typeface="Poppins Bold"/>
              </a:rPr>
              <a:t>AND ON EARTH , PEACE ON EARTH,</a:t>
            </a:r>
          </a:p>
          <a:p>
            <a:pPr marL="0" lvl="0" indent="0" algn="ctr">
              <a:lnSpc>
                <a:spcPts val="10083"/>
              </a:lnSpc>
              <a:spcBef>
                <a:spcPct val="0"/>
              </a:spcBef>
              <a:defRPr/>
            </a:pPr>
            <a:r>
              <a:rPr lang="en-US" sz="7202" b="1" dirty="0">
                <a:solidFill>
                  <a:srgbClr val="FFB800"/>
                </a:solidFill>
                <a:latin typeface="Arial" panose="020B0604020202020204" pitchFamily="34" charset="0"/>
                <a:ea typeface="Poppins Bold"/>
                <a:cs typeface="Arial" panose="020B0604020202020204" pitchFamily="34" charset="0"/>
                <a:sym typeface="Poppins Bold"/>
              </a:rPr>
              <a:t>PEACE TO PEOPLE OF GOOD WILL!</a:t>
            </a:r>
          </a:p>
        </p:txBody>
      </p:sp>
      <p:sp>
        <p:nvSpPr>
          <p:cNvPr id="7" name="TextBox 6"/>
          <p:cNvSpPr txBox="1"/>
          <p:nvPr/>
        </p:nvSpPr>
        <p:spPr>
          <a:xfrm>
            <a:off x="914400" y="9418320"/>
            <a:ext cx="16459200" cy="777240"/>
          </a:xfrm>
          <a:prstGeom prst="rect">
            <a:avLst/>
          </a:prstGeom>
          <a:noFill/>
        </p:spPr>
        <p:txBody>
          <a:bodyPr wrap="square" lIns="109728" rIns="109728" tIns="73152" bIns="73152">
            <a:noAutofit/>
          </a:bodyPr>
          <a:lstStyle/>
          <a:p/>
          <a:p>
            <a:pPr algn="l">
              <a:spcBef>
                <a:spcPts val="200"/>
              </a:spcBef>
              <a:defRPr sz="1200" b="0" i="0" u="none">
                <a:solidFill>
                  <a:srgbClr val="FFB800"/>
                </a:solidFill>
                <a:latin typeface="Arial"/>
              </a:defRPr>
            </a:pPr>
            <a:r>
              <a:t>Gloria (4/4)</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bg>
      <p:bgPr>
        <a:solidFill>
          <a:srgbClr val="000000"/>
        </a:solidFill>
        <a:effectLst/>
      </p:bgPr>
    </p:bg>
    <p:spTree>
      <p:nvGrpSpPr>
        <p:cNvPr id="1" name=""/>
        <p:cNvGrpSpPr/>
        <p:nvPr/>
      </p:nvGrpSpPr>
      <p:grpSpPr/>
      <p:sp>
        <p:nvSpPr>
          <p:cNvPr id="2" name="TextBox 1"/>
          <p:cNvSpPr txBox="1"/>
          <p:nvPr/>
        </p:nvSpPr>
        <p:spPr>
          <a:xfrm>
            <a:off x="91440" y="2514276"/>
            <a:ext cx="18105120" cy="2094875"/>
          </a:xfrm>
          <a:prstGeom prst="rect">
            <a:avLst/>
          </a:prstGeom>
          <a:noFill/>
        </p:spPr>
        <p:txBody>
          <a:bodyPr wrap="square" lIns="109728" tIns="73152" rIns="109728" bIns="73152" anchor="ctr">
            <a:noAutofit/>
          </a:bodyPr>
          <a:lstStyle/>
          <a:p>
            <a:pPr algn="ctr">
              <a:defRPr sz="5500" b="1" i="0" u="none">
                <a:solidFill>
                  <a:srgbClr val="86EFAC"/>
                </a:solidFill>
                <a:latin typeface="Inter"/>
              </a:defRPr>
            </a:pPr>
            <a:r>
              <a:rPr sz="6500" dirty="0">
                <a:solidFill>
                  <a:srgbClr val="FFB800"/>
                </a:solidFill>
                <a:latin typeface="Arial" panose="020B0604020202020204" pitchFamily="34" charset="0"/>
                <a:cs typeface="Arial" panose="020B0604020202020204" pitchFamily="34" charset="0"/>
              </a:rPr>
              <a:t>Priest:</a:t>
            </a:r>
            <a:r>
              <a:rPr lang="en-US" sz="6500" dirty="0">
                <a:solidFill>
                  <a:srgbClr val="FFB800"/>
                </a:solidFill>
                <a:latin typeface="Arial" panose="020B0604020202020204" pitchFamily="34" charset="0"/>
                <a:cs typeface="Arial" panose="020B0604020202020204" pitchFamily="34" charset="0"/>
              </a:rPr>
              <a:t> </a:t>
            </a:r>
            <a:r>
              <a:rPr sz="6500" i="1" dirty="0">
                <a:solidFill>
                  <a:srgbClr val="F0FDF4"/>
                </a:solidFill>
                <a:latin typeface="Arial" panose="020B0604020202020204" pitchFamily="34" charset="0"/>
                <a:cs typeface="Arial" panose="020B0604020202020204" pitchFamily="34" charset="0"/>
              </a:rPr>
              <a:t>Let us pray.</a:t>
            </a:r>
          </a:p>
        </p:txBody>
      </p:sp>
      <p:sp>
        <p:nvSpPr>
          <p:cNvPr id="4" name="TextBox 3">
            <a:extLst>
              <a:ext uri="{FF2B5EF4-FFF2-40B4-BE49-F238E27FC236}">
                <a16:creationId xmlns:a16="http://schemas.microsoft.com/office/drawing/2014/main" id="{D523B40F-D4AE-E410-B93B-DBCE73DFD0DC}"/>
              </a:ext>
            </a:extLst>
          </p:cNvPr>
          <p:cNvSpPr txBox="1"/>
          <p:nvPr/>
        </p:nvSpPr>
        <p:spPr>
          <a:xfrm>
            <a:off x="0" y="5677850"/>
            <a:ext cx="18105120" cy="1075002"/>
          </a:xfrm>
          <a:prstGeom prst="rect">
            <a:avLst/>
          </a:prstGeom>
          <a:noFill/>
        </p:spPr>
        <p:txBody>
          <a:bodyPr wrap="square" lIns="109728" tIns="73152" rIns="109728" bIns="73152" anchor="ctr">
            <a:noAutofit/>
          </a:bodyPr>
          <a:lstStyle/>
          <a:p>
            <a:pPr algn="ctr">
              <a:spcBef>
                <a:spcPts val="400"/>
              </a:spcBef>
              <a:spcAft>
                <a:spcPts val="500"/>
              </a:spcAft>
              <a:defRPr sz="5500" b="1" i="0" u="none">
                <a:solidFill>
                  <a:srgbClr val="F0FDF4"/>
                </a:solidFill>
                <a:latin typeface="Inter"/>
              </a:defRPr>
            </a:pPr>
            <a:r>
              <a:rPr lang="en-US" sz="10000" dirty="0">
                <a:solidFill>
                  <a:srgbClr val="F0FDF4"/>
                </a:solidFill>
                <a:latin typeface="Arial" panose="020B0604020202020204" pitchFamily="34" charset="0"/>
                <a:cs typeface="Arial" panose="020B0604020202020204" pitchFamily="34" charset="0"/>
              </a:rPr>
              <a:t>All: Amen.</a:t>
            </a:r>
          </a:p>
        </p:txBody>
      </p:sp>
      <p:sp>
        <p:nvSpPr>
          <p:cNvPr id="5" name="TextBox 4">
            <a:extLst>
              <a:ext uri="{FF2B5EF4-FFF2-40B4-BE49-F238E27FC236}">
                <a16:creationId xmlns:a16="http://schemas.microsoft.com/office/drawing/2014/main" id="{DF34FD32-C662-A942-8295-B1C168627E18}"/>
              </a:ext>
            </a:extLst>
          </p:cNvPr>
          <p:cNvSpPr txBox="1"/>
          <p:nvPr/>
        </p:nvSpPr>
        <p:spPr>
          <a:xfrm>
            <a:off x="0" y="109728"/>
            <a:ext cx="18288000" cy="868680"/>
          </a:xfrm>
          <a:prstGeom prst="rect">
            <a:avLst/>
          </a:prstGeom>
          <a:noFill/>
        </p:spPr>
        <p:txBody>
          <a:bodyPr wrap="square" lIns="109728" tIns="73152" rIns="109728" bIns="73152">
            <a:noAutofit/>
          </a:bodyPr>
          <a:lstStyle/>
          <a:p>
            <a:pPr algn="ctr"/>
            <a:r>
              <a:rPr lang="en-US" sz="5000" b="1" u="sng" dirty="0">
                <a:solidFill>
                  <a:srgbClr val="FFB800"/>
                </a:solidFill>
                <a:latin typeface="Georgia"/>
              </a:rPr>
              <a:t>Liturgy Of The Word</a:t>
            </a:r>
            <a:endParaRPr sz="5000" b="1" u="sng" dirty="0">
              <a:solidFill>
                <a:srgbClr val="86EFAC"/>
              </a:solidFill>
              <a:latin typeface="Georgia"/>
            </a:endParaRPr>
          </a:p>
        </p:txBody>
      </p:sp>
      <p:sp>
        <p:nvSpPr>
          <p:cNvPr id="6" name="TextBox 5"/>
          <p:cNvSpPr txBox="1"/>
          <p:nvPr/>
        </p:nvSpPr>
        <p:spPr>
          <a:xfrm>
            <a:off x="914400" y="9418320"/>
            <a:ext cx="16459200" cy="777240"/>
          </a:xfrm>
          <a:prstGeom prst="rect">
            <a:avLst/>
          </a:prstGeom>
          <a:noFill/>
        </p:spPr>
        <p:txBody>
          <a:bodyPr wrap="square" lIns="109728" rIns="109728" tIns="73152" bIns="73152">
            <a:noAutofit/>
          </a:bodyPr>
          <a:lstStyle/>
          <a:p/>
          <a:p>
            <a:pPr algn="l">
              <a:spcBef>
                <a:spcPts val="200"/>
              </a:spcBef>
              <a:defRPr sz="1200" b="0" i="0" u="none">
                <a:solidFill>
                  <a:srgbClr val="FFB800"/>
                </a:solidFill>
                <a:latin typeface="Arial"/>
              </a:defRPr>
            </a:pPr>
            <a:r>
              <a:t>Liturgy of the Word</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lotw1.png"/>
          <p:cNvPicPr>
            <a:picLocks noChangeAspect="1"/>
          </p:cNvPicPr>
          <p:nvPr/>
        </p:nvPicPr>
        <p:blipFill>
          <a:blip r:embed="rId2"/>
          <a:stretch>
            <a:fillRect/>
          </a:stretch>
        </p:blipFill>
        <p:spPr>
          <a:xfrm>
            <a:off x="0" y="0"/>
            <a:ext cx="18288000" cy="10287000"/>
          </a:xfrm>
          <a:prstGeom prst="rect">
            <a:avLst/>
          </a:prstGeom>
        </p:spPr>
      </p:pic>
      <p:sp>
        <p:nvSpPr>
          <p:cNvPr id="3" name="TextBox 2"/>
          <p:cNvSpPr txBox="1"/>
          <p:nvPr/>
        </p:nvSpPr>
        <p:spPr>
          <a:xfrm>
            <a:off x="914400" y="9418320"/>
            <a:ext cx="16459200" cy="777240"/>
          </a:xfrm>
          <a:prstGeom prst="rect">
            <a:avLst/>
          </a:prstGeom>
          <a:noFill/>
        </p:spPr>
        <p:txBody>
          <a:bodyPr wrap="square" lIns="109728" rIns="109728" tIns="73152" bIns="73152">
            <a:noAutofit/>
          </a:bodyPr>
          <a:lstStyle/>
          <a:p/>
          <a:p>
            <a:pPr algn="l">
              <a:spcBef>
                <a:spcPts val="200"/>
              </a:spcBef>
              <a:defRPr sz="1200" b="0" i="0" u="none">
                <a:solidFill>
                  <a:srgbClr val="FFB800"/>
                </a:solidFill>
                <a:latin typeface="Arial"/>
              </a:defRPr>
            </a:pPr>
            <a:r>
              <a:t>Liturgy of the Word</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bg>
      <p:bgPr>
        <a:solidFill>
          <a:srgbClr val="000000"/>
        </a:solidFill>
        <a:effectLst/>
      </p:bgPr>
    </p:bg>
    <p:spTree>
      <p:nvGrpSpPr>
        <p:cNvPr id="1" name=""/>
        <p:cNvGrpSpPr/>
        <p:nvPr/>
      </p:nvGrpSpPr>
      <p:grpSpPr/>
      <p:sp>
        <p:nvSpPr>
          <p:cNvPr id="2" name="TextBox 1"/>
          <p:cNvSpPr txBox="1"/>
          <p:nvPr/>
        </p:nvSpPr>
        <p:spPr>
          <a:xfrm>
            <a:off x="0" y="109728"/>
            <a:ext cx="18288000" cy="868680"/>
          </a:xfrm>
          <a:prstGeom prst="rect">
            <a:avLst/>
          </a:prstGeom>
          <a:noFill/>
        </p:spPr>
        <p:txBody>
          <a:bodyPr wrap="square" lIns="109728" tIns="73152" rIns="109728" bIns="73152" anchor="t">
            <a:noAutofit/>
          </a:bodyPr>
          <a:lstStyle/>
          <a:p>
            <a:pPr algn="ctr">
              <a:defRPr sz="5000" b="1" i="0" u="sng">
                <a:solidFill>
                  <a:srgbClr val="FFB800"/>
                </a:solidFill>
                <a:latin typeface="Georgia"/>
              </a:defRPr>
            </a:pPr>
            <a:r>
              <a:rPr>
                <a:solidFill>
                  <a:srgbClr val="FFB800"/>
                </a:solidFill>
              </a:rPr>
              <a:t>Liturgy of the Word</a:t>
            </a:r>
          </a:p>
        </p:txBody>
      </p:sp>
      <p:sp>
        <p:nvSpPr>
          <p:cNvPr id="3" name="TextBox 2"/>
          <p:cNvSpPr txBox="1"/>
          <p:nvPr/>
        </p:nvSpPr>
        <p:spPr>
          <a:xfrm>
            <a:off x="914400" y="3273553"/>
            <a:ext cx="16459200" cy="1020152"/>
          </a:xfrm>
          <a:prstGeom prst="rect">
            <a:avLst/>
          </a:prstGeom>
          <a:noFill/>
        </p:spPr>
        <p:txBody>
          <a:bodyPr wrap="square" lIns="109728" tIns="73152" rIns="109728" bIns="73152" anchor="ctr">
            <a:noAutofit/>
          </a:bodyPr>
          <a:lstStyle/>
          <a:p>
            <a:pPr algn="ctr">
              <a:spcAft>
                <a:spcPts val="1600"/>
              </a:spcAft>
              <a:defRPr sz="5500" b="1" i="0" u="none">
                <a:solidFill>
                  <a:srgbClr val="FFB800"/>
                </a:solidFill>
                <a:latin typeface="Arial"/>
              </a:defRPr>
            </a:pPr>
            <a:r>
              <a:rPr sz="6000" dirty="0">
                <a:solidFill>
                  <a:srgbClr val="FFB800"/>
                </a:solidFill>
              </a:rPr>
              <a:t>First Reading</a:t>
            </a:r>
          </a:p>
        </p:txBody>
      </p:sp>
      <p:sp>
        <p:nvSpPr>
          <p:cNvPr id="5" name="TextBox 4">
            <a:extLst>
              <a:ext uri="{FF2B5EF4-FFF2-40B4-BE49-F238E27FC236}">
                <a16:creationId xmlns:a16="http://schemas.microsoft.com/office/drawing/2014/main" id="{ED11F322-F618-3AF9-1A95-114FB2F300B6}"/>
              </a:ext>
            </a:extLst>
          </p:cNvPr>
          <p:cNvSpPr txBox="1"/>
          <p:nvPr/>
        </p:nvSpPr>
        <p:spPr>
          <a:xfrm>
            <a:off x="914400" y="4459623"/>
            <a:ext cx="16459200" cy="1020152"/>
          </a:xfrm>
          <a:prstGeom prst="rect">
            <a:avLst/>
          </a:prstGeom>
          <a:noFill/>
        </p:spPr>
        <p:txBody>
          <a:bodyPr wrap="square" lIns="109728" tIns="73152" rIns="109728" bIns="73152" anchor="ctr">
            <a:noAutofit/>
          </a:bodyPr>
          <a:lstStyle/>
          <a:p>
            <a:pPr algn="ctr">
              <a:defRPr sz="5500" b="0" i="0" u="none">
                <a:solidFill>
                  <a:srgbClr val="F0FDF4"/>
                </a:solidFill>
                <a:latin typeface="Arial"/>
              </a:defRPr>
            </a:pPr>
            <a:r>
              <a:rPr lang="en-US" sz="6600" dirty="0">
                <a:solidFill>
                  <a:srgbClr val="F0FDF4"/>
                </a:solidFill>
              </a:rPr>
              <a:t>Zec 12:10-11; 13:1</a:t>
            </a:r>
          </a:p>
        </p:txBody>
      </p:sp>
      <p:sp>
        <p:nvSpPr>
          <p:cNvPr id="6" name="TextBox 5"/>
          <p:cNvSpPr txBox="1"/>
          <p:nvPr/>
        </p:nvSpPr>
        <p:spPr>
          <a:xfrm>
            <a:off x="914400" y="9418320"/>
            <a:ext cx="16459200" cy="777240"/>
          </a:xfrm>
          <a:prstGeom prst="rect">
            <a:avLst/>
          </a:prstGeom>
          <a:noFill/>
        </p:spPr>
        <p:txBody>
          <a:bodyPr wrap="square" lIns="109728" rIns="109728" tIns="73152" bIns="73152">
            <a:noAutofit/>
          </a:bodyPr>
          <a:lstStyle/>
          <a:p/>
          <a:p>
            <a:pPr algn="l">
              <a:spcBef>
                <a:spcPts val="200"/>
              </a:spcBef>
              <a:defRPr sz="1200" b="0" i="0" u="none">
                <a:solidFill>
                  <a:srgbClr val="FFB800"/>
                </a:solidFill>
                <a:latin typeface="Arial"/>
              </a:defRPr>
            </a:pPr>
            <a:r>
              <a:t>Liturgy of the Word</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bg>
      <p:bgPr>
        <a:solidFill>
          <a:srgbClr val="000000"/>
        </a:solidFill>
        <a:effectLst/>
      </p:bgPr>
    </p:bg>
    <p:spTree>
      <p:nvGrpSpPr>
        <p:cNvPr id="1" name=""/>
        <p:cNvGrpSpPr/>
        <p:nvPr/>
      </p:nvGrpSpPr>
      <p:grpSpPr/>
      <p:sp>
        <p:nvSpPr>
          <p:cNvPr id="2" name="TextBox 1"/>
          <p:cNvSpPr txBox="1"/>
          <p:nvPr/>
        </p:nvSpPr>
        <p:spPr>
          <a:xfrm>
            <a:off x="0" y="109728"/>
            <a:ext cx="18288000" cy="868680"/>
          </a:xfrm>
          <a:prstGeom prst="rect">
            <a:avLst/>
          </a:prstGeom>
          <a:noFill/>
        </p:spPr>
        <p:txBody>
          <a:bodyPr wrap="square" lIns="109728" tIns="73152" rIns="109728" bIns="73152" anchor="t">
            <a:noAutofit/>
          </a:bodyPr>
          <a:lstStyle/>
          <a:p>
            <a:pPr algn="ctr">
              <a:defRPr sz="5000" b="1" i="0" u="sng">
                <a:solidFill>
                  <a:srgbClr val="FFB800"/>
                </a:solidFill>
                <a:latin typeface="Georgia"/>
              </a:defRPr>
            </a:pPr>
            <a:r>
              <a:rPr>
                <a:solidFill>
                  <a:srgbClr val="FFB800"/>
                </a:solidFill>
              </a:rPr>
              <a:t>Liturgy of the Word</a:t>
            </a:r>
          </a:p>
        </p:txBody>
      </p:sp>
      <p:sp>
        <p:nvSpPr>
          <p:cNvPr id="3" name="TextBox 2"/>
          <p:cNvSpPr txBox="1"/>
          <p:nvPr/>
        </p:nvSpPr>
        <p:spPr>
          <a:xfrm>
            <a:off x="914400" y="2220004"/>
            <a:ext cx="16459200" cy="1775526"/>
          </a:xfrm>
          <a:prstGeom prst="rect">
            <a:avLst/>
          </a:prstGeom>
          <a:noFill/>
        </p:spPr>
        <p:txBody>
          <a:bodyPr wrap="square" lIns="109728" tIns="73152" rIns="109728" bIns="73152" anchor="ctr">
            <a:noAutofit/>
          </a:bodyPr>
          <a:lstStyle/>
          <a:p>
            <a:pPr algn="ctr">
              <a:spcAft>
                <a:spcPts val="1200"/>
              </a:spcAft>
              <a:defRPr sz="5500" b="1" i="0" u="none">
                <a:solidFill>
                  <a:srgbClr val="FFB800"/>
                </a:solidFill>
                <a:latin typeface="Arial"/>
              </a:defRPr>
            </a:pPr>
            <a:r>
              <a:rPr dirty="0">
                <a:solidFill>
                  <a:srgbClr val="FFB800"/>
                </a:solidFill>
              </a:rPr>
              <a:t>Responsorial Psalm</a:t>
            </a:r>
            <a:br>
              <a:rPr dirty="0"/>
            </a:br>
            <a:r>
              <a:rPr dirty="0">
                <a:solidFill>
                  <a:srgbClr val="FFB800"/>
                </a:solidFill>
              </a:rPr>
              <a:t>(</a:t>
            </a:r>
            <a:r>
              <a:rPr i="1" dirty="0">
                <a:solidFill>
                  <a:srgbClr val="FFB800"/>
                </a:solidFill>
              </a:rPr>
              <a:t>Ps 63:2-6, 8-9</a:t>
            </a:r>
            <a:r>
              <a:rPr dirty="0">
                <a:solidFill>
                  <a:srgbClr val="FFB800"/>
                </a:solidFill>
              </a:rPr>
              <a:t>)</a:t>
            </a:r>
          </a:p>
        </p:txBody>
      </p:sp>
      <p:sp>
        <p:nvSpPr>
          <p:cNvPr id="5" name="TextBox 4">
            <a:extLst>
              <a:ext uri="{FF2B5EF4-FFF2-40B4-BE49-F238E27FC236}">
                <a16:creationId xmlns:a16="http://schemas.microsoft.com/office/drawing/2014/main" id="{2423FBB6-3147-28D7-6387-19BCE557DD74}"/>
              </a:ext>
            </a:extLst>
          </p:cNvPr>
          <p:cNvSpPr txBox="1"/>
          <p:nvPr/>
        </p:nvSpPr>
        <p:spPr>
          <a:xfrm>
            <a:off x="0" y="4625672"/>
            <a:ext cx="18288000" cy="1775526"/>
          </a:xfrm>
          <a:prstGeom prst="rect">
            <a:avLst/>
          </a:prstGeom>
          <a:noFill/>
        </p:spPr>
        <p:txBody>
          <a:bodyPr wrap="square" lIns="109728" tIns="73152" rIns="109728" bIns="73152" anchor="ctr">
            <a:noAutofit/>
          </a:bodyPr>
          <a:lstStyle/>
          <a:p>
            <a:pPr algn="ctr">
              <a:spcAft>
                <a:spcPts val="800"/>
              </a:spcAft>
              <a:defRPr sz="5500" b="0" i="0" u="none">
                <a:solidFill>
                  <a:srgbClr val="F0FDF4"/>
                </a:solidFill>
                <a:latin typeface="Arial"/>
              </a:defRPr>
            </a:pPr>
            <a:r>
              <a:rPr lang="en-US" sz="6000" b="1" dirty="0">
                <a:solidFill>
                  <a:srgbClr val="F0FDF4"/>
                </a:solidFill>
                <a:latin typeface="Arial Black" panose="020B0604020202020204" pitchFamily="34" charset="0"/>
                <a:cs typeface="Arial Black" panose="020B0604020202020204" pitchFamily="34" charset="0"/>
              </a:rPr>
              <a:t>MY SOUL IS THIRSTING FOR YOU, O LORD MY GOD.</a:t>
            </a:r>
          </a:p>
        </p:txBody>
      </p:sp>
      <p:sp>
        <p:nvSpPr>
          <p:cNvPr id="6" name="TextBox 5"/>
          <p:cNvSpPr txBox="1"/>
          <p:nvPr/>
        </p:nvSpPr>
        <p:spPr>
          <a:xfrm>
            <a:off x="914400" y="9418320"/>
            <a:ext cx="16459200" cy="777240"/>
          </a:xfrm>
          <a:prstGeom prst="rect">
            <a:avLst/>
          </a:prstGeom>
          <a:noFill/>
        </p:spPr>
        <p:txBody>
          <a:bodyPr wrap="square" lIns="109728" rIns="109728" tIns="73152" bIns="73152">
            <a:noAutofit/>
          </a:bodyPr>
          <a:lstStyle/>
          <a:p/>
          <a:p>
            <a:pPr algn="l">
              <a:spcBef>
                <a:spcPts val="200"/>
              </a:spcBef>
              <a:defRPr sz="1200" b="0" i="0" u="none">
                <a:solidFill>
                  <a:srgbClr val="FFB800"/>
                </a:solidFill>
                <a:latin typeface="Arial"/>
              </a:defRPr>
            </a:pPr>
            <a:r>
              <a:t>Liturgy of the Word</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bg>
      <p:bgPr>
        <a:solidFill>
          <a:srgbClr val="000000"/>
        </a:solidFill>
        <a:effectLst/>
      </p:bgPr>
    </p:bg>
    <p:spTree>
      <p:nvGrpSpPr>
        <p:cNvPr id="1" name=""/>
        <p:cNvGrpSpPr/>
        <p:nvPr/>
      </p:nvGrpSpPr>
      <p:grpSpPr/>
      <p:sp>
        <p:nvSpPr>
          <p:cNvPr id="2" name="TextBox 1">
            <a:extLst>
              <a:ext uri="{FF2B5EF4-FFF2-40B4-BE49-F238E27FC236}">
                <a16:creationId xmlns:a16="http://schemas.microsoft.com/office/drawing/2014/main" id="{BFB1C7CD-6C6A-15FA-88FD-77344BBF7CC6}"/>
              </a:ext>
            </a:extLst>
          </p:cNvPr>
          <p:cNvSpPr txBox="1"/>
          <p:nvPr/>
        </p:nvSpPr>
        <p:spPr>
          <a:xfrm>
            <a:off x="0" y="109728"/>
            <a:ext cx="18288000" cy="868680"/>
          </a:xfrm>
          <a:prstGeom prst="rect">
            <a:avLst/>
          </a:prstGeom>
          <a:noFill/>
        </p:spPr>
        <p:txBody>
          <a:bodyPr wrap="square" lIns="109728" tIns="73152" rIns="109728" bIns="73152" anchor="t">
            <a:noAutofit/>
          </a:bodyPr>
          <a:lstStyle/>
          <a:p>
            <a:pPr algn="ctr">
              <a:defRPr sz="5000" b="1" i="0" u="sng">
                <a:solidFill>
                  <a:srgbClr val="FFB800"/>
                </a:solidFill>
                <a:latin typeface="Georgia"/>
              </a:defRPr>
            </a:pPr>
            <a:r>
              <a:rPr>
                <a:solidFill>
                  <a:srgbClr val="FFB800"/>
                </a:solidFill>
              </a:rPr>
              <a:t>Liturgy of the Word</a:t>
            </a:r>
          </a:p>
        </p:txBody>
      </p:sp>
      <p:sp>
        <p:nvSpPr>
          <p:cNvPr id="3" name="TextBox 2">
            <a:extLst>
              <a:ext uri="{FF2B5EF4-FFF2-40B4-BE49-F238E27FC236}">
                <a16:creationId xmlns:a16="http://schemas.microsoft.com/office/drawing/2014/main" id="{2FDAF354-60C2-0C1C-7FC8-C9F8BB38D0C9}"/>
              </a:ext>
            </a:extLst>
          </p:cNvPr>
          <p:cNvSpPr txBox="1"/>
          <p:nvPr/>
        </p:nvSpPr>
        <p:spPr>
          <a:xfrm>
            <a:off x="914400" y="3273553"/>
            <a:ext cx="16459200" cy="1020152"/>
          </a:xfrm>
          <a:prstGeom prst="rect">
            <a:avLst/>
          </a:prstGeom>
          <a:noFill/>
        </p:spPr>
        <p:txBody>
          <a:bodyPr wrap="square" lIns="109728" tIns="73152" rIns="109728" bIns="73152" anchor="ctr">
            <a:noAutofit/>
          </a:bodyPr>
          <a:lstStyle/>
          <a:p>
            <a:pPr algn="ctr">
              <a:spcAft>
                <a:spcPts val="1600"/>
              </a:spcAft>
              <a:defRPr sz="5500" b="1" i="0" u="none">
                <a:solidFill>
                  <a:srgbClr val="FFB800"/>
                </a:solidFill>
                <a:latin typeface="Arial"/>
              </a:defRPr>
            </a:pPr>
            <a:r>
              <a:rPr lang="en-US" sz="6000" dirty="0">
                <a:solidFill>
                  <a:srgbClr val="FFB800"/>
                </a:solidFill>
              </a:rPr>
              <a:t>Second</a:t>
            </a:r>
            <a:r>
              <a:rPr sz="6000" dirty="0">
                <a:solidFill>
                  <a:srgbClr val="FFB800"/>
                </a:solidFill>
              </a:rPr>
              <a:t> Reading</a:t>
            </a:r>
          </a:p>
        </p:txBody>
      </p:sp>
      <p:sp>
        <p:nvSpPr>
          <p:cNvPr id="5" name="TextBox 4">
            <a:extLst>
              <a:ext uri="{FF2B5EF4-FFF2-40B4-BE49-F238E27FC236}">
                <a16:creationId xmlns:a16="http://schemas.microsoft.com/office/drawing/2014/main" id="{4974E577-906C-25DF-48F4-D8E7CAA24E0B}"/>
              </a:ext>
            </a:extLst>
          </p:cNvPr>
          <p:cNvSpPr txBox="1"/>
          <p:nvPr/>
        </p:nvSpPr>
        <p:spPr>
          <a:xfrm>
            <a:off x="914400" y="4459623"/>
            <a:ext cx="16459200" cy="1020152"/>
          </a:xfrm>
          <a:prstGeom prst="rect">
            <a:avLst/>
          </a:prstGeom>
          <a:noFill/>
        </p:spPr>
        <p:txBody>
          <a:bodyPr wrap="square" lIns="109728" tIns="73152" rIns="109728" bIns="73152" anchor="ctr">
            <a:noAutofit/>
          </a:bodyPr>
          <a:lstStyle/>
          <a:p>
            <a:pPr algn="ctr">
              <a:defRPr sz="5500" b="0" i="0" u="none">
                <a:solidFill>
                  <a:srgbClr val="F0FDF4"/>
                </a:solidFill>
                <a:latin typeface="Arial"/>
              </a:defRPr>
            </a:pPr>
            <a:r>
              <a:rPr lang="en-US" sz="6600" dirty="0">
                <a:solidFill>
                  <a:srgbClr val="F0FDF4"/>
                </a:solidFill>
              </a:rPr>
              <a:t>Gal 3:26-29</a:t>
            </a:r>
          </a:p>
        </p:txBody>
      </p:sp>
      <p:sp>
        <p:nvSpPr>
          <p:cNvPr id="6" name="TextBox 5"/>
          <p:cNvSpPr txBox="1"/>
          <p:nvPr/>
        </p:nvSpPr>
        <p:spPr>
          <a:xfrm>
            <a:off x="914400" y="9418320"/>
            <a:ext cx="16459200" cy="777240"/>
          </a:xfrm>
          <a:prstGeom prst="rect">
            <a:avLst/>
          </a:prstGeom>
          <a:noFill/>
        </p:spPr>
        <p:txBody>
          <a:bodyPr wrap="square" lIns="109728" rIns="109728" tIns="73152" bIns="73152">
            <a:noAutofit/>
          </a:bodyPr>
          <a:lstStyle/>
          <a:p/>
          <a:p>
            <a:pPr algn="l">
              <a:spcBef>
                <a:spcPts val="200"/>
              </a:spcBef>
              <a:defRPr sz="1200" b="0" i="0" u="none">
                <a:solidFill>
                  <a:srgbClr val="FFB800"/>
                </a:solidFill>
                <a:latin typeface="Arial"/>
              </a:defRPr>
            </a:pPr>
            <a:r>
              <a:t>Liturgy of the Word</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bg>
      <p:bgPr>
        <a:solidFill>
          <a:srgbClr val="000000"/>
        </a:solidFill>
        <a:effectLst/>
      </p:bgPr>
    </p:bg>
    <p:spTree>
      <p:nvGrpSpPr>
        <p:cNvPr id="1" name=""/>
        <p:cNvGrpSpPr/>
        <p:nvPr/>
      </p:nvGrpSpPr>
      <p:grpSpPr/>
      <p:sp>
        <p:nvSpPr>
          <p:cNvPr id="2" name="TextBox 2"/>
          <p:cNvSpPr txBox="1"/>
          <p:nvPr/>
        </p:nvSpPr>
        <p:spPr>
          <a:xfrm>
            <a:off x="0" y="2602230"/>
            <a:ext cx="18288000" cy="4892041"/>
          </a:xfrm>
          <a:prstGeom prst="rect">
            <a:avLst/>
          </a:prstGeom>
        </p:spPr>
        <p:txBody>
          <a:bodyPr lIns="0" tIns="0" rIns="0" bIns="0" rtlCol="0" anchor="t">
            <a:noAutofit/>
          </a:bodyPr>
          <a:lstStyle/>
          <a:p>
            <a:r>
              <a:rPr sz="6900" b="1">
                <a:solidFill>
                  <a:srgbClr val="F0FDF4"/>
                </a:solidFill>
                <a:latin typeface="Arial"/>
              </a:rPr>
              <a:t>Alleluia, alleluia, alleluia!</a:t>
            </a:r>
          </a:p>
          <a:p>
            <a:r>
              <a:rPr sz="6900" b="1">
                <a:solidFill>
                  <a:srgbClr val="F0FDF4"/>
                </a:solidFill>
                <a:latin typeface="Arial"/>
              </a:rPr>
              <a:t>I am the way, the truth, and the life, says the Lord; no one comes to the Father except through me.</a:t>
            </a:r>
          </a:p>
          <a:p>
            <a:r>
              <a:rPr sz="6900" b="1">
                <a:solidFill>
                  <a:srgbClr val="F0FDF4"/>
                </a:solidFill>
                <a:latin typeface="Arial"/>
              </a:rPr>
              <a:t>Alleluia, alleluia, alleluia!</a:t>
            </a:r>
          </a:p>
        </p:txBody>
      </p:sp>
      <p:sp>
        <p:nvSpPr>
          <p:cNvPr id="3" name="TextBox 3"/>
          <p:cNvSpPr txBox="1"/>
          <p:nvPr/>
        </p:nvSpPr>
        <p:spPr>
          <a:xfrm>
            <a:off x="0" y="109728"/>
            <a:ext cx="18288000" cy="868680"/>
          </a:xfrm>
          <a:prstGeom prst="rect">
            <a:avLst/>
          </a:prstGeom>
        </p:spPr>
        <p:txBody>
          <a:bodyPr wrap="square" lIns="0" tIns="0" rIns="0" bIns="0" rtlCol="0" anchor="t">
            <a:noAutofit/>
          </a:bodyPr>
          <a:lstStyle/>
          <a:p>
            <a:pPr marL="0" lvl="0" indent="0" algn="ctr">
              <a:lnSpc>
                <a:spcPts val="8175"/>
              </a:lnSpc>
              <a:spcBef>
                <a:spcPct val="0"/>
              </a:spcBef>
              <a:defRPr/>
            </a:pPr>
            <a:r>
              <a:rPr lang="en-US" sz="5000" b="1" i="0" u="sng">
                <a:solidFill>
                  <a:srgbClr val="FFB800"/>
                </a:solidFill>
                <a:latin typeface="Georgia"/>
                <a:ea typeface="Recoleta"/>
                <a:cs typeface="Recoleta"/>
                <a:sym typeface="Recoleta"/>
              </a:rPr>
              <a:t>Gospel Acclamation</a:t>
            </a:r>
          </a:p>
        </p:txBody>
      </p:sp>
      <p:sp>
        <p:nvSpPr>
          <p:cNvPr id="4" name="TextBox 3"/>
          <p:cNvSpPr txBox="1"/>
          <p:nvPr/>
        </p:nvSpPr>
        <p:spPr>
          <a:xfrm>
            <a:off x="914400" y="9418320"/>
            <a:ext cx="16459200" cy="777240"/>
          </a:xfrm>
          <a:prstGeom prst="rect">
            <a:avLst/>
          </a:prstGeom>
          <a:noFill/>
        </p:spPr>
        <p:txBody>
          <a:bodyPr wrap="square" lIns="109728" rIns="109728" tIns="73152" bIns="73152">
            <a:noAutofit/>
          </a:bodyPr>
          <a:lstStyle/>
          <a:p/>
          <a:p>
            <a:pPr algn="l">
              <a:spcBef>
                <a:spcPts val="200"/>
              </a:spcBef>
              <a:defRPr sz="1200" b="0" i="0" u="none">
                <a:solidFill>
                  <a:srgbClr val="FFB800"/>
                </a:solidFill>
                <a:latin typeface="Arial"/>
              </a:defRPr>
            </a:pPr>
            <a:r>
              <a:t>Gospel Acclamation (1/2)</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bg>
      <p:bgPr>
        <a:solidFill>
          <a:srgbClr val="000000"/>
        </a:solidFill>
        <a:effectLst/>
      </p:bgPr>
    </p:bg>
    <p:spTree>
      <p:nvGrpSpPr>
        <p:cNvPr id="1" name=""/>
        <p:cNvGrpSpPr/>
        <p:nvPr/>
      </p:nvGrpSpPr>
      <p:grpSpPr/>
      <p:sp>
        <p:nvSpPr>
          <p:cNvPr id="2" name="TextBox 2"/>
          <p:cNvSpPr txBox="1"/>
          <p:nvPr/>
        </p:nvSpPr>
        <p:spPr>
          <a:xfrm>
            <a:off x="2741394" y="2126857"/>
            <a:ext cx="12101674" cy="1227455"/>
          </a:xfrm>
          <a:prstGeom prst="rect">
            <a:avLst/>
          </a:prstGeom>
        </p:spPr>
        <p:txBody>
          <a:bodyPr lIns="0" tIns="0" rIns="0" bIns="0" rtlCol="0" anchor="t">
            <a:noAutofit/>
          </a:bodyPr>
          <a:lstStyle/>
          <a:p>
            <a:pPr marL="0" lvl="0" indent="0" algn="l">
              <a:lnSpc>
                <a:spcPts val="9520"/>
              </a:lnSpc>
              <a:spcBef>
                <a:spcPct val="0"/>
              </a:spcBef>
              <a:defRPr/>
            </a:pPr>
            <a:r>
              <a:rPr sz="6900" b="1" i="0">
                <a:solidFill>
                  <a:srgbClr val="FFB800"/>
                </a:solidFill>
                <a:latin typeface="Arial"/>
              </a:rPr>
              <a:t>Priest: </a:t>
            </a:r>
            <a:r>
              <a:rPr sz="6900" b="1" i="0">
                <a:solidFill>
                  <a:srgbClr val="F0FDF4"/>
                </a:solidFill>
                <a:latin typeface="Arial"/>
              </a:rPr>
              <a:t>The Lord be with you.</a:t>
            </a:r>
          </a:p>
        </p:txBody>
      </p:sp>
      <p:sp>
        <p:nvSpPr>
          <p:cNvPr id="3" name="TextBox 3"/>
          <p:cNvSpPr txBox="1"/>
          <p:nvPr/>
        </p:nvSpPr>
        <p:spPr>
          <a:xfrm>
            <a:off x="2741394" y="5586337"/>
            <a:ext cx="14802275" cy="1860423"/>
          </a:xfrm>
          <a:prstGeom prst="rect">
            <a:avLst/>
          </a:prstGeom>
        </p:spPr>
        <p:txBody>
          <a:bodyPr lIns="0" tIns="0" rIns="0" bIns="0" rtlCol="0" anchor="t">
            <a:noAutofit/>
          </a:bodyPr>
          <a:lstStyle/>
          <a:p>
            <a:pPr algn="l">
              <a:lnSpc>
                <a:spcPts val="6936"/>
              </a:lnSpc>
              <a:defRPr/>
            </a:pPr>
            <a:r>
              <a:rPr sz="6900" b="1" i="0">
                <a:solidFill>
                  <a:srgbClr val="FFB800"/>
                </a:solidFill>
                <a:latin typeface="Arial"/>
              </a:rPr>
              <a:t>Priest: </a:t>
            </a:r>
            <a:r>
              <a:rPr sz="6900" b="1" i="0">
                <a:solidFill>
                  <a:srgbClr val="F0FDF4"/>
                </a:solidFill>
                <a:latin typeface="Arial"/>
              </a:rPr>
              <a:t>A reading from the holy</a:t>
            </a:r>
          </a:p>
          <a:p>
            <a:r>
              <a:rPr sz="6900" b="1" i="0">
                <a:solidFill>
                  <a:srgbClr val="F0FDF4"/>
                </a:solidFill>
                <a:latin typeface="Arial"/>
              </a:rPr>
              <a:t>Gospel according to </a:t>
            </a:r>
            <a:r>
              <a:rPr sz="6900" b="1" i="1">
                <a:solidFill>
                  <a:srgbClr val="F0FDF4"/>
                </a:solidFill>
                <a:latin typeface="Arial"/>
              </a:rPr>
              <a:t>Lk</a:t>
            </a:r>
            <a:r>
              <a:rPr sz="6900" b="1" i="0">
                <a:solidFill>
                  <a:srgbClr val="F0FDF4"/>
                </a:solidFill>
                <a:latin typeface="Arial"/>
              </a:rPr>
              <a:t>.</a:t>
            </a:r>
          </a:p>
        </p:txBody>
      </p:sp>
      <p:sp>
        <p:nvSpPr>
          <p:cNvPr id="4" name="TextBox 4"/>
          <p:cNvSpPr txBox="1"/>
          <p:nvPr/>
        </p:nvSpPr>
        <p:spPr>
          <a:xfrm>
            <a:off x="2741394" y="3725787"/>
            <a:ext cx="12168662" cy="1250950"/>
          </a:xfrm>
          <a:prstGeom prst="rect">
            <a:avLst/>
          </a:prstGeom>
        </p:spPr>
        <p:txBody>
          <a:bodyPr lIns="0" tIns="0" rIns="0" bIns="0" rtlCol="0" anchor="t">
            <a:noAutofit/>
          </a:bodyPr>
          <a:lstStyle/>
          <a:p>
            <a:pPr marL="0" lvl="0" indent="0" algn="l">
              <a:lnSpc>
                <a:spcPts val="9799"/>
              </a:lnSpc>
              <a:spcBef>
                <a:spcPct val="0"/>
              </a:spcBef>
              <a:defRPr/>
            </a:pPr>
            <a:r>
              <a:rPr sz="6900" b="1" i="0">
                <a:solidFill>
                  <a:srgbClr val="F0FDF4"/>
                </a:solidFill>
                <a:latin typeface="Arial"/>
              </a:rPr>
              <a:t>All: And with your spirit.</a:t>
            </a:r>
          </a:p>
        </p:txBody>
      </p:sp>
      <p:sp>
        <p:nvSpPr>
          <p:cNvPr id="5" name="TextBox 5"/>
          <p:cNvSpPr txBox="1"/>
          <p:nvPr/>
        </p:nvSpPr>
        <p:spPr>
          <a:xfrm>
            <a:off x="2741394" y="7913485"/>
            <a:ext cx="12002049" cy="1250950"/>
          </a:xfrm>
          <a:prstGeom prst="rect">
            <a:avLst/>
          </a:prstGeom>
        </p:spPr>
        <p:txBody>
          <a:bodyPr lIns="0" tIns="0" rIns="0" bIns="0" rtlCol="0" anchor="t">
            <a:noAutofit/>
          </a:bodyPr>
          <a:lstStyle/>
          <a:p>
            <a:pPr marL="0" lvl="0" indent="0" algn="l">
              <a:lnSpc>
                <a:spcPts val="9799"/>
              </a:lnSpc>
              <a:spcBef>
                <a:spcPct val="0"/>
              </a:spcBef>
              <a:defRPr/>
            </a:pPr>
            <a:r>
              <a:rPr sz="6900" b="1" i="0">
                <a:solidFill>
                  <a:srgbClr val="F0FDF4"/>
                </a:solidFill>
                <a:latin typeface="Arial"/>
              </a:rPr>
              <a:t>All: Glory to you, O Lord!</a:t>
            </a:r>
          </a:p>
        </p:txBody>
      </p:sp>
      <p:sp>
        <p:nvSpPr>
          <p:cNvPr id="6" name="TextBox 6"/>
          <p:cNvSpPr txBox="1"/>
          <p:nvPr/>
        </p:nvSpPr>
        <p:spPr>
          <a:xfrm>
            <a:off x="0" y="109728"/>
            <a:ext cx="18288000" cy="868680"/>
          </a:xfrm>
          <a:prstGeom prst="rect">
            <a:avLst/>
          </a:prstGeom>
        </p:spPr>
        <p:txBody>
          <a:bodyPr wrap="square" lIns="0" tIns="0" rIns="0" bIns="0" rtlCol="0" anchor="t">
            <a:noAutofit/>
          </a:bodyPr>
          <a:lstStyle/>
          <a:p>
            <a:pPr marL="0" lvl="0" indent="0" algn="ctr">
              <a:lnSpc>
                <a:spcPts val="8175"/>
              </a:lnSpc>
              <a:spcBef>
                <a:spcPct val="0"/>
              </a:spcBef>
              <a:defRPr/>
            </a:pPr>
            <a:r>
              <a:rPr lang="en-US" sz="5000" b="1" i="0" u="sng">
                <a:solidFill>
                  <a:srgbClr val="FFB800"/>
                </a:solidFill>
                <a:latin typeface="Georgia"/>
                <a:ea typeface="Recoleta"/>
                <a:cs typeface="Recoleta"/>
                <a:sym typeface="Recoleta"/>
              </a:rPr>
              <a:t>Gospel Acclamation</a:t>
            </a:r>
          </a:p>
        </p:txBody>
      </p:sp>
      <p:sp>
        <p:nvSpPr>
          <p:cNvPr id="7" name="TextBox 6"/>
          <p:cNvSpPr txBox="1"/>
          <p:nvPr/>
        </p:nvSpPr>
        <p:spPr>
          <a:xfrm>
            <a:off x="914400" y="9418320"/>
            <a:ext cx="16459200" cy="777240"/>
          </a:xfrm>
          <a:prstGeom prst="rect">
            <a:avLst/>
          </a:prstGeom>
          <a:noFill/>
        </p:spPr>
        <p:txBody>
          <a:bodyPr wrap="square" lIns="109728" rIns="109728" tIns="73152" bIns="73152">
            <a:noAutofit/>
          </a:bodyPr>
          <a:lstStyle/>
          <a:p/>
          <a:p>
            <a:pPr algn="l">
              <a:spcBef>
                <a:spcPts val="200"/>
              </a:spcBef>
              <a:defRPr sz="1200" b="0" i="0" u="none">
                <a:solidFill>
                  <a:srgbClr val="FFB800"/>
                </a:solidFill>
                <a:latin typeface="Arial"/>
              </a:defRPr>
            </a:pPr>
            <a:r>
              <a:t>Gospel Acclamation (2/2)</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bg>
      <p:bgPr>
        <a:solidFill>
          <a:srgbClr val="000000"/>
        </a:solidFill>
        <a:effectLst/>
      </p:bgPr>
    </p:bg>
    <p:spTree>
      <p:nvGrpSpPr>
        <p:cNvPr id="1" name=""/>
        <p:cNvGrpSpPr/>
        <p:nvPr/>
      </p:nvGrpSpPr>
      <p:grpSpPr/>
      <p:sp>
        <p:nvSpPr>
          <p:cNvPr id="2" name="TextBox 1"/>
          <p:cNvSpPr txBox="1"/>
          <p:nvPr/>
        </p:nvSpPr>
        <p:spPr>
          <a:xfrm>
            <a:off x="0" y="2547146"/>
            <a:ext cx="18288000" cy="1075002"/>
          </a:xfrm>
          <a:prstGeom prst="rect">
            <a:avLst/>
          </a:prstGeom>
          <a:noFill/>
        </p:spPr>
        <p:txBody>
          <a:bodyPr wrap="square" lIns="109728" tIns="73152" rIns="109728" bIns="73152" anchor="ctr">
            <a:noAutofit/>
          </a:bodyPr>
          <a:lstStyle/>
          <a:p>
            <a:pPr algn="ctr">
              <a:spcBef>
                <a:spcPts val="400"/>
              </a:spcBef>
              <a:spcAft>
                <a:spcPts val="500"/>
              </a:spcAft>
              <a:defRPr sz="5500" b="1" i="0" u="none">
                <a:solidFill>
                  <a:srgbClr val="86EFAC"/>
                </a:solidFill>
                <a:latin typeface="Inter"/>
              </a:defRPr>
            </a:pPr>
            <a:r>
              <a:rPr sz="6500" b="1" dirty="0">
                <a:solidFill>
                  <a:srgbClr val="FFB800"/>
                </a:solidFill>
                <a:latin typeface="Arial" panose="020B0604020202020204" pitchFamily="34" charset="0"/>
                <a:cs typeface="Arial" panose="020B0604020202020204" pitchFamily="34" charset="0"/>
              </a:rPr>
              <a:t>Priest:</a:t>
            </a:r>
            <a:r>
              <a:rPr sz="6500" b="1" dirty="0">
                <a:solidFill>
                  <a:srgbClr val="F0FDF4"/>
                </a:solidFill>
                <a:latin typeface="Arial" panose="020B0604020202020204" pitchFamily="34" charset="0"/>
                <a:cs typeface="Arial" panose="020B0604020202020204" pitchFamily="34" charset="0"/>
              </a:rPr>
              <a:t> </a:t>
            </a:r>
            <a:r>
              <a:rPr sz="6500" b="1" i="1" dirty="0">
                <a:solidFill>
                  <a:srgbClr val="F0FDF4"/>
                </a:solidFill>
                <a:latin typeface="Arial" panose="020B0604020202020204" pitchFamily="34" charset="0"/>
                <a:cs typeface="Arial" panose="020B0604020202020204" pitchFamily="34" charset="0"/>
              </a:rPr>
              <a:t>The Gospel of the Lord.</a:t>
            </a:r>
          </a:p>
        </p:txBody>
      </p:sp>
      <p:sp>
        <p:nvSpPr>
          <p:cNvPr id="4" name="TextBox 3">
            <a:extLst>
              <a:ext uri="{FF2B5EF4-FFF2-40B4-BE49-F238E27FC236}">
                <a16:creationId xmlns:a16="http://schemas.microsoft.com/office/drawing/2014/main" id="{C6E02250-0768-74C1-AE64-FF04A540A99D}"/>
              </a:ext>
            </a:extLst>
          </p:cNvPr>
          <p:cNvSpPr txBox="1"/>
          <p:nvPr/>
        </p:nvSpPr>
        <p:spPr>
          <a:xfrm>
            <a:off x="0" y="4989594"/>
            <a:ext cx="18288000" cy="2768836"/>
          </a:xfrm>
          <a:prstGeom prst="rect">
            <a:avLst/>
          </a:prstGeom>
          <a:noFill/>
        </p:spPr>
        <p:txBody>
          <a:bodyPr wrap="square" lIns="109728" tIns="73152" rIns="109728" bIns="73152" anchor="ctr">
            <a:noAutofit/>
          </a:bodyPr>
          <a:lstStyle/>
          <a:p>
            <a:pPr algn="ctr">
              <a:defRPr sz="5500" b="1" i="0" u="none">
                <a:solidFill>
                  <a:srgbClr val="F0FDF4"/>
                </a:solidFill>
                <a:latin typeface="Inter"/>
              </a:defRPr>
            </a:pPr>
            <a:r>
              <a:rPr lang="en-US" sz="10000" b="1" dirty="0">
                <a:solidFill>
                  <a:srgbClr val="F0FDF4"/>
                </a:solidFill>
                <a:latin typeface="Arial" panose="020B0604020202020204" pitchFamily="34" charset="0"/>
                <a:cs typeface="Arial" panose="020B0604020202020204" pitchFamily="34" charset="0"/>
              </a:rPr>
              <a:t>All: Praise to you, Lord</a:t>
            </a:r>
          </a:p>
          <a:p>
            <a:pPr algn="ctr">
              <a:defRPr sz="5500" b="1" i="0" u="none">
                <a:solidFill>
                  <a:srgbClr val="F0FDF4"/>
                </a:solidFill>
                <a:latin typeface="Inter"/>
              </a:defRPr>
            </a:pPr>
            <a:r>
              <a:rPr lang="en-US" sz="10000" b="1" dirty="0">
                <a:solidFill>
                  <a:srgbClr val="F0FDF4"/>
                </a:solidFill>
                <a:latin typeface="Arial" panose="020B0604020202020204" pitchFamily="34" charset="0"/>
                <a:cs typeface="Arial" panose="020B0604020202020204" pitchFamily="34" charset="0"/>
              </a:rPr>
              <a:t>Jesus Christ.</a:t>
            </a:r>
          </a:p>
        </p:txBody>
      </p:sp>
      <p:sp>
        <p:nvSpPr>
          <p:cNvPr id="5" name="TextBox 4">
            <a:extLst>
              <a:ext uri="{FF2B5EF4-FFF2-40B4-BE49-F238E27FC236}">
                <a16:creationId xmlns:a16="http://schemas.microsoft.com/office/drawing/2014/main" id="{53B32836-6730-1393-8444-8AC84975CFFB}"/>
              </a:ext>
            </a:extLst>
          </p:cNvPr>
          <p:cNvSpPr txBox="1"/>
          <p:nvPr/>
        </p:nvSpPr>
        <p:spPr>
          <a:xfrm>
            <a:off x="0" y="109728"/>
            <a:ext cx="18288000" cy="868680"/>
          </a:xfrm>
          <a:prstGeom prst="rect">
            <a:avLst/>
          </a:prstGeom>
          <a:noFill/>
        </p:spPr>
        <p:txBody>
          <a:bodyPr wrap="square" lIns="109728" tIns="73152" rIns="109728" bIns="73152" anchor="t">
            <a:noAutofit/>
          </a:bodyPr>
          <a:lstStyle/>
          <a:p>
            <a:pPr algn="ctr"/>
            <a:r>
              <a:rPr lang="en-US" sz="5000" b="1" u="sng" dirty="0" i="0">
                <a:solidFill>
                  <a:srgbClr val="FFB800"/>
                </a:solidFill>
                <a:latin typeface="Georgia"/>
              </a:rPr>
              <a:t>Gospel Acclamation</a:t>
            </a:r>
            <a:endParaRPr sz="3600" b="1" u="sng" dirty="0">
              <a:solidFill>
                <a:srgbClr val="86EFAC"/>
              </a:solidFill>
              <a:latin typeface="Georgia"/>
            </a:endParaRPr>
          </a:p>
        </p:txBody>
      </p:sp>
      <p:sp>
        <p:nvSpPr>
          <p:cNvPr id="6" name="TextBox 5"/>
          <p:cNvSpPr txBox="1"/>
          <p:nvPr/>
        </p:nvSpPr>
        <p:spPr>
          <a:xfrm>
            <a:off x="914400" y="9418320"/>
            <a:ext cx="16459200" cy="777240"/>
          </a:xfrm>
          <a:prstGeom prst="rect">
            <a:avLst/>
          </a:prstGeom>
          <a:noFill/>
        </p:spPr>
        <p:txBody>
          <a:bodyPr wrap="square" lIns="109728" rIns="109728" tIns="73152" bIns="73152">
            <a:noAutofit/>
          </a:bodyPr>
          <a:lstStyle/>
          <a:p/>
          <a:p>
            <a:pPr algn="l">
              <a:spcBef>
                <a:spcPts val="200"/>
              </a:spcBef>
              <a:defRPr sz="1200" b="0" i="0" u="none">
                <a:solidFill>
                  <a:srgbClr val="FFB800"/>
                </a:solidFill>
                <a:latin typeface="Arial"/>
              </a:defRPr>
            </a:pPr>
            <a:r>
              <a:t>Gospel Acclamation</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bg>
      <p:bgPr>
        <a:gradFill rotWithShape="1">
          <a:gsLst>
            <a:gs pos="0">
              <a:srgbClr val="0F1A13"/>
            </a:gs>
            <a:gs pos="100000">
              <a:srgbClr val="689474"/>
            </a:gs>
          </a:gsLst>
          <a:lin scaled="0" ang="0"/>
        </a:gradFill>
        <a:effectLst/>
      </p:bgPr>
    </p:bg>
    <p:spTree>
      <p:nvGrpSpPr>
        <p:cNvPr id="1" name=""/>
        <p:cNvGrpSpPr/>
        <p:nvPr/>
      </p:nvGrpSpPr>
      <p:grpSpPr/>
      <p:sp>
        <p:nvSpPr>
          <p:cNvPr id="2" name="Rounded Rectangle 1"/>
          <p:cNvSpPr/>
          <p:nvPr/>
        </p:nvSpPr>
        <p:spPr>
          <a:xfrm>
            <a:off x="6856171" y="1269187"/>
            <a:ext cx="10943539" cy="6128308"/>
          </a:xfrm>
          <a:prstGeom prst="roundRect">
            <a:avLst>
              <a:gd name="adj" fmla="val 16670"/>
            </a:avLst>
          </a:prstGeom>
          <a:solidFill>
            <a:srgbClr val="2D6A3E">
              <a:alpha val="44706"/>
            </a:srgbClr>
          </a:solidFill>
          <a:ln w="14299" cap="sq">
            <a:solidFill>
              <a:srgbClr val="749D80">
                <a:alpha val="44706"/>
              </a:srgbClr>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900684" y="8503005"/>
            <a:ext cx="16486632" cy="1112824"/>
          </a:xfrm>
          <a:prstGeom prst="roundRect">
            <a:avLst>
              <a:gd name="adj" fmla="val 16670"/>
            </a:avLst>
          </a:prstGeom>
          <a:solidFill>
            <a:srgbClr val="1D4128">
              <a:alpha val="60784"/>
            </a:srgbClr>
          </a:solidFill>
          <a:ln w="14299" cap="sq">
            <a:solidFill>
              <a:srgbClr val="1D4128">
                <a:alpha val="60784"/>
              </a:srgbClr>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284732" y="2390241"/>
            <a:ext cx="4209897" cy="638251"/>
          </a:xfrm>
          <a:prstGeom prst="rect">
            <a:avLst/>
          </a:prstGeom>
          <a:noFill/>
        </p:spPr>
        <p:txBody>
          <a:bodyPr wrap="square" lIns="109728" rIns="109728" tIns="73152" bIns="73152" anchor="ctr">
            <a:noAutofit/>
          </a:bodyPr>
          <a:lstStyle/>
          <a:p>
            <a:pPr algn="ctr">
              <a:lnSpc>
                <a:spcPct val="108000"/>
              </a:lnSpc>
              <a:defRPr sz="3700" b="1" i="0" u="none">
                <a:solidFill>
                  <a:srgbClr val="FFEABF"/>
                </a:solidFill>
                <a:latin typeface="Arial"/>
              </a:defRPr>
            </a:pPr>
            <a:r>
              <a:t>MASS CELEBRANT:</a:t>
            </a:r>
          </a:p>
        </p:txBody>
      </p:sp>
      <p:sp>
        <p:nvSpPr>
          <p:cNvPr id="5" name="TextBox 4"/>
          <p:cNvSpPr txBox="1"/>
          <p:nvPr/>
        </p:nvSpPr>
        <p:spPr>
          <a:xfrm>
            <a:off x="267004" y="3053181"/>
            <a:ext cx="6589166" cy="1057046"/>
          </a:xfrm>
          <a:prstGeom prst="rect">
            <a:avLst/>
          </a:prstGeom>
          <a:noFill/>
        </p:spPr>
        <p:txBody>
          <a:bodyPr wrap="square" lIns="109728" rIns="109728" tIns="73152" bIns="73152" anchor="ctr">
            <a:noAutofit/>
          </a:bodyPr>
          <a:lstStyle/>
          <a:p>
            <a:pPr algn="ctr">
              <a:lnSpc>
                <a:spcPct val="108000"/>
              </a:lnSpc>
              <a:defRPr sz="3900" b="1" i="0" u="none">
                <a:solidFill>
                  <a:srgbClr val="FAF8F4"/>
                </a:solidFill>
                <a:latin typeface="Arial"/>
              </a:defRPr>
            </a:pPr>
            <a:r>
              <a:t>Rev. Fr. Sample Celebrant</a:t>
            </a:r>
          </a:p>
        </p:txBody>
      </p:sp>
      <p:sp>
        <p:nvSpPr>
          <p:cNvPr id="6" name="TextBox 5"/>
          <p:cNvSpPr txBox="1"/>
          <p:nvPr/>
        </p:nvSpPr>
        <p:spPr>
          <a:xfrm>
            <a:off x="267004" y="4429353"/>
            <a:ext cx="6589166" cy="868680"/>
          </a:xfrm>
          <a:prstGeom prst="rect">
            <a:avLst/>
          </a:prstGeom>
          <a:noFill/>
        </p:spPr>
        <p:txBody>
          <a:bodyPr wrap="square" lIns="109728" rIns="109728" tIns="73152" bIns="73152" anchor="ctr">
            <a:noAutofit/>
          </a:bodyPr>
          <a:lstStyle/>
          <a:p>
            <a:pPr algn="ctr">
              <a:lnSpc>
                <a:spcPct val="108000"/>
              </a:lnSpc>
              <a:defRPr sz="4700" b="1" i="1" u="none">
                <a:solidFill>
                  <a:srgbClr val="FAF8F4"/>
                </a:solidFill>
                <a:latin typeface="Arial"/>
              </a:defRPr>
            </a:pPr>
            <a:r>
              <a:t>YEAR C · 21 JUNE 2026</a:t>
            </a:r>
          </a:p>
        </p:txBody>
      </p:sp>
      <p:sp>
        <p:nvSpPr>
          <p:cNvPr id="7" name="TextBox 6"/>
          <p:cNvSpPr txBox="1"/>
          <p:nvPr/>
        </p:nvSpPr>
        <p:spPr>
          <a:xfrm>
            <a:off x="1284732" y="5676595"/>
            <a:ext cx="4209897" cy="638251"/>
          </a:xfrm>
          <a:prstGeom prst="rect">
            <a:avLst/>
          </a:prstGeom>
          <a:noFill/>
        </p:spPr>
        <p:txBody>
          <a:bodyPr wrap="square" lIns="109728" rIns="109728" tIns="73152" bIns="73152" anchor="ctr">
            <a:noAutofit/>
          </a:bodyPr>
          <a:lstStyle/>
          <a:p>
            <a:pPr algn="ctr">
              <a:lnSpc>
                <a:spcPct val="108000"/>
              </a:lnSpc>
              <a:defRPr sz="3700" b="1" i="0" u="none">
                <a:solidFill>
                  <a:srgbClr val="FFEABF"/>
                </a:solidFill>
                <a:latin typeface="Arial"/>
              </a:defRPr>
            </a:pPr>
            <a:r>
              <a:t>CO-CELEBRANT:</a:t>
            </a:r>
          </a:p>
        </p:txBody>
      </p:sp>
      <p:sp>
        <p:nvSpPr>
          <p:cNvPr id="8" name="TextBox 7"/>
          <p:cNvSpPr txBox="1"/>
          <p:nvPr/>
        </p:nvSpPr>
        <p:spPr>
          <a:xfrm>
            <a:off x="95097" y="6369710"/>
            <a:ext cx="6589166" cy="1057046"/>
          </a:xfrm>
          <a:prstGeom prst="rect">
            <a:avLst/>
          </a:prstGeom>
          <a:noFill/>
        </p:spPr>
        <p:txBody>
          <a:bodyPr wrap="square" lIns="109728" rIns="109728" tIns="73152" bIns="73152" anchor="ctr">
            <a:noAutofit/>
          </a:bodyPr>
          <a:lstStyle/>
          <a:p>
            <a:pPr algn="ctr">
              <a:lnSpc>
                <a:spcPct val="108000"/>
              </a:lnSpc>
              <a:defRPr sz="4700" b="1" i="0" u="none">
                <a:solidFill>
                  <a:srgbClr val="FAF8F4"/>
                </a:solidFill>
                <a:latin typeface="Arial"/>
              </a:defRPr>
            </a:pPr>
            <a:r>
              <a:t>Rev. Fr. Co Celebrant</a:t>
            </a:r>
          </a:p>
        </p:txBody>
      </p:sp>
      <p:sp>
        <p:nvSpPr>
          <p:cNvPr id="9" name="TextBox 8"/>
          <p:cNvSpPr txBox="1"/>
          <p:nvPr/>
        </p:nvSpPr>
        <p:spPr>
          <a:xfrm>
            <a:off x="6900062" y="2390241"/>
            <a:ext cx="10775289" cy="2422245"/>
          </a:xfrm>
          <a:prstGeom prst="rect">
            <a:avLst/>
          </a:prstGeom>
          <a:noFill/>
        </p:spPr>
        <p:txBody>
          <a:bodyPr wrap="square" lIns="109728" rIns="109728" tIns="73152" bIns="73152" anchor="ctr">
            <a:noAutofit/>
          </a:bodyPr>
          <a:lstStyle/>
          <a:p>
            <a:pPr algn="ctr">
              <a:lnSpc>
                <a:spcPct val="108000"/>
              </a:lnSpc>
              <a:defRPr sz="3900" b="0" i="0" u="none">
                <a:solidFill>
                  <a:srgbClr val="EFEDEC"/>
                </a:solidFill>
                <a:latin typeface="Arial"/>
              </a:defRPr>
            </a:pPr>
            <a:r>
              <a:t>“Who do you say that I am?”</a:t>
            </a:r>
          </a:p>
        </p:txBody>
      </p:sp>
      <p:sp>
        <p:nvSpPr>
          <p:cNvPr id="10" name="TextBox 9"/>
          <p:cNvSpPr txBox="1"/>
          <p:nvPr/>
        </p:nvSpPr>
        <p:spPr>
          <a:xfrm>
            <a:off x="9378086" y="5801868"/>
            <a:ext cx="5819241" cy="705002"/>
          </a:xfrm>
          <a:prstGeom prst="rect">
            <a:avLst/>
          </a:prstGeom>
          <a:noFill/>
        </p:spPr>
        <p:txBody>
          <a:bodyPr wrap="square" lIns="109728" rIns="109728" tIns="73152" bIns="73152" anchor="ctr">
            <a:noAutofit/>
          </a:bodyPr>
          <a:lstStyle/>
          <a:p>
            <a:pPr algn="ctr">
              <a:lnSpc>
                <a:spcPct val="108000"/>
              </a:lnSpc>
              <a:defRPr sz="4100" b="1" i="0" u="none">
                <a:solidFill>
                  <a:srgbClr val="FFDE9E"/>
                </a:solidFill>
                <a:latin typeface="Arial"/>
              </a:defRPr>
            </a:pPr>
            <a:r>
              <a:t>GOSPEL (LK 9:18–24)</a:t>
            </a:r>
          </a:p>
        </p:txBody>
      </p:sp>
      <p:sp>
        <p:nvSpPr>
          <p:cNvPr id="11" name="TextBox 10"/>
          <p:cNvSpPr txBox="1"/>
          <p:nvPr/>
        </p:nvSpPr>
        <p:spPr>
          <a:xfrm>
            <a:off x="3195828" y="8411565"/>
            <a:ext cx="12362688" cy="1162202"/>
          </a:xfrm>
          <a:prstGeom prst="rect">
            <a:avLst/>
          </a:prstGeom>
          <a:noFill/>
        </p:spPr>
        <p:txBody>
          <a:bodyPr wrap="square" lIns="109728" rIns="109728" tIns="73152" bIns="73152" anchor="ctr">
            <a:noAutofit/>
          </a:bodyPr>
          <a:lstStyle/>
          <a:p>
            <a:pPr algn="ctr">
              <a:lnSpc>
                <a:spcPct val="108000"/>
              </a:lnSpc>
              <a:defRPr sz="6000" b="1" i="0" u="none">
                <a:solidFill>
                  <a:srgbClr val="FAF8F4"/>
                </a:solidFill>
                <a:latin typeface="Arial"/>
              </a:defRPr>
            </a:pPr>
            <a:r>
              <a:t>Twelfth Sunday in Ordinary Time</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bg>
      <p:bgPr>
        <a:solidFill>
          <a:srgbClr val="000000"/>
        </a:solidFill>
        <a:effectLst/>
      </p:bgPr>
    </p:bg>
    <p:spTree>
      <p:nvGrpSpPr>
        <p:cNvPr id="1" name=""/>
        <p:cNvGrpSpPr/>
        <p:nvPr/>
      </p:nvGrpSpPr>
      <p:grpSpPr/>
      <p:sp>
        <p:nvSpPr>
          <p:cNvPr id="2" name="TextBox 2"/>
          <p:cNvSpPr txBox="1"/>
          <p:nvPr/>
        </p:nvSpPr>
        <p:spPr>
          <a:xfrm>
            <a:off x="0" y="1232285"/>
            <a:ext cx="18288000" cy="2444242"/>
          </a:xfrm>
          <a:prstGeom prst="rect">
            <a:avLst/>
          </a:prstGeom>
        </p:spPr>
        <p:txBody>
          <a:bodyPr lIns="0" tIns="0" rIns="0" bIns="0" rtlCol="0" anchor="t">
            <a:noAutofit/>
          </a:bodyPr>
          <a:lstStyle/>
          <a:p>
            <a:pPr marL="0" lvl="0" indent="0" algn="ctr">
              <a:lnSpc>
                <a:spcPts val="6343"/>
              </a:lnSpc>
            </a:pPr>
            <a:r>
              <a:rPr lang="en-US" sz="5199" b="1" spc="83" dirty="0">
                <a:solidFill>
                  <a:srgbClr val="F0FDF4"/>
                </a:solidFill>
                <a:latin typeface="Arial" panose="020B0604020202020204" pitchFamily="34" charset="0"/>
                <a:ea typeface="Poppins Bold"/>
                <a:cs typeface="Arial" panose="020B0604020202020204" pitchFamily="34" charset="0"/>
                <a:sym typeface="Poppins Bold"/>
              </a:rPr>
              <a:t>All:</a:t>
            </a:r>
          </a:p>
          <a:p>
            <a:pPr marL="0" lvl="0" indent="0" algn="ctr">
              <a:lnSpc>
                <a:spcPts val="6343"/>
              </a:lnSpc>
            </a:pPr>
            <a:r>
              <a:rPr lang="en-US" sz="5199" b="1" i="1" spc="83" dirty="0">
                <a:solidFill>
                  <a:srgbClr val="F0FDF4"/>
                </a:solidFill>
                <a:latin typeface="Arial" panose="020B0604020202020204" pitchFamily="34" charset="0"/>
                <a:ea typeface="Poppins Bold"/>
                <a:cs typeface="Arial" panose="020B0604020202020204" pitchFamily="34" charset="0"/>
                <a:sym typeface="Poppins Bold"/>
              </a:rPr>
              <a:t>I believe in one God</a:t>
            </a:r>
            <a:r>
              <a:rPr lang="en-US" sz="5199" b="1" spc="83" dirty="0">
                <a:solidFill>
                  <a:srgbClr val="F0FDF4"/>
                </a:solidFill>
                <a:latin typeface="Arial" panose="020B0604020202020204" pitchFamily="34" charset="0"/>
                <a:ea typeface="Poppins Bold"/>
                <a:cs typeface="Arial" panose="020B0604020202020204" pitchFamily="34" charset="0"/>
                <a:sym typeface="Poppins Bold"/>
              </a:rPr>
              <a:t>, the Father almighty, maker of heaven and earth, of all things visible and invisible.</a:t>
            </a:r>
          </a:p>
        </p:txBody>
      </p:sp>
      <p:sp>
        <p:nvSpPr>
          <p:cNvPr id="3" name="TextBox 3"/>
          <p:cNvSpPr txBox="1"/>
          <p:nvPr/>
        </p:nvSpPr>
        <p:spPr>
          <a:xfrm>
            <a:off x="0" y="4886711"/>
            <a:ext cx="18288000" cy="4791075"/>
          </a:xfrm>
          <a:prstGeom prst="rect">
            <a:avLst/>
          </a:prstGeom>
        </p:spPr>
        <p:txBody>
          <a:bodyPr lIns="0" tIns="0" rIns="0" bIns="0" rtlCol="0" anchor="t">
            <a:noAutofit/>
          </a:bodyPr>
          <a:lstStyle/>
          <a:p>
            <a:pPr marL="0" lvl="0" indent="0" algn="ctr">
              <a:lnSpc>
                <a:spcPts val="6239"/>
              </a:lnSpc>
            </a:pPr>
            <a:r>
              <a:rPr lang="en-US" sz="5199" b="1" dirty="0">
                <a:solidFill>
                  <a:srgbClr val="F0FDF4"/>
                </a:solidFill>
                <a:latin typeface="Arial" panose="020B0604020202020204" pitchFamily="34" charset="0"/>
                <a:ea typeface="Poppins Bold"/>
                <a:cs typeface="Arial" panose="020B0604020202020204" pitchFamily="34" charset="0"/>
                <a:sym typeface="Poppins Bold"/>
              </a:rPr>
              <a:t>I believe in one Lord Jesus Christ, the Only Begotten Son of God, born of the Father before all ages. God from God, Light from Light, true God from true God, begotten, not made, consubstantial with the Father; through him all things were made.</a:t>
            </a:r>
          </a:p>
        </p:txBody>
      </p:sp>
      <p:sp>
        <p:nvSpPr>
          <p:cNvPr id="6" name="TextBox 5">
            <a:extLst>
              <a:ext uri="{FF2B5EF4-FFF2-40B4-BE49-F238E27FC236}">
                <a16:creationId xmlns:a16="http://schemas.microsoft.com/office/drawing/2014/main" id="{6A140E8A-4111-2C2D-F4D0-24F55D511E25}"/>
              </a:ext>
            </a:extLst>
          </p:cNvPr>
          <p:cNvSpPr txBox="1"/>
          <p:nvPr/>
        </p:nvSpPr>
        <p:spPr>
          <a:xfrm>
            <a:off x="914400" y="109728"/>
            <a:ext cx="16459200" cy="868680"/>
          </a:xfrm>
          <a:prstGeom prst="rect">
            <a:avLst/>
          </a:prstGeom>
          <a:noFill/>
        </p:spPr>
        <p:txBody>
          <a:bodyPr wrap="square" lIns="109728" tIns="73152" rIns="109728" bIns="73152">
            <a:noAutofit/>
          </a:bodyPr>
          <a:lstStyle/>
          <a:p>
            <a:pPr algn="ctr"/>
            <a:r>
              <a:rPr lang="en-US" sz="3600" b="1" u="sng" dirty="0">
                <a:solidFill>
                  <a:srgbClr val="FFB800"/>
                </a:solidFill>
                <a:latin typeface="Georgia"/>
              </a:rPr>
              <a:t>Nicene Creed</a:t>
            </a:r>
            <a:endParaRPr sz="3600" b="1" u="sng" dirty="0">
              <a:solidFill>
                <a:srgbClr val="86EFAC"/>
              </a:solidFill>
              <a:latin typeface="Georgia"/>
            </a:endParaRPr>
          </a:p>
        </p:txBody>
      </p:sp>
      <p:sp>
        <p:nvSpPr>
          <p:cNvPr id="7" name="TextBox 6"/>
          <p:cNvSpPr txBox="1"/>
          <p:nvPr/>
        </p:nvSpPr>
        <p:spPr>
          <a:xfrm>
            <a:off x="914400" y="9418320"/>
            <a:ext cx="16459200" cy="777240"/>
          </a:xfrm>
          <a:prstGeom prst="rect">
            <a:avLst/>
          </a:prstGeom>
          <a:noFill/>
        </p:spPr>
        <p:txBody>
          <a:bodyPr wrap="square" lIns="109728" rIns="109728" tIns="73152" bIns="73152">
            <a:noAutofit/>
          </a:bodyPr>
          <a:lstStyle/>
          <a:p/>
          <a:p>
            <a:pPr algn="l">
              <a:spcBef>
                <a:spcPts val="200"/>
              </a:spcBef>
              <a:defRPr sz="1200" b="0" i="0" u="none">
                <a:solidFill>
                  <a:srgbClr val="FFB800"/>
                </a:solidFill>
                <a:latin typeface="Arial"/>
              </a:defRPr>
            </a:pPr>
            <a:r>
              <a:t>Nicene Creed (1/4)</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bg>
      <p:bgPr>
        <a:solidFill>
          <a:srgbClr val="000000"/>
        </a:solidFill>
        <a:effectLst/>
      </p:bgPr>
    </p:bg>
    <p:spTree>
      <p:nvGrpSpPr>
        <p:cNvPr id="1" name=""/>
        <p:cNvGrpSpPr/>
        <p:nvPr/>
      </p:nvGrpSpPr>
      <p:grpSpPr/>
      <p:sp>
        <p:nvSpPr>
          <p:cNvPr id="2" name="TextBox 2"/>
          <p:cNvSpPr txBox="1"/>
          <p:nvPr/>
        </p:nvSpPr>
        <p:spPr>
          <a:xfrm>
            <a:off x="0" y="319554"/>
            <a:ext cx="18288000" cy="1977432"/>
          </a:xfrm>
          <a:prstGeom prst="rect">
            <a:avLst/>
          </a:prstGeom>
        </p:spPr>
        <p:txBody>
          <a:bodyPr lIns="0" tIns="0" rIns="0" bIns="0" rtlCol="0" anchor="t">
            <a:noAutofit/>
          </a:bodyPr>
          <a:lstStyle/>
          <a:p>
            <a:pPr marL="0" lvl="0" indent="0" algn="ctr">
              <a:lnSpc>
                <a:spcPts val="7703"/>
              </a:lnSpc>
              <a:spcBef>
                <a:spcPct val="0"/>
              </a:spcBef>
            </a:pPr>
            <a:r>
              <a:rPr lang="en-US" sz="5502" b="1" spc="88" dirty="0">
                <a:solidFill>
                  <a:srgbClr val="F0FDF4"/>
                </a:solidFill>
                <a:latin typeface="Arial" panose="020B0604020202020204" pitchFamily="34" charset="0"/>
                <a:ea typeface="Poppins Bold"/>
                <a:cs typeface="Arial" panose="020B0604020202020204" pitchFamily="34" charset="0"/>
                <a:sym typeface="Poppins Bold"/>
              </a:rPr>
              <a:t>For us men and for our salvation he came down from heaven,</a:t>
            </a:r>
          </a:p>
        </p:txBody>
      </p:sp>
      <p:sp>
        <p:nvSpPr>
          <p:cNvPr id="3" name="TextBox 3"/>
          <p:cNvSpPr txBox="1"/>
          <p:nvPr/>
        </p:nvSpPr>
        <p:spPr>
          <a:xfrm>
            <a:off x="1" y="2499075"/>
            <a:ext cx="18287998" cy="1056951"/>
          </a:xfrm>
          <a:prstGeom prst="rect">
            <a:avLst/>
          </a:prstGeom>
        </p:spPr>
        <p:txBody>
          <a:bodyPr lIns="0" tIns="0" rIns="0" bIns="0" rtlCol="0" anchor="t">
            <a:noAutofit/>
          </a:bodyPr>
          <a:lstStyle/>
          <a:p>
            <a:pPr marL="0" lvl="0" indent="0" algn="ctr">
              <a:lnSpc>
                <a:spcPts val="7703"/>
              </a:lnSpc>
              <a:spcBef>
                <a:spcPct val="0"/>
              </a:spcBef>
            </a:pPr>
            <a:r>
              <a:rPr lang="en-US" sz="5000" i="1" dirty="0">
                <a:solidFill>
                  <a:srgbClr val="FFB800"/>
                </a:solidFill>
                <a:latin typeface="Georgia" panose="02040502050405020303" pitchFamily="18" charset="0"/>
                <a:ea typeface="ITC Zapf Chancery Italics"/>
                <a:cs typeface="ITC Zapf Chancery Italics"/>
                <a:sym typeface="ITC Zapf Chancery Italics"/>
              </a:rPr>
              <a:t>(all bow their head)</a:t>
            </a:r>
          </a:p>
        </p:txBody>
      </p:sp>
      <p:sp>
        <p:nvSpPr>
          <p:cNvPr id="4" name="TextBox 4"/>
          <p:cNvSpPr txBox="1"/>
          <p:nvPr/>
        </p:nvSpPr>
        <p:spPr>
          <a:xfrm>
            <a:off x="1" y="3223880"/>
            <a:ext cx="18287999" cy="1977432"/>
          </a:xfrm>
          <a:prstGeom prst="rect">
            <a:avLst/>
          </a:prstGeom>
        </p:spPr>
        <p:txBody>
          <a:bodyPr lIns="0" tIns="0" rIns="0" bIns="0" rtlCol="0" anchor="t">
            <a:noAutofit/>
          </a:bodyPr>
          <a:lstStyle/>
          <a:p>
            <a:pPr marL="0" lvl="0" indent="0" algn="ctr">
              <a:lnSpc>
                <a:spcPts val="7703"/>
              </a:lnSpc>
              <a:spcBef>
                <a:spcPct val="0"/>
              </a:spcBef>
            </a:pPr>
            <a:r>
              <a:rPr lang="en-US" sz="5502" b="1" i="1" spc="88" dirty="0">
                <a:solidFill>
                  <a:srgbClr val="FFB800"/>
                </a:solidFill>
                <a:latin typeface="Arial" panose="020B0604020202020204" pitchFamily="34" charset="0"/>
                <a:ea typeface="Poppins Bold Italics"/>
                <a:cs typeface="Arial" panose="020B0604020202020204" pitchFamily="34" charset="0"/>
                <a:sym typeface="Poppins Bold Italics"/>
              </a:rPr>
              <a:t>and by the Holy Spirit was incarnate of the Virgin Mary and became man.</a:t>
            </a:r>
          </a:p>
        </p:txBody>
      </p:sp>
      <p:sp>
        <p:nvSpPr>
          <p:cNvPr id="5" name="TextBox 5"/>
          <p:cNvSpPr txBox="1"/>
          <p:nvPr/>
        </p:nvSpPr>
        <p:spPr>
          <a:xfrm>
            <a:off x="1" y="5529260"/>
            <a:ext cx="18287998" cy="3932697"/>
          </a:xfrm>
          <a:prstGeom prst="rect">
            <a:avLst/>
          </a:prstGeom>
        </p:spPr>
        <p:txBody>
          <a:bodyPr lIns="0" tIns="0" rIns="0" bIns="0" rtlCol="0" anchor="t">
            <a:noAutofit/>
          </a:bodyPr>
          <a:lstStyle/>
          <a:p>
            <a:pPr marL="0" lvl="0" indent="0" algn="ctr">
              <a:lnSpc>
                <a:spcPts val="7703"/>
              </a:lnSpc>
              <a:spcBef>
                <a:spcPct val="0"/>
              </a:spcBef>
            </a:pPr>
            <a:r>
              <a:rPr lang="en-US" sz="5502" b="1" spc="88" dirty="0">
                <a:solidFill>
                  <a:srgbClr val="F0FDF4"/>
                </a:solidFill>
                <a:latin typeface="Arial" panose="020B0604020202020204" pitchFamily="34" charset="0"/>
                <a:ea typeface="Poppins Bold"/>
                <a:cs typeface="Arial" panose="020B0604020202020204" pitchFamily="34" charset="0"/>
                <a:sym typeface="Poppins Bold"/>
              </a:rPr>
              <a:t>For our sake he was crucified under Pontius Pilate, he suffered death and was buried and rose again on the third day in accordance with the Scriptures.</a:t>
            </a:r>
          </a:p>
        </p:txBody>
      </p:sp>
      <p:sp>
        <p:nvSpPr>
          <p:cNvPr id="6" name="TextBox 5"/>
          <p:cNvSpPr txBox="1"/>
          <p:nvPr/>
        </p:nvSpPr>
        <p:spPr>
          <a:xfrm>
            <a:off x="914400" y="9418320"/>
            <a:ext cx="16459200" cy="777240"/>
          </a:xfrm>
          <a:prstGeom prst="rect">
            <a:avLst/>
          </a:prstGeom>
          <a:noFill/>
        </p:spPr>
        <p:txBody>
          <a:bodyPr wrap="square" lIns="109728" rIns="109728" tIns="73152" bIns="73152">
            <a:noAutofit/>
          </a:bodyPr>
          <a:lstStyle/>
          <a:p/>
          <a:p>
            <a:pPr algn="l">
              <a:spcBef>
                <a:spcPts val="200"/>
              </a:spcBef>
              <a:defRPr sz="1200" b="0" i="0" u="none">
                <a:solidFill>
                  <a:srgbClr val="FFB800"/>
                </a:solidFill>
                <a:latin typeface="Arial"/>
              </a:defRPr>
            </a:pPr>
            <a:r>
              <a:t>Nicene Creed (2/4)</a:t>
            </a: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bg>
      <p:bgPr>
        <a:solidFill>
          <a:srgbClr val="000000"/>
        </a:solidFill>
        <a:effectLst/>
      </p:bgPr>
    </p:bg>
    <p:spTree>
      <p:nvGrpSpPr>
        <p:cNvPr id="1" name=""/>
        <p:cNvGrpSpPr/>
        <p:nvPr/>
      </p:nvGrpSpPr>
      <p:grpSpPr/>
      <p:sp>
        <p:nvSpPr>
          <p:cNvPr id="2" name="TextBox 2"/>
          <p:cNvSpPr txBox="1"/>
          <p:nvPr/>
        </p:nvSpPr>
        <p:spPr>
          <a:xfrm>
            <a:off x="0" y="542403"/>
            <a:ext cx="18288000" cy="3898900"/>
          </a:xfrm>
          <a:prstGeom prst="rect">
            <a:avLst/>
          </a:prstGeom>
        </p:spPr>
        <p:txBody>
          <a:bodyPr lIns="0" tIns="0" rIns="0" bIns="0" rtlCol="0" anchor="t">
            <a:noAutofit/>
          </a:bodyPr>
          <a:lstStyle/>
          <a:p>
            <a:pPr marL="0" lvl="0" indent="0" algn="ctr">
              <a:lnSpc>
                <a:spcPts val="7699"/>
              </a:lnSpc>
              <a:spcBef>
                <a:spcPct val="0"/>
              </a:spcBef>
            </a:pPr>
            <a:r>
              <a:rPr lang="en-US" sz="5499" b="1" spc="87" dirty="0">
                <a:solidFill>
                  <a:srgbClr val="F0FDF4"/>
                </a:solidFill>
                <a:latin typeface="Arial" panose="020B0604020202020204" pitchFamily="34" charset="0"/>
                <a:ea typeface="Poppins Bold"/>
                <a:cs typeface="Arial" panose="020B0604020202020204" pitchFamily="34" charset="0"/>
                <a:sym typeface="Poppins Bold"/>
              </a:rPr>
              <a:t>He ascended into heaven and is seated at the right hand of the Father. He will come again in glory to judge the living and the dead and his kingdom will have no end.</a:t>
            </a:r>
          </a:p>
        </p:txBody>
      </p:sp>
      <p:sp>
        <p:nvSpPr>
          <p:cNvPr id="3" name="TextBox 3"/>
          <p:cNvSpPr txBox="1"/>
          <p:nvPr/>
        </p:nvSpPr>
        <p:spPr>
          <a:xfrm>
            <a:off x="0" y="4721747"/>
            <a:ext cx="18288000" cy="4870450"/>
          </a:xfrm>
          <a:prstGeom prst="rect">
            <a:avLst/>
          </a:prstGeom>
        </p:spPr>
        <p:txBody>
          <a:bodyPr lIns="0" tIns="0" rIns="0" bIns="0" rtlCol="0" anchor="t">
            <a:noAutofit/>
          </a:bodyPr>
          <a:lstStyle/>
          <a:p>
            <a:pPr marL="0" lvl="0" indent="0" algn="ctr">
              <a:lnSpc>
                <a:spcPts val="7699"/>
              </a:lnSpc>
              <a:spcBef>
                <a:spcPct val="0"/>
              </a:spcBef>
            </a:pPr>
            <a:r>
              <a:rPr lang="en-US" sz="5499" b="1" spc="87" dirty="0">
                <a:solidFill>
                  <a:srgbClr val="F0FDF4"/>
                </a:solidFill>
                <a:latin typeface="Arial" panose="020B0604020202020204" pitchFamily="34" charset="0"/>
                <a:ea typeface="Poppins Bold"/>
                <a:cs typeface="Arial" panose="020B0604020202020204" pitchFamily="34" charset="0"/>
                <a:sym typeface="Poppins Bold"/>
              </a:rPr>
              <a:t>I believe in the Holy Spirit, the Lord, the giver of life, who proceeds from the Father and the Son, who with the Father and the Son is adored and glorified, who has spoken through the prophets.</a:t>
            </a:r>
          </a:p>
        </p:txBody>
      </p:sp>
      <p:sp>
        <p:nvSpPr>
          <p:cNvPr id="4" name="TextBox 3"/>
          <p:cNvSpPr txBox="1"/>
          <p:nvPr/>
        </p:nvSpPr>
        <p:spPr>
          <a:xfrm>
            <a:off x="914400" y="9418320"/>
            <a:ext cx="16459200" cy="777240"/>
          </a:xfrm>
          <a:prstGeom prst="rect">
            <a:avLst/>
          </a:prstGeom>
          <a:noFill/>
        </p:spPr>
        <p:txBody>
          <a:bodyPr wrap="square" lIns="109728" rIns="109728" tIns="73152" bIns="73152">
            <a:noAutofit/>
          </a:bodyPr>
          <a:lstStyle/>
          <a:p/>
          <a:p>
            <a:pPr algn="l">
              <a:spcBef>
                <a:spcPts val="200"/>
              </a:spcBef>
              <a:defRPr sz="1200" b="0" i="0" u="none">
                <a:solidFill>
                  <a:srgbClr val="FFB800"/>
                </a:solidFill>
                <a:latin typeface="Arial"/>
              </a:defRPr>
            </a:pPr>
            <a:r>
              <a:t>Nicene Creed (3/4)</a:t>
            </a:r>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bg>
      <p:bgPr>
        <a:solidFill>
          <a:srgbClr val="000000"/>
        </a:solidFill>
        <a:effectLst/>
      </p:bgPr>
    </p:bg>
    <p:spTree>
      <p:nvGrpSpPr>
        <p:cNvPr id="1" name=""/>
        <p:cNvGrpSpPr/>
        <p:nvPr/>
      </p:nvGrpSpPr>
      <p:grpSpPr/>
      <p:sp>
        <p:nvSpPr>
          <p:cNvPr id="2" name="TextBox 2"/>
          <p:cNvSpPr txBox="1"/>
          <p:nvPr/>
        </p:nvSpPr>
        <p:spPr>
          <a:xfrm>
            <a:off x="0" y="1910652"/>
            <a:ext cx="18288000" cy="4593451"/>
          </a:xfrm>
          <a:prstGeom prst="rect">
            <a:avLst/>
          </a:prstGeom>
        </p:spPr>
        <p:txBody>
          <a:bodyPr lIns="0" tIns="0" rIns="0" bIns="0" rtlCol="0" anchor="t">
            <a:noAutofit/>
          </a:bodyPr>
          <a:lstStyle/>
          <a:p>
            <a:pPr algn="ctr">
              <a:lnSpc>
                <a:spcPts val="7162"/>
              </a:lnSpc>
            </a:pPr>
            <a:r>
              <a:rPr lang="en-US" sz="6300" b="1" spc="41" dirty="0">
                <a:solidFill>
                  <a:srgbClr val="F0FDF4"/>
                </a:solidFill>
                <a:latin typeface="Arial" panose="020B0604020202020204" pitchFamily="34" charset="0"/>
                <a:ea typeface="Poppins Bold"/>
                <a:cs typeface="Arial" panose="020B0604020202020204" pitchFamily="34" charset="0"/>
                <a:sym typeface="Poppins Bold"/>
              </a:rPr>
              <a:t>I believe in one, holy, catholic,</a:t>
            </a:r>
          </a:p>
          <a:p>
            <a:pPr algn="ctr">
              <a:lnSpc>
                <a:spcPts val="7162"/>
              </a:lnSpc>
            </a:pPr>
            <a:r>
              <a:rPr lang="en-US" sz="6300" b="1" spc="41" dirty="0">
                <a:solidFill>
                  <a:srgbClr val="F0FDF4"/>
                </a:solidFill>
                <a:latin typeface="Arial" panose="020B0604020202020204" pitchFamily="34" charset="0"/>
                <a:ea typeface="Poppins Bold"/>
                <a:cs typeface="Arial" panose="020B0604020202020204" pitchFamily="34" charset="0"/>
                <a:sym typeface="Poppins Bold"/>
              </a:rPr>
              <a:t>and apostolic Church.</a:t>
            </a:r>
          </a:p>
          <a:p>
            <a:pPr algn="ctr">
              <a:lnSpc>
                <a:spcPts val="7162"/>
              </a:lnSpc>
            </a:pPr>
            <a:r>
              <a:rPr lang="en-US" sz="6300" b="1" spc="41" dirty="0">
                <a:solidFill>
                  <a:srgbClr val="F0FDF4"/>
                </a:solidFill>
                <a:latin typeface="Arial" panose="020B0604020202020204" pitchFamily="34" charset="0"/>
                <a:ea typeface="Poppins Bold"/>
                <a:cs typeface="Arial" panose="020B0604020202020204" pitchFamily="34" charset="0"/>
                <a:sym typeface="Poppins Bold"/>
              </a:rPr>
              <a:t>I confess one Baptism for the forgiveness of sins and I look forward to the resurrection</a:t>
            </a:r>
          </a:p>
          <a:p>
            <a:pPr marL="0" lvl="0" indent="0" algn="ctr">
              <a:lnSpc>
                <a:spcPts val="7162"/>
              </a:lnSpc>
            </a:pPr>
            <a:r>
              <a:rPr lang="en-US" sz="6300" b="1" spc="41" dirty="0">
                <a:solidFill>
                  <a:srgbClr val="F0FDF4"/>
                </a:solidFill>
                <a:latin typeface="Arial" panose="020B0604020202020204" pitchFamily="34" charset="0"/>
                <a:ea typeface="Poppins Bold"/>
                <a:cs typeface="Arial" panose="020B0604020202020204" pitchFamily="34" charset="0"/>
                <a:sym typeface="Poppins Bold"/>
              </a:rPr>
              <a:t>of the dead and the life of the world to come.</a:t>
            </a:r>
          </a:p>
        </p:txBody>
      </p:sp>
      <p:sp>
        <p:nvSpPr>
          <p:cNvPr id="3" name="TextBox 3"/>
          <p:cNvSpPr txBox="1"/>
          <p:nvPr/>
        </p:nvSpPr>
        <p:spPr>
          <a:xfrm>
            <a:off x="0" y="7352325"/>
            <a:ext cx="18287999" cy="1580402"/>
          </a:xfrm>
          <a:prstGeom prst="rect">
            <a:avLst/>
          </a:prstGeom>
        </p:spPr>
        <p:txBody>
          <a:bodyPr lIns="0" tIns="0" rIns="0" bIns="0" rtlCol="0" anchor="t">
            <a:noAutofit/>
          </a:bodyPr>
          <a:lstStyle/>
          <a:p>
            <a:pPr marL="0" lvl="0" indent="0" algn="ctr">
              <a:lnSpc>
                <a:spcPts val="11799"/>
              </a:lnSpc>
            </a:pPr>
            <a:r>
              <a:rPr lang="en-US" sz="9832" b="1" spc="68" dirty="0">
                <a:solidFill>
                  <a:srgbClr val="FFB800"/>
                </a:solidFill>
                <a:latin typeface="Arial" panose="020B0604020202020204" pitchFamily="34" charset="0"/>
                <a:ea typeface="Poppins Bold"/>
                <a:cs typeface="Arial" panose="020B0604020202020204" pitchFamily="34" charset="0"/>
                <a:sym typeface="Poppins Bold"/>
              </a:rPr>
              <a:t>Amen</a:t>
            </a:r>
            <a:endParaRPr lang="en-US" sz="9832" b="1" spc="68" dirty="0">
              <a:solidFill>
                <a:srgbClr val="F0FDF4"/>
              </a:solidFill>
              <a:latin typeface="Arial" panose="020B0604020202020204" pitchFamily="34" charset="0"/>
              <a:ea typeface="Poppins Bold"/>
              <a:cs typeface="Arial" panose="020B0604020202020204" pitchFamily="34" charset="0"/>
              <a:sym typeface="Poppins Bold"/>
            </a:endParaRPr>
          </a:p>
        </p:txBody>
      </p:sp>
      <p:sp>
        <p:nvSpPr>
          <p:cNvPr id="4" name="TextBox 3"/>
          <p:cNvSpPr txBox="1"/>
          <p:nvPr/>
        </p:nvSpPr>
        <p:spPr>
          <a:xfrm>
            <a:off x="914400" y="9418320"/>
            <a:ext cx="16459200" cy="777240"/>
          </a:xfrm>
          <a:prstGeom prst="rect">
            <a:avLst/>
          </a:prstGeom>
          <a:noFill/>
        </p:spPr>
        <p:txBody>
          <a:bodyPr wrap="square" lIns="109728" rIns="109728" tIns="73152" bIns="73152">
            <a:noAutofit/>
          </a:bodyPr>
          <a:lstStyle/>
          <a:p/>
          <a:p>
            <a:pPr algn="l">
              <a:spcBef>
                <a:spcPts val="200"/>
              </a:spcBef>
              <a:defRPr sz="1200" b="0" i="0" u="none">
                <a:solidFill>
                  <a:srgbClr val="FFB800"/>
                </a:solidFill>
                <a:latin typeface="Arial"/>
              </a:defRPr>
            </a:pPr>
            <a:r>
              <a:t>Nicene Creed (4/4)</a:t>
            </a:r>
          </a:p>
        </p:txBody>
      </p:sp>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p:bg>
      <p:bgPr>
        <a:gradFill rotWithShape="1">
          <a:gsLst>
            <a:gs pos="0">
              <a:srgbClr val="0F1A13"/>
            </a:gs>
            <a:gs pos="100000">
              <a:srgbClr val="689474"/>
            </a:gs>
          </a:gsLst>
          <a:lin scaled="0" ang="0"/>
        </a:gradFill>
        <a:effectLst/>
      </p:bgPr>
    </p:bg>
    <p:spTree>
      <p:nvGrpSpPr>
        <p:cNvPr id="1" name=""/>
        <p:cNvGrpSpPr/>
        <p:nvPr/>
      </p:nvGrpSpPr>
      <p:grpSpPr/>
      <p:sp>
        <p:nvSpPr>
          <p:cNvPr id="2" name="Rounded Rectangle 1"/>
          <p:cNvSpPr/>
          <p:nvPr/>
        </p:nvSpPr>
        <p:spPr>
          <a:xfrm>
            <a:off x="6856171" y="1269187"/>
            <a:ext cx="10943539" cy="6128308"/>
          </a:xfrm>
          <a:prstGeom prst="roundRect">
            <a:avLst>
              <a:gd name="adj" fmla="val 16670"/>
            </a:avLst>
          </a:prstGeom>
          <a:solidFill>
            <a:srgbClr val="2D6A3E">
              <a:alpha val="44706"/>
            </a:srgbClr>
          </a:solidFill>
          <a:ln w="14299" cap="sq">
            <a:solidFill>
              <a:srgbClr val="749D80">
                <a:alpha val="44706"/>
              </a:srgbClr>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900684" y="8503005"/>
            <a:ext cx="16486632" cy="1112824"/>
          </a:xfrm>
          <a:prstGeom prst="roundRect">
            <a:avLst>
              <a:gd name="adj" fmla="val 16670"/>
            </a:avLst>
          </a:prstGeom>
          <a:solidFill>
            <a:srgbClr val="1D4128">
              <a:alpha val="60784"/>
            </a:srgbClr>
          </a:solidFill>
          <a:ln w="14299" cap="sq">
            <a:solidFill>
              <a:srgbClr val="1D4128">
                <a:alpha val="60784"/>
              </a:srgbClr>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284732" y="2390241"/>
            <a:ext cx="4209897" cy="638251"/>
          </a:xfrm>
          <a:prstGeom prst="rect">
            <a:avLst/>
          </a:prstGeom>
          <a:noFill/>
        </p:spPr>
        <p:txBody>
          <a:bodyPr wrap="square" lIns="109728" rIns="109728" tIns="73152" bIns="73152" anchor="ctr">
            <a:noAutofit/>
          </a:bodyPr>
          <a:lstStyle/>
          <a:p>
            <a:pPr algn="ctr">
              <a:lnSpc>
                <a:spcPct val="108000"/>
              </a:lnSpc>
              <a:defRPr sz="3700" b="1" i="0" u="none">
                <a:solidFill>
                  <a:srgbClr val="FFEABF"/>
                </a:solidFill>
                <a:latin typeface="Arial"/>
              </a:defRPr>
            </a:pPr>
            <a:r>
              <a:t>MASS CELEBRANT:</a:t>
            </a:r>
          </a:p>
        </p:txBody>
      </p:sp>
      <p:sp>
        <p:nvSpPr>
          <p:cNvPr id="5" name="TextBox 4"/>
          <p:cNvSpPr txBox="1"/>
          <p:nvPr/>
        </p:nvSpPr>
        <p:spPr>
          <a:xfrm>
            <a:off x="267004" y="3053181"/>
            <a:ext cx="6589166" cy="1057046"/>
          </a:xfrm>
          <a:prstGeom prst="rect">
            <a:avLst/>
          </a:prstGeom>
          <a:noFill/>
        </p:spPr>
        <p:txBody>
          <a:bodyPr wrap="square" lIns="109728" rIns="109728" tIns="73152" bIns="73152" anchor="ctr">
            <a:noAutofit/>
          </a:bodyPr>
          <a:lstStyle/>
          <a:p>
            <a:pPr algn="ctr">
              <a:lnSpc>
                <a:spcPct val="108000"/>
              </a:lnSpc>
              <a:defRPr sz="3900" b="1" i="0" u="none">
                <a:solidFill>
                  <a:srgbClr val="FAF8F4"/>
                </a:solidFill>
                <a:latin typeface="Arial"/>
              </a:defRPr>
            </a:pPr>
            <a:r>
              <a:t>Rev. Fr. Sample Celebrant</a:t>
            </a:r>
          </a:p>
        </p:txBody>
      </p:sp>
      <p:sp>
        <p:nvSpPr>
          <p:cNvPr id="6" name="TextBox 5"/>
          <p:cNvSpPr txBox="1"/>
          <p:nvPr/>
        </p:nvSpPr>
        <p:spPr>
          <a:xfrm>
            <a:off x="267004" y="4429353"/>
            <a:ext cx="6589166" cy="868680"/>
          </a:xfrm>
          <a:prstGeom prst="rect">
            <a:avLst/>
          </a:prstGeom>
          <a:noFill/>
        </p:spPr>
        <p:txBody>
          <a:bodyPr wrap="square" lIns="109728" rIns="109728" tIns="73152" bIns="73152" anchor="ctr">
            <a:noAutofit/>
          </a:bodyPr>
          <a:lstStyle/>
          <a:p>
            <a:pPr algn="ctr">
              <a:lnSpc>
                <a:spcPct val="108000"/>
              </a:lnSpc>
              <a:defRPr sz="4700" b="1" i="1" u="none">
                <a:solidFill>
                  <a:srgbClr val="FAF8F4"/>
                </a:solidFill>
                <a:latin typeface="Arial"/>
              </a:defRPr>
            </a:pPr>
            <a:r>
              <a:t>YEAR C · 21 JUNE 2026</a:t>
            </a:r>
          </a:p>
        </p:txBody>
      </p:sp>
      <p:sp>
        <p:nvSpPr>
          <p:cNvPr id="7" name="TextBox 6"/>
          <p:cNvSpPr txBox="1"/>
          <p:nvPr/>
        </p:nvSpPr>
        <p:spPr>
          <a:xfrm>
            <a:off x="1284732" y="5676595"/>
            <a:ext cx="4209897" cy="638251"/>
          </a:xfrm>
          <a:prstGeom prst="rect">
            <a:avLst/>
          </a:prstGeom>
          <a:noFill/>
        </p:spPr>
        <p:txBody>
          <a:bodyPr wrap="square" lIns="109728" rIns="109728" tIns="73152" bIns="73152" anchor="ctr">
            <a:noAutofit/>
          </a:bodyPr>
          <a:lstStyle/>
          <a:p>
            <a:pPr algn="ctr">
              <a:lnSpc>
                <a:spcPct val="108000"/>
              </a:lnSpc>
              <a:defRPr sz="3700" b="1" i="0" u="none">
                <a:solidFill>
                  <a:srgbClr val="FFEABF"/>
                </a:solidFill>
                <a:latin typeface="Arial"/>
              </a:defRPr>
            </a:pPr>
            <a:r>
              <a:t>CO-CELEBRANT:</a:t>
            </a:r>
          </a:p>
        </p:txBody>
      </p:sp>
      <p:sp>
        <p:nvSpPr>
          <p:cNvPr id="8" name="TextBox 7"/>
          <p:cNvSpPr txBox="1"/>
          <p:nvPr/>
        </p:nvSpPr>
        <p:spPr>
          <a:xfrm>
            <a:off x="95097" y="6369710"/>
            <a:ext cx="6589166" cy="1057046"/>
          </a:xfrm>
          <a:prstGeom prst="rect">
            <a:avLst/>
          </a:prstGeom>
          <a:noFill/>
        </p:spPr>
        <p:txBody>
          <a:bodyPr wrap="square" lIns="109728" rIns="109728" tIns="73152" bIns="73152" anchor="ctr">
            <a:noAutofit/>
          </a:bodyPr>
          <a:lstStyle/>
          <a:p>
            <a:pPr algn="ctr">
              <a:lnSpc>
                <a:spcPct val="108000"/>
              </a:lnSpc>
              <a:defRPr sz="4700" b="1" i="0" u="none">
                <a:solidFill>
                  <a:srgbClr val="FAF8F4"/>
                </a:solidFill>
                <a:latin typeface="Arial"/>
              </a:defRPr>
            </a:pPr>
            <a:r>
              <a:t>Rev. Fr. Co Celebrant</a:t>
            </a:r>
          </a:p>
        </p:txBody>
      </p:sp>
      <p:sp>
        <p:nvSpPr>
          <p:cNvPr id="9" name="TextBox 8"/>
          <p:cNvSpPr txBox="1"/>
          <p:nvPr/>
        </p:nvSpPr>
        <p:spPr>
          <a:xfrm>
            <a:off x="6900062" y="2390241"/>
            <a:ext cx="10775289" cy="2422245"/>
          </a:xfrm>
          <a:prstGeom prst="rect">
            <a:avLst/>
          </a:prstGeom>
          <a:noFill/>
        </p:spPr>
        <p:txBody>
          <a:bodyPr wrap="square" lIns="109728" rIns="109728" tIns="73152" bIns="73152" anchor="ctr">
            <a:noAutofit/>
          </a:bodyPr>
          <a:lstStyle/>
          <a:p>
            <a:pPr algn="ctr">
              <a:lnSpc>
                <a:spcPct val="108000"/>
              </a:lnSpc>
              <a:defRPr sz="3900" b="0" i="0" u="none">
                <a:solidFill>
                  <a:srgbClr val="EFEDEC"/>
                </a:solidFill>
                <a:latin typeface="Arial"/>
              </a:defRPr>
            </a:pPr>
            <a:r>
              <a:t>“Who do you say that I am?”</a:t>
            </a:r>
          </a:p>
        </p:txBody>
      </p:sp>
      <p:sp>
        <p:nvSpPr>
          <p:cNvPr id="10" name="TextBox 9"/>
          <p:cNvSpPr txBox="1"/>
          <p:nvPr/>
        </p:nvSpPr>
        <p:spPr>
          <a:xfrm>
            <a:off x="9378086" y="5801868"/>
            <a:ext cx="5819241" cy="705002"/>
          </a:xfrm>
          <a:prstGeom prst="rect">
            <a:avLst/>
          </a:prstGeom>
          <a:noFill/>
        </p:spPr>
        <p:txBody>
          <a:bodyPr wrap="square" lIns="109728" rIns="109728" tIns="73152" bIns="73152" anchor="ctr">
            <a:noAutofit/>
          </a:bodyPr>
          <a:lstStyle/>
          <a:p>
            <a:pPr algn="ctr">
              <a:lnSpc>
                <a:spcPct val="108000"/>
              </a:lnSpc>
              <a:defRPr sz="4100" b="1" i="0" u="none">
                <a:solidFill>
                  <a:srgbClr val="FFDE9E"/>
                </a:solidFill>
                <a:latin typeface="Arial"/>
              </a:defRPr>
            </a:pPr>
            <a:r>
              <a:t>GOSPEL (LK 9:18–24)</a:t>
            </a:r>
          </a:p>
        </p:txBody>
      </p:sp>
      <p:sp>
        <p:nvSpPr>
          <p:cNvPr id="11" name="TextBox 10"/>
          <p:cNvSpPr txBox="1"/>
          <p:nvPr/>
        </p:nvSpPr>
        <p:spPr>
          <a:xfrm>
            <a:off x="3195828" y="8411565"/>
            <a:ext cx="12362688" cy="1162202"/>
          </a:xfrm>
          <a:prstGeom prst="rect">
            <a:avLst/>
          </a:prstGeom>
          <a:noFill/>
        </p:spPr>
        <p:txBody>
          <a:bodyPr wrap="square" lIns="109728" rIns="109728" tIns="73152" bIns="73152" anchor="ctr">
            <a:noAutofit/>
          </a:bodyPr>
          <a:lstStyle/>
          <a:p>
            <a:pPr algn="ctr">
              <a:lnSpc>
                <a:spcPct val="108000"/>
              </a:lnSpc>
              <a:defRPr sz="6000" b="1" i="0" u="none">
                <a:solidFill>
                  <a:srgbClr val="FAF8F4"/>
                </a:solidFill>
                <a:latin typeface="Arial"/>
              </a:defRPr>
            </a:pPr>
            <a:r>
              <a:t>Twelfth Sunday in Ordinary Time</a:t>
            </a:r>
          </a:p>
        </p:txBody>
      </p:sp>
    </p:spTree>
  </p:cSld>
  <p:clrMapOvr>
    <a:masterClrMapping/>
  </p:clrMapOvr>
</p:sld>
</file>

<file path=ppt/slides/slide32.xml><?xml version="1.0" encoding="utf-8"?>
<p:sld xmlns:a="http://schemas.openxmlformats.org/drawingml/2006/main" xmlns:p="http://schemas.openxmlformats.org/presentationml/2006/main" xmlns:r="http://schemas.openxmlformats.org/officeDocument/2006/relationships">
  <p:cSld>
    <p:bg>
      <p:bgPr>
        <a:solidFill>
          <a:srgbClr val="000000"/>
        </a:solidFill>
        <a:effectLst/>
      </p:bgPr>
    </p:bg>
    <p:spTree>
      <p:nvGrpSpPr>
        <p:cNvPr id="1" name=""/>
        <p:cNvGrpSpPr/>
        <p:nvPr/>
      </p:nvGrpSpPr>
      <p:grpSpPr/>
      <p:sp>
        <p:nvSpPr>
          <p:cNvPr id="2" name="TextBox 1"/>
          <p:cNvSpPr txBox="1"/>
          <p:nvPr/>
        </p:nvSpPr>
        <p:spPr>
          <a:xfrm>
            <a:off x="914400" y="4190343"/>
            <a:ext cx="16459200" cy="1430827"/>
          </a:xfrm>
          <a:prstGeom prst="rect">
            <a:avLst/>
          </a:prstGeom>
          <a:noFill/>
        </p:spPr>
        <p:txBody>
          <a:bodyPr wrap="square" lIns="109728" tIns="73152" rIns="109728" bIns="73152" anchor="ctr">
            <a:noAutofit/>
          </a:bodyPr>
          <a:lstStyle/>
          <a:p>
            <a:pPr algn="ctr">
              <a:spcBef>
                <a:spcPts val="400"/>
              </a:spcBef>
              <a:spcAft>
                <a:spcPts val="500"/>
              </a:spcAft>
              <a:defRPr sz="5500" b="1" i="0" u="none">
                <a:solidFill>
                  <a:srgbClr val="F0FDF4"/>
                </a:solidFill>
                <a:latin typeface="Inter"/>
              </a:defRPr>
            </a:pPr>
            <a:r>
              <a:rPr lang="en-US" sz="10000" b="1" dirty="0">
                <a:solidFill>
                  <a:srgbClr val="F0FDF4"/>
                </a:solidFill>
                <a:latin typeface="Arial" panose="020B0604020202020204" pitchFamily="34" charset="0"/>
                <a:cs typeface="Arial" panose="020B0604020202020204" pitchFamily="34" charset="0"/>
              </a:rPr>
              <a:t>All: Lord, hear our prayer.</a:t>
            </a:r>
          </a:p>
        </p:txBody>
      </p:sp>
      <p:sp>
        <p:nvSpPr>
          <p:cNvPr id="4" name="TextBox 3">
            <a:extLst>
              <a:ext uri="{FF2B5EF4-FFF2-40B4-BE49-F238E27FC236}">
                <a16:creationId xmlns:a16="http://schemas.microsoft.com/office/drawing/2014/main" id="{B436A201-D91B-AC44-8142-20FBEC978F83}"/>
              </a:ext>
            </a:extLst>
          </p:cNvPr>
          <p:cNvSpPr txBox="1"/>
          <p:nvPr/>
        </p:nvSpPr>
        <p:spPr>
          <a:xfrm>
            <a:off x="0" y="109728"/>
            <a:ext cx="18288000" cy="868680"/>
          </a:xfrm>
          <a:prstGeom prst="rect">
            <a:avLst/>
          </a:prstGeom>
          <a:noFill/>
        </p:spPr>
        <p:txBody>
          <a:bodyPr wrap="square" lIns="109728" tIns="73152" rIns="109728" bIns="73152">
            <a:noAutofit/>
          </a:bodyPr>
          <a:lstStyle/>
          <a:p>
            <a:pPr algn="ctr"/>
            <a:r>
              <a:rPr lang="en-US" sz="5000" b="1" u="sng" dirty="0">
                <a:solidFill>
                  <a:srgbClr val="FFB800"/>
                </a:solidFill>
                <a:latin typeface="Georgia"/>
              </a:rPr>
              <a:t>Prayer of the Faithful</a:t>
            </a:r>
            <a:endParaRPr sz="5000" b="1" u="sng" dirty="0">
              <a:solidFill>
                <a:srgbClr val="86EFAC"/>
              </a:solidFill>
              <a:latin typeface="Georgia"/>
            </a:endParaRPr>
          </a:p>
        </p:txBody>
      </p:sp>
      <p:sp>
        <p:nvSpPr>
          <p:cNvPr id="5" name="TextBox 4"/>
          <p:cNvSpPr txBox="1"/>
          <p:nvPr/>
        </p:nvSpPr>
        <p:spPr>
          <a:xfrm>
            <a:off x="914400" y="9418320"/>
            <a:ext cx="16459200" cy="777240"/>
          </a:xfrm>
          <a:prstGeom prst="rect">
            <a:avLst/>
          </a:prstGeom>
          <a:noFill/>
        </p:spPr>
        <p:txBody>
          <a:bodyPr wrap="square" lIns="109728" rIns="109728" tIns="73152" bIns="73152">
            <a:noAutofit/>
          </a:bodyPr>
          <a:lstStyle/>
          <a:p/>
          <a:p>
            <a:pPr algn="l">
              <a:spcBef>
                <a:spcPts val="200"/>
              </a:spcBef>
              <a:defRPr sz="1200" b="0" i="0" u="none">
                <a:solidFill>
                  <a:srgbClr val="FFB800"/>
                </a:solidFill>
                <a:latin typeface="Arial"/>
              </a:defRPr>
            </a:pPr>
            <a:r>
              <a:t>Prayer of the Faithful (1/2)</a:t>
            </a:r>
          </a:p>
        </p:txBody>
      </p:sp>
    </p:spTree>
  </p:cSld>
  <p:clrMapOvr>
    <a:masterClrMapping/>
  </p:clrMapOvr>
</p:sld>
</file>

<file path=ppt/slides/slide33.xml><?xml version="1.0" encoding="utf-8"?>
<p:sld xmlns:a="http://schemas.openxmlformats.org/drawingml/2006/main" xmlns:p="http://schemas.openxmlformats.org/presentationml/2006/main" xmlns:r="http://schemas.openxmlformats.org/officeDocument/2006/relationships">
  <p:cSld>
    <p:bg>
      <p:bgPr>
        <a:solidFill>
          <a:srgbClr val="000000"/>
        </a:solidFill>
        <a:effectLst/>
      </p:bgPr>
    </p:bg>
    <p:spTree>
      <p:nvGrpSpPr>
        <p:cNvPr id="1" name=""/>
        <p:cNvGrpSpPr/>
        <p:nvPr/>
      </p:nvGrpSpPr>
      <p:grpSpPr/>
      <p:sp>
        <p:nvSpPr>
          <p:cNvPr id="2" name="TextBox 1"/>
          <p:cNvSpPr txBox="1"/>
          <p:nvPr/>
        </p:nvSpPr>
        <p:spPr>
          <a:xfrm>
            <a:off x="914400" y="5734431"/>
            <a:ext cx="16459200" cy="1573910"/>
          </a:xfrm>
          <a:prstGeom prst="rect">
            <a:avLst/>
          </a:prstGeom>
          <a:noFill/>
        </p:spPr>
        <p:txBody>
          <a:bodyPr wrap="square" lIns="109728" tIns="73152" rIns="109728" bIns="73152" anchor="ctr">
            <a:noAutofit/>
          </a:bodyPr>
          <a:lstStyle/>
          <a:p>
            <a:pPr algn="ctr">
              <a:spcBef>
                <a:spcPts val="400"/>
              </a:spcBef>
              <a:spcAft>
                <a:spcPts val="500"/>
              </a:spcAft>
              <a:defRPr sz="5500" b="1" i="0" u="none">
                <a:solidFill>
                  <a:srgbClr val="F0FDF4"/>
                </a:solidFill>
                <a:latin typeface="Inter"/>
              </a:defRPr>
            </a:pPr>
            <a:r>
              <a:rPr sz="10000" b="1" dirty="0">
                <a:solidFill>
                  <a:srgbClr val="F0FDF4"/>
                </a:solidFill>
                <a:latin typeface="Arial" panose="020B0604020202020204" pitchFamily="34" charset="0"/>
                <a:cs typeface="Arial" panose="020B0604020202020204" pitchFamily="34" charset="0"/>
              </a:rPr>
              <a:t>All: Amen.</a:t>
            </a:r>
          </a:p>
        </p:txBody>
      </p:sp>
      <p:sp>
        <p:nvSpPr>
          <p:cNvPr id="4" name="TextBox 3">
            <a:extLst>
              <a:ext uri="{FF2B5EF4-FFF2-40B4-BE49-F238E27FC236}">
                <a16:creationId xmlns:a16="http://schemas.microsoft.com/office/drawing/2014/main" id="{EE30C16C-BBAA-3487-E45C-20107E5A955A}"/>
              </a:ext>
            </a:extLst>
          </p:cNvPr>
          <p:cNvSpPr txBox="1"/>
          <p:nvPr/>
        </p:nvSpPr>
        <p:spPr>
          <a:xfrm>
            <a:off x="0" y="1689652"/>
            <a:ext cx="18288000" cy="2862917"/>
          </a:xfrm>
          <a:prstGeom prst="rect">
            <a:avLst/>
          </a:prstGeom>
          <a:noFill/>
        </p:spPr>
        <p:txBody>
          <a:bodyPr wrap="square" lIns="109728" tIns="73152" rIns="109728" bIns="73152" anchor="ctr">
            <a:noAutofit/>
          </a:bodyPr>
          <a:lstStyle/>
          <a:p>
            <a:pPr algn="ctr">
              <a:defRPr sz="5500" b="1" i="0" u="none">
                <a:solidFill>
                  <a:srgbClr val="86EFAC"/>
                </a:solidFill>
                <a:latin typeface="Inter"/>
              </a:defRPr>
            </a:pPr>
            <a:r>
              <a:rPr lang="en-US" sz="6500" b="1" dirty="0">
                <a:solidFill>
                  <a:srgbClr val="FFB800"/>
                </a:solidFill>
                <a:latin typeface="Arial" panose="020B0604020202020204" pitchFamily="34" charset="0"/>
                <a:cs typeface="Arial" panose="020B0604020202020204" pitchFamily="34" charset="0"/>
              </a:rPr>
              <a:t>Priest:</a:t>
            </a:r>
            <a:r>
              <a:rPr lang="en-US" sz="6500" b="1" dirty="0">
                <a:solidFill>
                  <a:srgbClr val="F0FDF4"/>
                </a:solidFill>
                <a:latin typeface="Arial" panose="020B0604020202020204" pitchFamily="34" charset="0"/>
                <a:cs typeface="Arial" panose="020B0604020202020204" pitchFamily="34" charset="0"/>
              </a:rPr>
              <a:t> </a:t>
            </a:r>
            <a:r>
              <a:rPr lang="en-US" sz="6500" b="1" i="1" dirty="0">
                <a:solidFill>
                  <a:srgbClr val="F0FDF4"/>
                </a:solidFill>
                <a:latin typeface="Arial" panose="020B0604020202020204" pitchFamily="34" charset="0"/>
                <a:cs typeface="Arial" panose="020B0604020202020204" pitchFamily="34" charset="0"/>
              </a:rPr>
              <a:t>Heavenly Father, hear the prayers of the Church, which we make through Christ our Lord.</a:t>
            </a:r>
          </a:p>
        </p:txBody>
      </p:sp>
      <p:sp>
        <p:nvSpPr>
          <p:cNvPr id="5" name="TextBox 4">
            <a:extLst>
              <a:ext uri="{FF2B5EF4-FFF2-40B4-BE49-F238E27FC236}">
                <a16:creationId xmlns:a16="http://schemas.microsoft.com/office/drawing/2014/main" id="{0E43C135-6FC3-B00D-80F0-612957771E96}"/>
              </a:ext>
            </a:extLst>
          </p:cNvPr>
          <p:cNvSpPr txBox="1"/>
          <p:nvPr/>
        </p:nvSpPr>
        <p:spPr>
          <a:xfrm>
            <a:off x="0" y="109728"/>
            <a:ext cx="18288000" cy="868680"/>
          </a:xfrm>
          <a:prstGeom prst="rect">
            <a:avLst/>
          </a:prstGeom>
          <a:noFill/>
        </p:spPr>
        <p:txBody>
          <a:bodyPr wrap="square" lIns="109728" tIns="73152" rIns="109728" bIns="73152">
            <a:noAutofit/>
          </a:bodyPr>
          <a:lstStyle/>
          <a:p>
            <a:pPr algn="ctr"/>
            <a:r>
              <a:rPr lang="en-US" sz="5000" b="1" u="sng" dirty="0">
                <a:solidFill>
                  <a:srgbClr val="FFB800"/>
                </a:solidFill>
                <a:latin typeface="Georgia"/>
              </a:rPr>
              <a:t>Prayer of the Faithful</a:t>
            </a:r>
            <a:endParaRPr sz="5000" b="1" u="sng" dirty="0">
              <a:solidFill>
                <a:srgbClr val="86EFAC"/>
              </a:solidFill>
              <a:latin typeface="Georgia"/>
            </a:endParaRPr>
          </a:p>
        </p:txBody>
      </p:sp>
      <p:sp>
        <p:nvSpPr>
          <p:cNvPr id="6" name="TextBox 5"/>
          <p:cNvSpPr txBox="1"/>
          <p:nvPr/>
        </p:nvSpPr>
        <p:spPr>
          <a:xfrm>
            <a:off x="914400" y="9418320"/>
            <a:ext cx="16459200" cy="777240"/>
          </a:xfrm>
          <a:prstGeom prst="rect">
            <a:avLst/>
          </a:prstGeom>
          <a:noFill/>
        </p:spPr>
        <p:txBody>
          <a:bodyPr wrap="square" lIns="109728" rIns="109728" tIns="73152" bIns="73152">
            <a:noAutofit/>
          </a:bodyPr>
          <a:lstStyle/>
          <a:p/>
          <a:p>
            <a:pPr algn="l">
              <a:spcBef>
                <a:spcPts val="200"/>
              </a:spcBef>
              <a:defRPr sz="1200" b="0" i="0" u="none">
                <a:solidFill>
                  <a:srgbClr val="FFB800"/>
                </a:solidFill>
                <a:latin typeface="Arial"/>
              </a:defRPr>
            </a:pPr>
            <a:r>
              <a:t>Prayer of the Faithful (2/2)</a:t>
            </a:r>
          </a:p>
        </p:txBody>
      </p:sp>
    </p:spTree>
  </p:cSld>
  <p:clrMapOvr>
    <a:masterClrMapping/>
  </p:clrMapOvr>
</p:sld>
</file>

<file path=ppt/slides/slide34.xml><?xml version="1.0" encoding="utf-8"?>
<p:sld xmlns:a="http://schemas.openxmlformats.org/drawingml/2006/main" xmlns:p="http://schemas.openxmlformats.org/presentationml/2006/main" xmlns:r="http://schemas.openxmlformats.org/officeDocument/2006/relationships">
  <p:cSld>
    <p:bg>
      <p:bgPr>
        <a:gradFill rotWithShape="1">
          <a:gsLst>
            <a:gs pos="0">
              <a:srgbClr val="0F1A13"/>
            </a:gs>
            <a:gs pos="100000">
              <a:srgbClr val="689474"/>
            </a:gs>
          </a:gsLst>
          <a:lin scaled="0" ang="0"/>
        </a:gradFill>
        <a:effectLst/>
      </p:bgPr>
    </p:bg>
    <p:spTree>
      <p:nvGrpSpPr>
        <p:cNvPr id="1" name=""/>
        <p:cNvGrpSpPr/>
        <p:nvPr/>
      </p:nvGrpSpPr>
      <p:grpSpPr/>
      <p:sp>
        <p:nvSpPr>
          <p:cNvPr id="2" name="Rounded Rectangle 1"/>
          <p:cNvSpPr/>
          <p:nvPr/>
        </p:nvSpPr>
        <p:spPr>
          <a:xfrm>
            <a:off x="6856171" y="1269187"/>
            <a:ext cx="10943539" cy="6128308"/>
          </a:xfrm>
          <a:prstGeom prst="roundRect">
            <a:avLst>
              <a:gd name="adj" fmla="val 16670"/>
            </a:avLst>
          </a:prstGeom>
          <a:solidFill>
            <a:srgbClr val="2D6A3E">
              <a:alpha val="44706"/>
            </a:srgbClr>
          </a:solidFill>
          <a:ln w="14299" cap="sq">
            <a:solidFill>
              <a:srgbClr val="749D80">
                <a:alpha val="44706"/>
              </a:srgbClr>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900684" y="8503005"/>
            <a:ext cx="16486632" cy="1112824"/>
          </a:xfrm>
          <a:prstGeom prst="roundRect">
            <a:avLst>
              <a:gd name="adj" fmla="val 16670"/>
            </a:avLst>
          </a:prstGeom>
          <a:solidFill>
            <a:srgbClr val="1D4128">
              <a:alpha val="60784"/>
            </a:srgbClr>
          </a:solidFill>
          <a:ln w="14299" cap="sq">
            <a:solidFill>
              <a:srgbClr val="1D4128">
                <a:alpha val="60784"/>
              </a:srgbClr>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284732" y="2390241"/>
            <a:ext cx="4209897" cy="638251"/>
          </a:xfrm>
          <a:prstGeom prst="rect">
            <a:avLst/>
          </a:prstGeom>
          <a:noFill/>
        </p:spPr>
        <p:txBody>
          <a:bodyPr wrap="square" lIns="109728" rIns="109728" tIns="73152" bIns="73152" anchor="ctr">
            <a:noAutofit/>
          </a:bodyPr>
          <a:lstStyle/>
          <a:p>
            <a:pPr algn="ctr">
              <a:lnSpc>
                <a:spcPct val="108000"/>
              </a:lnSpc>
              <a:defRPr sz="3700" b="1" i="0" u="none">
                <a:solidFill>
                  <a:srgbClr val="FFEABF"/>
                </a:solidFill>
                <a:latin typeface="Arial"/>
              </a:defRPr>
            </a:pPr>
            <a:r>
              <a:t>MASS CELEBRANT:</a:t>
            </a:r>
          </a:p>
        </p:txBody>
      </p:sp>
      <p:sp>
        <p:nvSpPr>
          <p:cNvPr id="5" name="TextBox 4"/>
          <p:cNvSpPr txBox="1"/>
          <p:nvPr/>
        </p:nvSpPr>
        <p:spPr>
          <a:xfrm>
            <a:off x="267004" y="3053181"/>
            <a:ext cx="6589166" cy="1057046"/>
          </a:xfrm>
          <a:prstGeom prst="rect">
            <a:avLst/>
          </a:prstGeom>
          <a:noFill/>
        </p:spPr>
        <p:txBody>
          <a:bodyPr wrap="square" lIns="109728" rIns="109728" tIns="73152" bIns="73152" anchor="ctr">
            <a:noAutofit/>
          </a:bodyPr>
          <a:lstStyle/>
          <a:p>
            <a:pPr algn="ctr">
              <a:lnSpc>
                <a:spcPct val="108000"/>
              </a:lnSpc>
              <a:defRPr sz="3900" b="1" i="0" u="none">
                <a:solidFill>
                  <a:srgbClr val="FAF8F4"/>
                </a:solidFill>
                <a:latin typeface="Arial"/>
              </a:defRPr>
            </a:pPr>
            <a:r>
              <a:t>Rev. Fr. Sample Celebrant</a:t>
            </a:r>
          </a:p>
        </p:txBody>
      </p:sp>
      <p:sp>
        <p:nvSpPr>
          <p:cNvPr id="6" name="TextBox 5"/>
          <p:cNvSpPr txBox="1"/>
          <p:nvPr/>
        </p:nvSpPr>
        <p:spPr>
          <a:xfrm>
            <a:off x="267004" y="4429353"/>
            <a:ext cx="6589166" cy="868680"/>
          </a:xfrm>
          <a:prstGeom prst="rect">
            <a:avLst/>
          </a:prstGeom>
          <a:noFill/>
        </p:spPr>
        <p:txBody>
          <a:bodyPr wrap="square" lIns="109728" rIns="109728" tIns="73152" bIns="73152" anchor="ctr">
            <a:noAutofit/>
          </a:bodyPr>
          <a:lstStyle/>
          <a:p>
            <a:pPr algn="ctr">
              <a:lnSpc>
                <a:spcPct val="108000"/>
              </a:lnSpc>
              <a:defRPr sz="4700" b="1" i="1" u="none">
                <a:solidFill>
                  <a:srgbClr val="FAF8F4"/>
                </a:solidFill>
                <a:latin typeface="Arial"/>
              </a:defRPr>
            </a:pPr>
            <a:r>
              <a:t>YEAR C · 21 JUNE 2026</a:t>
            </a:r>
          </a:p>
        </p:txBody>
      </p:sp>
      <p:sp>
        <p:nvSpPr>
          <p:cNvPr id="7" name="TextBox 6"/>
          <p:cNvSpPr txBox="1"/>
          <p:nvPr/>
        </p:nvSpPr>
        <p:spPr>
          <a:xfrm>
            <a:off x="1284732" y="5676595"/>
            <a:ext cx="4209897" cy="638251"/>
          </a:xfrm>
          <a:prstGeom prst="rect">
            <a:avLst/>
          </a:prstGeom>
          <a:noFill/>
        </p:spPr>
        <p:txBody>
          <a:bodyPr wrap="square" lIns="109728" rIns="109728" tIns="73152" bIns="73152" anchor="ctr">
            <a:noAutofit/>
          </a:bodyPr>
          <a:lstStyle/>
          <a:p>
            <a:pPr algn="ctr">
              <a:lnSpc>
                <a:spcPct val="108000"/>
              </a:lnSpc>
              <a:defRPr sz="3700" b="1" i="0" u="none">
                <a:solidFill>
                  <a:srgbClr val="FFEABF"/>
                </a:solidFill>
                <a:latin typeface="Arial"/>
              </a:defRPr>
            </a:pPr>
            <a:r>
              <a:t>CO-CELEBRANT:</a:t>
            </a:r>
          </a:p>
        </p:txBody>
      </p:sp>
      <p:sp>
        <p:nvSpPr>
          <p:cNvPr id="8" name="TextBox 7"/>
          <p:cNvSpPr txBox="1"/>
          <p:nvPr/>
        </p:nvSpPr>
        <p:spPr>
          <a:xfrm>
            <a:off x="95097" y="6369710"/>
            <a:ext cx="6589166" cy="1057046"/>
          </a:xfrm>
          <a:prstGeom prst="rect">
            <a:avLst/>
          </a:prstGeom>
          <a:noFill/>
        </p:spPr>
        <p:txBody>
          <a:bodyPr wrap="square" lIns="109728" rIns="109728" tIns="73152" bIns="73152" anchor="ctr">
            <a:noAutofit/>
          </a:bodyPr>
          <a:lstStyle/>
          <a:p>
            <a:pPr algn="ctr">
              <a:lnSpc>
                <a:spcPct val="108000"/>
              </a:lnSpc>
              <a:defRPr sz="4700" b="1" i="0" u="none">
                <a:solidFill>
                  <a:srgbClr val="FAF8F4"/>
                </a:solidFill>
                <a:latin typeface="Arial"/>
              </a:defRPr>
            </a:pPr>
            <a:r>
              <a:t>Rev. Fr. Co Celebrant</a:t>
            </a:r>
          </a:p>
        </p:txBody>
      </p:sp>
      <p:sp>
        <p:nvSpPr>
          <p:cNvPr id="9" name="TextBox 8"/>
          <p:cNvSpPr txBox="1"/>
          <p:nvPr/>
        </p:nvSpPr>
        <p:spPr>
          <a:xfrm>
            <a:off x="6900062" y="2390241"/>
            <a:ext cx="10775289" cy="2422245"/>
          </a:xfrm>
          <a:prstGeom prst="rect">
            <a:avLst/>
          </a:prstGeom>
          <a:noFill/>
        </p:spPr>
        <p:txBody>
          <a:bodyPr wrap="square" lIns="109728" rIns="109728" tIns="73152" bIns="73152" anchor="ctr">
            <a:noAutofit/>
          </a:bodyPr>
          <a:lstStyle/>
          <a:p>
            <a:pPr algn="ctr">
              <a:lnSpc>
                <a:spcPct val="108000"/>
              </a:lnSpc>
              <a:defRPr sz="3900" b="0" i="0" u="none">
                <a:solidFill>
                  <a:srgbClr val="EFEDEC"/>
                </a:solidFill>
                <a:latin typeface="Arial"/>
              </a:defRPr>
            </a:pPr>
            <a:r>
              <a:t>“Who do you say that I am?”</a:t>
            </a:r>
          </a:p>
        </p:txBody>
      </p:sp>
      <p:sp>
        <p:nvSpPr>
          <p:cNvPr id="10" name="TextBox 9"/>
          <p:cNvSpPr txBox="1"/>
          <p:nvPr/>
        </p:nvSpPr>
        <p:spPr>
          <a:xfrm>
            <a:off x="9378086" y="5801868"/>
            <a:ext cx="5819241" cy="705002"/>
          </a:xfrm>
          <a:prstGeom prst="rect">
            <a:avLst/>
          </a:prstGeom>
          <a:noFill/>
        </p:spPr>
        <p:txBody>
          <a:bodyPr wrap="square" lIns="109728" rIns="109728" tIns="73152" bIns="73152" anchor="ctr">
            <a:noAutofit/>
          </a:bodyPr>
          <a:lstStyle/>
          <a:p>
            <a:pPr algn="ctr">
              <a:lnSpc>
                <a:spcPct val="108000"/>
              </a:lnSpc>
              <a:defRPr sz="4100" b="1" i="0" u="none">
                <a:solidFill>
                  <a:srgbClr val="FFDE9E"/>
                </a:solidFill>
                <a:latin typeface="Arial"/>
              </a:defRPr>
            </a:pPr>
            <a:r>
              <a:t>GOSPEL (LK 9:18–24)</a:t>
            </a:r>
          </a:p>
        </p:txBody>
      </p:sp>
      <p:sp>
        <p:nvSpPr>
          <p:cNvPr id="11" name="TextBox 10"/>
          <p:cNvSpPr txBox="1"/>
          <p:nvPr/>
        </p:nvSpPr>
        <p:spPr>
          <a:xfrm>
            <a:off x="3195828" y="8411565"/>
            <a:ext cx="12362688" cy="1162202"/>
          </a:xfrm>
          <a:prstGeom prst="rect">
            <a:avLst/>
          </a:prstGeom>
          <a:noFill/>
        </p:spPr>
        <p:txBody>
          <a:bodyPr wrap="square" lIns="109728" rIns="109728" tIns="73152" bIns="73152" anchor="ctr">
            <a:noAutofit/>
          </a:bodyPr>
          <a:lstStyle/>
          <a:p>
            <a:pPr algn="ctr">
              <a:lnSpc>
                <a:spcPct val="108000"/>
              </a:lnSpc>
              <a:defRPr sz="6000" b="1" i="0" u="none">
                <a:solidFill>
                  <a:srgbClr val="FAF8F4"/>
                </a:solidFill>
                <a:latin typeface="Arial"/>
              </a:defRPr>
            </a:pPr>
            <a:r>
              <a:t>Twelfth Sunday in Ordinary Time</a:t>
            </a:r>
          </a:p>
        </p:txBody>
      </p:sp>
    </p:spTree>
  </p:cSld>
  <p:clrMapOvr>
    <a:masterClrMapping/>
  </p:clrMapOvr>
</p:sld>
</file>

<file path=ppt/slides/slide35.xml><?xml version="1.0" encoding="utf-8"?>
<p:sld xmlns:a="http://schemas.openxmlformats.org/drawingml/2006/main" xmlns:p="http://schemas.openxmlformats.org/presentationml/2006/main" xmlns:r="http://schemas.openxmlformats.org/officeDocument/2006/relationships">
  <p:cSld>
    <p:bg>
      <p:bgPr>
        <a:solidFill>
          <a:srgbClr val="000000"/>
        </a:solidFill>
        <a:effectLst/>
      </p:bgPr>
    </p:bg>
    <p:spTree>
      <p:nvGrpSpPr>
        <p:cNvPr id="1" name=""/>
        <p:cNvGrpSpPr/>
        <p:nvPr/>
      </p:nvGrpSpPr>
      <p:grpSpPr/>
      <p:sp>
        <p:nvSpPr>
          <p:cNvPr id="2" name="TextBox 1"/>
          <p:cNvSpPr txBox="1"/>
          <p:nvPr/>
        </p:nvSpPr>
        <p:spPr>
          <a:xfrm>
            <a:off x="914400" y="530352"/>
            <a:ext cx="16459200" cy="8750808"/>
          </a:xfrm>
          <a:prstGeom prst="rect">
            <a:avLst/>
          </a:prstGeom>
          <a:noFill/>
        </p:spPr>
        <p:txBody>
          <a:bodyPr wrap="square" lIns="109728" rIns="109728" tIns="73152" bIns="73152" anchor="ctr">
            <a:noAutofit/>
          </a:bodyPr>
          <a:lstStyle/>
          <a:p>
            <a:pPr algn="ctr">
              <a:spcAft>
                <a:spcPts val="500"/>
              </a:spcAft>
              <a:defRPr sz="5500" b="0" i="0" u="none">
                <a:solidFill>
                  <a:srgbClr val="F0FDF4"/>
                </a:solidFill>
                <a:latin typeface="Arial"/>
              </a:defRPr>
            </a:pPr>
            <a:r>
              <a:t>No Offertory hymn lyrics were selected. Choose one Offertory song in Mass Flow or save lyrics in Lyrics Studio before generating.</a:t>
            </a:r>
          </a:p>
        </p:txBody>
      </p:sp>
      <p:sp>
        <p:nvSpPr>
          <p:cNvPr id="3" name="TextBox 2"/>
          <p:cNvSpPr txBox="1"/>
          <p:nvPr/>
        </p:nvSpPr>
        <p:spPr>
          <a:xfrm>
            <a:off x="914400" y="9418320"/>
            <a:ext cx="16459200" cy="777240"/>
          </a:xfrm>
          <a:prstGeom prst="rect">
            <a:avLst/>
          </a:prstGeom>
          <a:noFill/>
        </p:spPr>
        <p:txBody>
          <a:bodyPr wrap="square" lIns="109728" rIns="109728" tIns="73152" bIns="73152">
            <a:noAutofit/>
          </a:bodyPr>
          <a:lstStyle/>
          <a:p/>
          <a:p>
            <a:pPr algn="l">
              <a:spcBef>
                <a:spcPts val="200"/>
              </a:spcBef>
              <a:defRPr sz="1200" b="0" i="0" u="none">
                <a:solidFill>
                  <a:srgbClr val="FFB800"/>
                </a:solidFill>
                <a:latin typeface="Arial"/>
              </a:defRPr>
            </a:pPr>
            <a:r>
              <a:t>Offertory</a:t>
            </a:r>
          </a:p>
        </p:txBody>
      </p:sp>
    </p:spTree>
  </p:cSld>
  <p:clrMapOvr>
    <a:masterClrMapping/>
  </p:clrMapOvr>
</p:sld>
</file>

<file path=ppt/slides/slide3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lote1.png"/>
          <p:cNvPicPr>
            <a:picLocks noChangeAspect="1"/>
          </p:cNvPicPr>
          <p:nvPr/>
        </p:nvPicPr>
        <p:blipFill>
          <a:blip r:embed="rId2"/>
          <a:stretch>
            <a:fillRect/>
          </a:stretch>
        </p:blipFill>
        <p:spPr>
          <a:xfrm>
            <a:off x="0" y="0"/>
            <a:ext cx="18288000" cy="10287000"/>
          </a:xfrm>
          <a:prstGeom prst="rect">
            <a:avLst/>
          </a:prstGeom>
        </p:spPr>
      </p:pic>
      <p:sp>
        <p:nvSpPr>
          <p:cNvPr id="3" name="TextBox 2"/>
          <p:cNvSpPr txBox="1"/>
          <p:nvPr/>
        </p:nvSpPr>
        <p:spPr>
          <a:xfrm>
            <a:off x="914400" y="9418320"/>
            <a:ext cx="16459200" cy="777240"/>
          </a:xfrm>
          <a:prstGeom prst="rect">
            <a:avLst/>
          </a:prstGeom>
          <a:noFill/>
        </p:spPr>
        <p:txBody>
          <a:bodyPr wrap="square" lIns="109728" rIns="109728" tIns="73152" bIns="73152">
            <a:noAutofit/>
          </a:bodyPr>
          <a:lstStyle/>
          <a:p/>
          <a:p>
            <a:pPr algn="l">
              <a:spcBef>
                <a:spcPts val="200"/>
              </a:spcBef>
              <a:defRPr sz="1200" b="0" i="0" u="none">
                <a:solidFill>
                  <a:srgbClr val="FFB800"/>
                </a:solidFill>
                <a:latin typeface="Arial"/>
              </a:defRPr>
            </a:pPr>
            <a:r>
              <a:t>Liturgy of the Eucharist</a:t>
            </a:r>
          </a:p>
        </p:txBody>
      </p:sp>
    </p:spTree>
  </p:cSld>
  <p:clrMapOvr>
    <a:masterClrMapping/>
  </p:clrMapOvr>
</p:sld>
</file>

<file path=ppt/slides/slide37.xml><?xml version="1.0" encoding="utf-8"?>
<p:sld xmlns:a="http://schemas.openxmlformats.org/drawingml/2006/main" xmlns:p="http://schemas.openxmlformats.org/presentationml/2006/main" xmlns:r="http://schemas.openxmlformats.org/officeDocument/2006/relationships">
  <p:cSld>
    <p:bg>
      <p:bgPr>
        <a:solidFill>
          <a:srgbClr val="000000"/>
        </a:solidFill>
        <a:effectLst/>
      </p:bgPr>
    </p:bg>
    <p:spTree>
      <p:nvGrpSpPr>
        <p:cNvPr id="1" name=""/>
        <p:cNvGrpSpPr/>
        <p:nvPr/>
      </p:nvGrpSpPr>
      <p:grpSpPr/>
      <p:sp>
        <p:nvSpPr>
          <p:cNvPr id="2" name="TextBox 1"/>
          <p:cNvSpPr txBox="1"/>
          <p:nvPr/>
        </p:nvSpPr>
        <p:spPr>
          <a:xfrm>
            <a:off x="0" y="907300"/>
            <a:ext cx="18288000" cy="3067105"/>
          </a:xfrm>
          <a:prstGeom prst="rect">
            <a:avLst/>
          </a:prstGeom>
          <a:noFill/>
        </p:spPr>
        <p:txBody>
          <a:bodyPr wrap="square" lIns="109728" tIns="73152" rIns="109728" bIns="73152" anchor="ctr">
            <a:noAutofit/>
          </a:bodyPr>
          <a:lstStyle/>
          <a:p>
            <a:pPr algn="ctr">
              <a:spcBef>
                <a:spcPts val="400"/>
              </a:spcBef>
              <a:spcAft>
                <a:spcPts val="500"/>
              </a:spcAft>
              <a:defRPr sz="5500" b="1" i="0" u="none">
                <a:solidFill>
                  <a:srgbClr val="86EFAC"/>
                </a:solidFill>
                <a:latin typeface="Inter"/>
              </a:defRPr>
            </a:pPr>
            <a:r>
              <a:rPr sz="6500" dirty="0">
                <a:solidFill>
                  <a:srgbClr val="FFB800"/>
                </a:solidFill>
                <a:latin typeface="Arial" panose="020B0604020202020204" pitchFamily="34" charset="0"/>
                <a:cs typeface="Arial" panose="020B0604020202020204" pitchFamily="34" charset="0"/>
              </a:rPr>
              <a:t>Priest:</a:t>
            </a:r>
            <a:r>
              <a:rPr sz="6500" dirty="0">
                <a:solidFill>
                  <a:srgbClr val="F0FDF4"/>
                </a:solidFill>
                <a:latin typeface="Arial" panose="020B0604020202020204" pitchFamily="34" charset="0"/>
                <a:cs typeface="Arial" panose="020B0604020202020204" pitchFamily="34" charset="0"/>
              </a:rPr>
              <a:t> </a:t>
            </a:r>
            <a:r>
              <a:rPr sz="6500" i="1" dirty="0">
                <a:solidFill>
                  <a:srgbClr val="F0FDF4"/>
                </a:solidFill>
                <a:latin typeface="Arial" panose="020B0604020202020204" pitchFamily="34" charset="0"/>
                <a:cs typeface="Arial" panose="020B0604020202020204" pitchFamily="34" charset="0"/>
              </a:rPr>
              <a:t>Pray, brethren, that my sacrifice and yours may be acceptable to God,</a:t>
            </a:r>
            <a:endParaRPr lang="en-US" sz="6500" i="1" dirty="0">
              <a:solidFill>
                <a:schemeClr val="bg1"/>
              </a:solidFill>
              <a:latin typeface="Arial" panose="020B0604020202020204" pitchFamily="34" charset="0"/>
              <a:cs typeface="Arial" panose="020B0604020202020204" pitchFamily="34" charset="0"/>
            </a:endParaRPr>
          </a:p>
          <a:p>
            <a:pPr algn="ctr">
              <a:spcBef>
                <a:spcPts val="400"/>
              </a:spcBef>
              <a:spcAft>
                <a:spcPts val="500"/>
              </a:spcAft>
              <a:defRPr sz="5500" b="1" i="0" u="none">
                <a:solidFill>
                  <a:srgbClr val="86EFAC"/>
                </a:solidFill>
                <a:latin typeface="Inter"/>
              </a:defRPr>
            </a:pPr>
            <a:r>
              <a:rPr sz="6500" i="1" dirty="0">
                <a:solidFill>
                  <a:srgbClr val="F0FDF4"/>
                </a:solidFill>
                <a:latin typeface="Arial" panose="020B0604020202020204" pitchFamily="34" charset="0"/>
                <a:cs typeface="Arial" panose="020B0604020202020204" pitchFamily="34" charset="0"/>
              </a:rPr>
              <a:t>the almighty Father.</a:t>
            </a:r>
          </a:p>
        </p:txBody>
      </p:sp>
      <p:sp>
        <p:nvSpPr>
          <p:cNvPr id="4" name="TextBox 3">
            <a:extLst>
              <a:ext uri="{FF2B5EF4-FFF2-40B4-BE49-F238E27FC236}">
                <a16:creationId xmlns:a16="http://schemas.microsoft.com/office/drawing/2014/main" id="{424B7C78-C17E-B489-002D-3FEAAB20B215}"/>
              </a:ext>
            </a:extLst>
          </p:cNvPr>
          <p:cNvSpPr txBox="1"/>
          <p:nvPr/>
        </p:nvSpPr>
        <p:spPr>
          <a:xfrm>
            <a:off x="0" y="4456993"/>
            <a:ext cx="18288000" cy="4583639"/>
          </a:xfrm>
          <a:prstGeom prst="rect">
            <a:avLst/>
          </a:prstGeom>
          <a:noFill/>
        </p:spPr>
        <p:txBody>
          <a:bodyPr wrap="square" lIns="109728" tIns="73152" rIns="109728" bIns="73152" anchor="ctr">
            <a:noAutofit/>
          </a:bodyPr>
          <a:lstStyle/>
          <a:p>
            <a:pPr algn="ctr">
              <a:spcBef>
                <a:spcPts val="400"/>
              </a:spcBef>
              <a:spcAft>
                <a:spcPts val="500"/>
              </a:spcAft>
              <a:defRPr sz="5500" b="1" i="0" u="none">
                <a:solidFill>
                  <a:srgbClr val="F0FDF4"/>
                </a:solidFill>
                <a:latin typeface="Inter"/>
              </a:defRPr>
            </a:pPr>
            <a:r>
              <a:rPr lang="en-US" sz="7500" dirty="0">
                <a:solidFill>
                  <a:srgbClr val="F0FDF4"/>
                </a:solidFill>
                <a:latin typeface="Arial" panose="020B0604020202020204" pitchFamily="34" charset="0"/>
                <a:cs typeface="Arial" panose="020B0604020202020204" pitchFamily="34" charset="0"/>
              </a:rPr>
              <a:t>All: May the Lord accept the sacrifice at your hands, for the praise and glory of his name, for our good and the good of all his holy Church.</a:t>
            </a:r>
          </a:p>
        </p:txBody>
      </p:sp>
      <p:sp>
        <p:nvSpPr>
          <p:cNvPr id="5" name="TextBox 4"/>
          <p:cNvSpPr txBox="1"/>
          <p:nvPr/>
        </p:nvSpPr>
        <p:spPr>
          <a:xfrm>
            <a:off x="914400" y="9418320"/>
            <a:ext cx="16459200" cy="777240"/>
          </a:xfrm>
          <a:prstGeom prst="rect">
            <a:avLst/>
          </a:prstGeom>
          <a:noFill/>
        </p:spPr>
        <p:txBody>
          <a:bodyPr wrap="square" lIns="109728" rIns="109728" tIns="73152" bIns="73152">
            <a:noAutofit/>
          </a:bodyPr>
          <a:lstStyle/>
          <a:p/>
          <a:p>
            <a:pPr algn="l">
              <a:spcBef>
                <a:spcPts val="200"/>
              </a:spcBef>
              <a:defRPr sz="1200" b="0" i="0" u="none">
                <a:solidFill>
                  <a:srgbClr val="FFB800"/>
                </a:solidFill>
                <a:latin typeface="Arial"/>
              </a:defRPr>
            </a:pPr>
            <a:r>
              <a:t>Liturgy of the Eucharist</a:t>
            </a:r>
          </a:p>
        </p:txBody>
      </p:sp>
    </p:spTree>
  </p:cSld>
  <p:clrMapOvr>
    <a:masterClrMapping/>
  </p:clrMapOvr>
</p:sld>
</file>

<file path=ppt/slides/slide3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lote1.png"/>
          <p:cNvPicPr>
            <a:picLocks noChangeAspect="1"/>
          </p:cNvPicPr>
          <p:nvPr/>
        </p:nvPicPr>
        <p:blipFill>
          <a:blip r:embed="rId2"/>
          <a:stretch>
            <a:fillRect/>
          </a:stretch>
        </p:blipFill>
        <p:spPr>
          <a:xfrm>
            <a:off x="0" y="0"/>
            <a:ext cx="18288000" cy="10287000"/>
          </a:xfrm>
          <a:prstGeom prst="rect">
            <a:avLst/>
          </a:prstGeom>
        </p:spPr>
      </p:pic>
      <p:sp>
        <p:nvSpPr>
          <p:cNvPr id="3" name="TextBox 2"/>
          <p:cNvSpPr txBox="1"/>
          <p:nvPr/>
        </p:nvSpPr>
        <p:spPr>
          <a:xfrm>
            <a:off x="914400" y="9418320"/>
            <a:ext cx="16459200" cy="777240"/>
          </a:xfrm>
          <a:prstGeom prst="rect">
            <a:avLst/>
          </a:prstGeom>
          <a:noFill/>
        </p:spPr>
        <p:txBody>
          <a:bodyPr wrap="square" lIns="109728" rIns="109728" tIns="73152" bIns="73152">
            <a:noAutofit/>
          </a:bodyPr>
          <a:lstStyle/>
          <a:p/>
          <a:p>
            <a:pPr algn="l">
              <a:spcBef>
                <a:spcPts val="200"/>
              </a:spcBef>
              <a:defRPr sz="1200" b="0" i="0" u="none">
                <a:solidFill>
                  <a:srgbClr val="FFB800"/>
                </a:solidFill>
                <a:latin typeface="Arial"/>
              </a:defRPr>
            </a:pPr>
            <a:r>
              <a:t>Liturgy of the Eucharist</a:t>
            </a:r>
          </a:p>
        </p:txBody>
      </p:sp>
    </p:spTree>
  </p:cSld>
  <p:clrMapOvr>
    <a:masterClrMapping/>
  </p:clrMapOvr>
</p:sld>
</file>

<file path=ppt/slides/slide39.xml><?xml version="1.0" encoding="utf-8"?>
<p:sld xmlns:a="http://schemas.openxmlformats.org/drawingml/2006/main" xmlns:p="http://schemas.openxmlformats.org/presentationml/2006/main" xmlns:r="http://schemas.openxmlformats.org/officeDocument/2006/relationships">
  <p:cSld>
    <p:bg>
      <p:bgPr>
        <a:solidFill>
          <a:srgbClr val="000000"/>
        </a:solidFill>
        <a:effectLst/>
      </p:bgPr>
    </p:bg>
    <p:spTree>
      <p:nvGrpSpPr>
        <p:cNvPr id="1" name=""/>
        <p:cNvGrpSpPr/>
        <p:nvPr/>
      </p:nvGrpSpPr>
      <p:grpSpPr/>
      <p:sp>
        <p:nvSpPr>
          <p:cNvPr id="2" name="TextBox 1"/>
          <p:cNvSpPr txBox="1"/>
          <p:nvPr/>
        </p:nvSpPr>
        <p:spPr>
          <a:xfrm>
            <a:off x="914400" y="637044"/>
            <a:ext cx="16459200" cy="703744"/>
          </a:xfrm>
          <a:prstGeom prst="rect">
            <a:avLst/>
          </a:prstGeom>
          <a:noFill/>
        </p:spPr>
        <p:txBody>
          <a:bodyPr wrap="square" lIns="109728" tIns="73152" rIns="109728" bIns="73152" anchor="ctr">
            <a:noAutofit/>
          </a:bodyPr>
          <a:lstStyle/>
          <a:p>
            <a:pPr algn="ctr">
              <a:spcBef>
                <a:spcPts val="400"/>
              </a:spcBef>
              <a:spcAft>
                <a:spcPts val="500"/>
              </a:spcAft>
              <a:defRPr sz="5500" b="1" i="0" u="none">
                <a:solidFill>
                  <a:srgbClr val="86EFAC"/>
                </a:solidFill>
                <a:latin typeface="Inter"/>
              </a:defRPr>
            </a:pPr>
            <a:r>
              <a:rPr sz="6500" dirty="0">
                <a:solidFill>
                  <a:srgbClr val="FFB800"/>
                </a:solidFill>
                <a:latin typeface="Arial" panose="020B0604020202020204" pitchFamily="34" charset="0"/>
                <a:cs typeface="Arial" panose="020B0604020202020204" pitchFamily="34" charset="0"/>
              </a:rPr>
              <a:t>Priest:</a:t>
            </a:r>
            <a:r>
              <a:rPr sz="6500" dirty="0">
                <a:solidFill>
                  <a:srgbClr val="F0FDF4"/>
                </a:solidFill>
                <a:latin typeface="Arial" panose="020B0604020202020204" pitchFamily="34" charset="0"/>
                <a:cs typeface="Arial" panose="020B0604020202020204" pitchFamily="34" charset="0"/>
              </a:rPr>
              <a:t> </a:t>
            </a:r>
            <a:r>
              <a:rPr sz="6500" i="1" dirty="0">
                <a:solidFill>
                  <a:srgbClr val="F0FDF4"/>
                </a:solidFill>
                <a:latin typeface="Arial" panose="020B0604020202020204" pitchFamily="34" charset="0"/>
                <a:cs typeface="Arial" panose="020B0604020202020204" pitchFamily="34" charset="0"/>
              </a:rPr>
              <a:t>The Lord be with you.</a:t>
            </a:r>
          </a:p>
        </p:txBody>
      </p:sp>
      <p:sp>
        <p:nvSpPr>
          <p:cNvPr id="4" name="TextBox 3">
            <a:extLst>
              <a:ext uri="{FF2B5EF4-FFF2-40B4-BE49-F238E27FC236}">
                <a16:creationId xmlns:a16="http://schemas.microsoft.com/office/drawing/2014/main" id="{834B590C-70E2-B843-FDCA-653906E9175F}"/>
              </a:ext>
            </a:extLst>
          </p:cNvPr>
          <p:cNvSpPr txBox="1"/>
          <p:nvPr/>
        </p:nvSpPr>
        <p:spPr>
          <a:xfrm>
            <a:off x="914400" y="3358177"/>
            <a:ext cx="16459200" cy="777240"/>
          </a:xfrm>
          <a:prstGeom prst="rect">
            <a:avLst/>
          </a:prstGeom>
          <a:noFill/>
        </p:spPr>
        <p:txBody>
          <a:bodyPr wrap="square" lIns="109728" tIns="73152" rIns="109728" bIns="73152" anchor="ctr">
            <a:noAutofit/>
          </a:bodyPr>
          <a:lstStyle/>
          <a:p>
            <a:pPr algn="ctr">
              <a:spcBef>
                <a:spcPts val="400"/>
              </a:spcBef>
              <a:spcAft>
                <a:spcPts val="500"/>
              </a:spcAft>
              <a:defRPr sz="5500" b="1" i="0" u="none">
                <a:solidFill>
                  <a:srgbClr val="86EFAC"/>
                </a:solidFill>
                <a:latin typeface="Inter"/>
              </a:defRPr>
            </a:pPr>
            <a:r>
              <a:rPr lang="en-US" sz="6500" dirty="0">
                <a:solidFill>
                  <a:srgbClr val="FFB800"/>
                </a:solidFill>
                <a:latin typeface="Arial" panose="020B0604020202020204" pitchFamily="34" charset="0"/>
                <a:cs typeface="Arial" panose="020B0604020202020204" pitchFamily="34" charset="0"/>
              </a:rPr>
              <a:t>Priest:</a:t>
            </a:r>
            <a:r>
              <a:rPr lang="en-US" sz="6500" dirty="0">
                <a:solidFill>
                  <a:srgbClr val="F0FDF4"/>
                </a:solidFill>
                <a:latin typeface="Arial" panose="020B0604020202020204" pitchFamily="34" charset="0"/>
                <a:cs typeface="Arial" panose="020B0604020202020204" pitchFamily="34" charset="0"/>
              </a:rPr>
              <a:t> </a:t>
            </a:r>
            <a:r>
              <a:rPr lang="en-US" sz="6500" i="1" dirty="0">
                <a:solidFill>
                  <a:srgbClr val="F0FDF4"/>
                </a:solidFill>
                <a:latin typeface="Arial" panose="020B0604020202020204" pitchFamily="34" charset="0"/>
                <a:cs typeface="Arial" panose="020B0604020202020204" pitchFamily="34" charset="0"/>
              </a:rPr>
              <a:t>Lift up your hearts.</a:t>
            </a:r>
          </a:p>
        </p:txBody>
      </p:sp>
      <p:sp>
        <p:nvSpPr>
          <p:cNvPr id="5" name="TextBox 4">
            <a:extLst>
              <a:ext uri="{FF2B5EF4-FFF2-40B4-BE49-F238E27FC236}">
                <a16:creationId xmlns:a16="http://schemas.microsoft.com/office/drawing/2014/main" id="{B9907DBB-8F74-6585-1A63-BCC4DBC7D838}"/>
              </a:ext>
            </a:extLst>
          </p:cNvPr>
          <p:cNvSpPr txBox="1"/>
          <p:nvPr/>
        </p:nvSpPr>
        <p:spPr>
          <a:xfrm>
            <a:off x="914400" y="6349909"/>
            <a:ext cx="16459200" cy="1949573"/>
          </a:xfrm>
          <a:prstGeom prst="rect">
            <a:avLst/>
          </a:prstGeom>
          <a:noFill/>
        </p:spPr>
        <p:txBody>
          <a:bodyPr wrap="square" lIns="109728" tIns="73152" rIns="109728" bIns="73152" anchor="ctr">
            <a:noAutofit/>
          </a:bodyPr>
          <a:lstStyle/>
          <a:p>
            <a:pPr algn="ctr">
              <a:defRPr sz="5500" b="1" i="0" u="none">
                <a:solidFill>
                  <a:srgbClr val="86EFAC"/>
                </a:solidFill>
                <a:latin typeface="Inter"/>
              </a:defRPr>
            </a:pPr>
            <a:r>
              <a:rPr lang="en-US" sz="6500" dirty="0">
                <a:solidFill>
                  <a:srgbClr val="FFB800"/>
                </a:solidFill>
                <a:latin typeface="Arial" panose="020B0604020202020204" pitchFamily="34" charset="0"/>
                <a:cs typeface="Arial" panose="020B0604020202020204" pitchFamily="34" charset="0"/>
              </a:rPr>
              <a:t>Priest:</a:t>
            </a:r>
            <a:r>
              <a:rPr lang="en-US" sz="6500" dirty="0">
                <a:solidFill>
                  <a:srgbClr val="F0FDF4"/>
                </a:solidFill>
                <a:latin typeface="Arial" panose="020B0604020202020204" pitchFamily="34" charset="0"/>
                <a:cs typeface="Arial" panose="020B0604020202020204" pitchFamily="34" charset="0"/>
              </a:rPr>
              <a:t> </a:t>
            </a:r>
            <a:r>
              <a:rPr lang="en-US" sz="6500" i="1" dirty="0">
                <a:solidFill>
                  <a:srgbClr val="F0FDF4"/>
                </a:solidFill>
                <a:latin typeface="Arial" panose="020B0604020202020204" pitchFamily="34" charset="0"/>
                <a:cs typeface="Arial" panose="020B0604020202020204" pitchFamily="34" charset="0"/>
              </a:rPr>
              <a:t>Let us give thanks to the</a:t>
            </a:r>
          </a:p>
          <a:p>
            <a:pPr algn="ctr">
              <a:defRPr sz="5500" b="1" i="0" u="none">
                <a:solidFill>
                  <a:srgbClr val="86EFAC"/>
                </a:solidFill>
                <a:latin typeface="Inter"/>
              </a:defRPr>
            </a:pPr>
            <a:r>
              <a:rPr lang="en-US" sz="6500" i="1" dirty="0">
                <a:solidFill>
                  <a:srgbClr val="F0FDF4"/>
                </a:solidFill>
                <a:latin typeface="Arial" panose="020B0604020202020204" pitchFamily="34" charset="0"/>
                <a:cs typeface="Arial" panose="020B0604020202020204" pitchFamily="34" charset="0"/>
              </a:rPr>
              <a:t>Lord our God.</a:t>
            </a:r>
          </a:p>
        </p:txBody>
      </p:sp>
      <p:sp>
        <p:nvSpPr>
          <p:cNvPr id="6" name="TextBox 5">
            <a:extLst>
              <a:ext uri="{FF2B5EF4-FFF2-40B4-BE49-F238E27FC236}">
                <a16:creationId xmlns:a16="http://schemas.microsoft.com/office/drawing/2014/main" id="{40C76CD3-4924-1258-FD92-3E238A808645}"/>
              </a:ext>
            </a:extLst>
          </p:cNvPr>
          <p:cNvSpPr txBox="1"/>
          <p:nvPr/>
        </p:nvSpPr>
        <p:spPr>
          <a:xfrm>
            <a:off x="914400" y="1535595"/>
            <a:ext cx="16459200" cy="703744"/>
          </a:xfrm>
          <a:prstGeom prst="rect">
            <a:avLst/>
          </a:prstGeom>
          <a:noFill/>
        </p:spPr>
        <p:txBody>
          <a:bodyPr wrap="square" lIns="109728" tIns="73152" rIns="109728" bIns="73152" anchor="ctr">
            <a:noAutofit/>
          </a:bodyPr>
          <a:lstStyle/>
          <a:p>
            <a:pPr algn="ctr">
              <a:spcBef>
                <a:spcPts val="400"/>
              </a:spcBef>
              <a:spcAft>
                <a:spcPts val="500"/>
              </a:spcAft>
              <a:defRPr sz="5500" b="1" i="0" u="none">
                <a:solidFill>
                  <a:srgbClr val="F0FDF4"/>
                </a:solidFill>
                <a:latin typeface="Inter"/>
              </a:defRPr>
            </a:pPr>
            <a:r>
              <a:rPr lang="en-US" sz="7500" dirty="0">
                <a:solidFill>
                  <a:srgbClr val="F0FDF4"/>
                </a:solidFill>
                <a:latin typeface="Arial" panose="020B0604020202020204" pitchFamily="34" charset="0"/>
                <a:cs typeface="Arial" panose="020B0604020202020204" pitchFamily="34" charset="0"/>
              </a:rPr>
              <a:t>All: And with your spirit.</a:t>
            </a:r>
          </a:p>
        </p:txBody>
      </p:sp>
      <p:sp>
        <p:nvSpPr>
          <p:cNvPr id="7" name="TextBox 6">
            <a:extLst>
              <a:ext uri="{FF2B5EF4-FFF2-40B4-BE49-F238E27FC236}">
                <a16:creationId xmlns:a16="http://schemas.microsoft.com/office/drawing/2014/main" id="{1691FB47-CBCF-4E7C-D482-04D3A3B03C61}"/>
              </a:ext>
            </a:extLst>
          </p:cNvPr>
          <p:cNvSpPr txBox="1"/>
          <p:nvPr/>
        </p:nvSpPr>
        <p:spPr>
          <a:xfrm>
            <a:off x="914400" y="4330224"/>
            <a:ext cx="16459200" cy="703744"/>
          </a:xfrm>
          <a:prstGeom prst="rect">
            <a:avLst/>
          </a:prstGeom>
          <a:noFill/>
        </p:spPr>
        <p:txBody>
          <a:bodyPr wrap="square" lIns="109728" tIns="73152" rIns="109728" bIns="73152" anchor="ctr">
            <a:noAutofit/>
          </a:bodyPr>
          <a:lstStyle/>
          <a:p>
            <a:pPr algn="ctr">
              <a:spcBef>
                <a:spcPts val="400"/>
              </a:spcBef>
              <a:spcAft>
                <a:spcPts val="500"/>
              </a:spcAft>
              <a:defRPr sz="5500" b="1" i="0" u="none">
                <a:solidFill>
                  <a:srgbClr val="F0FDF4"/>
                </a:solidFill>
                <a:latin typeface="Inter"/>
              </a:defRPr>
            </a:pPr>
            <a:r>
              <a:rPr lang="en-US" sz="7500" dirty="0">
                <a:solidFill>
                  <a:srgbClr val="F0FDF4"/>
                </a:solidFill>
                <a:latin typeface="Arial" panose="020B0604020202020204" pitchFamily="34" charset="0"/>
                <a:cs typeface="Arial" panose="020B0604020202020204" pitchFamily="34" charset="0"/>
              </a:rPr>
              <a:t>All: We lift them up to the Lord.</a:t>
            </a:r>
          </a:p>
        </p:txBody>
      </p:sp>
      <p:sp>
        <p:nvSpPr>
          <p:cNvPr id="3" name="TextBox 2">
            <a:extLst>
              <a:ext uri="{FF2B5EF4-FFF2-40B4-BE49-F238E27FC236}">
                <a16:creationId xmlns:a16="http://schemas.microsoft.com/office/drawing/2014/main" id="{CA37E2CD-6598-89D4-6A8B-8276F41A0DBB}"/>
              </a:ext>
            </a:extLst>
          </p:cNvPr>
          <p:cNvSpPr txBox="1"/>
          <p:nvPr/>
        </p:nvSpPr>
        <p:spPr>
          <a:xfrm>
            <a:off x="708991" y="8251467"/>
            <a:ext cx="16459200" cy="777239"/>
          </a:xfrm>
          <a:prstGeom prst="rect">
            <a:avLst/>
          </a:prstGeom>
          <a:noFill/>
        </p:spPr>
        <p:txBody>
          <a:bodyPr wrap="square" lIns="109728" tIns="73152" rIns="109728" bIns="73152" anchor="ctr">
            <a:noAutofit/>
          </a:bodyPr>
          <a:lstStyle/>
          <a:p>
            <a:pPr algn="ctr">
              <a:spcBef>
                <a:spcPts val="400"/>
              </a:spcBef>
              <a:spcAft>
                <a:spcPts val="500"/>
              </a:spcAft>
              <a:defRPr sz="5500" b="1" i="0" u="none">
                <a:solidFill>
                  <a:srgbClr val="F0FDF4"/>
                </a:solidFill>
                <a:latin typeface="Inter"/>
              </a:defRPr>
            </a:pPr>
            <a:r>
              <a:rPr lang="en-US" sz="7500" dirty="0">
                <a:latin typeface="Arial" panose="020B0604020202020204" pitchFamily="34" charset="0"/>
                <a:cs typeface="Arial" panose="020B0604020202020204" pitchFamily="34" charset="0"/>
              </a:rPr>
              <a:t>All: It is right and just.</a:t>
            </a:r>
          </a:p>
        </p:txBody>
      </p:sp>
      <p:sp>
        <p:nvSpPr>
          <p:cNvPr id="8" name="TextBox 7"/>
          <p:cNvSpPr txBox="1"/>
          <p:nvPr/>
        </p:nvSpPr>
        <p:spPr>
          <a:xfrm>
            <a:off x="914400" y="9418320"/>
            <a:ext cx="16459200" cy="777240"/>
          </a:xfrm>
          <a:prstGeom prst="rect">
            <a:avLst/>
          </a:prstGeom>
          <a:noFill/>
        </p:spPr>
        <p:txBody>
          <a:bodyPr wrap="square" lIns="109728" rIns="109728" tIns="73152" bIns="73152">
            <a:noAutofit/>
          </a:bodyPr>
          <a:lstStyle/>
          <a:p/>
          <a:p>
            <a:pPr algn="l">
              <a:spcBef>
                <a:spcPts val="200"/>
              </a:spcBef>
              <a:defRPr sz="1200" b="0" i="0" u="none">
                <a:solidFill>
                  <a:srgbClr val="FFB800"/>
                </a:solidFill>
                <a:latin typeface="Arial"/>
              </a:defRPr>
            </a:pPr>
            <a:r>
              <a:t>Liturgy of the Eucharist</a:t>
            </a:r>
          </a:p>
        </p:txBody>
      </p:sp>
    </p:spTree>
  </p:cSld>
  <p:clrMapOvr>
    <a:masterClrMapping/>
  </p:clrMapOvr>
</p:sld>
</file>

<file path=ppt/slides/slide4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lote1.png"/>
          <p:cNvPicPr>
            <a:picLocks noChangeAspect="1"/>
          </p:cNvPicPr>
          <p:nvPr/>
        </p:nvPicPr>
        <p:blipFill>
          <a:blip r:embed="rId2"/>
          <a:stretch>
            <a:fillRect/>
          </a:stretch>
        </p:blipFill>
        <p:spPr>
          <a:xfrm>
            <a:off x="0" y="0"/>
            <a:ext cx="18288000" cy="10287000"/>
          </a:xfrm>
          <a:prstGeom prst="rect">
            <a:avLst/>
          </a:prstGeom>
        </p:spPr>
      </p:pic>
      <p:sp>
        <p:nvSpPr>
          <p:cNvPr id="3" name="TextBox 2"/>
          <p:cNvSpPr txBox="1"/>
          <p:nvPr/>
        </p:nvSpPr>
        <p:spPr>
          <a:xfrm>
            <a:off x="914400" y="9418320"/>
            <a:ext cx="16459200" cy="777240"/>
          </a:xfrm>
          <a:prstGeom prst="rect">
            <a:avLst/>
          </a:prstGeom>
          <a:noFill/>
        </p:spPr>
        <p:txBody>
          <a:bodyPr wrap="square" lIns="109728" rIns="109728" tIns="73152" bIns="73152">
            <a:noAutofit/>
          </a:bodyPr>
          <a:lstStyle/>
          <a:p/>
          <a:p>
            <a:pPr algn="l">
              <a:spcBef>
                <a:spcPts val="200"/>
              </a:spcBef>
              <a:defRPr sz="1200" b="0" i="0" u="none">
                <a:solidFill>
                  <a:srgbClr val="FFB800"/>
                </a:solidFill>
                <a:latin typeface="Arial"/>
              </a:defRPr>
            </a:pPr>
            <a:r>
              <a:t>Liturgy of the Eucharist</a:t>
            </a:r>
          </a:p>
        </p:txBody>
      </p:sp>
    </p:spTree>
  </p:cSld>
  <p:clrMapOvr>
    <a:masterClrMapping/>
  </p:clrMapOvr>
</p:sld>
</file>

<file path=ppt/slides/slide41.xml><?xml version="1.0" encoding="utf-8"?>
<p:sld xmlns:a="http://schemas.openxmlformats.org/drawingml/2006/main" xmlns:p="http://schemas.openxmlformats.org/presentationml/2006/main" xmlns:r="http://schemas.openxmlformats.org/officeDocument/2006/relationships">
  <p:cSld>
    <p:bg>
      <p:bgPr>
        <a:solidFill>
          <a:srgbClr val="000000"/>
        </a:solidFill>
        <a:effectLst/>
      </p:bgPr>
    </p:bg>
    <p:spTree>
      <p:nvGrpSpPr>
        <p:cNvPr id="1" name=""/>
        <p:cNvGrpSpPr/>
        <p:nvPr/>
      </p:nvGrpSpPr>
      <p:grpSpPr/>
      <p:sp>
        <p:nvSpPr>
          <p:cNvPr id="2" name="TextBox 1"/>
          <p:cNvSpPr txBox="1"/>
          <p:nvPr/>
        </p:nvSpPr>
        <p:spPr>
          <a:xfrm>
            <a:off x="0" y="768893"/>
            <a:ext cx="18288000" cy="4850766"/>
          </a:xfrm>
          <a:prstGeom prst="rect">
            <a:avLst/>
          </a:prstGeom>
          <a:noFill/>
        </p:spPr>
        <p:txBody>
          <a:bodyPr wrap="square" lIns="109728" tIns="73152" rIns="109728" bIns="73152" anchor="ctr">
            <a:noAutofit/>
          </a:bodyPr>
          <a:lstStyle/>
          <a:p>
            <a:pPr algn="ctr"/>
            <a:r>
              <a:rPr lang="en-US" sz="6000" b="1" dirty="0">
                <a:solidFill>
                  <a:srgbClr val="F0FDF4"/>
                </a:solidFill>
                <a:latin typeface="Arial" panose="020B0604020202020204" pitchFamily="34" charset="0"/>
                <a:cs typeface="Arial" panose="020B0604020202020204" pitchFamily="34" charset="0"/>
              </a:rPr>
              <a:t>HOLY, HOLY, HOLY</a:t>
            </a:r>
          </a:p>
          <a:p>
            <a:pPr algn="ctr"/>
            <a:r>
              <a:rPr lang="en-US" sz="6000" b="1" dirty="0">
                <a:solidFill>
                  <a:srgbClr val="F0FDF4"/>
                </a:solidFill>
                <a:latin typeface="Arial" panose="020B0604020202020204" pitchFamily="34" charset="0"/>
                <a:cs typeface="Arial" panose="020B0604020202020204" pitchFamily="34" charset="0"/>
              </a:rPr>
              <a:t>LORD GOD OF HOST. </a:t>
            </a:r>
          </a:p>
          <a:p>
            <a:pPr algn="ctr"/>
            <a:r>
              <a:rPr lang="en-US" sz="6000" b="1" dirty="0">
                <a:solidFill>
                  <a:srgbClr val="F0FDF4"/>
                </a:solidFill>
                <a:latin typeface="Arial" panose="020B0604020202020204" pitchFamily="34" charset="0"/>
                <a:cs typeface="Arial" panose="020B0604020202020204" pitchFamily="34" charset="0"/>
              </a:rPr>
              <a:t>HEAVEN AND EARTH ARE</a:t>
            </a:r>
          </a:p>
          <a:p>
            <a:pPr algn="ctr"/>
            <a:r>
              <a:rPr lang="en-US" sz="6000" b="1" dirty="0">
                <a:solidFill>
                  <a:srgbClr val="F0FDF4"/>
                </a:solidFill>
                <a:latin typeface="Arial" panose="020B0604020202020204" pitchFamily="34" charset="0"/>
                <a:cs typeface="Arial" panose="020B0604020202020204" pitchFamily="34" charset="0"/>
              </a:rPr>
              <a:t>FULL OF YOUR GLORY,</a:t>
            </a:r>
          </a:p>
          <a:p>
            <a:pPr algn="ctr"/>
            <a:r>
              <a:rPr lang="en-US" sz="6000" b="1" dirty="0">
                <a:solidFill>
                  <a:srgbClr val="F0FDF4"/>
                </a:solidFill>
                <a:latin typeface="Arial" panose="020B0604020202020204" pitchFamily="34" charset="0"/>
                <a:cs typeface="Arial" panose="020B0604020202020204" pitchFamily="34" charset="0"/>
              </a:rPr>
              <a:t>FULL OF YOUR GLORY.</a:t>
            </a:r>
          </a:p>
          <a:p>
            <a:pPr algn="ctr"/>
            <a:r>
              <a:rPr lang="en-US" sz="6000" b="1" i="1" dirty="0">
                <a:solidFill>
                  <a:srgbClr val="FFB800"/>
                </a:solidFill>
                <a:latin typeface="Arial" panose="020B0604020202020204" pitchFamily="34" charset="0"/>
                <a:cs typeface="Arial" panose="020B0604020202020204" pitchFamily="34" charset="0"/>
              </a:rPr>
              <a:t>HOSANNA IN THE HIGHEST(2X)</a:t>
            </a:r>
          </a:p>
        </p:txBody>
      </p:sp>
      <p:sp>
        <p:nvSpPr>
          <p:cNvPr id="4" name="TextBox 3">
            <a:extLst>
              <a:ext uri="{FF2B5EF4-FFF2-40B4-BE49-F238E27FC236}">
                <a16:creationId xmlns:a16="http://schemas.microsoft.com/office/drawing/2014/main" id="{16EA37CF-E5C0-F90C-DA87-8CC3C2134191}"/>
              </a:ext>
            </a:extLst>
          </p:cNvPr>
          <p:cNvSpPr txBox="1"/>
          <p:nvPr/>
        </p:nvSpPr>
        <p:spPr>
          <a:xfrm>
            <a:off x="0" y="6284050"/>
            <a:ext cx="18288000" cy="2867439"/>
          </a:xfrm>
          <a:prstGeom prst="rect">
            <a:avLst/>
          </a:prstGeom>
          <a:noFill/>
        </p:spPr>
        <p:txBody>
          <a:bodyPr wrap="square" lIns="109728" tIns="73152" rIns="109728" bIns="73152" anchor="ctr">
            <a:noAutofit/>
          </a:bodyPr>
          <a:lstStyle/>
          <a:p>
            <a:pPr algn="ctr"/>
            <a:r>
              <a:rPr lang="en-US" sz="6000" b="1" dirty="0">
                <a:solidFill>
                  <a:srgbClr val="F0FDF4"/>
                </a:solidFill>
                <a:latin typeface="Arial" panose="020B0604020202020204" pitchFamily="34" charset="0"/>
                <a:cs typeface="Arial" panose="020B0604020202020204" pitchFamily="34" charset="0"/>
              </a:rPr>
              <a:t>BLESSED IS HE WHO COMES</a:t>
            </a:r>
          </a:p>
          <a:p>
            <a:pPr algn="ctr"/>
            <a:r>
              <a:rPr lang="en-US" sz="6000" b="1" dirty="0">
                <a:solidFill>
                  <a:srgbClr val="F0FDF4"/>
                </a:solidFill>
                <a:latin typeface="Arial" panose="020B0604020202020204" pitchFamily="34" charset="0"/>
                <a:cs typeface="Arial" panose="020B0604020202020204" pitchFamily="34" charset="0"/>
              </a:rPr>
              <a:t>IN THE NAME OF THE LORD.</a:t>
            </a:r>
          </a:p>
          <a:p>
            <a:pPr algn="ctr"/>
            <a:r>
              <a:rPr lang="en-US" sz="6000" b="1" i="1" dirty="0">
                <a:solidFill>
                  <a:srgbClr val="FFB800"/>
                </a:solidFill>
                <a:latin typeface="Arial" panose="020B0604020202020204" pitchFamily="34" charset="0"/>
                <a:cs typeface="Arial" panose="020B0604020202020204" pitchFamily="34" charset="0"/>
              </a:rPr>
              <a:t>HOSANNA IN THE HIGHEST(4X)</a:t>
            </a:r>
          </a:p>
        </p:txBody>
      </p:sp>
      <p:sp>
        <p:nvSpPr>
          <p:cNvPr id="5" name="TextBox 4"/>
          <p:cNvSpPr txBox="1"/>
          <p:nvPr/>
        </p:nvSpPr>
        <p:spPr>
          <a:xfrm>
            <a:off x="914400" y="9418320"/>
            <a:ext cx="16459200" cy="777240"/>
          </a:xfrm>
          <a:prstGeom prst="rect">
            <a:avLst/>
          </a:prstGeom>
          <a:noFill/>
        </p:spPr>
        <p:txBody>
          <a:bodyPr wrap="square" lIns="109728" rIns="109728" tIns="73152" bIns="73152">
            <a:noAutofit/>
          </a:bodyPr>
          <a:lstStyle/>
          <a:p/>
          <a:p>
            <a:pPr algn="l">
              <a:spcBef>
                <a:spcPts val="200"/>
              </a:spcBef>
              <a:defRPr sz="1200" b="0" i="0" u="none">
                <a:solidFill>
                  <a:srgbClr val="FFB800"/>
                </a:solidFill>
                <a:latin typeface="Arial"/>
              </a:defRPr>
            </a:pPr>
            <a:r>
              <a:t>Sanctus</a:t>
            </a:r>
          </a:p>
        </p:txBody>
      </p:sp>
    </p:spTree>
  </p:cSld>
  <p:clrMapOvr>
    <a:masterClrMapping/>
  </p:clrMapOvr>
</p:sld>
</file>

<file path=ppt/slides/slide4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lote1.png"/>
          <p:cNvPicPr>
            <a:picLocks noChangeAspect="1"/>
          </p:cNvPicPr>
          <p:nvPr/>
        </p:nvPicPr>
        <p:blipFill>
          <a:blip r:embed="rId2"/>
          <a:stretch>
            <a:fillRect/>
          </a:stretch>
        </p:blipFill>
        <p:spPr>
          <a:xfrm>
            <a:off x="0" y="0"/>
            <a:ext cx="18288000" cy="10287000"/>
          </a:xfrm>
          <a:prstGeom prst="rect">
            <a:avLst/>
          </a:prstGeom>
        </p:spPr>
      </p:pic>
      <p:sp>
        <p:nvSpPr>
          <p:cNvPr id="3" name="TextBox 2"/>
          <p:cNvSpPr txBox="1"/>
          <p:nvPr/>
        </p:nvSpPr>
        <p:spPr>
          <a:xfrm>
            <a:off x="914400" y="9418320"/>
            <a:ext cx="16459200" cy="777240"/>
          </a:xfrm>
          <a:prstGeom prst="rect">
            <a:avLst/>
          </a:prstGeom>
          <a:noFill/>
        </p:spPr>
        <p:txBody>
          <a:bodyPr wrap="square" lIns="109728" rIns="109728" tIns="73152" bIns="73152">
            <a:noAutofit/>
          </a:bodyPr>
          <a:lstStyle/>
          <a:p/>
          <a:p>
            <a:pPr algn="l">
              <a:spcBef>
                <a:spcPts val="200"/>
              </a:spcBef>
              <a:defRPr sz="1200" b="0" i="0" u="none">
                <a:solidFill>
                  <a:srgbClr val="FFB800"/>
                </a:solidFill>
                <a:latin typeface="Arial"/>
              </a:defRPr>
            </a:pPr>
            <a:r>
              <a:t>Liturgy of the Eucharist</a:t>
            </a:r>
          </a:p>
        </p:txBody>
      </p:sp>
    </p:spTree>
  </p:cSld>
  <p:clrMapOvr>
    <a:masterClrMapping/>
  </p:clrMapOvr>
</p:sld>
</file>

<file path=ppt/slides/slide43.xml><?xml version="1.0" encoding="utf-8"?>
<p:sld xmlns:a="http://schemas.openxmlformats.org/drawingml/2006/main" xmlns:p="http://schemas.openxmlformats.org/presentationml/2006/main" xmlns:r="http://schemas.openxmlformats.org/officeDocument/2006/relationships">
  <p:cSld>
    <p:bg>
      <p:bgPr>
        <a:solidFill>
          <a:srgbClr val="000000"/>
        </a:solidFill>
        <a:effectLst/>
      </p:bgPr>
    </p:bg>
    <p:spTree>
      <p:nvGrpSpPr>
        <p:cNvPr id="1" name=""/>
        <p:cNvGrpSpPr/>
        <p:nvPr/>
      </p:nvGrpSpPr>
      <p:grpSpPr/>
      <p:sp>
        <p:nvSpPr>
          <p:cNvPr id="2" name="TextBox 1"/>
          <p:cNvSpPr txBox="1"/>
          <p:nvPr/>
        </p:nvSpPr>
        <p:spPr>
          <a:xfrm>
            <a:off x="0" y="530352"/>
            <a:ext cx="18288000" cy="8750808"/>
          </a:xfrm>
          <a:prstGeom prst="rect">
            <a:avLst/>
          </a:prstGeom>
          <a:noFill/>
        </p:spPr>
        <p:txBody>
          <a:bodyPr wrap="square" lIns="109728" tIns="73152" rIns="109728" bIns="73152" anchor="ctr">
            <a:noAutofit/>
          </a:bodyPr>
          <a:lstStyle/>
          <a:p>
            <a:pPr algn="ctr">
              <a:spcBef>
                <a:spcPts val="400"/>
              </a:spcBef>
              <a:spcAft>
                <a:spcPts val="500"/>
              </a:spcAft>
              <a:defRPr sz="5500" b="1" i="0" u="none">
                <a:solidFill>
                  <a:srgbClr val="F0FDF4"/>
                </a:solidFill>
                <a:latin typeface="Inter"/>
              </a:defRPr>
            </a:pPr>
            <a:r>
              <a:rPr lang="en-US" sz="6000" b="1" dirty="0">
                <a:solidFill>
                  <a:srgbClr val="F0FDF4"/>
                </a:solidFill>
                <a:latin typeface="Arial" panose="020B0604020202020204" pitchFamily="34" charset="0"/>
                <a:cs typeface="Arial" panose="020B0604020202020204" pitchFamily="34" charset="0"/>
              </a:rPr>
              <a:t>WHEN WE EAT THIS BREAD AND DRINK THIS CUP WE PROCLAIM YOUR DEATH O LORD. UNTIL YOU COME AGAIN, UNTIL YOU COME AGAIN WE PROCLAIM YOUR DEATH O LORD.</a:t>
            </a:r>
            <a:endParaRPr sz="6000" b="1" dirty="0">
              <a:latin typeface="Arial" panose="020B0604020202020204" pitchFamily="34" charset="0"/>
              <a:cs typeface="Arial" panose="020B0604020202020204" pitchFamily="34" charset="0"/>
            </a:endParaRPr>
          </a:p>
        </p:txBody>
      </p:sp>
      <p:sp>
        <p:nvSpPr>
          <p:cNvPr id="4" name="TextBox 3">
            <a:extLst>
              <a:ext uri="{FF2B5EF4-FFF2-40B4-BE49-F238E27FC236}">
                <a16:creationId xmlns:a16="http://schemas.microsoft.com/office/drawing/2014/main" id="{CDA2F03A-FAF2-7FE4-6E1E-DFEEE560DD83}"/>
              </a:ext>
            </a:extLst>
          </p:cNvPr>
          <p:cNvSpPr txBox="1"/>
          <p:nvPr/>
        </p:nvSpPr>
        <p:spPr>
          <a:xfrm>
            <a:off x="0" y="109728"/>
            <a:ext cx="18288000" cy="868680"/>
          </a:xfrm>
          <a:prstGeom prst="rect">
            <a:avLst/>
          </a:prstGeom>
          <a:noFill/>
        </p:spPr>
        <p:txBody>
          <a:bodyPr wrap="square" lIns="109728" tIns="73152" rIns="109728" bIns="73152">
            <a:noAutofit/>
          </a:bodyPr>
          <a:lstStyle/>
          <a:p>
            <a:pPr algn="ctr"/>
            <a:r>
              <a:rPr lang="en-US" sz="5000" b="1" u="sng" dirty="0">
                <a:solidFill>
                  <a:srgbClr val="FFB800"/>
                </a:solidFill>
                <a:latin typeface="Georgia"/>
              </a:rPr>
              <a:t>The Mystery Of Faith</a:t>
            </a:r>
            <a:endParaRPr sz="5000" b="1" u="sng" dirty="0">
              <a:solidFill>
                <a:srgbClr val="86EFAC"/>
              </a:solidFill>
              <a:latin typeface="Georgia"/>
            </a:endParaRPr>
          </a:p>
        </p:txBody>
      </p:sp>
      <p:sp>
        <p:nvSpPr>
          <p:cNvPr id="5" name="TextBox 4"/>
          <p:cNvSpPr txBox="1"/>
          <p:nvPr/>
        </p:nvSpPr>
        <p:spPr>
          <a:xfrm>
            <a:off x="914400" y="9418320"/>
            <a:ext cx="16459200" cy="777240"/>
          </a:xfrm>
          <a:prstGeom prst="rect">
            <a:avLst/>
          </a:prstGeom>
          <a:noFill/>
        </p:spPr>
        <p:txBody>
          <a:bodyPr wrap="square" lIns="109728" rIns="109728" tIns="73152" bIns="73152">
            <a:noAutofit/>
          </a:bodyPr>
          <a:lstStyle/>
          <a:p/>
          <a:p>
            <a:pPr algn="l">
              <a:spcBef>
                <a:spcPts val="200"/>
              </a:spcBef>
              <a:defRPr sz="1200" b="0" i="0" u="none">
                <a:solidFill>
                  <a:srgbClr val="FFB800"/>
                </a:solidFill>
                <a:latin typeface="Arial"/>
              </a:defRPr>
            </a:pPr>
            <a:r>
              <a:t>The Eucharistic Prayer</a:t>
            </a:r>
          </a:p>
        </p:txBody>
      </p:sp>
    </p:spTree>
  </p:cSld>
  <p:clrMapOvr>
    <a:masterClrMapping/>
  </p:clrMapOvr>
</p:sld>
</file>

<file path=ppt/slides/slide4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lote1.png"/>
          <p:cNvPicPr>
            <a:picLocks noChangeAspect="1"/>
          </p:cNvPicPr>
          <p:nvPr/>
        </p:nvPicPr>
        <p:blipFill>
          <a:blip r:embed="rId2"/>
          <a:stretch>
            <a:fillRect/>
          </a:stretch>
        </p:blipFill>
        <p:spPr>
          <a:xfrm>
            <a:off x="0" y="0"/>
            <a:ext cx="18288000" cy="10287000"/>
          </a:xfrm>
          <a:prstGeom prst="rect">
            <a:avLst/>
          </a:prstGeom>
        </p:spPr>
      </p:pic>
      <p:sp>
        <p:nvSpPr>
          <p:cNvPr id="3" name="TextBox 2"/>
          <p:cNvSpPr txBox="1"/>
          <p:nvPr/>
        </p:nvSpPr>
        <p:spPr>
          <a:xfrm>
            <a:off x="914400" y="9418320"/>
            <a:ext cx="16459200" cy="777240"/>
          </a:xfrm>
          <a:prstGeom prst="rect">
            <a:avLst/>
          </a:prstGeom>
          <a:noFill/>
        </p:spPr>
        <p:txBody>
          <a:bodyPr wrap="square" lIns="109728" rIns="109728" tIns="73152" bIns="73152">
            <a:noAutofit/>
          </a:bodyPr>
          <a:lstStyle/>
          <a:p/>
          <a:p>
            <a:pPr algn="l">
              <a:spcBef>
                <a:spcPts val="200"/>
              </a:spcBef>
              <a:defRPr sz="1200" b="0" i="0" u="none">
                <a:solidFill>
                  <a:srgbClr val="FFB800"/>
                </a:solidFill>
                <a:latin typeface="Arial"/>
              </a:defRPr>
            </a:pPr>
            <a:r>
              <a:t>Liturgy of the Eucharist</a:t>
            </a:r>
          </a:p>
        </p:txBody>
      </p:sp>
    </p:spTree>
  </p:cSld>
  <p:clrMapOvr>
    <a:masterClrMapping/>
  </p:clrMapOvr>
</p:sld>
</file>

<file path=ppt/slides/slide45.xml><?xml version="1.0" encoding="utf-8"?>
<p:sld xmlns:a="http://schemas.openxmlformats.org/drawingml/2006/main" xmlns:p="http://schemas.openxmlformats.org/presentationml/2006/main" xmlns:r="http://schemas.openxmlformats.org/officeDocument/2006/relationships">
  <p:cSld>
    <p:bg>
      <p:bgPr>
        <a:solidFill>
          <a:srgbClr val="000000"/>
        </a:solidFill>
        <a:effectLst/>
      </p:bgPr>
    </p:bg>
    <p:spTree>
      <p:nvGrpSpPr>
        <p:cNvPr id="1" name=""/>
        <p:cNvGrpSpPr/>
        <p:nvPr/>
      </p:nvGrpSpPr>
      <p:grpSpPr/>
      <p:sp>
        <p:nvSpPr>
          <p:cNvPr id="2" name="TextBox 1"/>
          <p:cNvSpPr txBox="1"/>
          <p:nvPr/>
        </p:nvSpPr>
        <p:spPr>
          <a:xfrm>
            <a:off x="914400" y="530352"/>
            <a:ext cx="16459200" cy="8750808"/>
          </a:xfrm>
          <a:prstGeom prst="rect">
            <a:avLst/>
          </a:prstGeom>
          <a:noFill/>
        </p:spPr>
        <p:txBody>
          <a:bodyPr wrap="square" lIns="109728" tIns="73152" rIns="109728" bIns="73152" anchor="ctr">
            <a:noAutofit/>
          </a:bodyPr>
          <a:lstStyle/>
          <a:p>
            <a:pPr algn="ctr">
              <a:spcBef>
                <a:spcPts val="400"/>
              </a:spcBef>
              <a:spcAft>
                <a:spcPts val="500"/>
              </a:spcAft>
              <a:defRPr sz="5500" b="1" i="0" u="none">
                <a:solidFill>
                  <a:srgbClr val="F0FDF4"/>
                </a:solidFill>
                <a:latin typeface="Inter"/>
              </a:defRPr>
            </a:pPr>
            <a:r>
              <a:rPr lang="en-US" sz="8000" dirty="0">
                <a:solidFill>
                  <a:srgbClr val="F0FDF4"/>
                </a:solidFill>
                <a:latin typeface="Arial" panose="020B0604020202020204" pitchFamily="34" charset="0"/>
                <a:cs typeface="Arial" panose="020B0604020202020204" pitchFamily="34" charset="0"/>
              </a:rPr>
              <a:t>AMEN AMEN AMEN AMEN</a:t>
            </a:r>
          </a:p>
          <a:p>
            <a:pPr algn="ctr">
              <a:spcBef>
                <a:spcPts val="400"/>
              </a:spcBef>
              <a:spcAft>
                <a:spcPts val="500"/>
              </a:spcAft>
              <a:defRPr sz="5500" b="1" i="0" u="none">
                <a:solidFill>
                  <a:srgbClr val="F0FDF4"/>
                </a:solidFill>
                <a:latin typeface="Inter"/>
              </a:defRPr>
            </a:pPr>
            <a:r>
              <a:rPr lang="en-US" sz="8000" dirty="0">
                <a:solidFill>
                  <a:srgbClr val="F0FDF4"/>
                </a:solidFill>
                <a:latin typeface="Arial" panose="020B0604020202020204" pitchFamily="34" charset="0"/>
                <a:cs typeface="Arial" panose="020B0604020202020204" pitchFamily="34" charset="0"/>
              </a:rPr>
              <a:t>AMEN AMEN AMEN AMEN</a:t>
            </a:r>
          </a:p>
        </p:txBody>
      </p:sp>
      <p:sp>
        <p:nvSpPr>
          <p:cNvPr id="3" name="TextBox 2"/>
          <p:cNvSpPr txBox="1"/>
          <p:nvPr/>
        </p:nvSpPr>
        <p:spPr>
          <a:xfrm>
            <a:off x="914400" y="9418320"/>
            <a:ext cx="16459200" cy="777240"/>
          </a:xfrm>
          <a:prstGeom prst="rect">
            <a:avLst/>
          </a:prstGeom>
          <a:noFill/>
        </p:spPr>
        <p:txBody>
          <a:bodyPr wrap="square" lIns="109728" rIns="109728" tIns="73152" bIns="73152">
            <a:noAutofit/>
          </a:bodyPr>
          <a:lstStyle/>
          <a:p/>
          <a:p>
            <a:pPr algn="l">
              <a:spcBef>
                <a:spcPts val="200"/>
              </a:spcBef>
              <a:defRPr sz="1200" b="0" i="0" u="none">
                <a:solidFill>
                  <a:srgbClr val="FFB800"/>
                </a:solidFill>
                <a:latin typeface="Arial"/>
              </a:defRPr>
            </a:pPr>
            <a:r>
              <a:t>Great Amen</a:t>
            </a:r>
          </a:p>
        </p:txBody>
      </p:sp>
    </p:spTree>
  </p:cSld>
  <p:clrMapOvr>
    <a:masterClrMapping/>
  </p:clrMapOvr>
</p:sld>
</file>

<file path=ppt/slides/slide46.xml><?xml version="1.0" encoding="utf-8"?>
<p:sld xmlns:a="http://schemas.openxmlformats.org/drawingml/2006/main" xmlns:p="http://schemas.openxmlformats.org/presentationml/2006/main" xmlns:r="http://schemas.openxmlformats.org/officeDocument/2006/relationships">
  <p:cSld>
    <p:bg>
      <p:bgPr>
        <a:solidFill>
          <a:srgbClr val="000000"/>
        </a:solidFill>
        <a:effectLst/>
      </p:bgPr>
    </p:bg>
    <p:spTree>
      <p:nvGrpSpPr>
        <p:cNvPr id="1" name=""/>
        <p:cNvGrpSpPr/>
        <p:nvPr/>
      </p:nvGrpSpPr>
      <p:grpSpPr/>
      <p:sp>
        <p:nvSpPr>
          <p:cNvPr id="2" name="TextBox 1"/>
          <p:cNvSpPr txBox="1"/>
          <p:nvPr/>
        </p:nvSpPr>
        <p:spPr>
          <a:xfrm>
            <a:off x="0" y="109728"/>
            <a:ext cx="18288000" cy="868680"/>
          </a:xfrm>
          <a:prstGeom prst="rect">
            <a:avLst/>
          </a:prstGeom>
          <a:noFill/>
        </p:spPr>
        <p:txBody>
          <a:bodyPr wrap="square" lIns="109728" tIns="73152" rIns="109728" bIns="73152" anchor="t">
            <a:noAutofit/>
          </a:bodyPr>
          <a:lstStyle/>
          <a:p>
            <a:pPr algn="ctr">
              <a:defRPr sz="3600" b="1" i="0" u="sng">
                <a:solidFill>
                  <a:srgbClr val="FFB800"/>
                </a:solidFill>
                <a:latin typeface="Georgia"/>
              </a:defRPr>
            </a:pPr>
            <a:r>
              <a:rPr>
                <a:solidFill>
                  <a:srgbClr val="FFB800"/>
                </a:solidFill>
              </a:rPr>
              <a:t>Our Father</a:t>
            </a:r>
          </a:p>
        </p:txBody>
      </p:sp>
      <p:sp>
        <p:nvSpPr>
          <p:cNvPr id="3" name="TextBox 2"/>
          <p:cNvSpPr txBox="1"/>
          <p:nvPr/>
        </p:nvSpPr>
        <p:spPr>
          <a:xfrm>
            <a:off x="0" y="849034"/>
            <a:ext cx="18288000" cy="4067687"/>
          </a:xfrm>
          <a:prstGeom prst="rect">
            <a:avLst/>
          </a:prstGeom>
          <a:noFill/>
        </p:spPr>
        <p:txBody>
          <a:bodyPr wrap="square" lIns="109728" tIns="73152" rIns="109728" bIns="73152" anchor="ctr">
            <a:noAutofit/>
          </a:bodyPr>
          <a:lstStyle/>
          <a:p>
            <a:pPr algn="ctr">
              <a:lnSpc>
                <a:spcPts val="5500"/>
              </a:lnSpc>
              <a:spcBef>
                <a:spcPts val="400"/>
              </a:spcBef>
              <a:defRPr sz="2600" b="1" i="0" u="none">
                <a:solidFill>
                  <a:srgbClr val="F0FDF4"/>
                </a:solidFill>
                <a:latin typeface="Arial"/>
              </a:defRPr>
            </a:pPr>
            <a:r>
              <a:rPr lang="en-US" sz="7000" b="1" dirty="0">
                <a:solidFill>
                  <a:srgbClr val="F0FDF4"/>
                </a:solidFill>
                <a:latin typeface="Arial" panose="020B0604020202020204" pitchFamily="34" charset="0"/>
                <a:cs typeface="Arial" panose="020B0604020202020204" pitchFamily="34" charset="0"/>
              </a:rPr>
              <a:t>OUR FATHER, WHO ART IN HEAVEN,</a:t>
            </a:r>
          </a:p>
          <a:p>
            <a:pPr algn="ctr">
              <a:lnSpc>
                <a:spcPts val="5500"/>
              </a:lnSpc>
              <a:defRPr sz="2600" b="0" i="0" u="none">
                <a:solidFill>
                  <a:srgbClr val="F0FDF4"/>
                </a:solidFill>
                <a:latin typeface="Arial"/>
              </a:defRPr>
            </a:pPr>
            <a:r>
              <a:rPr lang="en-US" sz="7000" b="1" dirty="0">
                <a:solidFill>
                  <a:srgbClr val="F0FDF4"/>
                </a:solidFill>
                <a:latin typeface="Arial" panose="020B0604020202020204" pitchFamily="34" charset="0"/>
                <a:cs typeface="Arial" panose="020B0604020202020204" pitchFamily="34" charset="0"/>
              </a:rPr>
              <a:t>HALLOWED BE YOUR NAME;</a:t>
            </a:r>
          </a:p>
          <a:p>
            <a:pPr algn="ctr">
              <a:lnSpc>
                <a:spcPts val="5500"/>
              </a:lnSpc>
              <a:defRPr sz="2600" b="0" i="0" u="none">
                <a:solidFill>
                  <a:srgbClr val="F0FDF4"/>
                </a:solidFill>
                <a:latin typeface="Arial"/>
              </a:defRPr>
            </a:pPr>
            <a:r>
              <a:rPr lang="en-US" sz="7000" b="1" dirty="0">
                <a:solidFill>
                  <a:srgbClr val="F0FDF4"/>
                </a:solidFill>
                <a:latin typeface="Arial" panose="020B0604020202020204" pitchFamily="34" charset="0"/>
                <a:cs typeface="Arial" panose="020B0604020202020204" pitchFamily="34" charset="0"/>
              </a:rPr>
              <a:t>YOUR KINGDOM COME,</a:t>
            </a:r>
          </a:p>
          <a:p>
            <a:pPr algn="ctr">
              <a:lnSpc>
                <a:spcPts val="5500"/>
              </a:lnSpc>
              <a:defRPr sz="2600" b="0" i="0" u="none">
                <a:solidFill>
                  <a:srgbClr val="F0FDF4"/>
                </a:solidFill>
                <a:latin typeface="Arial"/>
              </a:defRPr>
            </a:pPr>
            <a:r>
              <a:rPr lang="en-US" sz="7000" b="1" dirty="0">
                <a:solidFill>
                  <a:srgbClr val="F0FDF4"/>
                </a:solidFill>
                <a:latin typeface="Arial" panose="020B0604020202020204" pitchFamily="34" charset="0"/>
                <a:cs typeface="Arial" panose="020B0604020202020204" pitchFamily="34" charset="0"/>
              </a:rPr>
              <a:t>YOUR WILL BE DONE,</a:t>
            </a:r>
          </a:p>
          <a:p>
            <a:pPr algn="ctr">
              <a:lnSpc>
                <a:spcPts val="5500"/>
              </a:lnSpc>
              <a:defRPr sz="2600" b="0" i="0" u="none">
                <a:solidFill>
                  <a:srgbClr val="F0FDF4"/>
                </a:solidFill>
                <a:latin typeface="Arial"/>
              </a:defRPr>
            </a:pPr>
            <a:r>
              <a:rPr lang="en-US" sz="7000" b="1" dirty="0">
                <a:solidFill>
                  <a:srgbClr val="F0FDF4"/>
                </a:solidFill>
                <a:latin typeface="Arial" panose="020B0604020202020204" pitchFamily="34" charset="0"/>
                <a:cs typeface="Arial" panose="020B0604020202020204" pitchFamily="34" charset="0"/>
              </a:rPr>
              <a:t>ON EARTH AS IT IS IN HEAVEN.</a:t>
            </a:r>
          </a:p>
        </p:txBody>
      </p:sp>
      <p:sp>
        <p:nvSpPr>
          <p:cNvPr id="5" name="TextBox 4">
            <a:extLst>
              <a:ext uri="{FF2B5EF4-FFF2-40B4-BE49-F238E27FC236}">
                <a16:creationId xmlns:a16="http://schemas.microsoft.com/office/drawing/2014/main" id="{B0E41674-432D-59B5-74C3-4778FD3C73E2}"/>
              </a:ext>
            </a:extLst>
          </p:cNvPr>
          <p:cNvSpPr txBox="1"/>
          <p:nvPr/>
        </p:nvSpPr>
        <p:spPr>
          <a:xfrm>
            <a:off x="0" y="4787347"/>
            <a:ext cx="18288000" cy="5499653"/>
          </a:xfrm>
          <a:prstGeom prst="rect">
            <a:avLst/>
          </a:prstGeom>
          <a:noFill/>
        </p:spPr>
        <p:txBody>
          <a:bodyPr wrap="square" lIns="109728" tIns="73152" rIns="109728" bIns="73152" anchor="ctr">
            <a:noAutofit/>
          </a:bodyPr>
          <a:lstStyle/>
          <a:p>
            <a:pPr algn="ctr">
              <a:lnSpc>
                <a:spcPts val="5500"/>
              </a:lnSpc>
              <a:defRPr sz="2600" b="0" i="0" u="none">
                <a:solidFill>
                  <a:srgbClr val="F0FDF4"/>
                </a:solidFill>
                <a:latin typeface="Arial"/>
              </a:defRPr>
            </a:pPr>
            <a:r>
              <a:rPr lang="en-US" sz="7000" b="1" i="1" dirty="0">
                <a:solidFill>
                  <a:srgbClr val="F0FDF4"/>
                </a:solidFill>
                <a:latin typeface="Arial" panose="020B0604020202020204" pitchFamily="34" charset="0"/>
                <a:cs typeface="Arial" panose="020B0604020202020204" pitchFamily="34" charset="0"/>
              </a:rPr>
              <a:t>GIVE US THIS DAY OUR DAILY BREAD;</a:t>
            </a:r>
          </a:p>
          <a:p>
            <a:pPr algn="ctr">
              <a:lnSpc>
                <a:spcPts val="5500"/>
              </a:lnSpc>
              <a:defRPr sz="2600" b="0" i="0" u="none">
                <a:solidFill>
                  <a:srgbClr val="F0FDF4"/>
                </a:solidFill>
                <a:latin typeface="Arial"/>
              </a:defRPr>
            </a:pPr>
            <a:r>
              <a:rPr lang="en-US" sz="7000" b="1" i="1" dirty="0">
                <a:solidFill>
                  <a:srgbClr val="F0FDF4"/>
                </a:solidFill>
                <a:latin typeface="Arial" panose="020B0604020202020204" pitchFamily="34" charset="0"/>
                <a:cs typeface="Arial" panose="020B0604020202020204" pitchFamily="34" charset="0"/>
              </a:rPr>
              <a:t>AND FORGIVE US OUR TRESPASSES,</a:t>
            </a:r>
          </a:p>
          <a:p>
            <a:pPr algn="ctr">
              <a:lnSpc>
                <a:spcPts val="5500"/>
              </a:lnSpc>
              <a:defRPr sz="2600" b="0" i="0" u="none">
                <a:solidFill>
                  <a:srgbClr val="F0FDF4"/>
                </a:solidFill>
                <a:latin typeface="Arial"/>
              </a:defRPr>
            </a:pPr>
            <a:r>
              <a:rPr lang="en-US" sz="7000" b="1" i="1" dirty="0">
                <a:solidFill>
                  <a:srgbClr val="F0FDF4"/>
                </a:solidFill>
                <a:latin typeface="Arial" panose="020B0604020202020204" pitchFamily="34" charset="0"/>
                <a:cs typeface="Arial" panose="020B0604020202020204" pitchFamily="34" charset="0"/>
              </a:rPr>
              <a:t>AS WE FORGIVE THOSE WHO TRESPASS AGAINST US;</a:t>
            </a:r>
          </a:p>
          <a:p>
            <a:pPr algn="ctr">
              <a:lnSpc>
                <a:spcPts val="5500"/>
              </a:lnSpc>
              <a:defRPr sz="2600" b="0" i="0" u="none">
                <a:solidFill>
                  <a:srgbClr val="F0FDF4"/>
                </a:solidFill>
                <a:latin typeface="Arial"/>
              </a:defRPr>
            </a:pPr>
            <a:r>
              <a:rPr lang="en-US" sz="7000" b="1" i="1" dirty="0">
                <a:solidFill>
                  <a:srgbClr val="F0FDF4"/>
                </a:solidFill>
                <a:latin typeface="Arial" panose="020B0604020202020204" pitchFamily="34" charset="0"/>
                <a:cs typeface="Arial" panose="020B0604020202020204" pitchFamily="34" charset="0"/>
              </a:rPr>
              <a:t>AND LEAD US NOT INTO TEMPTATION,</a:t>
            </a:r>
          </a:p>
          <a:p>
            <a:pPr algn="ctr">
              <a:lnSpc>
                <a:spcPts val="5500"/>
              </a:lnSpc>
              <a:defRPr sz="2600" b="0" i="0" u="none">
                <a:solidFill>
                  <a:srgbClr val="F0FDF4"/>
                </a:solidFill>
                <a:latin typeface="Arial"/>
              </a:defRPr>
            </a:pPr>
            <a:r>
              <a:rPr lang="en-US" sz="7000" b="1" i="1" dirty="0">
                <a:solidFill>
                  <a:srgbClr val="F0FDF4"/>
                </a:solidFill>
                <a:latin typeface="Arial" panose="020B0604020202020204" pitchFamily="34" charset="0"/>
                <a:cs typeface="Arial" panose="020B0604020202020204" pitchFamily="34" charset="0"/>
              </a:rPr>
              <a:t>BUT DELIVER US, DELIVER US FROM EVIL.</a:t>
            </a:r>
          </a:p>
        </p:txBody>
      </p:sp>
      <p:sp>
        <p:nvSpPr>
          <p:cNvPr id="6" name="TextBox 5"/>
          <p:cNvSpPr txBox="1"/>
          <p:nvPr/>
        </p:nvSpPr>
        <p:spPr>
          <a:xfrm>
            <a:off x="914400" y="9418320"/>
            <a:ext cx="16459200" cy="777240"/>
          </a:xfrm>
          <a:prstGeom prst="rect">
            <a:avLst/>
          </a:prstGeom>
          <a:noFill/>
        </p:spPr>
        <p:txBody>
          <a:bodyPr wrap="square" lIns="109728" rIns="109728" tIns="73152" bIns="73152">
            <a:noAutofit/>
          </a:bodyPr>
          <a:lstStyle/>
          <a:p/>
          <a:p>
            <a:pPr algn="l">
              <a:spcBef>
                <a:spcPts val="200"/>
              </a:spcBef>
              <a:defRPr sz="1200" b="0" i="0" u="none">
                <a:solidFill>
                  <a:srgbClr val="FFB800"/>
                </a:solidFill>
                <a:latin typeface="Arial"/>
              </a:defRPr>
            </a:pPr>
            <a:r>
              <a:t>Our Father</a:t>
            </a:r>
          </a:p>
        </p:txBody>
      </p:sp>
    </p:spTree>
  </p:cSld>
  <p:clrMapOvr>
    <a:masterClrMapping/>
  </p:clrMapOvr>
</p:sld>
</file>

<file path=ppt/slides/slide47.xml><?xml version="1.0" encoding="utf-8"?>
<p:sld xmlns:a="http://schemas.openxmlformats.org/drawingml/2006/main" xmlns:p="http://schemas.openxmlformats.org/presentationml/2006/main" xmlns:r="http://schemas.openxmlformats.org/officeDocument/2006/relationships">
  <p:cSld>
    <p:bg>
      <p:bgPr>
        <a:solidFill>
          <a:srgbClr val="000000"/>
        </a:solidFill>
        <a:effectLst/>
      </p:bgPr>
    </p:bg>
    <p:spTree>
      <p:nvGrpSpPr>
        <p:cNvPr id="1" name=""/>
        <p:cNvGrpSpPr/>
        <p:nvPr/>
      </p:nvGrpSpPr>
      <p:grpSpPr/>
      <p:sp>
        <p:nvSpPr>
          <p:cNvPr id="3" name="TextBox 2">
            <a:extLst>
              <a:ext uri="{FF2B5EF4-FFF2-40B4-BE49-F238E27FC236}">
                <a16:creationId xmlns:a16="http://schemas.microsoft.com/office/drawing/2014/main" id="{A5D65447-56D1-6AD8-3118-EE39D1BF6F6E}"/>
              </a:ext>
            </a:extLst>
          </p:cNvPr>
          <p:cNvSpPr txBox="1"/>
          <p:nvPr/>
        </p:nvSpPr>
        <p:spPr>
          <a:xfrm>
            <a:off x="914400" y="530352"/>
            <a:ext cx="16459200" cy="8750808"/>
          </a:xfrm>
          <a:prstGeom prst="rect">
            <a:avLst/>
          </a:prstGeom>
          <a:noFill/>
        </p:spPr>
        <p:txBody>
          <a:bodyPr wrap="square" lIns="109728" tIns="73152" rIns="109728" bIns="73152" anchor="ctr">
            <a:noAutofit/>
          </a:bodyPr>
          <a:lstStyle/>
          <a:p>
            <a:pPr algn="ctr">
              <a:spcBef>
                <a:spcPts val="400"/>
              </a:spcBef>
              <a:spcAft>
                <a:spcPts val="364"/>
              </a:spcAft>
              <a:defRPr sz="2600" b="1" i="0" u="none">
                <a:solidFill>
                  <a:srgbClr val="FFB800"/>
                </a:solidFill>
                <a:latin typeface="Arial"/>
              </a:defRPr>
            </a:pPr>
            <a:r>
              <a:rPr lang="en-US" sz="6600" dirty="0">
                <a:solidFill>
                  <a:srgbClr val="F0FDF4"/>
                </a:solidFill>
              </a:rPr>
              <a:t>Priest: </a:t>
            </a:r>
            <a:r>
              <a:rPr lang="en-US" sz="6600" i="1" dirty="0">
                <a:solidFill>
                  <a:srgbClr val="F0FDF4"/>
                </a:solidFill>
              </a:rPr>
              <a:t>Deliver us, Lord, we pray, from every evil, graciously grant peace in our days, that, by the help of your mercy, we may be always free from sin and safe from all distress, as we await the blessed hope and the coming of our Savior, Jesus Christ.</a:t>
            </a:r>
          </a:p>
        </p:txBody>
      </p:sp>
      <p:sp>
        <p:nvSpPr>
          <p:cNvPr id="4" name="TextBox 3"/>
          <p:cNvSpPr txBox="1"/>
          <p:nvPr/>
        </p:nvSpPr>
        <p:spPr>
          <a:xfrm>
            <a:off x="914400" y="9418320"/>
            <a:ext cx="16459200" cy="777240"/>
          </a:xfrm>
          <a:prstGeom prst="rect">
            <a:avLst/>
          </a:prstGeom>
          <a:noFill/>
        </p:spPr>
        <p:txBody>
          <a:bodyPr wrap="square" lIns="109728" rIns="109728" tIns="73152" bIns="73152">
            <a:noAutofit/>
          </a:bodyPr>
          <a:lstStyle/>
          <a:p/>
          <a:p>
            <a:pPr algn="l">
              <a:spcBef>
                <a:spcPts val="200"/>
              </a:spcBef>
              <a:defRPr sz="1200" b="0" i="0" u="none">
                <a:solidFill>
                  <a:srgbClr val="FFB800"/>
                </a:solidFill>
                <a:latin typeface="Arial"/>
              </a:defRPr>
            </a:pPr>
            <a:r>
              <a:t>Our Father</a:t>
            </a:r>
          </a:p>
        </p:txBody>
      </p:sp>
    </p:spTree>
  </p:cSld>
  <p:clrMapOvr>
    <a:masterClrMapping/>
  </p:clrMapOvr>
</p:sld>
</file>

<file path=ppt/slides/slide48.xml><?xml version="1.0" encoding="utf-8"?>
<p:sld xmlns:a="http://schemas.openxmlformats.org/drawingml/2006/main" xmlns:p="http://schemas.openxmlformats.org/presentationml/2006/main" xmlns:r="http://schemas.openxmlformats.org/officeDocument/2006/relationships">
  <p:cSld>
    <p:bg>
      <p:bgPr>
        <a:solidFill>
          <a:srgbClr val="000000"/>
        </a:solidFill>
        <a:effectLst/>
      </p:bgPr>
    </p:bg>
    <p:spTree>
      <p:nvGrpSpPr>
        <p:cNvPr id="1" name=""/>
        <p:cNvGrpSpPr/>
        <p:nvPr/>
      </p:nvGrpSpPr>
      <p:grpSpPr/>
      <p:sp>
        <p:nvSpPr>
          <p:cNvPr id="3" name="TextBox 2">
            <a:extLst>
              <a:ext uri="{FF2B5EF4-FFF2-40B4-BE49-F238E27FC236}">
                <a16:creationId xmlns:a16="http://schemas.microsoft.com/office/drawing/2014/main" id="{3C8D2707-7756-A8E3-CBF5-4BA3F8BE583B}"/>
              </a:ext>
            </a:extLst>
          </p:cNvPr>
          <p:cNvSpPr txBox="1"/>
          <p:nvPr/>
        </p:nvSpPr>
        <p:spPr>
          <a:xfrm>
            <a:off x="914400" y="1444753"/>
            <a:ext cx="16459200" cy="3286273"/>
          </a:xfrm>
          <a:prstGeom prst="rect">
            <a:avLst/>
          </a:prstGeom>
          <a:noFill/>
        </p:spPr>
        <p:txBody>
          <a:bodyPr wrap="square" lIns="109728" tIns="73152" rIns="109728" bIns="73152" anchor="ctr">
            <a:noAutofit/>
          </a:bodyPr>
          <a:lstStyle/>
          <a:p>
            <a:pPr algn="ctr">
              <a:spcBef>
                <a:spcPts val="400"/>
              </a:spcBef>
              <a:spcAft>
                <a:spcPts val="364"/>
              </a:spcAft>
              <a:defRPr sz="2600" b="1" i="0" u="none">
                <a:solidFill>
                  <a:srgbClr val="F0FDF4"/>
                </a:solidFill>
                <a:latin typeface="Arial"/>
              </a:defRPr>
            </a:pPr>
            <a:r>
              <a:rPr lang="en-US" sz="7000" dirty="0">
                <a:solidFill>
                  <a:srgbClr val="F0FDF4"/>
                </a:solidFill>
              </a:rPr>
              <a:t>FOR THE KINGDOM, THE POWER, AND THE GLORY ARE YOURS NOW AND FOR EVER.</a:t>
            </a:r>
          </a:p>
        </p:txBody>
      </p:sp>
      <p:sp>
        <p:nvSpPr>
          <p:cNvPr id="5" name="TextBox 4">
            <a:extLst>
              <a:ext uri="{FF2B5EF4-FFF2-40B4-BE49-F238E27FC236}">
                <a16:creationId xmlns:a16="http://schemas.microsoft.com/office/drawing/2014/main" id="{D3483208-BA5E-930E-3B94-EA7431D41750}"/>
              </a:ext>
            </a:extLst>
          </p:cNvPr>
          <p:cNvSpPr txBox="1"/>
          <p:nvPr/>
        </p:nvSpPr>
        <p:spPr>
          <a:xfrm>
            <a:off x="914400" y="5143500"/>
            <a:ext cx="16459200" cy="3286273"/>
          </a:xfrm>
          <a:prstGeom prst="rect">
            <a:avLst/>
          </a:prstGeom>
          <a:noFill/>
        </p:spPr>
        <p:txBody>
          <a:bodyPr wrap="square" lIns="109728" tIns="73152" rIns="109728" bIns="73152" anchor="ctr">
            <a:noAutofit/>
          </a:bodyPr>
          <a:lstStyle/>
          <a:p>
            <a:pPr algn="ctr">
              <a:spcBef>
                <a:spcPts val="400"/>
              </a:spcBef>
              <a:spcAft>
                <a:spcPts val="364"/>
              </a:spcAft>
              <a:defRPr sz="2600" b="1" i="0" u="none">
                <a:solidFill>
                  <a:srgbClr val="F0FDF4"/>
                </a:solidFill>
                <a:latin typeface="Arial"/>
              </a:defRPr>
            </a:pPr>
            <a:r>
              <a:rPr lang="en-US" sz="9000" i="1" dirty="0">
                <a:solidFill>
                  <a:srgbClr val="F0FDF4"/>
                </a:solidFill>
              </a:rPr>
              <a:t>AMEN, AMEN, AMEN.</a:t>
            </a:r>
          </a:p>
        </p:txBody>
      </p:sp>
      <p:sp>
        <p:nvSpPr>
          <p:cNvPr id="6" name="TextBox 5"/>
          <p:cNvSpPr txBox="1"/>
          <p:nvPr/>
        </p:nvSpPr>
        <p:spPr>
          <a:xfrm>
            <a:off x="914400" y="9418320"/>
            <a:ext cx="16459200" cy="777240"/>
          </a:xfrm>
          <a:prstGeom prst="rect">
            <a:avLst/>
          </a:prstGeom>
          <a:noFill/>
        </p:spPr>
        <p:txBody>
          <a:bodyPr wrap="square" lIns="109728" rIns="109728" tIns="73152" bIns="73152">
            <a:noAutofit/>
          </a:bodyPr>
          <a:lstStyle/>
          <a:p/>
          <a:p>
            <a:pPr algn="l">
              <a:spcBef>
                <a:spcPts val="200"/>
              </a:spcBef>
              <a:defRPr sz="1200" b="0" i="0" u="none">
                <a:solidFill>
                  <a:srgbClr val="FFB800"/>
                </a:solidFill>
                <a:latin typeface="Arial"/>
              </a:defRPr>
            </a:pPr>
            <a:r>
              <a:t>Our Father</a:t>
            </a:r>
          </a:p>
        </p:txBody>
      </p:sp>
    </p:spTree>
  </p:cSld>
  <p:clrMapOvr>
    <a:masterClrMapping/>
  </p:clrMapOvr>
</p:sld>
</file>

<file path=ppt/slides/slide49.xml><?xml version="1.0" encoding="utf-8"?>
<p:sld xmlns:a="http://schemas.openxmlformats.org/drawingml/2006/main" xmlns:p="http://schemas.openxmlformats.org/presentationml/2006/main" xmlns:r="http://schemas.openxmlformats.org/officeDocument/2006/relationships">
  <p:cSld>
    <p:bg>
      <p:bgPr>
        <a:gradFill rotWithShape="1">
          <a:gsLst>
            <a:gs pos="0">
              <a:srgbClr val="0F1A13"/>
            </a:gs>
            <a:gs pos="100000">
              <a:srgbClr val="689474"/>
            </a:gs>
          </a:gsLst>
          <a:lin scaled="0" ang="0"/>
        </a:gradFill>
        <a:effectLst/>
      </p:bgPr>
    </p:bg>
    <p:spTree>
      <p:nvGrpSpPr>
        <p:cNvPr id="1" name=""/>
        <p:cNvGrpSpPr/>
        <p:nvPr/>
      </p:nvGrpSpPr>
      <p:grpSpPr/>
      <p:sp>
        <p:nvSpPr>
          <p:cNvPr id="2" name="Rounded Rectangle 1"/>
          <p:cNvSpPr/>
          <p:nvPr/>
        </p:nvSpPr>
        <p:spPr>
          <a:xfrm>
            <a:off x="6856171" y="1269187"/>
            <a:ext cx="10943539" cy="6128308"/>
          </a:xfrm>
          <a:prstGeom prst="roundRect">
            <a:avLst>
              <a:gd name="adj" fmla="val 16670"/>
            </a:avLst>
          </a:prstGeom>
          <a:solidFill>
            <a:srgbClr val="2D6A3E">
              <a:alpha val="44706"/>
            </a:srgbClr>
          </a:solidFill>
          <a:ln w="14299" cap="sq">
            <a:solidFill>
              <a:srgbClr val="749D80">
                <a:alpha val="44706"/>
              </a:srgbClr>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900684" y="8503005"/>
            <a:ext cx="16486632" cy="1112824"/>
          </a:xfrm>
          <a:prstGeom prst="roundRect">
            <a:avLst>
              <a:gd name="adj" fmla="val 16670"/>
            </a:avLst>
          </a:prstGeom>
          <a:solidFill>
            <a:srgbClr val="1D4128">
              <a:alpha val="60784"/>
            </a:srgbClr>
          </a:solidFill>
          <a:ln w="14299" cap="sq">
            <a:solidFill>
              <a:srgbClr val="1D4128">
                <a:alpha val="60784"/>
              </a:srgbClr>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284732" y="2390241"/>
            <a:ext cx="4209897" cy="638251"/>
          </a:xfrm>
          <a:prstGeom prst="rect">
            <a:avLst/>
          </a:prstGeom>
          <a:noFill/>
        </p:spPr>
        <p:txBody>
          <a:bodyPr wrap="square" lIns="109728" rIns="109728" tIns="73152" bIns="73152" anchor="ctr">
            <a:noAutofit/>
          </a:bodyPr>
          <a:lstStyle/>
          <a:p>
            <a:pPr algn="ctr">
              <a:lnSpc>
                <a:spcPct val="108000"/>
              </a:lnSpc>
              <a:defRPr sz="3700" b="1" i="0" u="none">
                <a:solidFill>
                  <a:srgbClr val="FFEABF"/>
                </a:solidFill>
                <a:latin typeface="Arial"/>
              </a:defRPr>
            </a:pPr>
            <a:r>
              <a:t>MASS CELEBRANT:</a:t>
            </a:r>
          </a:p>
        </p:txBody>
      </p:sp>
      <p:sp>
        <p:nvSpPr>
          <p:cNvPr id="5" name="TextBox 4"/>
          <p:cNvSpPr txBox="1"/>
          <p:nvPr/>
        </p:nvSpPr>
        <p:spPr>
          <a:xfrm>
            <a:off x="267004" y="3053181"/>
            <a:ext cx="6589166" cy="1057046"/>
          </a:xfrm>
          <a:prstGeom prst="rect">
            <a:avLst/>
          </a:prstGeom>
          <a:noFill/>
        </p:spPr>
        <p:txBody>
          <a:bodyPr wrap="square" lIns="109728" rIns="109728" tIns="73152" bIns="73152" anchor="ctr">
            <a:noAutofit/>
          </a:bodyPr>
          <a:lstStyle/>
          <a:p>
            <a:pPr algn="ctr">
              <a:lnSpc>
                <a:spcPct val="108000"/>
              </a:lnSpc>
              <a:defRPr sz="3900" b="1" i="0" u="none">
                <a:solidFill>
                  <a:srgbClr val="FAF8F4"/>
                </a:solidFill>
                <a:latin typeface="Arial"/>
              </a:defRPr>
            </a:pPr>
            <a:r>
              <a:t>Rev. Fr. Sample Celebrant</a:t>
            </a:r>
          </a:p>
        </p:txBody>
      </p:sp>
      <p:sp>
        <p:nvSpPr>
          <p:cNvPr id="6" name="TextBox 5"/>
          <p:cNvSpPr txBox="1"/>
          <p:nvPr/>
        </p:nvSpPr>
        <p:spPr>
          <a:xfrm>
            <a:off x="267004" y="4429353"/>
            <a:ext cx="6589166" cy="868680"/>
          </a:xfrm>
          <a:prstGeom prst="rect">
            <a:avLst/>
          </a:prstGeom>
          <a:noFill/>
        </p:spPr>
        <p:txBody>
          <a:bodyPr wrap="square" lIns="109728" rIns="109728" tIns="73152" bIns="73152" anchor="ctr">
            <a:noAutofit/>
          </a:bodyPr>
          <a:lstStyle/>
          <a:p>
            <a:pPr algn="ctr">
              <a:lnSpc>
                <a:spcPct val="108000"/>
              </a:lnSpc>
              <a:defRPr sz="4700" b="1" i="1" u="none">
                <a:solidFill>
                  <a:srgbClr val="FAF8F4"/>
                </a:solidFill>
                <a:latin typeface="Arial"/>
              </a:defRPr>
            </a:pPr>
            <a:r>
              <a:t>YEAR C · 21 JUNE 2026</a:t>
            </a:r>
          </a:p>
        </p:txBody>
      </p:sp>
      <p:sp>
        <p:nvSpPr>
          <p:cNvPr id="7" name="TextBox 6"/>
          <p:cNvSpPr txBox="1"/>
          <p:nvPr/>
        </p:nvSpPr>
        <p:spPr>
          <a:xfrm>
            <a:off x="1284732" y="5676595"/>
            <a:ext cx="4209897" cy="638251"/>
          </a:xfrm>
          <a:prstGeom prst="rect">
            <a:avLst/>
          </a:prstGeom>
          <a:noFill/>
        </p:spPr>
        <p:txBody>
          <a:bodyPr wrap="square" lIns="109728" rIns="109728" tIns="73152" bIns="73152" anchor="ctr">
            <a:noAutofit/>
          </a:bodyPr>
          <a:lstStyle/>
          <a:p>
            <a:pPr algn="ctr">
              <a:lnSpc>
                <a:spcPct val="108000"/>
              </a:lnSpc>
              <a:defRPr sz="3700" b="1" i="0" u="none">
                <a:solidFill>
                  <a:srgbClr val="FFEABF"/>
                </a:solidFill>
                <a:latin typeface="Arial"/>
              </a:defRPr>
            </a:pPr>
            <a:r>
              <a:t>CO-CELEBRANT:</a:t>
            </a:r>
          </a:p>
        </p:txBody>
      </p:sp>
      <p:sp>
        <p:nvSpPr>
          <p:cNvPr id="8" name="TextBox 7"/>
          <p:cNvSpPr txBox="1"/>
          <p:nvPr/>
        </p:nvSpPr>
        <p:spPr>
          <a:xfrm>
            <a:off x="95097" y="6369710"/>
            <a:ext cx="6589166" cy="1057046"/>
          </a:xfrm>
          <a:prstGeom prst="rect">
            <a:avLst/>
          </a:prstGeom>
          <a:noFill/>
        </p:spPr>
        <p:txBody>
          <a:bodyPr wrap="square" lIns="109728" rIns="109728" tIns="73152" bIns="73152" anchor="ctr">
            <a:noAutofit/>
          </a:bodyPr>
          <a:lstStyle/>
          <a:p>
            <a:pPr algn="ctr">
              <a:lnSpc>
                <a:spcPct val="108000"/>
              </a:lnSpc>
              <a:defRPr sz="4700" b="1" i="0" u="none">
                <a:solidFill>
                  <a:srgbClr val="FAF8F4"/>
                </a:solidFill>
                <a:latin typeface="Arial"/>
              </a:defRPr>
            </a:pPr>
            <a:r>
              <a:t>Rev. Fr. Co Celebrant</a:t>
            </a:r>
          </a:p>
        </p:txBody>
      </p:sp>
      <p:sp>
        <p:nvSpPr>
          <p:cNvPr id="9" name="TextBox 8"/>
          <p:cNvSpPr txBox="1"/>
          <p:nvPr/>
        </p:nvSpPr>
        <p:spPr>
          <a:xfrm>
            <a:off x="6900062" y="2390241"/>
            <a:ext cx="10775289" cy="2422245"/>
          </a:xfrm>
          <a:prstGeom prst="rect">
            <a:avLst/>
          </a:prstGeom>
          <a:noFill/>
        </p:spPr>
        <p:txBody>
          <a:bodyPr wrap="square" lIns="109728" rIns="109728" tIns="73152" bIns="73152" anchor="ctr">
            <a:noAutofit/>
          </a:bodyPr>
          <a:lstStyle/>
          <a:p>
            <a:pPr algn="ctr">
              <a:lnSpc>
                <a:spcPct val="108000"/>
              </a:lnSpc>
              <a:defRPr sz="3900" b="0" i="0" u="none">
                <a:solidFill>
                  <a:srgbClr val="EFEDEC"/>
                </a:solidFill>
                <a:latin typeface="Arial"/>
              </a:defRPr>
            </a:pPr>
            <a:r>
              <a:t>“Who do you say that I am?”</a:t>
            </a:r>
          </a:p>
        </p:txBody>
      </p:sp>
      <p:sp>
        <p:nvSpPr>
          <p:cNvPr id="10" name="TextBox 9"/>
          <p:cNvSpPr txBox="1"/>
          <p:nvPr/>
        </p:nvSpPr>
        <p:spPr>
          <a:xfrm>
            <a:off x="9378086" y="5801868"/>
            <a:ext cx="5819241" cy="705002"/>
          </a:xfrm>
          <a:prstGeom prst="rect">
            <a:avLst/>
          </a:prstGeom>
          <a:noFill/>
        </p:spPr>
        <p:txBody>
          <a:bodyPr wrap="square" lIns="109728" rIns="109728" tIns="73152" bIns="73152" anchor="ctr">
            <a:noAutofit/>
          </a:bodyPr>
          <a:lstStyle/>
          <a:p>
            <a:pPr algn="ctr">
              <a:lnSpc>
                <a:spcPct val="108000"/>
              </a:lnSpc>
              <a:defRPr sz="4100" b="1" i="0" u="none">
                <a:solidFill>
                  <a:srgbClr val="FFDE9E"/>
                </a:solidFill>
                <a:latin typeface="Arial"/>
              </a:defRPr>
            </a:pPr>
            <a:r>
              <a:t>GOSPEL (LK 9:18–24)</a:t>
            </a:r>
          </a:p>
        </p:txBody>
      </p:sp>
      <p:sp>
        <p:nvSpPr>
          <p:cNvPr id="11" name="TextBox 10"/>
          <p:cNvSpPr txBox="1"/>
          <p:nvPr/>
        </p:nvSpPr>
        <p:spPr>
          <a:xfrm>
            <a:off x="3195828" y="8411565"/>
            <a:ext cx="12362688" cy="1162202"/>
          </a:xfrm>
          <a:prstGeom prst="rect">
            <a:avLst/>
          </a:prstGeom>
          <a:noFill/>
        </p:spPr>
        <p:txBody>
          <a:bodyPr wrap="square" lIns="109728" rIns="109728" tIns="73152" bIns="73152" anchor="ctr">
            <a:noAutofit/>
          </a:bodyPr>
          <a:lstStyle/>
          <a:p>
            <a:pPr algn="ctr">
              <a:lnSpc>
                <a:spcPct val="108000"/>
              </a:lnSpc>
              <a:defRPr sz="6000" b="1" i="0" u="none">
                <a:solidFill>
                  <a:srgbClr val="FAF8F4"/>
                </a:solidFill>
                <a:latin typeface="Arial"/>
              </a:defRPr>
            </a:pPr>
            <a:r>
              <a:t>Twelfth Sunday in Ordinary Time</a:t>
            </a:r>
          </a:p>
        </p:txBody>
      </p:sp>
    </p:spTree>
  </p:cSld>
  <p:clrMapOvr>
    <a:masterClrMapping/>
  </p:clrMapOvr>
</p:sld>
</file>

<file path=ppt/slides/slide50.xml><?xml version="1.0" encoding="utf-8"?>
<p:sld xmlns:a="http://schemas.openxmlformats.org/drawingml/2006/main" xmlns:p="http://schemas.openxmlformats.org/presentationml/2006/main" xmlns:r="http://schemas.openxmlformats.org/officeDocument/2006/relationships">
  <p:cSld>
    <p:bg>
      <p:bgPr>
        <a:solidFill>
          <a:srgbClr val="000000"/>
        </a:solidFill>
        <a:effectLst/>
      </p:bgPr>
    </p:bg>
    <p:spTree>
      <p:nvGrpSpPr>
        <p:cNvPr id="1" name=""/>
        <p:cNvGrpSpPr/>
        <p:nvPr/>
      </p:nvGrpSpPr>
      <p:grpSpPr/>
      <p:sp>
        <p:nvSpPr>
          <p:cNvPr id="2" name="TextBox 2"/>
          <p:cNvSpPr txBox="1"/>
          <p:nvPr/>
        </p:nvSpPr>
        <p:spPr>
          <a:xfrm>
            <a:off x="0" y="1746530"/>
            <a:ext cx="18288000" cy="2038763"/>
          </a:xfrm>
          <a:prstGeom prst="rect">
            <a:avLst/>
          </a:prstGeom>
        </p:spPr>
        <p:txBody>
          <a:bodyPr wrap="square" lIns="0" tIns="0" rIns="0" bIns="0" rtlCol="0" anchor="t">
            <a:spAutoFit/>
          </a:bodyPr>
          <a:lstStyle/>
          <a:p>
            <a:pPr marL="0" lvl="0" indent="0" algn="ctr">
              <a:lnSpc>
                <a:spcPts val="8228"/>
              </a:lnSpc>
              <a:defRPr/>
            </a:pPr>
            <a:r>
              <a:rPr lang="en-US" sz="6500" b="1" dirty="0">
                <a:solidFill>
                  <a:srgbClr val="FFB800"/>
                </a:solidFill>
                <a:latin typeface="Arial" panose="020B0604020202020204" pitchFamily="34" charset="0"/>
                <a:ea typeface="Poppins Semi-Bold"/>
                <a:cs typeface="Arial" panose="020B0604020202020204" pitchFamily="34" charset="0"/>
                <a:sym typeface="Poppins Semi-Bold"/>
              </a:rPr>
              <a:t>Priest</a:t>
            </a:r>
            <a:r>
              <a:rPr lang="en-US" sz="6500" b="1" dirty="0">
                <a:solidFill>
                  <a:srgbClr val="F0FDF4"/>
                </a:solidFill>
                <a:latin typeface="Arial" panose="020B0604020202020204" pitchFamily="34" charset="0"/>
                <a:ea typeface="Poppins Semi-Bold"/>
                <a:cs typeface="Arial" panose="020B0604020202020204" pitchFamily="34" charset="0"/>
                <a:sym typeface="Poppins Semi-Bold"/>
              </a:rPr>
              <a:t>: </a:t>
            </a:r>
            <a:r>
              <a:rPr lang="en-US" sz="6500" b="1" i="1" dirty="0">
                <a:solidFill>
                  <a:srgbClr val="F0FDF4"/>
                </a:solidFill>
                <a:latin typeface="Arial" panose="020B0604020202020204" pitchFamily="34" charset="0"/>
                <a:ea typeface="Poppins Semi-Bold"/>
                <a:cs typeface="Arial" panose="020B0604020202020204" pitchFamily="34" charset="0"/>
                <a:sym typeface="Poppins Semi-Bold"/>
              </a:rPr>
              <a:t>The peace of the Lord</a:t>
            </a:r>
          </a:p>
          <a:p>
            <a:pPr marL="0" lvl="0" indent="0" algn="ctr">
              <a:lnSpc>
                <a:spcPts val="8228"/>
              </a:lnSpc>
              <a:defRPr/>
            </a:pPr>
            <a:r>
              <a:rPr lang="en-US" sz="6500" b="1" i="1" dirty="0">
                <a:solidFill>
                  <a:srgbClr val="F0FDF4"/>
                </a:solidFill>
                <a:latin typeface="Arial" panose="020B0604020202020204" pitchFamily="34" charset="0"/>
                <a:ea typeface="Poppins Semi-Bold"/>
                <a:cs typeface="Arial" panose="020B0604020202020204" pitchFamily="34" charset="0"/>
                <a:sym typeface="Poppins Semi-Bold"/>
              </a:rPr>
              <a:t>be with you.</a:t>
            </a:r>
          </a:p>
        </p:txBody>
      </p:sp>
      <p:sp>
        <p:nvSpPr>
          <p:cNvPr id="4" name="TextBox 4"/>
          <p:cNvSpPr txBox="1"/>
          <p:nvPr/>
        </p:nvSpPr>
        <p:spPr>
          <a:xfrm>
            <a:off x="0" y="7665339"/>
            <a:ext cx="18288000" cy="1090042"/>
          </a:xfrm>
          <a:prstGeom prst="rect">
            <a:avLst/>
          </a:prstGeom>
        </p:spPr>
        <p:txBody>
          <a:bodyPr wrap="square" lIns="0" tIns="0" rIns="0" bIns="0" rtlCol="0" anchor="t">
            <a:spAutoFit/>
          </a:bodyPr>
          <a:lstStyle/>
          <a:p>
            <a:pPr marL="0" lvl="0" indent="0" algn="ctr">
              <a:lnSpc>
                <a:spcPts val="8469"/>
              </a:lnSpc>
              <a:defRPr/>
            </a:pPr>
            <a:r>
              <a:rPr lang="en-US" sz="8000" b="1" dirty="0">
                <a:solidFill>
                  <a:srgbClr val="F0FDF4"/>
                </a:solidFill>
                <a:latin typeface="Arial" panose="020B0604020202020204" pitchFamily="34" charset="0"/>
                <a:ea typeface="Poppins Bold"/>
                <a:cs typeface="Arial" panose="020B0604020202020204" pitchFamily="34" charset="0"/>
                <a:sym typeface="Poppins Bold"/>
              </a:rPr>
              <a:t>All: Peace be with you.</a:t>
            </a:r>
          </a:p>
        </p:txBody>
      </p:sp>
      <p:sp>
        <p:nvSpPr>
          <p:cNvPr id="6" name="TextBox 6"/>
          <p:cNvSpPr txBox="1"/>
          <p:nvPr/>
        </p:nvSpPr>
        <p:spPr>
          <a:xfrm>
            <a:off x="0" y="5626576"/>
            <a:ext cx="18288000" cy="2038763"/>
          </a:xfrm>
          <a:prstGeom prst="rect">
            <a:avLst/>
          </a:prstGeom>
        </p:spPr>
        <p:txBody>
          <a:bodyPr wrap="square" lIns="0" tIns="0" rIns="0" bIns="0" rtlCol="0" anchor="t">
            <a:spAutoFit/>
          </a:bodyPr>
          <a:lstStyle/>
          <a:p>
            <a:pPr marL="0" lvl="0" indent="0" algn="ctr">
              <a:lnSpc>
                <a:spcPts val="8228"/>
              </a:lnSpc>
              <a:defRPr/>
            </a:pPr>
            <a:r>
              <a:rPr lang="en-US" sz="6500" b="1" dirty="0">
                <a:solidFill>
                  <a:srgbClr val="FFB800"/>
                </a:solidFill>
                <a:latin typeface="Arial" panose="020B0604020202020204" pitchFamily="34" charset="0"/>
                <a:ea typeface="Poppins Semi-Bold"/>
                <a:cs typeface="Arial" panose="020B0604020202020204" pitchFamily="34" charset="0"/>
                <a:sym typeface="Poppins Semi-Bold"/>
              </a:rPr>
              <a:t>Priest</a:t>
            </a:r>
            <a:r>
              <a:rPr lang="en-US" sz="6500" b="1" dirty="0">
                <a:solidFill>
                  <a:srgbClr val="F0FDF4"/>
                </a:solidFill>
                <a:latin typeface="Arial" panose="020B0604020202020204" pitchFamily="34" charset="0"/>
                <a:ea typeface="Poppins Semi-Bold"/>
                <a:cs typeface="Arial" panose="020B0604020202020204" pitchFamily="34" charset="0"/>
                <a:sym typeface="Poppins Semi-Bold"/>
              </a:rPr>
              <a:t>: </a:t>
            </a:r>
            <a:r>
              <a:rPr lang="en-US" sz="6500" b="1" i="1" dirty="0">
                <a:solidFill>
                  <a:srgbClr val="F0FDF4"/>
                </a:solidFill>
                <a:latin typeface="Arial" panose="020B0604020202020204" pitchFamily="34" charset="0"/>
                <a:ea typeface="Poppins Semi-Bold"/>
                <a:cs typeface="Arial" panose="020B0604020202020204" pitchFamily="34" charset="0"/>
                <a:sym typeface="Poppins Semi-Bold"/>
              </a:rPr>
              <a:t>Let us offer each other</a:t>
            </a:r>
          </a:p>
          <a:p>
            <a:pPr marL="0" lvl="0" indent="0" algn="ctr">
              <a:lnSpc>
                <a:spcPts val="8228"/>
              </a:lnSpc>
              <a:defRPr/>
            </a:pPr>
            <a:r>
              <a:rPr lang="en-US" sz="6500" b="1" i="1" dirty="0">
                <a:solidFill>
                  <a:srgbClr val="F0FDF4"/>
                </a:solidFill>
                <a:latin typeface="Arial" panose="020B0604020202020204" pitchFamily="34" charset="0"/>
                <a:ea typeface="Poppins Semi-Bold"/>
                <a:cs typeface="Arial" panose="020B0604020202020204" pitchFamily="34" charset="0"/>
                <a:sym typeface="Poppins Semi-Bold"/>
              </a:rPr>
              <a:t>the sign of peace. </a:t>
            </a:r>
          </a:p>
        </p:txBody>
      </p:sp>
      <p:sp>
        <p:nvSpPr>
          <p:cNvPr id="5" name="TextBox 4">
            <a:extLst>
              <a:ext uri="{FF2B5EF4-FFF2-40B4-BE49-F238E27FC236}">
                <a16:creationId xmlns:a16="http://schemas.microsoft.com/office/drawing/2014/main" id="{664176DB-8A06-D3DB-13A1-B22D1175E2F2}"/>
              </a:ext>
            </a:extLst>
          </p:cNvPr>
          <p:cNvSpPr txBox="1"/>
          <p:nvPr/>
        </p:nvSpPr>
        <p:spPr>
          <a:xfrm>
            <a:off x="0" y="109728"/>
            <a:ext cx="18288000" cy="868680"/>
          </a:xfrm>
          <a:prstGeom prst="rect">
            <a:avLst/>
          </a:prstGeom>
          <a:noFill/>
        </p:spPr>
        <p:txBody>
          <a:bodyPr wrap="square" lIns="109728" tIns="73152" rIns="109728" bIns="73152">
            <a:noAutofit/>
          </a:bodyPr>
          <a:lstStyle/>
          <a:p>
            <a:pPr algn="ctr"/>
            <a:r>
              <a:rPr lang="en-US" sz="5000" b="1" u="sng" dirty="0">
                <a:solidFill>
                  <a:srgbClr val="FFB800"/>
                </a:solidFill>
                <a:latin typeface="Georgia"/>
              </a:rPr>
              <a:t>Sign of Peace</a:t>
            </a:r>
            <a:endParaRPr sz="5000" b="1" u="sng" dirty="0">
              <a:solidFill>
                <a:srgbClr val="86EFAC"/>
              </a:solidFill>
              <a:latin typeface="Georgia"/>
            </a:endParaRPr>
          </a:p>
        </p:txBody>
      </p:sp>
      <p:sp>
        <p:nvSpPr>
          <p:cNvPr id="8" name="TextBox 4">
            <a:extLst>
              <a:ext uri="{FF2B5EF4-FFF2-40B4-BE49-F238E27FC236}">
                <a16:creationId xmlns:a16="http://schemas.microsoft.com/office/drawing/2014/main" id="{F7E45210-3BE8-09AA-AD33-DBEA6071DC28}"/>
              </a:ext>
            </a:extLst>
          </p:cNvPr>
          <p:cNvSpPr txBox="1"/>
          <p:nvPr/>
        </p:nvSpPr>
        <p:spPr>
          <a:xfrm>
            <a:off x="0" y="3768412"/>
            <a:ext cx="18288000" cy="1090042"/>
          </a:xfrm>
          <a:prstGeom prst="rect">
            <a:avLst/>
          </a:prstGeom>
        </p:spPr>
        <p:txBody>
          <a:bodyPr wrap="square" lIns="0" tIns="0" rIns="0" bIns="0" rtlCol="0" anchor="t">
            <a:spAutoFit/>
          </a:bodyPr>
          <a:lstStyle/>
          <a:p>
            <a:pPr marL="0" lvl="0" indent="0" algn="ctr">
              <a:lnSpc>
                <a:spcPts val="8469"/>
              </a:lnSpc>
              <a:defRPr/>
            </a:pPr>
            <a:r>
              <a:rPr lang="en-US" sz="8000" b="1" dirty="0">
                <a:solidFill>
                  <a:srgbClr val="F0FDF4"/>
                </a:solidFill>
                <a:latin typeface="Arial" panose="020B0604020202020204" pitchFamily="34" charset="0"/>
                <a:ea typeface="Poppins Bold"/>
                <a:cs typeface="Arial" panose="020B0604020202020204" pitchFamily="34" charset="0"/>
                <a:sym typeface="Poppins Bold"/>
              </a:rPr>
              <a:t>All: And with your spirit.</a:t>
            </a:r>
          </a:p>
        </p:txBody>
      </p:sp>
      <p:sp>
        <p:nvSpPr>
          <p:cNvPr id="9" name="TextBox 8"/>
          <p:cNvSpPr txBox="1"/>
          <p:nvPr/>
        </p:nvSpPr>
        <p:spPr>
          <a:xfrm>
            <a:off x="914400" y="9418320"/>
            <a:ext cx="16459200" cy="777240"/>
          </a:xfrm>
          <a:prstGeom prst="rect">
            <a:avLst/>
          </a:prstGeom>
          <a:noFill/>
        </p:spPr>
        <p:txBody>
          <a:bodyPr wrap="square" lIns="109728" rIns="109728" tIns="73152" bIns="73152">
            <a:noAutofit/>
          </a:bodyPr>
          <a:lstStyle/>
          <a:p/>
          <a:p>
            <a:pPr algn="l">
              <a:spcBef>
                <a:spcPts val="200"/>
              </a:spcBef>
              <a:defRPr sz="1200" b="0" i="0" u="none">
                <a:solidFill>
                  <a:srgbClr val="FFB800"/>
                </a:solidFill>
                <a:latin typeface="Arial"/>
              </a:defRPr>
            </a:pPr>
            <a:r>
              <a:t>Sign of Peace</a:t>
            </a:r>
          </a:p>
        </p:txBody>
      </p:sp>
    </p:spTree>
  </p:cSld>
  <p:clrMapOvr>
    <a:masterClrMapping/>
  </p:clrMapOvr>
</p:sld>
</file>

<file path=ppt/slides/slide51.xml><?xml version="1.0" encoding="utf-8"?>
<p:sld xmlns:a="http://schemas.openxmlformats.org/drawingml/2006/main" xmlns:p="http://schemas.openxmlformats.org/presentationml/2006/main" xmlns:r="http://schemas.openxmlformats.org/officeDocument/2006/relationships">
  <p:cSld>
    <p:bg>
      <p:bgPr>
        <a:solidFill>
          <a:srgbClr val="000000"/>
        </a:solidFill>
        <a:effectLst/>
      </p:bgPr>
    </p:bg>
    <p:spTree>
      <p:nvGrpSpPr>
        <p:cNvPr id="1" name=""/>
        <p:cNvGrpSpPr/>
        <p:nvPr/>
      </p:nvGrpSpPr>
      <p:grpSpPr/>
      <p:sp>
        <p:nvSpPr>
          <p:cNvPr id="2" name="TextBox 2"/>
          <p:cNvSpPr txBox="1"/>
          <p:nvPr/>
        </p:nvSpPr>
        <p:spPr>
          <a:xfrm>
            <a:off x="0" y="1248545"/>
            <a:ext cx="18288000" cy="2539157"/>
          </a:xfrm>
          <a:prstGeom prst="rect">
            <a:avLst/>
          </a:prstGeom>
        </p:spPr>
        <p:txBody>
          <a:bodyPr wrap="square" lIns="0" tIns="0" rIns="0" bIns="0" rtlCol="0" anchor="t">
            <a:spAutoFit/>
          </a:bodyPr>
          <a:lstStyle/>
          <a:p>
            <a:pPr algn="ctr">
              <a:lnSpc>
                <a:spcPts val="6608"/>
              </a:lnSpc>
              <a:defRPr/>
            </a:pPr>
            <a:r>
              <a:rPr lang="en-US" sz="5500" b="1" dirty="0">
                <a:solidFill>
                  <a:srgbClr val="F0FDF4"/>
                </a:solidFill>
                <a:latin typeface="Arial" panose="020B0604020202020204" pitchFamily="34" charset="0"/>
                <a:ea typeface="Poppins Bold"/>
                <a:cs typeface="Arial" panose="020B0604020202020204" pitchFamily="34" charset="0"/>
                <a:sym typeface="Poppins Bold"/>
              </a:rPr>
              <a:t>LAMB OF GOD</a:t>
            </a:r>
          </a:p>
          <a:p>
            <a:pPr algn="ctr">
              <a:lnSpc>
                <a:spcPts val="6608"/>
              </a:lnSpc>
              <a:defRPr/>
            </a:pPr>
            <a:r>
              <a:rPr lang="en-US" sz="5500" b="1" dirty="0">
                <a:solidFill>
                  <a:srgbClr val="F0FDF4"/>
                </a:solidFill>
                <a:latin typeface="Arial" panose="020B0604020202020204" pitchFamily="34" charset="0"/>
                <a:ea typeface="Poppins Bold"/>
                <a:cs typeface="Arial" panose="020B0604020202020204" pitchFamily="34" charset="0"/>
                <a:sym typeface="Poppins Bold"/>
              </a:rPr>
              <a:t>YOU TAKE AWAY THE SINS OF THE WORLD</a:t>
            </a:r>
          </a:p>
          <a:p>
            <a:pPr marL="0" lvl="0" indent="0" algn="ctr">
              <a:lnSpc>
                <a:spcPts val="6608"/>
              </a:lnSpc>
              <a:defRPr/>
            </a:pPr>
            <a:r>
              <a:rPr lang="en-US" sz="5500" b="1" dirty="0">
                <a:solidFill>
                  <a:srgbClr val="FFB800"/>
                </a:solidFill>
                <a:latin typeface="Arial" panose="020B0604020202020204" pitchFamily="34" charset="0"/>
                <a:ea typeface="Poppins Bold"/>
                <a:cs typeface="Arial" panose="020B0604020202020204" pitchFamily="34" charset="0"/>
                <a:sym typeface="Poppins Bold"/>
              </a:rPr>
              <a:t>HAVE MERCY</a:t>
            </a:r>
            <a:r>
              <a:rPr lang="en-US" sz="5500" b="1" dirty="0">
                <a:solidFill>
                  <a:srgbClr val="F0FDF4"/>
                </a:solidFill>
                <a:latin typeface="Arial" panose="020B0604020202020204" pitchFamily="34" charset="0"/>
                <a:ea typeface="Poppins Bold"/>
                <a:cs typeface="Arial" panose="020B0604020202020204" pitchFamily="34" charset="0"/>
                <a:sym typeface="Poppins Bold"/>
              </a:rPr>
              <a:t>, </a:t>
            </a:r>
            <a:r>
              <a:rPr lang="en-US" sz="5500" b="1" dirty="0">
                <a:solidFill>
                  <a:srgbClr val="FFB800"/>
                </a:solidFill>
                <a:latin typeface="Arial" panose="020B0604020202020204" pitchFamily="34" charset="0"/>
                <a:ea typeface="Poppins Bold"/>
                <a:cs typeface="Arial" panose="020B0604020202020204" pitchFamily="34" charset="0"/>
                <a:sym typeface="Poppins Bold"/>
              </a:rPr>
              <a:t>HAVE MERCY ON US</a:t>
            </a:r>
            <a:r>
              <a:rPr lang="en-US" sz="5500" b="1" dirty="0">
                <a:solidFill>
                  <a:srgbClr val="F0FDF4"/>
                </a:solidFill>
                <a:latin typeface="Arial" panose="020B0604020202020204" pitchFamily="34" charset="0"/>
                <a:ea typeface="Poppins Bold"/>
                <a:cs typeface="Arial" panose="020B0604020202020204" pitchFamily="34" charset="0"/>
                <a:sym typeface="Poppins Bold"/>
              </a:rPr>
              <a:t>.</a:t>
            </a:r>
          </a:p>
        </p:txBody>
      </p:sp>
      <p:sp>
        <p:nvSpPr>
          <p:cNvPr id="3" name="TextBox 3"/>
          <p:cNvSpPr txBox="1"/>
          <p:nvPr/>
        </p:nvSpPr>
        <p:spPr>
          <a:xfrm>
            <a:off x="0" y="6645357"/>
            <a:ext cx="18288000" cy="2539157"/>
          </a:xfrm>
          <a:prstGeom prst="rect">
            <a:avLst/>
          </a:prstGeom>
        </p:spPr>
        <p:txBody>
          <a:bodyPr wrap="square" lIns="0" tIns="0" rIns="0" bIns="0" rtlCol="0" anchor="t">
            <a:spAutoFit/>
          </a:bodyPr>
          <a:lstStyle/>
          <a:p>
            <a:pPr algn="ctr">
              <a:lnSpc>
                <a:spcPts val="6608"/>
              </a:lnSpc>
              <a:defRPr/>
            </a:pPr>
            <a:r>
              <a:rPr lang="en-US" sz="5500" b="1" dirty="0">
                <a:solidFill>
                  <a:srgbClr val="F0FDF4"/>
                </a:solidFill>
                <a:latin typeface="Arial" panose="020B0604020202020204" pitchFamily="34" charset="0"/>
                <a:ea typeface="Poppins Bold"/>
                <a:cs typeface="Arial" panose="020B0604020202020204" pitchFamily="34" charset="0"/>
                <a:sym typeface="Poppins Bold"/>
              </a:rPr>
              <a:t>LAMB OF GOD</a:t>
            </a:r>
          </a:p>
          <a:p>
            <a:pPr algn="ctr">
              <a:lnSpc>
                <a:spcPts val="6608"/>
              </a:lnSpc>
              <a:defRPr/>
            </a:pPr>
            <a:r>
              <a:rPr lang="en-US" sz="5500" b="1" dirty="0">
                <a:solidFill>
                  <a:srgbClr val="F0FDF4"/>
                </a:solidFill>
                <a:latin typeface="Arial" panose="020B0604020202020204" pitchFamily="34" charset="0"/>
                <a:ea typeface="Poppins Bold"/>
                <a:cs typeface="Arial" panose="020B0604020202020204" pitchFamily="34" charset="0"/>
                <a:sym typeface="Poppins Bold"/>
              </a:rPr>
              <a:t>YOU TAKE AWAY THE SINS OF THE WORLD,</a:t>
            </a:r>
          </a:p>
          <a:p>
            <a:pPr marL="0" lvl="0" indent="0" algn="ctr">
              <a:lnSpc>
                <a:spcPts val="6608"/>
              </a:lnSpc>
              <a:defRPr/>
            </a:pPr>
            <a:r>
              <a:rPr lang="en-US" sz="5500" b="1" dirty="0">
                <a:solidFill>
                  <a:srgbClr val="FFB800"/>
                </a:solidFill>
                <a:latin typeface="Arial" panose="020B0604020202020204" pitchFamily="34" charset="0"/>
                <a:ea typeface="Poppins Bold"/>
                <a:cs typeface="Arial" panose="020B0604020202020204" pitchFamily="34" charset="0"/>
                <a:sym typeface="Poppins Bold"/>
              </a:rPr>
              <a:t>GRANT US PEACE</a:t>
            </a:r>
            <a:r>
              <a:rPr lang="en-US" sz="5500" b="1" dirty="0">
                <a:solidFill>
                  <a:srgbClr val="F0FDF4"/>
                </a:solidFill>
                <a:latin typeface="Arial" panose="020B0604020202020204" pitchFamily="34" charset="0"/>
                <a:ea typeface="Poppins Bold"/>
                <a:cs typeface="Arial" panose="020B0604020202020204" pitchFamily="34" charset="0"/>
                <a:sym typeface="Poppins Bold"/>
              </a:rPr>
              <a:t>, </a:t>
            </a:r>
            <a:r>
              <a:rPr lang="en-US" sz="5500" b="1" dirty="0">
                <a:solidFill>
                  <a:srgbClr val="FFB800"/>
                </a:solidFill>
                <a:latin typeface="Arial" panose="020B0604020202020204" pitchFamily="34" charset="0"/>
                <a:ea typeface="Poppins Bold"/>
                <a:cs typeface="Arial" panose="020B0604020202020204" pitchFamily="34" charset="0"/>
                <a:sym typeface="Poppins Bold"/>
              </a:rPr>
              <a:t>GRANT US PEACE</a:t>
            </a:r>
            <a:r>
              <a:rPr lang="en-US" sz="5500" b="1" dirty="0">
                <a:solidFill>
                  <a:srgbClr val="F0FDF4"/>
                </a:solidFill>
                <a:latin typeface="Arial" panose="020B0604020202020204" pitchFamily="34" charset="0"/>
                <a:ea typeface="Poppins Bold"/>
                <a:cs typeface="Arial" panose="020B0604020202020204" pitchFamily="34" charset="0"/>
                <a:sym typeface="Poppins Bold"/>
              </a:rPr>
              <a:t>.</a:t>
            </a:r>
          </a:p>
        </p:txBody>
      </p:sp>
      <p:sp>
        <p:nvSpPr>
          <p:cNvPr id="4" name="TextBox 4"/>
          <p:cNvSpPr txBox="1"/>
          <p:nvPr/>
        </p:nvSpPr>
        <p:spPr>
          <a:xfrm>
            <a:off x="0" y="3946951"/>
            <a:ext cx="18288000" cy="2539157"/>
          </a:xfrm>
          <a:prstGeom prst="rect">
            <a:avLst/>
          </a:prstGeom>
        </p:spPr>
        <p:txBody>
          <a:bodyPr wrap="square" lIns="0" tIns="0" rIns="0" bIns="0" rtlCol="0" anchor="t">
            <a:spAutoFit/>
          </a:bodyPr>
          <a:lstStyle/>
          <a:p>
            <a:pPr algn="ctr">
              <a:lnSpc>
                <a:spcPts val="6608"/>
              </a:lnSpc>
              <a:defRPr/>
            </a:pPr>
            <a:r>
              <a:rPr lang="en-US" sz="5500" b="1" dirty="0">
                <a:solidFill>
                  <a:srgbClr val="F0FDF4"/>
                </a:solidFill>
                <a:latin typeface="Arial" panose="020B0604020202020204" pitchFamily="34" charset="0"/>
                <a:ea typeface="Poppins Bold"/>
                <a:cs typeface="Arial" panose="020B0604020202020204" pitchFamily="34" charset="0"/>
                <a:sym typeface="Poppins Bold"/>
              </a:rPr>
              <a:t>LAMB OF GOD</a:t>
            </a:r>
          </a:p>
          <a:p>
            <a:pPr algn="ctr">
              <a:lnSpc>
                <a:spcPts val="6608"/>
              </a:lnSpc>
              <a:defRPr/>
            </a:pPr>
            <a:r>
              <a:rPr lang="en-US" sz="5500" b="1" dirty="0">
                <a:solidFill>
                  <a:srgbClr val="F0FDF4"/>
                </a:solidFill>
                <a:latin typeface="Arial" panose="020B0604020202020204" pitchFamily="34" charset="0"/>
                <a:ea typeface="Poppins Bold"/>
                <a:cs typeface="Arial" panose="020B0604020202020204" pitchFamily="34" charset="0"/>
                <a:sym typeface="Poppins Bold"/>
              </a:rPr>
              <a:t>YOU TAKE AWAY THE SINS OF THE WORLD</a:t>
            </a:r>
          </a:p>
          <a:p>
            <a:pPr marL="0" lvl="0" indent="0" algn="ctr">
              <a:lnSpc>
                <a:spcPts val="6608"/>
              </a:lnSpc>
              <a:defRPr/>
            </a:pPr>
            <a:r>
              <a:rPr lang="en-US" sz="5500" b="1" dirty="0">
                <a:solidFill>
                  <a:srgbClr val="FFB800"/>
                </a:solidFill>
                <a:latin typeface="Arial" panose="020B0604020202020204" pitchFamily="34" charset="0"/>
                <a:ea typeface="Poppins Bold"/>
                <a:cs typeface="Arial" panose="020B0604020202020204" pitchFamily="34" charset="0"/>
                <a:sym typeface="Poppins Bold"/>
              </a:rPr>
              <a:t>HAVE MERCY</a:t>
            </a:r>
            <a:r>
              <a:rPr lang="en-US" sz="5500" b="1" dirty="0">
                <a:solidFill>
                  <a:srgbClr val="F0FDF4"/>
                </a:solidFill>
                <a:latin typeface="Arial" panose="020B0604020202020204" pitchFamily="34" charset="0"/>
                <a:ea typeface="Poppins Bold"/>
                <a:cs typeface="Arial" panose="020B0604020202020204" pitchFamily="34" charset="0"/>
                <a:sym typeface="Poppins Bold"/>
              </a:rPr>
              <a:t>, </a:t>
            </a:r>
            <a:r>
              <a:rPr lang="en-US" sz="5500" b="1" dirty="0">
                <a:solidFill>
                  <a:srgbClr val="FFB800"/>
                </a:solidFill>
                <a:latin typeface="Arial" panose="020B0604020202020204" pitchFamily="34" charset="0"/>
                <a:ea typeface="Poppins Bold"/>
                <a:cs typeface="Arial" panose="020B0604020202020204" pitchFamily="34" charset="0"/>
                <a:sym typeface="Poppins Bold"/>
              </a:rPr>
              <a:t>HAVE MERCY ON US</a:t>
            </a:r>
            <a:r>
              <a:rPr lang="en-US" sz="5500" b="1" dirty="0">
                <a:solidFill>
                  <a:srgbClr val="F0FDF4"/>
                </a:solidFill>
                <a:latin typeface="Arial" panose="020B0604020202020204" pitchFamily="34" charset="0"/>
                <a:ea typeface="Poppins Bold"/>
                <a:cs typeface="Arial" panose="020B0604020202020204" pitchFamily="34" charset="0"/>
                <a:sym typeface="Poppins Bold"/>
              </a:rPr>
              <a:t>.</a:t>
            </a:r>
          </a:p>
        </p:txBody>
      </p:sp>
      <p:sp>
        <p:nvSpPr>
          <p:cNvPr id="7" name="TextBox 6">
            <a:extLst>
              <a:ext uri="{FF2B5EF4-FFF2-40B4-BE49-F238E27FC236}">
                <a16:creationId xmlns:a16="http://schemas.microsoft.com/office/drawing/2014/main" id="{F9D2276B-3751-00B9-B051-3CB47914D3DE}"/>
              </a:ext>
            </a:extLst>
          </p:cNvPr>
          <p:cNvSpPr txBox="1"/>
          <p:nvPr/>
        </p:nvSpPr>
        <p:spPr>
          <a:xfrm>
            <a:off x="0" y="109728"/>
            <a:ext cx="18288000" cy="868680"/>
          </a:xfrm>
          <a:prstGeom prst="rect">
            <a:avLst/>
          </a:prstGeom>
          <a:noFill/>
        </p:spPr>
        <p:txBody>
          <a:bodyPr wrap="square" lIns="109728" tIns="73152" rIns="109728" bIns="73152">
            <a:noAutofit/>
          </a:bodyPr>
          <a:lstStyle/>
          <a:p>
            <a:pPr algn="ctr"/>
            <a:r>
              <a:rPr lang="en-US" sz="3600" b="1" u="sng" dirty="0">
                <a:solidFill>
                  <a:srgbClr val="FFB800"/>
                </a:solidFill>
                <a:latin typeface="Georgia"/>
              </a:rPr>
              <a:t>Lamb of God</a:t>
            </a:r>
            <a:endParaRPr sz="3600" b="1" u="sng" dirty="0">
              <a:solidFill>
                <a:srgbClr val="86EFAC"/>
              </a:solidFill>
              <a:latin typeface="Georgia"/>
            </a:endParaRPr>
          </a:p>
        </p:txBody>
      </p:sp>
      <p:sp>
        <p:nvSpPr>
          <p:cNvPr id="8" name="TextBox 7"/>
          <p:cNvSpPr txBox="1"/>
          <p:nvPr/>
        </p:nvSpPr>
        <p:spPr>
          <a:xfrm>
            <a:off x="914400" y="9418320"/>
            <a:ext cx="16459200" cy="777240"/>
          </a:xfrm>
          <a:prstGeom prst="rect">
            <a:avLst/>
          </a:prstGeom>
          <a:noFill/>
        </p:spPr>
        <p:txBody>
          <a:bodyPr wrap="square" lIns="109728" rIns="109728" tIns="73152" bIns="73152">
            <a:noAutofit/>
          </a:bodyPr>
          <a:lstStyle/>
          <a:p/>
          <a:p>
            <a:pPr algn="l">
              <a:spcBef>
                <a:spcPts val="200"/>
              </a:spcBef>
              <a:defRPr sz="1200" b="0" i="0" u="none">
                <a:solidFill>
                  <a:srgbClr val="FFB800"/>
                </a:solidFill>
                <a:latin typeface="Arial"/>
              </a:defRPr>
            </a:pPr>
            <a:r>
              <a:t>Lamb of God</a:t>
            </a:r>
          </a:p>
        </p:txBody>
      </p:sp>
    </p:spTree>
  </p:cSld>
  <p:clrMapOvr>
    <a:masterClrMapping/>
  </p:clrMapOvr>
</p:sld>
</file>

<file path=ppt/slides/slide52.xml><?xml version="1.0" encoding="utf-8"?>
<p:sld xmlns:a="http://schemas.openxmlformats.org/drawingml/2006/main" xmlns:p="http://schemas.openxmlformats.org/presentationml/2006/main" xmlns:r="http://schemas.openxmlformats.org/officeDocument/2006/relationships">
  <p:cSld>
    <p:bg>
      <p:bgPr>
        <a:solidFill>
          <a:srgbClr val="000000"/>
        </a:solidFill>
        <a:effectLst/>
      </p:bgPr>
    </p:bg>
    <p:spTree>
      <p:nvGrpSpPr>
        <p:cNvPr id="1" name=""/>
        <p:cNvGrpSpPr/>
        <p:nvPr/>
      </p:nvGrpSpPr>
      <p:grpSpPr/>
      <p:sp>
        <p:nvSpPr>
          <p:cNvPr id="2" name="TextBox 1"/>
          <p:cNvSpPr txBox="1"/>
          <p:nvPr/>
        </p:nvSpPr>
        <p:spPr>
          <a:xfrm>
            <a:off x="0" y="3553930"/>
            <a:ext cx="18288000" cy="5864390"/>
          </a:xfrm>
          <a:prstGeom prst="rect">
            <a:avLst/>
          </a:prstGeom>
          <a:noFill/>
        </p:spPr>
        <p:txBody>
          <a:bodyPr wrap="square" lIns="109728" tIns="73152" rIns="109728" bIns="73152" anchor="ctr">
            <a:noAutofit/>
          </a:bodyPr>
          <a:lstStyle/>
          <a:p>
            <a:pPr algn="ctr" fontAlgn="ctr"/>
            <a:r>
              <a:rPr sz="8000" b="1" dirty="0">
                <a:solidFill>
                  <a:srgbClr val="F0FDF4"/>
                </a:solidFill>
                <a:latin typeface="Arial" panose="020B0604020202020204" pitchFamily="34" charset="0"/>
                <a:cs typeface="Arial" panose="020B0604020202020204" pitchFamily="34" charset="0"/>
              </a:rPr>
              <a:t>All:</a:t>
            </a:r>
            <a:endParaRPr lang="en-US" sz="8000" b="1" dirty="0">
              <a:solidFill>
                <a:srgbClr val="F0FDF4"/>
              </a:solidFill>
              <a:latin typeface="Arial" panose="020B0604020202020204" pitchFamily="34" charset="0"/>
              <a:cs typeface="Arial" panose="020B0604020202020204" pitchFamily="34" charset="0"/>
            </a:endParaRPr>
          </a:p>
          <a:p>
            <a:pPr algn="ctr" fontAlgn="ctr"/>
            <a:r>
              <a:rPr sz="8000" b="1" dirty="0">
                <a:solidFill>
                  <a:srgbClr val="F0FDF4"/>
                </a:solidFill>
                <a:latin typeface="Arial" panose="020B0604020202020204" pitchFamily="34" charset="0"/>
                <a:cs typeface="Arial" panose="020B0604020202020204" pitchFamily="34" charset="0"/>
              </a:rPr>
              <a:t>Lord, I am not worthy that you should enter under my roof, but only say the word and my soul shall be healed.</a:t>
            </a:r>
          </a:p>
        </p:txBody>
      </p:sp>
      <p:sp>
        <p:nvSpPr>
          <p:cNvPr id="4" name="TextBox 3">
            <a:extLst>
              <a:ext uri="{FF2B5EF4-FFF2-40B4-BE49-F238E27FC236}">
                <a16:creationId xmlns:a16="http://schemas.microsoft.com/office/drawing/2014/main" id="{23E58424-4860-EF09-E5A9-C4A4AD77B7B8}"/>
              </a:ext>
            </a:extLst>
          </p:cNvPr>
          <p:cNvSpPr txBox="1"/>
          <p:nvPr/>
        </p:nvSpPr>
        <p:spPr>
          <a:xfrm>
            <a:off x="0" y="506591"/>
            <a:ext cx="18288000" cy="2696351"/>
          </a:xfrm>
          <a:prstGeom prst="rect">
            <a:avLst/>
          </a:prstGeom>
          <a:noFill/>
        </p:spPr>
        <p:txBody>
          <a:bodyPr wrap="square" lIns="109728" tIns="73152" rIns="109728" bIns="73152" anchor="ctr">
            <a:noAutofit/>
          </a:bodyPr>
          <a:lstStyle/>
          <a:p>
            <a:pPr algn="ctr"/>
            <a:r>
              <a:rPr lang="en-US" sz="5500" b="1" dirty="0">
                <a:solidFill>
                  <a:srgbClr val="FFB800"/>
                </a:solidFill>
                <a:latin typeface="Arial" panose="020B0604020202020204" pitchFamily="34" charset="0"/>
                <a:cs typeface="Arial" panose="020B0604020202020204" pitchFamily="34" charset="0"/>
              </a:rPr>
              <a:t>Priest: </a:t>
            </a:r>
            <a:r>
              <a:rPr lang="en-US" sz="5500" b="1" i="1" dirty="0">
                <a:solidFill>
                  <a:srgbClr val="F0FDF4"/>
                </a:solidFill>
                <a:latin typeface="Arial" panose="020B0604020202020204" pitchFamily="34" charset="0"/>
                <a:cs typeface="Arial" panose="020B0604020202020204" pitchFamily="34" charset="0"/>
              </a:rPr>
              <a:t>Behold the Lamb of God, behold him who takes away the sins of the world. Blessed are those called to the supper of the Lamb.</a:t>
            </a:r>
          </a:p>
        </p:txBody>
      </p:sp>
      <p:sp>
        <p:nvSpPr>
          <p:cNvPr id="5" name="TextBox 4"/>
          <p:cNvSpPr txBox="1"/>
          <p:nvPr/>
        </p:nvSpPr>
        <p:spPr>
          <a:xfrm>
            <a:off x="914400" y="9418320"/>
            <a:ext cx="16459200" cy="777240"/>
          </a:xfrm>
          <a:prstGeom prst="rect">
            <a:avLst/>
          </a:prstGeom>
          <a:noFill/>
        </p:spPr>
        <p:txBody>
          <a:bodyPr wrap="square" lIns="109728" rIns="109728" tIns="73152" bIns="73152">
            <a:noAutofit/>
          </a:bodyPr>
          <a:lstStyle/>
          <a:p/>
          <a:p>
            <a:pPr algn="l">
              <a:spcBef>
                <a:spcPts val="200"/>
              </a:spcBef>
              <a:defRPr sz="1200" b="0" i="0" u="none">
                <a:solidFill>
                  <a:srgbClr val="FFB800"/>
                </a:solidFill>
                <a:latin typeface="Arial"/>
              </a:defRPr>
            </a:pPr>
            <a:r>
              <a:t>The Communion Rite</a:t>
            </a:r>
          </a:p>
        </p:txBody>
      </p:sp>
    </p:spTree>
  </p:cSld>
  <p:clrMapOvr>
    <a:masterClrMapping/>
  </p:clrMapOvr>
</p:sld>
</file>

<file path=ppt/slides/slide53.xml><?xml version="1.0" encoding="utf-8"?>
<p:sld xmlns:a="http://schemas.openxmlformats.org/drawingml/2006/main" xmlns:p="http://schemas.openxmlformats.org/presentationml/2006/main" xmlns:r="http://schemas.openxmlformats.org/officeDocument/2006/relationships">
  <p:cSld>
    <p:bg>
      <p:bgPr>
        <a:gradFill rotWithShape="1">
          <a:gsLst>
            <a:gs pos="0">
              <a:srgbClr val="0F1A13"/>
            </a:gs>
            <a:gs pos="100000">
              <a:srgbClr val="689474"/>
            </a:gs>
          </a:gsLst>
          <a:lin scaled="0" ang="0"/>
        </a:gradFill>
        <a:effectLst/>
      </p:bgPr>
    </p:bg>
    <p:spTree>
      <p:nvGrpSpPr>
        <p:cNvPr id="1" name=""/>
        <p:cNvGrpSpPr/>
        <p:nvPr/>
      </p:nvGrpSpPr>
      <p:grpSpPr/>
      <p:sp>
        <p:nvSpPr>
          <p:cNvPr id="2" name="Rounded Rectangle 1"/>
          <p:cNvSpPr/>
          <p:nvPr/>
        </p:nvSpPr>
        <p:spPr>
          <a:xfrm>
            <a:off x="6856171" y="1269187"/>
            <a:ext cx="10943539" cy="6128308"/>
          </a:xfrm>
          <a:prstGeom prst="roundRect">
            <a:avLst>
              <a:gd name="adj" fmla="val 16670"/>
            </a:avLst>
          </a:prstGeom>
          <a:solidFill>
            <a:srgbClr val="2D6A3E">
              <a:alpha val="44706"/>
            </a:srgbClr>
          </a:solidFill>
          <a:ln w="14299" cap="sq">
            <a:solidFill>
              <a:srgbClr val="749D80">
                <a:alpha val="44706"/>
              </a:srgbClr>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900684" y="8503005"/>
            <a:ext cx="16486632" cy="1112824"/>
          </a:xfrm>
          <a:prstGeom prst="roundRect">
            <a:avLst>
              <a:gd name="adj" fmla="val 16670"/>
            </a:avLst>
          </a:prstGeom>
          <a:solidFill>
            <a:srgbClr val="1D4128">
              <a:alpha val="60784"/>
            </a:srgbClr>
          </a:solidFill>
          <a:ln w="14299" cap="sq">
            <a:solidFill>
              <a:srgbClr val="1D4128">
                <a:alpha val="60784"/>
              </a:srgbClr>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284732" y="2390241"/>
            <a:ext cx="4209897" cy="638251"/>
          </a:xfrm>
          <a:prstGeom prst="rect">
            <a:avLst/>
          </a:prstGeom>
          <a:noFill/>
        </p:spPr>
        <p:txBody>
          <a:bodyPr wrap="square" lIns="109728" rIns="109728" tIns="73152" bIns="73152" anchor="ctr">
            <a:noAutofit/>
          </a:bodyPr>
          <a:lstStyle/>
          <a:p>
            <a:pPr algn="ctr">
              <a:lnSpc>
                <a:spcPct val="108000"/>
              </a:lnSpc>
              <a:defRPr sz="3700" b="1" i="0" u="none">
                <a:solidFill>
                  <a:srgbClr val="FFEABF"/>
                </a:solidFill>
                <a:latin typeface="Arial"/>
              </a:defRPr>
            </a:pPr>
            <a:r>
              <a:t>MASS CELEBRANT:</a:t>
            </a:r>
          </a:p>
        </p:txBody>
      </p:sp>
      <p:sp>
        <p:nvSpPr>
          <p:cNvPr id="5" name="TextBox 4"/>
          <p:cNvSpPr txBox="1"/>
          <p:nvPr/>
        </p:nvSpPr>
        <p:spPr>
          <a:xfrm>
            <a:off x="267004" y="3053181"/>
            <a:ext cx="6589166" cy="1057046"/>
          </a:xfrm>
          <a:prstGeom prst="rect">
            <a:avLst/>
          </a:prstGeom>
          <a:noFill/>
        </p:spPr>
        <p:txBody>
          <a:bodyPr wrap="square" lIns="109728" rIns="109728" tIns="73152" bIns="73152" anchor="ctr">
            <a:noAutofit/>
          </a:bodyPr>
          <a:lstStyle/>
          <a:p>
            <a:pPr algn="ctr">
              <a:lnSpc>
                <a:spcPct val="108000"/>
              </a:lnSpc>
              <a:defRPr sz="3900" b="1" i="0" u="none">
                <a:solidFill>
                  <a:srgbClr val="FAF8F4"/>
                </a:solidFill>
                <a:latin typeface="Arial"/>
              </a:defRPr>
            </a:pPr>
            <a:r>
              <a:t>Rev. Fr. Sample Celebrant</a:t>
            </a:r>
          </a:p>
        </p:txBody>
      </p:sp>
      <p:sp>
        <p:nvSpPr>
          <p:cNvPr id="6" name="TextBox 5"/>
          <p:cNvSpPr txBox="1"/>
          <p:nvPr/>
        </p:nvSpPr>
        <p:spPr>
          <a:xfrm>
            <a:off x="267004" y="4429353"/>
            <a:ext cx="6589166" cy="868680"/>
          </a:xfrm>
          <a:prstGeom prst="rect">
            <a:avLst/>
          </a:prstGeom>
          <a:noFill/>
        </p:spPr>
        <p:txBody>
          <a:bodyPr wrap="square" lIns="109728" rIns="109728" tIns="73152" bIns="73152" anchor="ctr">
            <a:noAutofit/>
          </a:bodyPr>
          <a:lstStyle/>
          <a:p>
            <a:pPr algn="ctr">
              <a:lnSpc>
                <a:spcPct val="108000"/>
              </a:lnSpc>
              <a:defRPr sz="4700" b="1" i="1" u="none">
                <a:solidFill>
                  <a:srgbClr val="FAF8F4"/>
                </a:solidFill>
                <a:latin typeface="Arial"/>
              </a:defRPr>
            </a:pPr>
            <a:r>
              <a:t>YEAR C · 21 JUNE 2026</a:t>
            </a:r>
          </a:p>
        </p:txBody>
      </p:sp>
      <p:sp>
        <p:nvSpPr>
          <p:cNvPr id="7" name="TextBox 6"/>
          <p:cNvSpPr txBox="1"/>
          <p:nvPr/>
        </p:nvSpPr>
        <p:spPr>
          <a:xfrm>
            <a:off x="1284732" y="5676595"/>
            <a:ext cx="4209897" cy="638251"/>
          </a:xfrm>
          <a:prstGeom prst="rect">
            <a:avLst/>
          </a:prstGeom>
          <a:noFill/>
        </p:spPr>
        <p:txBody>
          <a:bodyPr wrap="square" lIns="109728" rIns="109728" tIns="73152" bIns="73152" anchor="ctr">
            <a:noAutofit/>
          </a:bodyPr>
          <a:lstStyle/>
          <a:p>
            <a:pPr algn="ctr">
              <a:lnSpc>
                <a:spcPct val="108000"/>
              </a:lnSpc>
              <a:defRPr sz="3700" b="1" i="0" u="none">
                <a:solidFill>
                  <a:srgbClr val="FFEABF"/>
                </a:solidFill>
                <a:latin typeface="Arial"/>
              </a:defRPr>
            </a:pPr>
            <a:r>
              <a:t>CO-CELEBRANT:</a:t>
            </a:r>
          </a:p>
        </p:txBody>
      </p:sp>
      <p:sp>
        <p:nvSpPr>
          <p:cNvPr id="8" name="TextBox 7"/>
          <p:cNvSpPr txBox="1"/>
          <p:nvPr/>
        </p:nvSpPr>
        <p:spPr>
          <a:xfrm>
            <a:off x="95097" y="6369710"/>
            <a:ext cx="6589166" cy="1057046"/>
          </a:xfrm>
          <a:prstGeom prst="rect">
            <a:avLst/>
          </a:prstGeom>
          <a:noFill/>
        </p:spPr>
        <p:txBody>
          <a:bodyPr wrap="square" lIns="109728" rIns="109728" tIns="73152" bIns="73152" anchor="ctr">
            <a:noAutofit/>
          </a:bodyPr>
          <a:lstStyle/>
          <a:p>
            <a:pPr algn="ctr">
              <a:lnSpc>
                <a:spcPct val="108000"/>
              </a:lnSpc>
              <a:defRPr sz="4700" b="1" i="0" u="none">
                <a:solidFill>
                  <a:srgbClr val="FAF8F4"/>
                </a:solidFill>
                <a:latin typeface="Arial"/>
              </a:defRPr>
            </a:pPr>
            <a:r>
              <a:t>Rev. Fr. Co Celebrant</a:t>
            </a:r>
          </a:p>
        </p:txBody>
      </p:sp>
      <p:sp>
        <p:nvSpPr>
          <p:cNvPr id="9" name="TextBox 8"/>
          <p:cNvSpPr txBox="1"/>
          <p:nvPr/>
        </p:nvSpPr>
        <p:spPr>
          <a:xfrm>
            <a:off x="6900062" y="2390241"/>
            <a:ext cx="10775289" cy="2422245"/>
          </a:xfrm>
          <a:prstGeom prst="rect">
            <a:avLst/>
          </a:prstGeom>
          <a:noFill/>
        </p:spPr>
        <p:txBody>
          <a:bodyPr wrap="square" lIns="109728" rIns="109728" tIns="73152" bIns="73152" anchor="ctr">
            <a:noAutofit/>
          </a:bodyPr>
          <a:lstStyle/>
          <a:p>
            <a:pPr algn="ctr">
              <a:lnSpc>
                <a:spcPct val="108000"/>
              </a:lnSpc>
              <a:defRPr sz="3900" b="0" i="0" u="none">
                <a:solidFill>
                  <a:srgbClr val="EFEDEC"/>
                </a:solidFill>
                <a:latin typeface="Arial"/>
              </a:defRPr>
            </a:pPr>
            <a:r>
              <a:t>“Who do you say that I am?”</a:t>
            </a:r>
          </a:p>
        </p:txBody>
      </p:sp>
      <p:sp>
        <p:nvSpPr>
          <p:cNvPr id="10" name="TextBox 9"/>
          <p:cNvSpPr txBox="1"/>
          <p:nvPr/>
        </p:nvSpPr>
        <p:spPr>
          <a:xfrm>
            <a:off x="9378086" y="5801868"/>
            <a:ext cx="5819241" cy="705002"/>
          </a:xfrm>
          <a:prstGeom prst="rect">
            <a:avLst/>
          </a:prstGeom>
          <a:noFill/>
        </p:spPr>
        <p:txBody>
          <a:bodyPr wrap="square" lIns="109728" rIns="109728" tIns="73152" bIns="73152" anchor="ctr">
            <a:noAutofit/>
          </a:bodyPr>
          <a:lstStyle/>
          <a:p>
            <a:pPr algn="ctr">
              <a:lnSpc>
                <a:spcPct val="108000"/>
              </a:lnSpc>
              <a:defRPr sz="4100" b="1" i="0" u="none">
                <a:solidFill>
                  <a:srgbClr val="FFDE9E"/>
                </a:solidFill>
                <a:latin typeface="Arial"/>
              </a:defRPr>
            </a:pPr>
            <a:r>
              <a:t>GOSPEL (LK 9:18–24)</a:t>
            </a:r>
          </a:p>
        </p:txBody>
      </p:sp>
      <p:sp>
        <p:nvSpPr>
          <p:cNvPr id="11" name="TextBox 10"/>
          <p:cNvSpPr txBox="1"/>
          <p:nvPr/>
        </p:nvSpPr>
        <p:spPr>
          <a:xfrm>
            <a:off x="3195828" y="8411565"/>
            <a:ext cx="12362688" cy="1162202"/>
          </a:xfrm>
          <a:prstGeom prst="rect">
            <a:avLst/>
          </a:prstGeom>
          <a:noFill/>
        </p:spPr>
        <p:txBody>
          <a:bodyPr wrap="square" lIns="109728" rIns="109728" tIns="73152" bIns="73152" anchor="ctr">
            <a:noAutofit/>
          </a:bodyPr>
          <a:lstStyle/>
          <a:p>
            <a:pPr algn="ctr">
              <a:lnSpc>
                <a:spcPct val="108000"/>
              </a:lnSpc>
              <a:defRPr sz="6000" b="1" i="0" u="none">
                <a:solidFill>
                  <a:srgbClr val="FAF8F4"/>
                </a:solidFill>
                <a:latin typeface="Arial"/>
              </a:defRPr>
            </a:pPr>
            <a:r>
              <a:t>Twelfth Sunday in Ordinary Time</a:t>
            </a:r>
          </a:p>
        </p:txBody>
      </p:sp>
    </p:spTree>
  </p:cSld>
  <p:clrMapOvr>
    <a:masterClrMapping/>
  </p:clrMapOvr>
</p:sld>
</file>

<file path=ppt/slides/slide54.xml><?xml version="1.0" encoding="utf-8"?>
<p:sld xmlns:a="http://schemas.openxmlformats.org/drawingml/2006/main" xmlns:p="http://schemas.openxmlformats.org/presentationml/2006/main" xmlns:r="http://schemas.openxmlformats.org/officeDocument/2006/relationships">
  <p:cSld>
    <p:bg>
      <p:bgPr>
        <a:solidFill>
          <a:srgbClr val="000000"/>
        </a:solidFill>
        <a:effectLst/>
      </p:bgPr>
    </p:bg>
    <p:spTree>
      <p:nvGrpSpPr>
        <p:cNvPr id="1" name=""/>
        <p:cNvGrpSpPr/>
        <p:nvPr/>
      </p:nvGrpSpPr>
      <p:grpSpPr/>
      <p:sp>
        <p:nvSpPr>
          <p:cNvPr id="2" name="TextBox 1"/>
          <p:cNvSpPr txBox="1"/>
          <p:nvPr/>
        </p:nvSpPr>
        <p:spPr>
          <a:xfrm>
            <a:off x="914400" y="530352"/>
            <a:ext cx="16459200" cy="8750808"/>
          </a:xfrm>
          <a:prstGeom prst="rect">
            <a:avLst/>
          </a:prstGeom>
          <a:noFill/>
        </p:spPr>
        <p:txBody>
          <a:bodyPr wrap="square" lIns="109728" rIns="109728" tIns="73152" bIns="73152" anchor="ctr">
            <a:noAutofit/>
          </a:bodyPr>
          <a:lstStyle/>
          <a:p>
            <a:pPr algn="ctr">
              <a:spcAft>
                <a:spcPts val="500"/>
              </a:spcAft>
              <a:defRPr sz="5500" b="0" i="0" u="none">
                <a:solidFill>
                  <a:srgbClr val="F0FDF4"/>
                </a:solidFill>
                <a:latin typeface="Arial"/>
              </a:defRPr>
            </a:pPr>
            <a:r>
              <a:t>No Communion hymn lyrics were selected. Choose up to two Communion songs in Mass Flow or save lyrics in Lyrics Studio before generating.</a:t>
            </a:r>
          </a:p>
        </p:txBody>
      </p:sp>
      <p:sp>
        <p:nvSpPr>
          <p:cNvPr id="3" name="TextBox 2"/>
          <p:cNvSpPr txBox="1"/>
          <p:nvPr/>
        </p:nvSpPr>
        <p:spPr>
          <a:xfrm>
            <a:off x="914400" y="9418320"/>
            <a:ext cx="16459200" cy="777240"/>
          </a:xfrm>
          <a:prstGeom prst="rect">
            <a:avLst/>
          </a:prstGeom>
          <a:noFill/>
        </p:spPr>
        <p:txBody>
          <a:bodyPr wrap="square" lIns="109728" rIns="109728" tIns="73152" bIns="73152">
            <a:noAutofit/>
          </a:bodyPr>
          <a:lstStyle/>
          <a:p/>
          <a:p>
            <a:pPr algn="l">
              <a:spcBef>
                <a:spcPts val="200"/>
              </a:spcBef>
              <a:defRPr sz="1200" b="0" i="0" u="none">
                <a:solidFill>
                  <a:srgbClr val="FFB800"/>
                </a:solidFill>
                <a:latin typeface="Arial"/>
              </a:defRPr>
            </a:pPr>
            <a:r>
              <a:t>Communion</a:t>
            </a:r>
          </a:p>
        </p:txBody>
      </p:sp>
    </p:spTree>
  </p:cSld>
  <p:clrMapOvr>
    <a:masterClrMapping/>
  </p:clrMapOvr>
</p:sld>
</file>

<file path=ppt/slides/slide55.xml><?xml version="1.0" encoding="utf-8"?>
<p:sld xmlns:a="http://schemas.openxmlformats.org/drawingml/2006/main" xmlns:p="http://schemas.openxmlformats.org/presentationml/2006/main" xmlns:r="http://schemas.openxmlformats.org/officeDocument/2006/relationships">
  <p:cSld>
    <p:bg>
      <p:bgPr>
        <a:solidFill>
          <a:srgbClr val="000000"/>
        </a:solidFill>
        <a:effectLst/>
      </p:bgPr>
    </p:bg>
    <p:spTree>
      <p:nvGrpSpPr>
        <p:cNvPr id="1" name=""/>
        <p:cNvGrpSpPr/>
        <p:nvPr/>
      </p:nvGrpSpPr>
      <p:grpSpPr/>
      <p:sp>
        <p:nvSpPr>
          <p:cNvPr id="2" name="TextBox 1"/>
          <p:cNvSpPr txBox="1"/>
          <p:nvPr/>
        </p:nvSpPr>
        <p:spPr>
          <a:xfrm>
            <a:off x="914400" y="2365907"/>
            <a:ext cx="16459200" cy="1280365"/>
          </a:xfrm>
          <a:prstGeom prst="rect">
            <a:avLst/>
          </a:prstGeom>
          <a:noFill/>
        </p:spPr>
        <p:txBody>
          <a:bodyPr wrap="square" lIns="109728" tIns="73152" rIns="109728" bIns="73152" anchor="ctr">
            <a:noAutofit/>
          </a:bodyPr>
          <a:lstStyle/>
          <a:p>
            <a:pPr algn="ctr">
              <a:spcBef>
                <a:spcPts val="600"/>
              </a:spcBef>
              <a:spcAft>
                <a:spcPts val="800"/>
              </a:spcAft>
            </a:pPr>
            <a:r>
              <a:rPr sz="6500" b="1" dirty="0">
                <a:solidFill>
                  <a:srgbClr val="FFB800"/>
                </a:solidFill>
                <a:latin typeface="Arial" panose="020B0604020202020204" pitchFamily="34" charset="0"/>
                <a:cs typeface="Arial" panose="020B0604020202020204" pitchFamily="34" charset="0"/>
              </a:rPr>
              <a:t>Priest: </a:t>
            </a:r>
            <a:r>
              <a:rPr sz="6500" b="1" i="1" dirty="0">
                <a:solidFill>
                  <a:srgbClr val="F0FDF4"/>
                </a:solidFill>
                <a:latin typeface="Arial" panose="020B0604020202020204" pitchFamily="34" charset="0"/>
                <a:cs typeface="Arial" panose="020B0604020202020204" pitchFamily="34" charset="0"/>
              </a:rPr>
              <a:t>Let us pray.</a:t>
            </a:r>
          </a:p>
        </p:txBody>
      </p:sp>
      <p:sp>
        <p:nvSpPr>
          <p:cNvPr id="4" name="TextBox 3">
            <a:extLst>
              <a:ext uri="{FF2B5EF4-FFF2-40B4-BE49-F238E27FC236}">
                <a16:creationId xmlns:a16="http://schemas.microsoft.com/office/drawing/2014/main" id="{7B73A9D8-8533-CC78-5413-306BA3BD42DC}"/>
              </a:ext>
            </a:extLst>
          </p:cNvPr>
          <p:cNvSpPr txBox="1"/>
          <p:nvPr/>
        </p:nvSpPr>
        <p:spPr>
          <a:xfrm>
            <a:off x="914400" y="5143500"/>
            <a:ext cx="16459200" cy="1280365"/>
          </a:xfrm>
          <a:prstGeom prst="rect">
            <a:avLst/>
          </a:prstGeom>
          <a:noFill/>
        </p:spPr>
        <p:txBody>
          <a:bodyPr wrap="square" lIns="109728" tIns="73152" rIns="109728" bIns="73152" anchor="ctr">
            <a:noAutofit/>
          </a:bodyPr>
          <a:lstStyle/>
          <a:p>
            <a:pPr algn="ctr">
              <a:spcBef>
                <a:spcPts val="600"/>
              </a:spcBef>
              <a:spcAft>
                <a:spcPts val="800"/>
              </a:spcAft>
            </a:pPr>
            <a:r>
              <a:rPr lang="en-US" sz="9000" b="1" dirty="0">
                <a:solidFill>
                  <a:srgbClr val="F0FDF4"/>
                </a:solidFill>
                <a:latin typeface="Arial" panose="020B0604020202020204" pitchFamily="34" charset="0"/>
                <a:cs typeface="Arial" panose="020B0604020202020204" pitchFamily="34" charset="0"/>
              </a:rPr>
              <a:t>All: Amen.</a:t>
            </a:r>
          </a:p>
        </p:txBody>
      </p:sp>
      <p:sp>
        <p:nvSpPr>
          <p:cNvPr id="5" name="TextBox 4"/>
          <p:cNvSpPr txBox="1"/>
          <p:nvPr/>
        </p:nvSpPr>
        <p:spPr>
          <a:xfrm>
            <a:off x="914400" y="9418320"/>
            <a:ext cx="16459200" cy="777240"/>
          </a:xfrm>
          <a:prstGeom prst="rect">
            <a:avLst/>
          </a:prstGeom>
          <a:noFill/>
        </p:spPr>
        <p:txBody>
          <a:bodyPr wrap="square" lIns="109728" rIns="109728" tIns="73152" bIns="73152">
            <a:noAutofit/>
          </a:bodyPr>
          <a:lstStyle/>
          <a:p/>
          <a:p>
            <a:pPr algn="l">
              <a:spcBef>
                <a:spcPts val="200"/>
              </a:spcBef>
              <a:defRPr sz="1200" b="0" i="0" u="none">
                <a:solidFill>
                  <a:srgbClr val="FFB800"/>
                </a:solidFill>
                <a:latin typeface="Arial"/>
              </a:defRPr>
            </a:pPr>
            <a:r>
              <a:t>The Communion Rite</a:t>
            </a:r>
          </a:p>
        </p:txBody>
      </p:sp>
    </p:spTree>
  </p:cSld>
  <p:clrMapOvr>
    <a:masterClrMapping/>
  </p:clrMapOvr>
</p:sld>
</file>

<file path=ppt/slides/slide56.xml><?xml version="1.0" encoding="utf-8"?>
<p:sld xmlns:a="http://schemas.openxmlformats.org/drawingml/2006/main" xmlns:p="http://schemas.openxmlformats.org/presentationml/2006/main" xmlns:r="http://schemas.openxmlformats.org/officeDocument/2006/relationships">
  <p:cSld>
    <p:bg>
      <p:bgPr>
        <a:gradFill rotWithShape="1">
          <a:gsLst>
            <a:gs pos="0">
              <a:srgbClr val="0F1A13"/>
            </a:gs>
            <a:gs pos="100000">
              <a:srgbClr val="689474"/>
            </a:gs>
          </a:gsLst>
          <a:lin scaled="0" ang="0"/>
        </a:gradFill>
        <a:effectLst/>
      </p:bgPr>
    </p:bg>
    <p:spTree>
      <p:nvGrpSpPr>
        <p:cNvPr id="1" name=""/>
        <p:cNvGrpSpPr/>
        <p:nvPr/>
      </p:nvGrpSpPr>
      <p:grpSpPr/>
      <p:sp>
        <p:nvSpPr>
          <p:cNvPr id="2" name="Rounded Rectangle 1"/>
          <p:cNvSpPr/>
          <p:nvPr/>
        </p:nvSpPr>
        <p:spPr>
          <a:xfrm>
            <a:off x="6856171" y="1269187"/>
            <a:ext cx="10943539" cy="6128308"/>
          </a:xfrm>
          <a:prstGeom prst="roundRect">
            <a:avLst>
              <a:gd name="adj" fmla="val 16670"/>
            </a:avLst>
          </a:prstGeom>
          <a:solidFill>
            <a:srgbClr val="2D6A3E">
              <a:alpha val="44706"/>
            </a:srgbClr>
          </a:solidFill>
          <a:ln w="14299" cap="sq">
            <a:solidFill>
              <a:srgbClr val="749D80">
                <a:alpha val="44706"/>
              </a:srgbClr>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900684" y="8503005"/>
            <a:ext cx="16486632" cy="1112824"/>
          </a:xfrm>
          <a:prstGeom prst="roundRect">
            <a:avLst>
              <a:gd name="adj" fmla="val 16670"/>
            </a:avLst>
          </a:prstGeom>
          <a:solidFill>
            <a:srgbClr val="1D4128">
              <a:alpha val="60784"/>
            </a:srgbClr>
          </a:solidFill>
          <a:ln w="14299" cap="sq">
            <a:solidFill>
              <a:srgbClr val="1D4128">
                <a:alpha val="60784"/>
              </a:srgbClr>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284732" y="2390241"/>
            <a:ext cx="4209897" cy="638251"/>
          </a:xfrm>
          <a:prstGeom prst="rect">
            <a:avLst/>
          </a:prstGeom>
          <a:noFill/>
        </p:spPr>
        <p:txBody>
          <a:bodyPr wrap="square" lIns="109728" rIns="109728" tIns="73152" bIns="73152" anchor="ctr">
            <a:noAutofit/>
          </a:bodyPr>
          <a:lstStyle/>
          <a:p>
            <a:pPr algn="ctr">
              <a:lnSpc>
                <a:spcPct val="108000"/>
              </a:lnSpc>
              <a:defRPr sz="3700" b="1" i="0" u="none">
                <a:solidFill>
                  <a:srgbClr val="FFEABF"/>
                </a:solidFill>
                <a:latin typeface="Arial"/>
              </a:defRPr>
            </a:pPr>
            <a:r>
              <a:t>MASS CELEBRANT:</a:t>
            </a:r>
          </a:p>
        </p:txBody>
      </p:sp>
      <p:sp>
        <p:nvSpPr>
          <p:cNvPr id="5" name="TextBox 4"/>
          <p:cNvSpPr txBox="1"/>
          <p:nvPr/>
        </p:nvSpPr>
        <p:spPr>
          <a:xfrm>
            <a:off x="267004" y="3053181"/>
            <a:ext cx="6589166" cy="1057046"/>
          </a:xfrm>
          <a:prstGeom prst="rect">
            <a:avLst/>
          </a:prstGeom>
          <a:noFill/>
        </p:spPr>
        <p:txBody>
          <a:bodyPr wrap="square" lIns="109728" rIns="109728" tIns="73152" bIns="73152" anchor="ctr">
            <a:noAutofit/>
          </a:bodyPr>
          <a:lstStyle/>
          <a:p>
            <a:pPr algn="ctr">
              <a:lnSpc>
                <a:spcPct val="108000"/>
              </a:lnSpc>
              <a:defRPr sz="3900" b="1" i="0" u="none">
                <a:solidFill>
                  <a:srgbClr val="FAF8F4"/>
                </a:solidFill>
                <a:latin typeface="Arial"/>
              </a:defRPr>
            </a:pPr>
            <a:r>
              <a:t>Rev. Fr. Sample Celebrant</a:t>
            </a:r>
          </a:p>
        </p:txBody>
      </p:sp>
      <p:sp>
        <p:nvSpPr>
          <p:cNvPr id="6" name="TextBox 5"/>
          <p:cNvSpPr txBox="1"/>
          <p:nvPr/>
        </p:nvSpPr>
        <p:spPr>
          <a:xfrm>
            <a:off x="267004" y="4429353"/>
            <a:ext cx="6589166" cy="868680"/>
          </a:xfrm>
          <a:prstGeom prst="rect">
            <a:avLst/>
          </a:prstGeom>
          <a:noFill/>
        </p:spPr>
        <p:txBody>
          <a:bodyPr wrap="square" lIns="109728" rIns="109728" tIns="73152" bIns="73152" anchor="ctr">
            <a:noAutofit/>
          </a:bodyPr>
          <a:lstStyle/>
          <a:p>
            <a:pPr algn="ctr">
              <a:lnSpc>
                <a:spcPct val="108000"/>
              </a:lnSpc>
              <a:defRPr sz="4700" b="1" i="1" u="none">
                <a:solidFill>
                  <a:srgbClr val="FAF8F4"/>
                </a:solidFill>
                <a:latin typeface="Arial"/>
              </a:defRPr>
            </a:pPr>
            <a:r>
              <a:t>YEAR C · 21 JUNE 2026</a:t>
            </a:r>
          </a:p>
        </p:txBody>
      </p:sp>
      <p:sp>
        <p:nvSpPr>
          <p:cNvPr id="7" name="TextBox 6"/>
          <p:cNvSpPr txBox="1"/>
          <p:nvPr/>
        </p:nvSpPr>
        <p:spPr>
          <a:xfrm>
            <a:off x="1284732" y="5676595"/>
            <a:ext cx="4209897" cy="638251"/>
          </a:xfrm>
          <a:prstGeom prst="rect">
            <a:avLst/>
          </a:prstGeom>
          <a:noFill/>
        </p:spPr>
        <p:txBody>
          <a:bodyPr wrap="square" lIns="109728" rIns="109728" tIns="73152" bIns="73152" anchor="ctr">
            <a:noAutofit/>
          </a:bodyPr>
          <a:lstStyle/>
          <a:p>
            <a:pPr algn="ctr">
              <a:lnSpc>
                <a:spcPct val="108000"/>
              </a:lnSpc>
              <a:defRPr sz="3700" b="1" i="0" u="none">
                <a:solidFill>
                  <a:srgbClr val="FFEABF"/>
                </a:solidFill>
                <a:latin typeface="Arial"/>
              </a:defRPr>
            </a:pPr>
            <a:r>
              <a:t>CO-CELEBRANT:</a:t>
            </a:r>
          </a:p>
        </p:txBody>
      </p:sp>
      <p:sp>
        <p:nvSpPr>
          <p:cNvPr id="8" name="TextBox 7"/>
          <p:cNvSpPr txBox="1"/>
          <p:nvPr/>
        </p:nvSpPr>
        <p:spPr>
          <a:xfrm>
            <a:off x="95097" y="6369710"/>
            <a:ext cx="6589166" cy="1057046"/>
          </a:xfrm>
          <a:prstGeom prst="rect">
            <a:avLst/>
          </a:prstGeom>
          <a:noFill/>
        </p:spPr>
        <p:txBody>
          <a:bodyPr wrap="square" lIns="109728" rIns="109728" tIns="73152" bIns="73152" anchor="ctr">
            <a:noAutofit/>
          </a:bodyPr>
          <a:lstStyle/>
          <a:p>
            <a:pPr algn="ctr">
              <a:lnSpc>
                <a:spcPct val="108000"/>
              </a:lnSpc>
              <a:defRPr sz="4700" b="1" i="0" u="none">
                <a:solidFill>
                  <a:srgbClr val="FAF8F4"/>
                </a:solidFill>
                <a:latin typeface="Arial"/>
              </a:defRPr>
            </a:pPr>
            <a:r>
              <a:t>Rev. Fr. Co Celebrant</a:t>
            </a:r>
          </a:p>
        </p:txBody>
      </p:sp>
      <p:sp>
        <p:nvSpPr>
          <p:cNvPr id="9" name="TextBox 8"/>
          <p:cNvSpPr txBox="1"/>
          <p:nvPr/>
        </p:nvSpPr>
        <p:spPr>
          <a:xfrm>
            <a:off x="6900062" y="2390241"/>
            <a:ext cx="10775289" cy="2422245"/>
          </a:xfrm>
          <a:prstGeom prst="rect">
            <a:avLst/>
          </a:prstGeom>
          <a:noFill/>
        </p:spPr>
        <p:txBody>
          <a:bodyPr wrap="square" lIns="109728" rIns="109728" tIns="73152" bIns="73152" anchor="ctr">
            <a:noAutofit/>
          </a:bodyPr>
          <a:lstStyle/>
          <a:p>
            <a:pPr algn="ctr">
              <a:lnSpc>
                <a:spcPct val="108000"/>
              </a:lnSpc>
              <a:defRPr sz="3900" b="0" i="0" u="none">
                <a:solidFill>
                  <a:srgbClr val="EFEDEC"/>
                </a:solidFill>
                <a:latin typeface="Arial"/>
              </a:defRPr>
            </a:pPr>
            <a:r>
              <a:t>“Who do you say that I am?”</a:t>
            </a:r>
          </a:p>
        </p:txBody>
      </p:sp>
      <p:sp>
        <p:nvSpPr>
          <p:cNvPr id="10" name="TextBox 9"/>
          <p:cNvSpPr txBox="1"/>
          <p:nvPr/>
        </p:nvSpPr>
        <p:spPr>
          <a:xfrm>
            <a:off x="9378086" y="5801868"/>
            <a:ext cx="5819241" cy="705002"/>
          </a:xfrm>
          <a:prstGeom prst="rect">
            <a:avLst/>
          </a:prstGeom>
          <a:noFill/>
        </p:spPr>
        <p:txBody>
          <a:bodyPr wrap="square" lIns="109728" rIns="109728" tIns="73152" bIns="73152" anchor="ctr">
            <a:noAutofit/>
          </a:bodyPr>
          <a:lstStyle/>
          <a:p>
            <a:pPr algn="ctr">
              <a:lnSpc>
                <a:spcPct val="108000"/>
              </a:lnSpc>
              <a:defRPr sz="4100" b="1" i="0" u="none">
                <a:solidFill>
                  <a:srgbClr val="FFDE9E"/>
                </a:solidFill>
                <a:latin typeface="Arial"/>
              </a:defRPr>
            </a:pPr>
            <a:r>
              <a:t>GOSPEL (LK 9:18–24)</a:t>
            </a:r>
          </a:p>
        </p:txBody>
      </p:sp>
      <p:sp>
        <p:nvSpPr>
          <p:cNvPr id="11" name="TextBox 10"/>
          <p:cNvSpPr txBox="1"/>
          <p:nvPr/>
        </p:nvSpPr>
        <p:spPr>
          <a:xfrm>
            <a:off x="3195828" y="8411565"/>
            <a:ext cx="12362688" cy="1162202"/>
          </a:xfrm>
          <a:prstGeom prst="rect">
            <a:avLst/>
          </a:prstGeom>
          <a:noFill/>
        </p:spPr>
        <p:txBody>
          <a:bodyPr wrap="square" lIns="109728" rIns="109728" tIns="73152" bIns="73152" anchor="ctr">
            <a:noAutofit/>
          </a:bodyPr>
          <a:lstStyle/>
          <a:p>
            <a:pPr algn="ctr">
              <a:lnSpc>
                <a:spcPct val="108000"/>
              </a:lnSpc>
              <a:defRPr sz="6000" b="1" i="0" u="none">
                <a:solidFill>
                  <a:srgbClr val="FAF8F4"/>
                </a:solidFill>
                <a:latin typeface="Arial"/>
              </a:defRPr>
            </a:pPr>
            <a:r>
              <a:t>Twelfth Sunday in Ordinary Time</a:t>
            </a:r>
          </a:p>
        </p:txBody>
      </p:sp>
    </p:spTree>
  </p:cSld>
  <p:clrMapOvr>
    <a:masterClrMapping/>
  </p:clrMapOvr>
</p:sld>
</file>

<file path=ppt/slides/slide57.xml><?xml version="1.0" encoding="utf-8"?>
<p:sld xmlns:a="http://schemas.openxmlformats.org/drawingml/2006/main" xmlns:p="http://schemas.openxmlformats.org/presentationml/2006/main" xmlns:r="http://schemas.openxmlformats.org/officeDocument/2006/relationships">
  <p:cSld>
    <p:bg>
      <p:bgPr>
        <a:solidFill>
          <a:srgbClr val="000000"/>
        </a:solidFill>
        <a:effectLst/>
      </p:bgPr>
    </p:bg>
    <p:spTree>
      <p:nvGrpSpPr>
        <p:cNvPr id="1" name=""/>
        <p:cNvGrpSpPr/>
        <p:nvPr/>
      </p:nvGrpSpPr>
      <p:grpSpPr/>
      <p:sp>
        <p:nvSpPr>
          <p:cNvPr id="4" name="TextBox 3">
            <a:extLst>
              <a:ext uri="{FF2B5EF4-FFF2-40B4-BE49-F238E27FC236}">
                <a16:creationId xmlns:a16="http://schemas.microsoft.com/office/drawing/2014/main" id="{3FE251BE-6C37-A4D1-32D9-85B08A94C476}"/>
              </a:ext>
            </a:extLst>
          </p:cNvPr>
          <p:cNvSpPr txBox="1"/>
          <p:nvPr/>
        </p:nvSpPr>
        <p:spPr>
          <a:xfrm>
            <a:off x="914400" y="1499417"/>
            <a:ext cx="16459200" cy="5040530"/>
          </a:xfrm>
          <a:prstGeom prst="rect">
            <a:avLst/>
          </a:prstGeom>
          <a:noFill/>
        </p:spPr>
        <p:txBody>
          <a:bodyPr wrap="square" lIns="109728" tIns="73152" rIns="109728" bIns="73152" anchor="ctr">
            <a:noAutofit/>
          </a:bodyPr>
          <a:lstStyle/>
          <a:p>
            <a:pPr algn="ctr">
              <a:spcAft>
                <a:spcPts val="500"/>
              </a:spcAft>
              <a:defRPr sz="5500" b="1" i="0" u="none">
                <a:solidFill>
                  <a:srgbClr val="F0FDF4"/>
                </a:solidFill>
                <a:latin typeface="Inter"/>
              </a:defRPr>
            </a:pPr>
            <a:r>
              <a:rPr sz="10000" dirty="0">
                <a:solidFill>
                  <a:srgbClr val="F0FDF4"/>
                </a:solidFill>
                <a:latin typeface="Georgia" panose="02040502050405020303" pitchFamily="18" charset="0"/>
              </a:rPr>
              <a:t>Welcome newcomers!</a:t>
            </a:r>
            <a:endParaRPr lang="en-US" sz="10000" dirty="0">
              <a:latin typeface="Georgia" panose="02040502050405020303" pitchFamily="18" charset="0"/>
            </a:endParaRPr>
          </a:p>
          <a:p>
            <a:pPr algn="ctr">
              <a:spcAft>
                <a:spcPts val="500"/>
              </a:spcAft>
              <a:defRPr sz="5500" b="1" i="0" u="none">
                <a:solidFill>
                  <a:srgbClr val="F0FDF4"/>
                </a:solidFill>
                <a:latin typeface="Inter"/>
              </a:defRPr>
            </a:pPr>
            <a:r>
              <a:rPr lang="en-KR" sz="10000" dirty="0">
                <a:solidFill>
                  <a:srgbClr val="F0FDF4"/>
                </a:solidFill>
                <a:latin typeface="Georgia" panose="02040502050405020303" pitchFamily="18" charset="0"/>
              </a:rPr>
              <a:t>to</a:t>
            </a:r>
            <a:br>
              <a:rPr lang="en-KR" sz="10000" dirty="0">
                <a:latin typeface="Georgia" panose="02040502050405020303" pitchFamily="18" charset="0"/>
              </a:rPr>
            </a:br>
            <a:r>
              <a:rPr lang="en-KR" sz="10000" dirty="0">
                <a:solidFill>
                  <a:srgbClr val="F0FDF4"/>
                </a:solidFill>
                <a:latin typeface="Georgia" panose="02040502050405020303" pitchFamily="18" charset="0"/>
              </a:rPr>
              <a:t>Gwangju Filipino Catholic Community</a:t>
            </a:r>
            <a:endParaRPr sz="10000" dirty="0">
              <a:latin typeface="Georgia" panose="02040502050405020303" pitchFamily="18" charset="0"/>
            </a:endParaRPr>
          </a:p>
        </p:txBody>
      </p:sp>
      <p:sp>
        <p:nvSpPr>
          <p:cNvPr id="5" name="TextBox 4"/>
          <p:cNvSpPr txBox="1"/>
          <p:nvPr/>
        </p:nvSpPr>
        <p:spPr>
          <a:xfrm>
            <a:off x="914400" y="9418320"/>
            <a:ext cx="16459200" cy="777240"/>
          </a:xfrm>
          <a:prstGeom prst="rect">
            <a:avLst/>
          </a:prstGeom>
          <a:noFill/>
        </p:spPr>
        <p:txBody>
          <a:bodyPr wrap="square" lIns="109728" rIns="109728" tIns="73152" bIns="73152">
            <a:noAutofit/>
          </a:bodyPr>
          <a:lstStyle/>
          <a:p/>
          <a:p>
            <a:pPr algn="l">
              <a:spcBef>
                <a:spcPts val="200"/>
              </a:spcBef>
              <a:defRPr sz="1200" b="0" i="0" u="none">
                <a:solidFill>
                  <a:srgbClr val="FFB800"/>
                </a:solidFill>
                <a:latin typeface="Arial"/>
              </a:defRPr>
            </a:pPr>
            <a:r>
              <a:t>Welcoming Newcomers</a:t>
            </a:r>
          </a:p>
        </p:txBody>
      </p:sp>
    </p:spTree>
  </p:cSld>
  <p:clrMapOvr>
    <a:masterClrMapping/>
  </p:clrMapOvr>
</p:sld>
</file>

<file path=ppt/slides/slide58.xml><?xml version="1.0" encoding="utf-8"?>
<p:sld xmlns:a="http://schemas.openxmlformats.org/drawingml/2006/main" xmlns:p="http://schemas.openxmlformats.org/presentationml/2006/main" xmlns:r="http://schemas.openxmlformats.org/officeDocument/2006/relationships">
  <p:cSld>
    <p:bg>
      <p:bgPr>
        <a:solidFill>
          <a:srgbClr val="000000"/>
        </a:solidFill>
        <a:effectLst/>
      </p:bgPr>
    </p:bg>
    <p:spTree>
      <p:nvGrpSpPr>
        <p:cNvPr id="1" name=""/>
        <p:cNvGrpSpPr/>
        <p:nvPr/>
      </p:nvGrpSpPr>
      <p:grpSpPr/>
      <p:sp>
        <p:nvSpPr>
          <p:cNvPr id="2" name="TextBox 1"/>
          <p:cNvSpPr txBox="1"/>
          <p:nvPr/>
        </p:nvSpPr>
        <p:spPr>
          <a:xfrm>
            <a:off x="0" y="109728"/>
            <a:ext cx="18288000" cy="868680"/>
          </a:xfrm>
          <a:prstGeom prst="rect">
            <a:avLst/>
          </a:prstGeom>
          <a:noFill/>
        </p:spPr>
        <p:txBody>
          <a:bodyPr wrap="square" lIns="109728" tIns="73152" rIns="109728" bIns="73152" anchor="t">
            <a:noAutofit/>
          </a:bodyPr>
          <a:lstStyle/>
          <a:p>
            <a:pPr algn="ctr">
              <a:defRPr sz="5000" b="1" i="0" u="sng">
                <a:solidFill>
                  <a:srgbClr val="FFB800"/>
                </a:solidFill>
                <a:latin typeface="Georgia"/>
              </a:defRPr>
            </a:pPr>
            <a:r>
              <a:rPr>
                <a:solidFill>
                  <a:srgbClr val="FFB800"/>
                </a:solidFill>
              </a:rPr>
              <a:t>Mass Collection</a:t>
            </a:r>
          </a:p>
        </p:txBody>
      </p:sp>
      <p:sp>
        <p:nvSpPr>
          <p:cNvPr id="6" name="TextBox 5">
            <a:extLst>
              <a:ext uri="{FF2B5EF4-FFF2-40B4-BE49-F238E27FC236}">
                <a16:creationId xmlns:a16="http://schemas.microsoft.com/office/drawing/2014/main" id="{5E6D80AC-E9BA-7C1C-81C5-AA192C66B850}"/>
              </a:ext>
            </a:extLst>
          </p:cNvPr>
          <p:cNvSpPr txBox="1"/>
          <p:nvPr/>
        </p:nvSpPr>
        <p:spPr>
          <a:xfrm>
            <a:off x="914400" y="4553503"/>
            <a:ext cx="16459200" cy="1161706"/>
          </a:xfrm>
          <a:prstGeom prst="rect">
            <a:avLst/>
          </a:prstGeom>
          <a:noFill/>
        </p:spPr>
        <p:txBody>
          <a:bodyPr wrap="square" lIns="109728" tIns="73152" rIns="109728" bIns="73152" anchor="ctr">
            <a:noAutofit/>
          </a:bodyPr>
          <a:lstStyle/>
          <a:p>
            <a:pPr algn="ctr">
              <a:defRPr sz="5500" b="1" i="0" u="none">
                <a:solidFill>
                  <a:srgbClr val="F0FDF4"/>
                </a:solidFill>
                <a:latin typeface="Inter"/>
              </a:defRPr>
            </a:pPr>
            <a:r>
              <a:rPr lang="en-US" sz="10000" b="1" dirty="0">
                <a:solidFill>
                  <a:srgbClr val="F0FDF4"/>
                </a:solidFill>
                <a:latin typeface="Arial Black" panose="020B0604020202020204" pitchFamily="34" charset="0"/>
                <a:cs typeface="Arial Black" panose="020B0604020202020204" pitchFamily="34" charset="0"/>
              </a:rPr>
              <a:t>₱12,500</a:t>
            </a:r>
            <a:endParaRPr sz="10000" b="1" dirty="0">
              <a:latin typeface="Arial Black" panose="020B0604020202020204" pitchFamily="34" charset="0"/>
              <a:cs typeface="Arial Black" panose="020B0604020202020204" pitchFamily="34" charset="0"/>
            </a:endParaRPr>
          </a:p>
        </p:txBody>
      </p:sp>
      <p:sp>
        <p:nvSpPr>
          <p:cNvPr id="8" name="TextBox 7">
            <a:extLst>
              <a:ext uri="{FF2B5EF4-FFF2-40B4-BE49-F238E27FC236}">
                <a16:creationId xmlns:a16="http://schemas.microsoft.com/office/drawing/2014/main" id="{5EE7C7ED-ADC2-17BC-18D0-2CD24423D0BC}"/>
              </a:ext>
            </a:extLst>
          </p:cNvPr>
          <p:cNvSpPr txBox="1"/>
          <p:nvPr/>
        </p:nvSpPr>
        <p:spPr>
          <a:xfrm>
            <a:off x="914400" y="1381540"/>
            <a:ext cx="16459200" cy="1051561"/>
          </a:xfrm>
          <a:prstGeom prst="rect">
            <a:avLst/>
          </a:prstGeom>
          <a:noFill/>
        </p:spPr>
        <p:txBody>
          <a:bodyPr wrap="square" lIns="109728" tIns="73152" rIns="109728" bIns="73152">
            <a:noAutofit/>
          </a:bodyPr>
          <a:lstStyle/>
          <a:p>
            <a:pPr algn="ctr">
              <a:spcAft>
                <a:spcPts val="200"/>
              </a:spcAft>
              <a:defRPr sz="1500" b="0" i="0" u="none">
                <a:solidFill>
                  <a:srgbClr val="22C55E"/>
                </a:solidFill>
                <a:latin typeface="Inter"/>
              </a:defRPr>
            </a:pPr>
            <a:r>
              <a:rPr lang="en-US" sz="5000" b="1" i="1" dirty="0">
                <a:solidFill>
                  <a:srgbClr val="F0FDF4"/>
                </a:solidFill>
                <a:latin typeface="Arial" panose="020B0604020202020204" pitchFamily="34" charset="0"/>
                <a:cs typeface="Arial" panose="020B0604020202020204" pitchFamily="34" charset="0"/>
              </a:rPr>
              <a:t>2026-06-21</a:t>
            </a:r>
            <a:endParaRPr sz="5000" b="1" i="1" dirty="0">
              <a:solidFill>
                <a:schemeClr val="bg1"/>
              </a:solidFill>
              <a:latin typeface="Arial" panose="020B0604020202020204" pitchFamily="34" charset="0"/>
              <a:cs typeface="Arial" panose="020B0604020202020204" pitchFamily="34" charset="0"/>
            </a:endParaRPr>
          </a:p>
        </p:txBody>
      </p:sp>
      <p:sp>
        <p:nvSpPr>
          <p:cNvPr id="12" name="TextBox 11">
            <a:extLst>
              <a:ext uri="{FF2B5EF4-FFF2-40B4-BE49-F238E27FC236}">
                <a16:creationId xmlns:a16="http://schemas.microsoft.com/office/drawing/2014/main" id="{B582F665-B508-1D17-B03C-850BD389EC3F}"/>
              </a:ext>
            </a:extLst>
          </p:cNvPr>
          <p:cNvSpPr txBox="1"/>
          <p:nvPr/>
        </p:nvSpPr>
        <p:spPr>
          <a:xfrm>
            <a:off x="914400" y="8324606"/>
            <a:ext cx="16459200" cy="1161707"/>
          </a:xfrm>
          <a:prstGeom prst="rect">
            <a:avLst/>
          </a:prstGeom>
          <a:noFill/>
        </p:spPr>
        <p:txBody>
          <a:bodyPr wrap="square" lIns="109728" tIns="73152" rIns="109728" bIns="73152">
            <a:noAutofit/>
          </a:bodyPr>
          <a:lstStyle/>
          <a:p>
            <a:pPr algn="ctr">
              <a:spcAft>
                <a:spcPts val="200"/>
              </a:spcAft>
              <a:defRPr sz="1500" b="0" i="0" u="none">
                <a:solidFill>
                  <a:srgbClr val="22C55E"/>
                </a:solidFill>
                <a:latin typeface="Inter"/>
              </a:defRPr>
            </a:pPr>
            <a:r>
              <a:rPr sz="5000" b="1" dirty="0">
                <a:solidFill>
                  <a:schemeClr val="bg1"/>
                </a:solidFill>
                <a:latin typeface="Arial" panose="020B0604020202020204" pitchFamily="34" charset="0"/>
                <a:cs typeface="Arial" panose="020B0604020202020204" pitchFamily="34" charset="0"/>
              </a:rPr>
              <a:t>Thank you for your generosity.</a:t>
            </a:r>
          </a:p>
        </p:txBody>
      </p:sp>
      <p:sp>
        <p:nvSpPr>
          <p:cNvPr id="13" name="TextBox 12"/>
          <p:cNvSpPr txBox="1"/>
          <p:nvPr/>
        </p:nvSpPr>
        <p:spPr>
          <a:xfrm>
            <a:off x="914400" y="9418320"/>
            <a:ext cx="16459200" cy="777240"/>
          </a:xfrm>
          <a:prstGeom prst="rect">
            <a:avLst/>
          </a:prstGeom>
          <a:noFill/>
        </p:spPr>
        <p:txBody>
          <a:bodyPr wrap="square" lIns="109728" rIns="109728" tIns="73152" bIns="73152">
            <a:noAutofit/>
          </a:bodyPr>
          <a:lstStyle/>
          <a:p/>
          <a:p>
            <a:pPr algn="l">
              <a:spcBef>
                <a:spcPts val="200"/>
              </a:spcBef>
              <a:defRPr sz="1200" b="0" i="0" u="none">
                <a:solidFill>
                  <a:srgbClr val="FFB800"/>
                </a:solidFill>
                <a:latin typeface="Arial"/>
              </a:defRPr>
            </a:pPr>
            <a:r>
              <a:t>Mass Collection</a:t>
            </a:r>
          </a:p>
        </p:txBody>
      </p:sp>
    </p:spTree>
  </p:cSld>
  <p:clrMapOvr>
    <a:masterClrMapping/>
  </p:clrMapOvr>
</p:sld>
</file>

<file path=ppt/slides/slide59.xml><?xml version="1.0" encoding="utf-8"?>
<p:sld xmlns:a="http://schemas.openxmlformats.org/drawingml/2006/main" xmlns:p="http://schemas.openxmlformats.org/presentationml/2006/main" xmlns:r="http://schemas.openxmlformats.org/officeDocument/2006/relationships">
  <p:cSld>
    <p:bg>
      <p:bgPr>
        <a:solidFill>
          <a:srgbClr val="000000"/>
        </a:solidFill>
        <a:effectLst/>
      </p:bgPr>
    </p:bg>
    <p:spTree>
      <p:nvGrpSpPr>
        <p:cNvPr id="1" name=""/>
        <p:cNvGrpSpPr/>
        <p:nvPr/>
      </p:nvGrpSpPr>
      <p:grpSpPr/>
      <p:sp>
        <p:nvSpPr>
          <p:cNvPr id="2" name="TextBox 1"/>
          <p:cNvSpPr txBox="1"/>
          <p:nvPr/>
        </p:nvSpPr>
        <p:spPr>
          <a:xfrm>
            <a:off x="914400" y="4286747"/>
            <a:ext cx="16459200" cy="777241"/>
          </a:xfrm>
          <a:prstGeom prst="rect">
            <a:avLst/>
          </a:prstGeom>
          <a:noFill/>
        </p:spPr>
        <p:txBody>
          <a:bodyPr wrap="square" lIns="109728" tIns="73152" rIns="109728" bIns="73152" anchor="ctr">
            <a:noAutofit/>
          </a:bodyPr>
          <a:lstStyle/>
          <a:p>
            <a:pPr algn="ctr">
              <a:spcAft>
                <a:spcPts val="500"/>
              </a:spcAft>
              <a:defRPr sz="5500" b="1" i="0" u="none">
                <a:solidFill>
                  <a:srgbClr val="F0FDF4"/>
                </a:solidFill>
                <a:latin typeface="Inter"/>
              </a:defRPr>
            </a:pPr>
            <a:r>
              <a:rPr sz="7000" b="1">
                <a:solidFill>
                  <a:srgbClr val="F0FDF4"/>
                </a:solidFill>
                <a:latin typeface="Arial Black"/>
              </a:rPr>
              <a:t>KESHI GONZALES</a:t>
            </a:r>
            <a:endParaRPr sz="7000" b="1" dirty="0">
              <a:latin typeface="Arial Black" panose="020B0604020202020204" pitchFamily="34" charset="0"/>
              <a:cs typeface="Arial Black" panose="020B0604020202020204" pitchFamily="34" charset="0"/>
            </a:endParaRPr>
          </a:p>
          <a:p>
            <a:pPr algn="ctr"/>
            <a:r>
              <a:rPr sz="7000" b="1">
                <a:solidFill>
                  <a:srgbClr val="F0FDF4"/>
                </a:solidFill>
                <a:latin typeface="Arial Black"/>
              </a:rPr>
              <a:t>THE DELA CRUZ FAMILY</a:t>
            </a:r>
          </a:p>
        </p:txBody>
      </p:sp>
      <p:sp>
        <p:nvSpPr>
          <p:cNvPr id="4" name="TextBox 3">
            <a:extLst>
              <a:ext uri="{FF2B5EF4-FFF2-40B4-BE49-F238E27FC236}">
                <a16:creationId xmlns:a16="http://schemas.microsoft.com/office/drawing/2014/main" id="{77736BFA-26E1-70B3-7181-5AADD68E38D4}"/>
              </a:ext>
            </a:extLst>
          </p:cNvPr>
          <p:cNvSpPr txBox="1"/>
          <p:nvPr/>
        </p:nvSpPr>
        <p:spPr>
          <a:xfrm>
            <a:off x="914400" y="91440"/>
            <a:ext cx="16459200" cy="1051560"/>
          </a:xfrm>
          <a:prstGeom prst="rect">
            <a:avLst/>
          </a:prstGeom>
          <a:noFill/>
        </p:spPr>
        <p:txBody>
          <a:bodyPr wrap="square" lIns="109728" tIns="73152" rIns="109728" bIns="73152" anchor="t">
            <a:noAutofit/>
          </a:bodyPr>
          <a:lstStyle/>
          <a:p>
            <a:pPr algn="ctr">
              <a:defRPr sz="5500" b="1" i="0" u="none">
                <a:solidFill>
                  <a:srgbClr val="86EFAC"/>
                </a:solidFill>
                <a:latin typeface="Inter"/>
              </a:defRPr>
            </a:pPr>
            <a:r>
              <a:rPr lang="en-US" u="sng" dirty="0">
                <a:solidFill>
                  <a:srgbClr val="FFB800"/>
                </a:solidFill>
                <a:latin typeface="Georgia" panose="02040502050405020303" pitchFamily="18" charset="0"/>
              </a:rPr>
              <a:t>Food Sponsors</a:t>
            </a:r>
            <a:endParaRPr u="sng" dirty="0">
              <a:latin typeface="Georgia" panose="02040502050405020303" pitchFamily="18" charset="0"/>
            </a:endParaRPr>
          </a:p>
        </p:txBody>
      </p:sp>
      <p:sp>
        <p:nvSpPr>
          <p:cNvPr id="5" name="TextBox 4">
            <a:extLst>
              <a:ext uri="{FF2B5EF4-FFF2-40B4-BE49-F238E27FC236}">
                <a16:creationId xmlns:a16="http://schemas.microsoft.com/office/drawing/2014/main" id="{0601FD3F-7F4F-17C3-E3E5-BF93DD7A3502}"/>
              </a:ext>
            </a:extLst>
          </p:cNvPr>
          <p:cNvSpPr txBox="1"/>
          <p:nvPr/>
        </p:nvSpPr>
        <p:spPr>
          <a:xfrm>
            <a:off x="914400" y="5237922"/>
            <a:ext cx="16459200" cy="777241"/>
          </a:xfrm>
          <a:prstGeom prst="rect">
            <a:avLst/>
          </a:prstGeom>
          <a:noFill/>
        </p:spPr>
        <p:txBody>
          <a:bodyPr wrap="square" lIns="109728" tIns="73152" rIns="109728" bIns="73152" anchor="ctr">
            <a:noAutofit/>
          </a:bodyPr>
          <a:lstStyle/>
          <a:p>
            <a:pPr algn="ctr">
              <a:spcAft>
                <a:spcPts val="500"/>
              </a:spcAft>
              <a:defRPr sz="5500" b="1" i="0" u="none">
                <a:solidFill>
                  <a:srgbClr val="F0FDF4"/>
                </a:solidFill>
                <a:latin typeface="Inter"/>
              </a:defRPr>
            </a:pPr>
            <a:r>
              <a:rPr lang="en-US" sz="7000" b="1" dirty="0">
                <a:solidFill>
                  <a:srgbClr val="F0FDF4"/>
                </a:solidFill>
                <a:latin typeface="Arial Black" panose="020B0604020202020204" pitchFamily="34" charset="0"/>
                <a:cs typeface="Arial Black" panose="020B0604020202020204" pitchFamily="34" charset="0"/>
              </a:rPr>
              <a:t/>
            </a:r>
            <a:endParaRPr sz="7000" b="1" dirty="0">
              <a:latin typeface="Arial Black" panose="020B0604020202020204" pitchFamily="34" charset="0"/>
              <a:cs typeface="Arial Black" panose="020B0604020202020204" pitchFamily="34" charset="0"/>
            </a:endParaRPr>
          </a:p>
        </p:txBody>
      </p:sp>
      <p:sp>
        <p:nvSpPr>
          <p:cNvPr id="6" name="TextBox 5"/>
          <p:cNvSpPr txBox="1"/>
          <p:nvPr/>
        </p:nvSpPr>
        <p:spPr>
          <a:xfrm>
            <a:off x="914400" y="9418320"/>
            <a:ext cx="16459200" cy="777240"/>
          </a:xfrm>
          <a:prstGeom prst="rect">
            <a:avLst/>
          </a:prstGeom>
          <a:noFill/>
        </p:spPr>
        <p:txBody>
          <a:bodyPr wrap="square" lIns="109728" rIns="109728" tIns="73152" bIns="73152">
            <a:noAutofit/>
          </a:bodyPr>
          <a:lstStyle/>
          <a:p/>
          <a:p>
            <a:pPr algn="l">
              <a:spcBef>
                <a:spcPts val="200"/>
              </a:spcBef>
              <a:defRPr sz="1200" b="0" i="0" u="none">
                <a:solidFill>
                  <a:srgbClr val="FFB800"/>
                </a:solidFill>
                <a:latin typeface="Arial"/>
              </a:defRPr>
            </a:pPr>
            <a:r>
              <a:t>Food Sponsors</a:t>
            </a:r>
          </a:p>
        </p:txBody>
      </p:sp>
    </p:spTree>
  </p:cSld>
  <p:clrMapOvr>
    <a:masterClrMapping/>
  </p:clrMapOvr>
</p:sld>
</file>

<file path=ppt/slides/slide60.xml><?xml version="1.0" encoding="utf-8"?>
<p:sld xmlns:a="http://schemas.openxmlformats.org/drawingml/2006/main" xmlns:p="http://schemas.openxmlformats.org/presentationml/2006/main" xmlns:r="http://schemas.openxmlformats.org/officeDocument/2006/relationships">
  <p:cSld>
    <p:bg>
      <p:bgPr>
        <a:solidFill>
          <a:srgbClr val="000000"/>
        </a:solidFill>
        <a:effectLst/>
      </p:bgPr>
    </p:bg>
    <p:spTree>
      <p:nvGrpSpPr>
        <p:cNvPr id="1" name=""/>
        <p:cNvGrpSpPr/>
        <p:nvPr/>
      </p:nvGrpSpPr>
      <p:grpSpPr/>
      <p:sp>
        <p:nvSpPr>
          <p:cNvPr id="2" name="TextBox 1"/>
          <p:cNvSpPr txBox="1"/>
          <p:nvPr/>
        </p:nvSpPr>
        <p:spPr>
          <a:xfrm>
            <a:off x="914400" y="530352"/>
            <a:ext cx="16459200" cy="8750808"/>
          </a:xfrm>
          <a:prstGeom prst="rect">
            <a:avLst/>
          </a:prstGeom>
          <a:noFill/>
        </p:spPr>
        <p:txBody>
          <a:bodyPr wrap="square" lIns="109728" tIns="73152" rIns="109728" bIns="73152" anchor="ctr">
            <a:noAutofit/>
          </a:bodyPr>
          <a:lstStyle/>
          <a:p>
            <a:pPr algn="ctr">
              <a:spcAft>
                <a:spcPts val="500"/>
              </a:spcAft>
              <a:defRPr sz="5500" b="1" i="0" u="none">
                <a:solidFill>
                  <a:srgbClr val="F0FDF4"/>
                </a:solidFill>
                <a:latin typeface="Inter"/>
              </a:defRPr>
            </a:pPr>
            <a:r>
              <a:rPr dirty="0">
                <a:solidFill>
                  <a:srgbClr val="F0FDF4"/>
                </a:solidFill>
              </a:rPr>
              <a:t>Sacrament of Confession</a:t>
            </a:r>
          </a:p>
        </p:txBody>
      </p:sp>
      <p:sp>
        <p:nvSpPr>
          <p:cNvPr id="4" name="TextBox 3">
            <a:extLst>
              <a:ext uri="{FF2B5EF4-FFF2-40B4-BE49-F238E27FC236}">
                <a16:creationId xmlns:a16="http://schemas.microsoft.com/office/drawing/2014/main" id="{A6D3B25F-5450-9BDC-7305-792F22175713}"/>
              </a:ext>
            </a:extLst>
          </p:cNvPr>
          <p:cNvSpPr txBox="1"/>
          <p:nvPr/>
        </p:nvSpPr>
        <p:spPr>
          <a:xfrm>
            <a:off x="914400" y="91440"/>
            <a:ext cx="16459200" cy="1051560"/>
          </a:xfrm>
          <a:prstGeom prst="rect">
            <a:avLst/>
          </a:prstGeom>
          <a:noFill/>
        </p:spPr>
        <p:txBody>
          <a:bodyPr wrap="square" lIns="109728" tIns="73152" rIns="109728" bIns="73152" anchor="t">
            <a:noAutofit/>
          </a:bodyPr>
          <a:lstStyle/>
          <a:p>
            <a:pPr algn="ctr">
              <a:defRPr sz="5500" b="1" i="0" u="none">
                <a:solidFill>
                  <a:srgbClr val="86EFAC"/>
                </a:solidFill>
                <a:latin typeface="Inter"/>
              </a:defRPr>
            </a:pPr>
            <a:r>
              <a:rPr lang="en-US" u="sng" dirty="0">
                <a:solidFill>
                  <a:srgbClr val="FFB800"/>
                </a:solidFill>
                <a:latin typeface="Georgia" panose="02040502050405020303" pitchFamily="18" charset="0"/>
              </a:rPr>
              <a:t>Sacrament of Confession</a:t>
            </a:r>
            <a:endParaRPr u="sng" dirty="0">
              <a:solidFill>
                <a:srgbClr val="FFB800"/>
              </a:solidFill>
              <a:latin typeface="Georgia" panose="02040502050405020303" pitchFamily="18" charset="0"/>
            </a:endParaRPr>
          </a:p>
        </p:txBody>
      </p:sp>
      <p:sp>
        <p:nvSpPr>
          <p:cNvPr id="5" name="TextBox 4"/>
          <p:cNvSpPr txBox="1"/>
          <p:nvPr/>
        </p:nvSpPr>
        <p:spPr>
          <a:xfrm>
            <a:off x="914400" y="9418320"/>
            <a:ext cx="16459200" cy="777240"/>
          </a:xfrm>
          <a:prstGeom prst="rect">
            <a:avLst/>
          </a:prstGeom>
          <a:noFill/>
        </p:spPr>
        <p:txBody>
          <a:bodyPr wrap="square" lIns="109728" rIns="109728" tIns="73152" bIns="73152">
            <a:noAutofit/>
          </a:bodyPr>
          <a:lstStyle/>
          <a:p/>
          <a:p>
            <a:pPr algn="l">
              <a:spcBef>
                <a:spcPts val="200"/>
              </a:spcBef>
              <a:defRPr sz="1200" b="0" i="0" u="none">
                <a:solidFill>
                  <a:srgbClr val="FFB800"/>
                </a:solidFill>
                <a:latin typeface="Arial"/>
              </a:defRPr>
            </a:pPr>
            <a:r>
              <a:t>Announcements</a:t>
            </a:r>
          </a:p>
        </p:txBody>
      </p:sp>
    </p:spTree>
  </p:cSld>
  <p:clrMapOvr>
    <a:masterClrMapping/>
  </p:clrMapOvr>
</p:sld>
</file>

<file path=ppt/slides/slide61.xml><?xml version="1.0" encoding="utf-8"?>
<p:sld xmlns:a="http://schemas.openxmlformats.org/drawingml/2006/main" xmlns:p="http://schemas.openxmlformats.org/presentationml/2006/main" xmlns:r="http://schemas.openxmlformats.org/officeDocument/2006/relationships">
  <p:cSld>
    <p:bg>
      <p:bgPr>
        <a:solidFill>
          <a:srgbClr val="000000"/>
        </a:solidFill>
        <a:effectLst/>
      </p:bgPr>
    </p:bg>
    <p:spTree>
      <p:nvGrpSpPr>
        <p:cNvPr id="1" name=""/>
        <p:cNvGrpSpPr/>
        <p:nvPr/>
      </p:nvGrpSpPr>
      <p:grpSpPr/>
      <p:sp>
        <p:nvSpPr>
          <p:cNvPr id="2" name="TextBox 1"/>
          <p:cNvSpPr txBox="1"/>
          <p:nvPr/>
        </p:nvSpPr>
        <p:spPr>
          <a:xfrm>
            <a:off x="914400" y="373049"/>
            <a:ext cx="16459200" cy="859403"/>
          </a:xfrm>
          <a:prstGeom prst="rect">
            <a:avLst/>
          </a:prstGeom>
          <a:noFill/>
        </p:spPr>
        <p:txBody>
          <a:bodyPr wrap="square" lIns="109728" tIns="73152" rIns="109728" bIns="73152" anchor="ctr">
            <a:noAutofit/>
          </a:bodyPr>
          <a:lstStyle/>
          <a:p>
            <a:pPr algn="ctr">
              <a:spcBef>
                <a:spcPts val="600"/>
              </a:spcBef>
              <a:spcAft>
                <a:spcPts val="800"/>
              </a:spcAft>
            </a:pPr>
            <a:r>
              <a:rPr sz="6500" b="1" dirty="0">
                <a:solidFill>
                  <a:srgbClr val="FFB800"/>
                </a:solidFill>
                <a:latin typeface="Arial" panose="020B0604020202020204" pitchFamily="34" charset="0"/>
                <a:cs typeface="Arial" panose="020B0604020202020204" pitchFamily="34" charset="0"/>
              </a:rPr>
              <a:t>Priest: </a:t>
            </a:r>
            <a:r>
              <a:rPr sz="6500" b="1" i="1" dirty="0">
                <a:solidFill>
                  <a:srgbClr val="F0FDF4"/>
                </a:solidFill>
                <a:latin typeface="Arial" panose="020B0604020202020204" pitchFamily="34" charset="0"/>
                <a:cs typeface="Arial" panose="020B0604020202020204" pitchFamily="34" charset="0"/>
              </a:rPr>
              <a:t>The Lord be with you.</a:t>
            </a:r>
          </a:p>
        </p:txBody>
      </p:sp>
      <p:sp>
        <p:nvSpPr>
          <p:cNvPr id="4" name="TextBox 3">
            <a:extLst>
              <a:ext uri="{FF2B5EF4-FFF2-40B4-BE49-F238E27FC236}">
                <a16:creationId xmlns:a16="http://schemas.microsoft.com/office/drawing/2014/main" id="{96FC87FF-BC64-13B6-66A9-387D1C03AA8D}"/>
              </a:ext>
            </a:extLst>
          </p:cNvPr>
          <p:cNvSpPr txBox="1"/>
          <p:nvPr/>
        </p:nvSpPr>
        <p:spPr>
          <a:xfrm>
            <a:off x="914400" y="3006090"/>
            <a:ext cx="16459200" cy="1899699"/>
          </a:xfrm>
          <a:prstGeom prst="rect">
            <a:avLst/>
          </a:prstGeom>
          <a:noFill/>
        </p:spPr>
        <p:txBody>
          <a:bodyPr wrap="square" lIns="109728" tIns="73152" rIns="109728" bIns="73152" anchor="ctr">
            <a:noAutofit/>
          </a:bodyPr>
          <a:lstStyle/>
          <a:p>
            <a:pPr algn="ctr">
              <a:spcBef>
                <a:spcPts val="600"/>
              </a:spcBef>
              <a:spcAft>
                <a:spcPts val="800"/>
              </a:spcAft>
            </a:pPr>
            <a:r>
              <a:rPr lang="en-US" sz="6500" b="1" dirty="0">
                <a:solidFill>
                  <a:srgbClr val="FFB800"/>
                </a:solidFill>
                <a:latin typeface="Arial" panose="020B0604020202020204" pitchFamily="34" charset="0"/>
                <a:cs typeface="Arial" panose="020B0604020202020204" pitchFamily="34" charset="0"/>
              </a:rPr>
              <a:t>Priest: </a:t>
            </a:r>
            <a:r>
              <a:rPr lang="en-US" sz="6500" b="1" i="1" dirty="0">
                <a:solidFill>
                  <a:srgbClr val="F0FDF4"/>
                </a:solidFill>
                <a:latin typeface="Arial" panose="020B0604020202020204" pitchFamily="34" charset="0"/>
                <a:cs typeface="Arial" panose="020B0604020202020204" pitchFamily="34" charset="0"/>
              </a:rPr>
              <a:t>May almighty God bless you, the Father, and the Son, and the Holy Spirit.</a:t>
            </a:r>
          </a:p>
        </p:txBody>
      </p:sp>
      <p:sp>
        <p:nvSpPr>
          <p:cNvPr id="5" name="TextBox 4">
            <a:extLst>
              <a:ext uri="{FF2B5EF4-FFF2-40B4-BE49-F238E27FC236}">
                <a16:creationId xmlns:a16="http://schemas.microsoft.com/office/drawing/2014/main" id="{3389B624-E2F8-3F71-E14D-62975158B081}"/>
              </a:ext>
            </a:extLst>
          </p:cNvPr>
          <p:cNvSpPr txBox="1"/>
          <p:nvPr/>
        </p:nvSpPr>
        <p:spPr>
          <a:xfrm>
            <a:off x="914400" y="6719516"/>
            <a:ext cx="16459200" cy="1938794"/>
          </a:xfrm>
          <a:prstGeom prst="rect">
            <a:avLst/>
          </a:prstGeom>
          <a:noFill/>
        </p:spPr>
        <p:txBody>
          <a:bodyPr wrap="square" lIns="109728" tIns="73152" rIns="109728" bIns="73152" anchor="ctr">
            <a:noAutofit/>
          </a:bodyPr>
          <a:lstStyle/>
          <a:p>
            <a:pPr algn="ctr">
              <a:spcBef>
                <a:spcPts val="600"/>
              </a:spcBef>
              <a:spcAft>
                <a:spcPts val="800"/>
              </a:spcAft>
            </a:pPr>
            <a:r>
              <a:rPr lang="en-US" sz="6500" b="1" dirty="0">
                <a:solidFill>
                  <a:srgbClr val="FFB800"/>
                </a:solidFill>
                <a:latin typeface="Arial" panose="020B0604020202020204" pitchFamily="34" charset="0"/>
                <a:cs typeface="Arial" panose="020B0604020202020204" pitchFamily="34" charset="0"/>
              </a:rPr>
              <a:t>Priest: </a:t>
            </a:r>
            <a:r>
              <a:rPr lang="en-US" sz="6500" b="1" i="1" dirty="0">
                <a:solidFill>
                  <a:srgbClr val="F0FDF4"/>
                </a:solidFill>
                <a:latin typeface="Arial" panose="020B0604020202020204" pitchFamily="34" charset="0"/>
                <a:cs typeface="Arial" panose="020B0604020202020204" pitchFamily="34" charset="0"/>
              </a:rPr>
              <a:t>Go in peace, glorifying the Lord by your life.</a:t>
            </a:r>
          </a:p>
        </p:txBody>
      </p:sp>
      <p:sp>
        <p:nvSpPr>
          <p:cNvPr id="6" name="TextBox 5">
            <a:extLst>
              <a:ext uri="{FF2B5EF4-FFF2-40B4-BE49-F238E27FC236}">
                <a16:creationId xmlns:a16="http://schemas.microsoft.com/office/drawing/2014/main" id="{BA7046C5-1E52-F69D-BF92-086E85CFB1E9}"/>
              </a:ext>
            </a:extLst>
          </p:cNvPr>
          <p:cNvSpPr txBox="1"/>
          <p:nvPr/>
        </p:nvSpPr>
        <p:spPr>
          <a:xfrm>
            <a:off x="914400" y="1192364"/>
            <a:ext cx="16459200" cy="859403"/>
          </a:xfrm>
          <a:prstGeom prst="rect">
            <a:avLst/>
          </a:prstGeom>
          <a:noFill/>
        </p:spPr>
        <p:txBody>
          <a:bodyPr wrap="square" lIns="109728" tIns="73152" rIns="109728" bIns="73152" anchor="ctr">
            <a:noAutofit/>
          </a:bodyPr>
          <a:lstStyle/>
          <a:p>
            <a:pPr algn="ctr">
              <a:spcBef>
                <a:spcPts val="600"/>
              </a:spcBef>
              <a:spcAft>
                <a:spcPts val="800"/>
              </a:spcAft>
            </a:pPr>
            <a:r>
              <a:rPr lang="en-US" sz="7500" b="1" dirty="0">
                <a:solidFill>
                  <a:srgbClr val="F0FDF4"/>
                </a:solidFill>
                <a:latin typeface="Arial" panose="020B0604020202020204" pitchFamily="34" charset="0"/>
                <a:cs typeface="Arial" panose="020B0604020202020204" pitchFamily="34" charset="0"/>
              </a:rPr>
              <a:t>All: And with your spirit.</a:t>
            </a:r>
          </a:p>
        </p:txBody>
      </p:sp>
      <p:sp>
        <p:nvSpPr>
          <p:cNvPr id="7" name="TextBox 6">
            <a:extLst>
              <a:ext uri="{FF2B5EF4-FFF2-40B4-BE49-F238E27FC236}">
                <a16:creationId xmlns:a16="http://schemas.microsoft.com/office/drawing/2014/main" id="{A0016F4A-78CD-6BF8-2FB2-AD9931C686BE}"/>
              </a:ext>
            </a:extLst>
          </p:cNvPr>
          <p:cNvSpPr txBox="1"/>
          <p:nvPr/>
        </p:nvSpPr>
        <p:spPr>
          <a:xfrm>
            <a:off x="914400" y="4905789"/>
            <a:ext cx="16459200" cy="859403"/>
          </a:xfrm>
          <a:prstGeom prst="rect">
            <a:avLst/>
          </a:prstGeom>
          <a:noFill/>
        </p:spPr>
        <p:txBody>
          <a:bodyPr wrap="square" lIns="109728" tIns="73152" rIns="109728" bIns="73152" anchor="ctr">
            <a:noAutofit/>
          </a:bodyPr>
          <a:lstStyle/>
          <a:p>
            <a:pPr algn="ctr">
              <a:spcBef>
                <a:spcPts val="600"/>
              </a:spcBef>
              <a:spcAft>
                <a:spcPts val="800"/>
              </a:spcAft>
            </a:pPr>
            <a:r>
              <a:rPr lang="en-US" sz="7500" b="1" dirty="0">
                <a:solidFill>
                  <a:srgbClr val="F0FDF4"/>
                </a:solidFill>
                <a:latin typeface="Arial" panose="020B0604020202020204" pitchFamily="34" charset="0"/>
                <a:cs typeface="Arial" panose="020B0604020202020204" pitchFamily="34" charset="0"/>
              </a:rPr>
              <a:t>All: Amen.</a:t>
            </a:r>
          </a:p>
        </p:txBody>
      </p:sp>
      <p:sp>
        <p:nvSpPr>
          <p:cNvPr id="3" name="TextBox 2">
            <a:extLst>
              <a:ext uri="{FF2B5EF4-FFF2-40B4-BE49-F238E27FC236}">
                <a16:creationId xmlns:a16="http://schemas.microsoft.com/office/drawing/2014/main" id="{8CC358AF-482B-E6E8-416B-DB6A83AAF1FE}"/>
              </a:ext>
            </a:extLst>
          </p:cNvPr>
          <p:cNvSpPr txBox="1"/>
          <p:nvPr/>
        </p:nvSpPr>
        <p:spPr>
          <a:xfrm>
            <a:off x="914400" y="8558917"/>
            <a:ext cx="16459200" cy="859403"/>
          </a:xfrm>
          <a:prstGeom prst="rect">
            <a:avLst/>
          </a:prstGeom>
          <a:noFill/>
        </p:spPr>
        <p:txBody>
          <a:bodyPr wrap="square" lIns="109728" tIns="73152" rIns="109728" bIns="73152" anchor="ctr">
            <a:noAutofit/>
          </a:bodyPr>
          <a:lstStyle/>
          <a:p>
            <a:pPr algn="ctr">
              <a:spcBef>
                <a:spcPts val="600"/>
              </a:spcBef>
              <a:spcAft>
                <a:spcPts val="800"/>
              </a:spcAft>
            </a:pPr>
            <a:r>
              <a:rPr lang="en-US" sz="7500" b="1" dirty="0">
                <a:solidFill>
                  <a:srgbClr val="F0FDF4"/>
                </a:solidFill>
                <a:latin typeface="Arial" panose="020B0604020202020204" pitchFamily="34" charset="0"/>
                <a:cs typeface="Arial" panose="020B0604020202020204" pitchFamily="34" charset="0"/>
              </a:rPr>
              <a:t>All: Thanks be to God.</a:t>
            </a:r>
          </a:p>
        </p:txBody>
      </p:sp>
      <p:sp>
        <p:nvSpPr>
          <p:cNvPr id="8" name="TextBox 7"/>
          <p:cNvSpPr txBox="1"/>
          <p:nvPr/>
        </p:nvSpPr>
        <p:spPr>
          <a:xfrm>
            <a:off x="914400" y="9418320"/>
            <a:ext cx="16459200" cy="777240"/>
          </a:xfrm>
          <a:prstGeom prst="rect">
            <a:avLst/>
          </a:prstGeom>
          <a:noFill/>
        </p:spPr>
        <p:txBody>
          <a:bodyPr wrap="square" lIns="109728" rIns="109728" tIns="73152" bIns="73152">
            <a:noAutofit/>
          </a:bodyPr>
          <a:lstStyle/>
          <a:p/>
          <a:p>
            <a:pPr algn="l">
              <a:spcBef>
                <a:spcPts val="200"/>
              </a:spcBef>
              <a:defRPr sz="1200" b="0" i="0" u="none">
                <a:solidFill>
                  <a:srgbClr val="FFB800"/>
                </a:solidFill>
                <a:latin typeface="Arial"/>
              </a:defRPr>
            </a:pPr>
            <a:r>
              <a:t>Final Blessing</a:t>
            </a:r>
          </a:p>
        </p:txBody>
      </p:sp>
    </p:spTree>
  </p:cSld>
  <p:clrMapOvr>
    <a:masterClrMapping/>
  </p:clrMapOvr>
</p:sld>
</file>

<file path=ppt/slides/slide62.xml><?xml version="1.0" encoding="utf-8"?>
<p:sld xmlns:a="http://schemas.openxmlformats.org/drawingml/2006/main" xmlns:p="http://schemas.openxmlformats.org/presentationml/2006/main" xmlns:r="http://schemas.openxmlformats.org/officeDocument/2006/relationships">
  <p:cSld>
    <p:bg>
      <p:bgPr>
        <a:solidFill>
          <a:srgbClr val="000000"/>
        </a:solidFill>
        <a:effectLst/>
      </p:bgPr>
    </p:bg>
    <p:spTree>
      <p:nvGrpSpPr>
        <p:cNvPr id="1" name=""/>
        <p:cNvGrpSpPr/>
        <p:nvPr/>
      </p:nvGrpSpPr>
      <p:grpSpPr/>
      <p:sp>
        <p:nvSpPr>
          <p:cNvPr id="2" name="TextBox 1"/>
          <p:cNvSpPr txBox="1"/>
          <p:nvPr/>
        </p:nvSpPr>
        <p:spPr>
          <a:xfrm>
            <a:off x="914400" y="530352"/>
            <a:ext cx="16459200" cy="8750808"/>
          </a:xfrm>
          <a:prstGeom prst="rect">
            <a:avLst/>
          </a:prstGeom>
          <a:noFill/>
        </p:spPr>
        <p:txBody>
          <a:bodyPr wrap="square" lIns="109728" rIns="109728" tIns="73152" bIns="73152" anchor="ctr">
            <a:noAutofit/>
          </a:bodyPr>
          <a:lstStyle/>
          <a:p>
            <a:pPr algn="ctr">
              <a:spcAft>
                <a:spcPts val="500"/>
              </a:spcAft>
              <a:defRPr sz="5500" b="0" i="0" u="none">
                <a:solidFill>
                  <a:srgbClr val="F0FDF4"/>
                </a:solidFill>
                <a:latin typeface="Arial"/>
              </a:defRPr>
            </a:pPr>
            <a:r>
              <a:t>No Recessional hymn lyrics were selected. Choose one Recessional song in Mass Flow or save lyrics in Lyrics Studio before generating.</a:t>
            </a:r>
          </a:p>
        </p:txBody>
      </p:sp>
      <p:sp>
        <p:nvSpPr>
          <p:cNvPr id="3" name="TextBox 2"/>
          <p:cNvSpPr txBox="1"/>
          <p:nvPr/>
        </p:nvSpPr>
        <p:spPr>
          <a:xfrm>
            <a:off x="914400" y="9418320"/>
            <a:ext cx="16459200" cy="777240"/>
          </a:xfrm>
          <a:prstGeom prst="rect">
            <a:avLst/>
          </a:prstGeom>
          <a:noFill/>
        </p:spPr>
        <p:txBody>
          <a:bodyPr wrap="square" lIns="109728" rIns="109728" tIns="73152" bIns="73152">
            <a:noAutofit/>
          </a:bodyPr>
          <a:lstStyle/>
          <a:p/>
          <a:p>
            <a:pPr algn="l">
              <a:spcBef>
                <a:spcPts val="200"/>
              </a:spcBef>
              <a:defRPr sz="1200" b="0" i="0" u="none">
                <a:solidFill>
                  <a:srgbClr val="FFB800"/>
                </a:solidFill>
                <a:latin typeface="Arial"/>
              </a:defRPr>
            </a:pPr>
            <a:r>
              <a:t>Recessional</a:t>
            </a:r>
          </a:p>
        </p:txBody>
      </p:sp>
    </p:spTree>
  </p:cSld>
  <p:clrMapOvr>
    <a:masterClrMapping/>
  </p:clrMapOvr>
</p:sld>
</file>

<file path=ppt/slides/slide63.xml><?xml version="1.0" encoding="utf-8"?>
<p:sld xmlns:a="http://schemas.openxmlformats.org/drawingml/2006/main" xmlns:p="http://schemas.openxmlformats.org/presentationml/2006/main" xmlns:r="http://schemas.openxmlformats.org/officeDocument/2006/relationships">
  <p:cSld>
    <p:bg>
      <p:bgPr>
        <a:gradFill rotWithShape="1">
          <a:gsLst>
            <a:gs pos="0">
              <a:srgbClr val="0F1A13"/>
            </a:gs>
            <a:gs pos="100000">
              <a:srgbClr val="689474"/>
            </a:gs>
          </a:gsLst>
          <a:lin scaled="0" ang="0"/>
        </a:gradFill>
        <a:effectLst/>
      </p:bgPr>
    </p:bg>
    <p:spTree>
      <p:nvGrpSpPr>
        <p:cNvPr id="1" name=""/>
        <p:cNvGrpSpPr/>
        <p:nvPr/>
      </p:nvGrpSpPr>
      <p:grpSpPr/>
      <p:sp>
        <p:nvSpPr>
          <p:cNvPr id="2" name="Rounded Rectangle 1"/>
          <p:cNvSpPr/>
          <p:nvPr/>
        </p:nvSpPr>
        <p:spPr>
          <a:xfrm>
            <a:off x="6856171" y="1269187"/>
            <a:ext cx="10943539" cy="6128308"/>
          </a:xfrm>
          <a:prstGeom prst="roundRect">
            <a:avLst>
              <a:gd name="adj" fmla="val 16670"/>
            </a:avLst>
          </a:prstGeom>
          <a:solidFill>
            <a:srgbClr val="2D6A3E">
              <a:alpha val="44706"/>
            </a:srgbClr>
          </a:solidFill>
          <a:ln w="14299" cap="sq">
            <a:solidFill>
              <a:srgbClr val="749D80">
                <a:alpha val="44706"/>
              </a:srgbClr>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900684" y="8503005"/>
            <a:ext cx="16486632" cy="1112824"/>
          </a:xfrm>
          <a:prstGeom prst="roundRect">
            <a:avLst>
              <a:gd name="adj" fmla="val 16670"/>
            </a:avLst>
          </a:prstGeom>
          <a:solidFill>
            <a:srgbClr val="1D4128">
              <a:alpha val="60784"/>
            </a:srgbClr>
          </a:solidFill>
          <a:ln w="14299" cap="sq">
            <a:solidFill>
              <a:srgbClr val="1D4128">
                <a:alpha val="60784"/>
              </a:srgbClr>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284732" y="2390241"/>
            <a:ext cx="4209897" cy="638251"/>
          </a:xfrm>
          <a:prstGeom prst="rect">
            <a:avLst/>
          </a:prstGeom>
          <a:noFill/>
        </p:spPr>
        <p:txBody>
          <a:bodyPr wrap="square" lIns="109728" rIns="109728" tIns="73152" bIns="73152" anchor="ctr">
            <a:noAutofit/>
          </a:bodyPr>
          <a:lstStyle/>
          <a:p>
            <a:pPr algn="ctr">
              <a:lnSpc>
                <a:spcPct val="108000"/>
              </a:lnSpc>
              <a:defRPr sz="3700" b="1" i="0" u="none">
                <a:solidFill>
                  <a:srgbClr val="FFEABF"/>
                </a:solidFill>
                <a:latin typeface="Arial"/>
              </a:defRPr>
            </a:pPr>
            <a:r>
              <a:t>MASS CELEBRANT:</a:t>
            </a:r>
          </a:p>
        </p:txBody>
      </p:sp>
      <p:sp>
        <p:nvSpPr>
          <p:cNvPr id="5" name="TextBox 4"/>
          <p:cNvSpPr txBox="1"/>
          <p:nvPr/>
        </p:nvSpPr>
        <p:spPr>
          <a:xfrm>
            <a:off x="267004" y="3053181"/>
            <a:ext cx="6589166" cy="1057046"/>
          </a:xfrm>
          <a:prstGeom prst="rect">
            <a:avLst/>
          </a:prstGeom>
          <a:noFill/>
        </p:spPr>
        <p:txBody>
          <a:bodyPr wrap="square" lIns="109728" rIns="109728" tIns="73152" bIns="73152" anchor="ctr">
            <a:noAutofit/>
          </a:bodyPr>
          <a:lstStyle/>
          <a:p>
            <a:pPr algn="ctr">
              <a:lnSpc>
                <a:spcPct val="108000"/>
              </a:lnSpc>
              <a:defRPr sz="3900" b="1" i="0" u="none">
                <a:solidFill>
                  <a:srgbClr val="FAF8F4"/>
                </a:solidFill>
                <a:latin typeface="Arial"/>
              </a:defRPr>
            </a:pPr>
            <a:r>
              <a:t>Rev. Fr. Sample Celebrant</a:t>
            </a:r>
          </a:p>
        </p:txBody>
      </p:sp>
      <p:sp>
        <p:nvSpPr>
          <p:cNvPr id="6" name="TextBox 5"/>
          <p:cNvSpPr txBox="1"/>
          <p:nvPr/>
        </p:nvSpPr>
        <p:spPr>
          <a:xfrm>
            <a:off x="267004" y="4429353"/>
            <a:ext cx="6589166" cy="868680"/>
          </a:xfrm>
          <a:prstGeom prst="rect">
            <a:avLst/>
          </a:prstGeom>
          <a:noFill/>
        </p:spPr>
        <p:txBody>
          <a:bodyPr wrap="square" lIns="109728" rIns="109728" tIns="73152" bIns="73152" anchor="ctr">
            <a:noAutofit/>
          </a:bodyPr>
          <a:lstStyle/>
          <a:p>
            <a:pPr algn="ctr">
              <a:lnSpc>
                <a:spcPct val="108000"/>
              </a:lnSpc>
              <a:defRPr sz="4700" b="1" i="1" u="none">
                <a:solidFill>
                  <a:srgbClr val="FAF8F4"/>
                </a:solidFill>
                <a:latin typeface="Arial"/>
              </a:defRPr>
            </a:pPr>
            <a:r>
              <a:t>YEAR C · 21 JUNE 2026</a:t>
            </a:r>
          </a:p>
        </p:txBody>
      </p:sp>
      <p:sp>
        <p:nvSpPr>
          <p:cNvPr id="7" name="TextBox 6"/>
          <p:cNvSpPr txBox="1"/>
          <p:nvPr/>
        </p:nvSpPr>
        <p:spPr>
          <a:xfrm>
            <a:off x="1284732" y="5676595"/>
            <a:ext cx="4209897" cy="638251"/>
          </a:xfrm>
          <a:prstGeom prst="rect">
            <a:avLst/>
          </a:prstGeom>
          <a:noFill/>
        </p:spPr>
        <p:txBody>
          <a:bodyPr wrap="square" lIns="109728" rIns="109728" tIns="73152" bIns="73152" anchor="ctr">
            <a:noAutofit/>
          </a:bodyPr>
          <a:lstStyle/>
          <a:p>
            <a:pPr algn="ctr">
              <a:lnSpc>
                <a:spcPct val="108000"/>
              </a:lnSpc>
              <a:defRPr sz="3700" b="1" i="0" u="none">
                <a:solidFill>
                  <a:srgbClr val="FFEABF"/>
                </a:solidFill>
                <a:latin typeface="Arial"/>
              </a:defRPr>
            </a:pPr>
            <a:r>
              <a:t>CO-CELEBRANT:</a:t>
            </a:r>
          </a:p>
        </p:txBody>
      </p:sp>
      <p:sp>
        <p:nvSpPr>
          <p:cNvPr id="8" name="TextBox 7"/>
          <p:cNvSpPr txBox="1"/>
          <p:nvPr/>
        </p:nvSpPr>
        <p:spPr>
          <a:xfrm>
            <a:off x="95097" y="6369710"/>
            <a:ext cx="6589166" cy="1057046"/>
          </a:xfrm>
          <a:prstGeom prst="rect">
            <a:avLst/>
          </a:prstGeom>
          <a:noFill/>
        </p:spPr>
        <p:txBody>
          <a:bodyPr wrap="square" lIns="109728" rIns="109728" tIns="73152" bIns="73152" anchor="ctr">
            <a:noAutofit/>
          </a:bodyPr>
          <a:lstStyle/>
          <a:p>
            <a:pPr algn="ctr">
              <a:lnSpc>
                <a:spcPct val="108000"/>
              </a:lnSpc>
              <a:defRPr sz="4700" b="1" i="0" u="none">
                <a:solidFill>
                  <a:srgbClr val="FAF8F4"/>
                </a:solidFill>
                <a:latin typeface="Arial"/>
              </a:defRPr>
            </a:pPr>
            <a:r>
              <a:t>Rev. Fr. Co Celebrant</a:t>
            </a:r>
          </a:p>
        </p:txBody>
      </p:sp>
      <p:sp>
        <p:nvSpPr>
          <p:cNvPr id="9" name="TextBox 8"/>
          <p:cNvSpPr txBox="1"/>
          <p:nvPr/>
        </p:nvSpPr>
        <p:spPr>
          <a:xfrm>
            <a:off x="6900062" y="2390241"/>
            <a:ext cx="10775289" cy="2422245"/>
          </a:xfrm>
          <a:prstGeom prst="rect">
            <a:avLst/>
          </a:prstGeom>
          <a:noFill/>
        </p:spPr>
        <p:txBody>
          <a:bodyPr wrap="square" lIns="109728" rIns="109728" tIns="73152" bIns="73152" anchor="ctr">
            <a:noAutofit/>
          </a:bodyPr>
          <a:lstStyle/>
          <a:p>
            <a:pPr algn="ctr">
              <a:lnSpc>
                <a:spcPct val="108000"/>
              </a:lnSpc>
              <a:defRPr sz="3900" b="0" i="0" u="none">
                <a:solidFill>
                  <a:srgbClr val="EFEDEC"/>
                </a:solidFill>
                <a:latin typeface="Arial"/>
              </a:defRPr>
            </a:pPr>
            <a:r>
              <a:t>“Who do you say that I am?”</a:t>
            </a:r>
          </a:p>
        </p:txBody>
      </p:sp>
      <p:sp>
        <p:nvSpPr>
          <p:cNvPr id="10" name="TextBox 9"/>
          <p:cNvSpPr txBox="1"/>
          <p:nvPr/>
        </p:nvSpPr>
        <p:spPr>
          <a:xfrm>
            <a:off x="9378086" y="5801868"/>
            <a:ext cx="5819241" cy="705002"/>
          </a:xfrm>
          <a:prstGeom prst="rect">
            <a:avLst/>
          </a:prstGeom>
          <a:noFill/>
        </p:spPr>
        <p:txBody>
          <a:bodyPr wrap="square" lIns="109728" rIns="109728" tIns="73152" bIns="73152" anchor="ctr">
            <a:noAutofit/>
          </a:bodyPr>
          <a:lstStyle/>
          <a:p>
            <a:pPr algn="ctr">
              <a:lnSpc>
                <a:spcPct val="108000"/>
              </a:lnSpc>
              <a:defRPr sz="4100" b="1" i="0" u="none">
                <a:solidFill>
                  <a:srgbClr val="FFDE9E"/>
                </a:solidFill>
                <a:latin typeface="Arial"/>
              </a:defRPr>
            </a:pPr>
            <a:r>
              <a:t>GOSPEL (LK 9:18–24)</a:t>
            </a:r>
          </a:p>
        </p:txBody>
      </p:sp>
      <p:sp>
        <p:nvSpPr>
          <p:cNvPr id="11" name="TextBox 10"/>
          <p:cNvSpPr txBox="1"/>
          <p:nvPr/>
        </p:nvSpPr>
        <p:spPr>
          <a:xfrm>
            <a:off x="3195828" y="8411565"/>
            <a:ext cx="12362688" cy="1162202"/>
          </a:xfrm>
          <a:prstGeom prst="rect">
            <a:avLst/>
          </a:prstGeom>
          <a:noFill/>
        </p:spPr>
        <p:txBody>
          <a:bodyPr wrap="square" lIns="109728" rIns="109728" tIns="73152" bIns="73152" anchor="ctr">
            <a:noAutofit/>
          </a:bodyPr>
          <a:lstStyle/>
          <a:p>
            <a:pPr algn="ctr">
              <a:lnSpc>
                <a:spcPct val="108000"/>
              </a:lnSpc>
              <a:defRPr sz="6000" b="1" i="0" u="none">
                <a:solidFill>
                  <a:srgbClr val="FAF8F4"/>
                </a:solidFill>
                <a:latin typeface="Arial"/>
              </a:defRPr>
            </a:pPr>
            <a:r>
              <a:t>Twelfth Sunday in Ordinary Time</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