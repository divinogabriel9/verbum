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87" name="Google Shape;87;p13"/>
          <p:cNvSpPr txBox="1"/>
          <p:nvPr/>
        </p:nvSpPr>
        <p:spPr>
          <a:xfrm>
            <a:off x="0" y="2990446"/>
            <a:ext cx="18288000" cy="1840500"/>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marL="0" marR="0" lvl="0" indent="0" algn="ctr" rtl="0">
              <a:spcBef>
                <a:spcPts val="0"/>
              </a:spcBef>
              <a:spcAft>
                <a:spcPts val="0"/>
              </a:spcAft>
              <a:buNone/>
              <a:defRPr/>
            </a:pPr>
            <a:r>
              <a:rPr lang="en-US" sz="5500" b="1" u="none" strike="noStrike" cap="none" dirty="0">
                <a:solidFill>
                  <a:srgbClr val="FFB800"/>
                </a:solidFill>
                <a:latin typeface="Arial" panose="020B0604020202020204" pitchFamily="34" charset="0"/>
                <a:ea typeface="Calibri"/>
                <a:cs typeface="Arial" panose="020B0604020202020204" pitchFamily="34" charset="0"/>
                <a:sym typeface="Calibri"/>
              </a:rPr>
              <a:t>PUT YOUR CELLPHONE ON SILENT MODE DURING THE MASS.</a:t>
            </a:r>
            <a:endParaRPr sz="5500" b="1" dirty="0">
              <a:latin typeface="Arial" panose="020B0604020202020204" pitchFamily="34" charset="0"/>
              <a:cs typeface="Arial" panose="020B0604020202020204" pitchFamily="34" charset="0"/>
            </a:endParaRPr>
          </a:p>
        </p:txBody>
      </p:sp>
      <p:sp>
        <p:nvSpPr>
          <p:cNvPr id="3" name="Google Shape;87;p13">
            <a:extLst>
              <a:ext uri="{FF2B5EF4-FFF2-40B4-BE49-F238E27FC236}">
                <a16:creationId xmlns:a16="http://schemas.microsoft.com/office/drawing/2014/main" id="{8C5BC4BB-A7D0-077D-48C7-021F6B7E4547}"/>
              </a:ext>
            </a:extLst>
          </p:cNvPr>
          <p:cNvSpPr txBox="1"/>
          <p:nvPr/>
        </p:nvSpPr>
        <p:spPr>
          <a:xfrm>
            <a:off x="685800" y="5529464"/>
            <a:ext cx="16916400" cy="1135179"/>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lvl="0" algn="ctr">
              <a:spcBef>
                <a:spcPts val="500"/>
              </a:spcBef>
              <a:defRPr/>
            </a:pPr>
            <a:r>
              <a:rPr lang="en-US" sz="6000" b="1" i="1" dirty="0">
                <a:solidFill>
                  <a:srgbClr val="F0FDF4"/>
                </a:solidFill>
                <a:latin typeface="Arial" panose="020B0604020202020204" pitchFamily="34" charset="0"/>
                <a:ea typeface="Calibri"/>
                <a:cs typeface="Arial" panose="020B0604020202020204" pitchFamily="34" charset="0"/>
                <a:sym typeface="Calibri"/>
              </a:rPr>
              <a:t>Thank you.</a:t>
            </a:r>
            <a:endParaRPr lang="en-US" sz="6000" b="1" i="1" dirty="0">
              <a:solidFill>
                <a:schemeClr val="bg1"/>
              </a:solidFill>
              <a:latin typeface="Arial" panose="020B0604020202020204" pitchFamily="34" charset="0"/>
              <a:cs typeface="Arial" panose="020B0604020202020204" pitchFamily="34" charset="0"/>
            </a:endParaRPr>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600" b="1" u="sng">
                <a:solidFill>
                  <a:srgbClr val="FFB800"/>
                </a:solidFill>
                <a:latin typeface="Georgia"/>
              </a:rPr>
              <a:t>Sing a New Song</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YAHWEH'S PEOPLE DANCE FOR JOY</a:t>
            </a:r>
          </a:p>
          <a:p>
            <a:pPr algn="ctr">
              <a:lnSpc>
                <a:spcPct val="70000"/>
              </a:lnSpc>
            </a:pPr>
            <a:r>
              <a:rPr sz="7500" b="1" i="0">
                <a:solidFill>
                  <a:srgbClr val="FFFFFF"/>
                </a:solidFill>
                <a:latin typeface="Poppins"/>
              </a:rPr>
              <a:t>O COME BEFORE THE LORD</a:t>
            </a:r>
          </a:p>
          <a:p>
            <a:pPr algn="ctr">
              <a:lnSpc>
                <a:spcPct val="70000"/>
              </a:lnSpc>
            </a:pPr>
            <a:r>
              <a:rPr sz="7500" b="1" i="0">
                <a:solidFill>
                  <a:srgbClr val="FFFFFF"/>
                </a:solidFill>
                <a:latin typeface="Poppins"/>
              </a:rPr>
              <a:t>AND PLAY FOR HIM ON GLAD TAMBOURINES</a:t>
            </a:r>
          </a:p>
          <a:p>
            <a:pPr algn="ctr">
              <a:lnSpc>
                <a:spcPct val="70000"/>
              </a:lnSpc>
            </a:pPr>
            <a:r>
              <a:rPr sz="7500" b="1" i="0">
                <a:solidFill>
                  <a:srgbClr val="FFFFFF"/>
                </a:solidFill>
                <a:latin typeface="Poppins"/>
              </a:rPr>
              <a:t>AND LET YOUR TRUMPET SOUND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RISE, O CHILDREN, FROM YOUR SLEEP;</a:t>
            </a:r>
          </a:p>
          <a:p>
            <a:pPr algn="ctr">
              <a:lnSpc>
                <a:spcPct val="70000"/>
              </a:lnSpc>
            </a:pPr>
            <a:r>
              <a:rPr sz="7500" b="1" i="0">
                <a:solidFill>
                  <a:srgbClr val="FFFFFF"/>
                </a:solidFill>
                <a:latin typeface="Poppins"/>
              </a:rPr>
              <a:t>YOUR SAVIOR NOW HAS COME</a:t>
            </a:r>
          </a:p>
          <a:p>
            <a:pPr algn="ctr">
              <a:lnSpc>
                <a:spcPct val="70000"/>
              </a:lnSpc>
            </a:pPr>
            <a:r>
              <a:rPr sz="7500" b="1" i="0">
                <a:solidFill>
                  <a:srgbClr val="FFFFFF"/>
                </a:solidFill>
                <a:latin typeface="Poppins"/>
              </a:rPr>
              <a:t>HE HAS TURNED YOUR SORROW TO JOY</a:t>
            </a:r>
          </a:p>
          <a:p>
            <a:pPr algn="ctr">
              <a:lnSpc>
                <a:spcPct val="70000"/>
              </a:lnSpc>
            </a:pPr>
            <a:r>
              <a:rPr sz="7500" b="1" i="0">
                <a:solidFill>
                  <a:srgbClr val="FFFFFF"/>
                </a:solidFill>
                <a:latin typeface="Poppins"/>
              </a:rPr>
              <a:t>AND FILLED YOUR SOUL WITH SONG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a:p>
            <a:pPr algn="ctr">
              <a:lnSpc>
                <a:spcPct val="70000"/>
              </a:lnSpc>
            </a:pPr>
            <a:r>
              <a:rPr sz="6600" b="1" i="1">
                <a:solidFill>
                  <a:srgbClr val="FFB800"/>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27170"/>
            <a:ext cx="18288000" cy="192985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In the Name of the Father, and of the Son, and of the Holy Spirit.</a:t>
            </a:r>
          </a:p>
        </p:txBody>
      </p:sp>
      <p:sp>
        <p:nvSpPr>
          <p:cNvPr id="4" name="TextBox 3">
            <a:extLst>
              <a:ext uri="{FF2B5EF4-FFF2-40B4-BE49-F238E27FC236}">
                <a16:creationId xmlns:a16="http://schemas.microsoft.com/office/drawing/2014/main" id="{F2BA29CD-6673-C210-9661-67EAF01DB4A7}"/>
              </a:ext>
            </a:extLst>
          </p:cNvPr>
          <p:cNvSpPr txBox="1"/>
          <p:nvPr/>
        </p:nvSpPr>
        <p:spPr>
          <a:xfrm>
            <a:off x="0" y="2963816"/>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AD5EAFEA-60CE-1B2C-4644-02EB86A1A050}"/>
              </a:ext>
            </a:extLst>
          </p:cNvPr>
          <p:cNvSpPr txBox="1"/>
          <p:nvPr/>
        </p:nvSpPr>
        <p:spPr>
          <a:xfrm>
            <a:off x="0" y="5143500"/>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The Lord be with you.</a:t>
            </a:r>
          </a:p>
        </p:txBody>
      </p:sp>
      <p:sp>
        <p:nvSpPr>
          <p:cNvPr id="6" name="TextBox 5">
            <a:extLst>
              <a:ext uri="{FF2B5EF4-FFF2-40B4-BE49-F238E27FC236}">
                <a16:creationId xmlns:a16="http://schemas.microsoft.com/office/drawing/2014/main" id="{DB034C0A-DC0E-095C-FF76-156EA590F78F}"/>
              </a:ext>
            </a:extLst>
          </p:cNvPr>
          <p:cNvSpPr txBox="1"/>
          <p:nvPr/>
        </p:nvSpPr>
        <p:spPr>
          <a:xfrm>
            <a:off x="0" y="6173159"/>
            <a:ext cx="18288000" cy="96250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Introductory Rites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11" name="Google Shape;150;p20">
            <a:extLst>
              <a:ext uri="{FF2B5EF4-FFF2-40B4-BE49-F238E27FC236}">
                <a16:creationId xmlns:a16="http://schemas.microsoft.com/office/drawing/2014/main" id="{A04B8061-2618-0C75-728B-269FC8F164FE}"/>
              </a:ext>
            </a:extLst>
          </p:cNvPr>
          <p:cNvSpPr txBox="1"/>
          <p:nvPr/>
        </p:nvSpPr>
        <p:spPr>
          <a:xfrm>
            <a:off x="0" y="3433970"/>
            <a:ext cx="18288000" cy="1709530"/>
          </a:xfrm>
          <a:prstGeom prst="rect">
            <a:avLst/>
          </a:prstGeom>
          <a:noFill/>
          <a:ln>
            <a:noFill/>
          </a:ln>
        </p:spPr>
        <p:txBody>
          <a:bodyPr spcFirstLastPara="1" wrap="square" lIns="109725" tIns="73150" rIns="109725" bIns="73150" anchor="t" anchorCtr="0">
            <a:noAutofit/>
          </a:bodyPr>
          <a:lstStyle/>
          <a:p>
            <a:pPr marL="0" marR="0" lvl="0" indent="0" algn="ctr" rtl="0">
              <a:spcBef>
                <a:spcPts val="0"/>
              </a:spcBef>
              <a:spcAft>
                <a:spcPts val="0"/>
              </a:spcAft>
              <a:buNone/>
              <a:defRPr/>
            </a:pPr>
            <a:r>
              <a:rPr lang="en-US" sz="7000" b="1" dirty="0">
                <a:solidFill>
                  <a:srgbClr val="FFB800"/>
                </a:solidFill>
                <a:latin typeface="Arial" panose="020B0604020202020204" pitchFamily="34" charset="0"/>
                <a:ea typeface="Calibri"/>
                <a:cs typeface="Arial" panose="020B0604020202020204" pitchFamily="34" charset="0"/>
                <a:sym typeface="Calibri"/>
              </a:rPr>
              <a:t>Priest: </a:t>
            </a: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Brethren (brothers and sisters),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ctr" rtl="0">
              <a:spcBef>
                <a:spcPts val="0"/>
              </a:spcBef>
              <a:spcAft>
                <a:spcPts val="0"/>
              </a:spcAft>
              <a:buNone/>
              <a:defRPr/>
            </a:pP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let us acknowledge our sins...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l" rtl="0">
              <a:spcBef>
                <a:spcPts val="500"/>
              </a:spcBef>
              <a:spcAft>
                <a:spcPts val="0"/>
              </a:spcAft>
              <a:buNone/>
              <a:defRPr>
                <a:solidFill>
                  <a:srgbClr val="F0FDF4"/>
                </a:solidFill>
              </a:defRPr>
            </a:pPr>
            <a:endParaRPr sz="7000" b="1" dirty="0">
              <a:latin typeface="Arial" panose="020B0604020202020204" pitchFamily="34" charset="0"/>
              <a:cs typeface="Arial" panose="020B0604020202020204" pitchFamily="34" charset="0"/>
            </a:endParaRPr>
          </a:p>
        </p:txBody>
      </p:sp>
      <p:sp>
        <p:nvSpPr>
          <p:cNvPr id="12" name="TextBox 11"/>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Penitential Act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Google Shape;150;p20">
            <a:extLst>
              <a:ext uri="{FF2B5EF4-FFF2-40B4-BE49-F238E27FC236}">
                <a16:creationId xmlns:a16="http://schemas.microsoft.com/office/drawing/2014/main" id="{092D833F-0B66-C02E-1749-ECB1DEA1586F}"/>
              </a:ext>
            </a:extLst>
          </p:cNvPr>
          <p:cNvSpPr txBox="1"/>
          <p:nvPr/>
        </p:nvSpPr>
        <p:spPr>
          <a:xfrm>
            <a:off x="0" y="230588"/>
            <a:ext cx="18288000" cy="4202264"/>
          </a:xfrm>
          <a:prstGeom prst="rect">
            <a:avLst/>
          </a:prstGeom>
          <a:noFill/>
          <a:ln>
            <a:noFill/>
          </a:ln>
        </p:spPr>
        <p:txBody>
          <a:bodyPr spcFirstLastPara="1" wrap="square" lIns="109725" tIns="73150" rIns="109725" bIns="73150" anchor="t" anchorCtr="0">
            <a:noAutofit/>
          </a:bodyPr>
          <a:lstStyle/>
          <a:p>
            <a:pPr lvl="0" algn="ctr">
              <a:defRPr/>
            </a:pPr>
            <a:r>
              <a:rPr lang="en-US" sz="5400" b="1" dirty="0">
                <a:solidFill>
                  <a:srgbClr val="F0FDF4"/>
                </a:solidFill>
                <a:latin typeface="Arial" panose="020B0604020202020204" pitchFamily="34" charset="0"/>
                <a:ea typeface="Calibri"/>
                <a:cs typeface="Arial" panose="020B0604020202020204" pitchFamily="34" charset="0"/>
                <a:sym typeface="Calibri"/>
              </a:rPr>
              <a:t>All:</a:t>
            </a:r>
          </a:p>
          <a:p>
            <a:pPr lvl="0" algn="ctr">
              <a:defRPr/>
            </a:pPr>
            <a:r>
              <a:rPr lang="en-US" sz="5400" b="1" i="1" dirty="0">
                <a:solidFill>
                  <a:srgbClr val="F0FDF4"/>
                </a:solidFill>
                <a:latin typeface="Arial" panose="020B0604020202020204" pitchFamily="34" charset="0"/>
                <a:ea typeface="Calibri"/>
                <a:cs typeface="Arial" panose="020B0604020202020204" pitchFamily="34" charset="0"/>
                <a:sym typeface="Calibri"/>
              </a:rPr>
              <a:t>I confess to almighty God</a:t>
            </a:r>
            <a:r>
              <a:rPr lang="en-US" sz="4800" b="1" i="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to you, my brothers and sisters,</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that I have greatly sinned,</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my thoughts and in my words,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what I have done and in what I have failed to do...</a:t>
            </a:r>
          </a:p>
        </p:txBody>
      </p:sp>
      <p:sp>
        <p:nvSpPr>
          <p:cNvPr id="3" name="Google Shape;150;p20">
            <a:extLst>
              <a:ext uri="{FF2B5EF4-FFF2-40B4-BE49-F238E27FC236}">
                <a16:creationId xmlns:a16="http://schemas.microsoft.com/office/drawing/2014/main" id="{A6D56A76-9399-5D42-5B93-9B5E66906F85}"/>
              </a:ext>
            </a:extLst>
          </p:cNvPr>
          <p:cNvSpPr txBox="1"/>
          <p:nvPr/>
        </p:nvSpPr>
        <p:spPr>
          <a:xfrm>
            <a:off x="0" y="5426761"/>
            <a:ext cx="18288000" cy="3346174"/>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Arial" panose="020B0604020202020204" pitchFamily="34" charset="0"/>
                <a:ea typeface="Calibri"/>
                <a:cs typeface="Arial" panose="020B0604020202020204" pitchFamily="34" charset="0"/>
                <a:sym typeface="Calibri"/>
              </a:rPr>
              <a:t>through my fault, through my fault,</a:t>
            </a:r>
            <a:r>
              <a:rPr lang="en-US" sz="4800" b="1" i="1" dirty="0">
                <a:solidFill>
                  <a:srgbClr val="FFB800"/>
                </a:solidFill>
                <a:latin typeface="Arial" panose="020B0604020202020204" pitchFamily="34" charset="0"/>
                <a:cs typeface="Arial" panose="020B0604020202020204" pitchFamily="34" charset="0"/>
              </a:rPr>
              <a:t> </a:t>
            </a:r>
            <a:r>
              <a:rPr lang="en-US" sz="5400" b="1" i="1" dirty="0">
                <a:solidFill>
                  <a:srgbClr val="FFB800"/>
                </a:solidFill>
                <a:latin typeface="Arial" panose="020B0604020202020204" pitchFamily="34" charset="0"/>
                <a:ea typeface="Calibri"/>
                <a:cs typeface="Arial" panose="020B0604020202020204" pitchFamily="34" charset="0"/>
                <a:sym typeface="Calibri"/>
              </a:rPr>
              <a:t>through my most grievous fault;</a:t>
            </a:r>
            <a:r>
              <a:rPr lang="en-US" sz="4800" b="1" i="1" dirty="0">
                <a:solidFill>
                  <a:srgbClr val="FFB800"/>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therefore I ask blessed Mary ever-Virgin,</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all the Angels and Saints,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you, my brothers and sisters,</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to pray for me to the Lord our God.</a:t>
            </a:r>
            <a:endParaRPr lang="en-US" sz="4800" b="1" dirty="0">
              <a:solidFill>
                <a:schemeClr val="bg1"/>
              </a:solidFill>
              <a:latin typeface="Arial" panose="020B0604020202020204" pitchFamily="34" charset="0"/>
              <a:cs typeface="Arial" panose="020B0604020202020204" pitchFamily="34" charset="0"/>
            </a:endParaRPr>
          </a:p>
        </p:txBody>
      </p:sp>
      <p:sp>
        <p:nvSpPr>
          <p:cNvPr id="4" name="Google Shape;150;p20">
            <a:extLst>
              <a:ext uri="{FF2B5EF4-FFF2-40B4-BE49-F238E27FC236}">
                <a16:creationId xmlns:a16="http://schemas.microsoft.com/office/drawing/2014/main" id="{A6AABE4C-946D-B425-B087-C6073C4F1E85}"/>
              </a:ext>
            </a:extLst>
          </p:cNvPr>
          <p:cNvSpPr txBox="1"/>
          <p:nvPr/>
        </p:nvSpPr>
        <p:spPr>
          <a:xfrm>
            <a:off x="0" y="4511708"/>
            <a:ext cx="18288000" cy="1133057"/>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Georgia" panose="02040502050405020303" pitchFamily="18" charset="0"/>
                <a:ea typeface="Calibri"/>
                <a:cs typeface="Arial" panose="020B0604020202020204" pitchFamily="34" charset="0"/>
                <a:sym typeface="Calibri"/>
              </a:rPr>
              <a:t>(strike chest)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Penitential Act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159" name="Google Shape;159;p21"/>
          <p:cNvSpPr txBox="1"/>
          <p:nvPr/>
        </p:nvSpPr>
        <p:spPr>
          <a:xfrm>
            <a:off x="0" y="1569072"/>
            <a:ext cx="18288000" cy="3276790"/>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6500" b="1" dirty="0">
                <a:solidFill>
                  <a:srgbClr val="FFB800"/>
                </a:solidFill>
                <a:latin typeface="Arial" panose="020B0604020202020204" pitchFamily="34" charset="0"/>
                <a:ea typeface="Calibri"/>
                <a:cs typeface="Arial" panose="020B0604020202020204" pitchFamily="34" charset="0"/>
                <a:sym typeface="Calibri"/>
              </a:rPr>
              <a:t>Priest: </a:t>
            </a:r>
            <a:r>
              <a:rPr lang="en-US" sz="6500" b="1" i="1" dirty="0">
                <a:solidFill>
                  <a:srgbClr val="F0FDF4"/>
                </a:solidFill>
                <a:latin typeface="Arial" panose="020B0604020202020204" pitchFamily="34" charset="0"/>
                <a:ea typeface="Calibri"/>
                <a:cs typeface="Arial" panose="020B0604020202020204" pitchFamily="34" charset="0"/>
                <a:sym typeface="Calibri"/>
              </a:rPr>
              <a:t>May almighty God have mercy on us,</a:t>
            </a:r>
            <a:endParaRPr sz="6500" b="1" i="1" dirty="0">
              <a:solidFill>
                <a:schemeClr val="lt1"/>
              </a:solidFill>
              <a:latin typeface="Arial" panose="020B0604020202020204" pitchFamily="34" charset="0"/>
              <a:ea typeface="Calibri"/>
              <a:cs typeface="Arial" panose="020B0604020202020204" pitchFamily="34" charset="0"/>
              <a:sym typeface="Calibri"/>
            </a:endParaRPr>
          </a:p>
          <a:p>
            <a:pPr marL="0" lvl="0" indent="0" algn="ctr" rtl="0">
              <a:spcBef>
                <a:spcPts val="500"/>
              </a:spcBef>
              <a:spcAft>
                <a:spcPts val="0"/>
              </a:spcAft>
              <a:buClr>
                <a:schemeClr val="dk1"/>
              </a:buClr>
              <a:buFont typeface="Arial"/>
              <a:buNone/>
              <a:defRPr/>
            </a:pPr>
            <a:r>
              <a:rPr lang="en-US" sz="6500" b="1" i="1" dirty="0">
                <a:solidFill>
                  <a:srgbClr val="F0FDF4"/>
                </a:solidFill>
                <a:latin typeface="Arial" panose="020B0604020202020204" pitchFamily="34" charset="0"/>
                <a:ea typeface="Calibri"/>
                <a:cs typeface="Arial" panose="020B0604020202020204" pitchFamily="34" charset="0"/>
                <a:sym typeface="Calibri"/>
              </a:rPr>
              <a:t>forgive us our sins and bring us to everlasting life</a:t>
            </a:r>
            <a:r>
              <a:rPr lang="en-US" sz="6500" b="1" i="1" dirty="0">
                <a:solidFill>
                  <a:srgbClr val="FFB800"/>
                </a:solidFill>
                <a:latin typeface="Arial" panose="020B0604020202020204" pitchFamily="34" charset="0"/>
                <a:ea typeface="Calibri"/>
                <a:cs typeface="Arial" panose="020B0604020202020204" pitchFamily="34" charset="0"/>
                <a:sym typeface="Calibri"/>
              </a:rPr>
              <a:t>.</a:t>
            </a:r>
            <a:endParaRPr sz="6500" b="1" i="1" dirty="0">
              <a:solidFill>
                <a:srgbClr val="FFDA91"/>
              </a:solidFill>
              <a:latin typeface="Arial" panose="020B0604020202020204" pitchFamily="34" charset="0"/>
              <a:ea typeface="Calibri"/>
              <a:cs typeface="Arial" panose="020B0604020202020204" pitchFamily="34" charset="0"/>
              <a:sym typeface="Calibri"/>
            </a:endParaRPr>
          </a:p>
        </p:txBody>
      </p:sp>
      <p:sp>
        <p:nvSpPr>
          <p:cNvPr id="164" name="Google Shape;164;p21"/>
          <p:cNvSpPr txBox="1"/>
          <p:nvPr/>
        </p:nvSpPr>
        <p:spPr>
          <a:xfrm>
            <a:off x="0" y="6256725"/>
            <a:ext cx="18288000" cy="1750732"/>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10000" b="1" dirty="0">
                <a:solidFill>
                  <a:srgbClr val="F0FDF4"/>
                </a:solidFill>
                <a:latin typeface="Arial" panose="020B0604020202020204" pitchFamily="34" charset="0"/>
                <a:ea typeface="Calibri"/>
                <a:cs typeface="Arial" panose="020B0604020202020204" pitchFamily="34" charset="0"/>
                <a:sym typeface="Calibri"/>
              </a:rPr>
              <a:t>All: AMEN!</a:t>
            </a:r>
            <a:endParaRPr sz="10000" b="1" dirty="0">
              <a:solidFill>
                <a:schemeClr val="bg1"/>
              </a:solidFill>
              <a:latin typeface="Arial" panose="020B0604020202020204" pitchFamily="34" charset="0"/>
              <a:ea typeface="Calibri"/>
              <a:cs typeface="Arial" panose="020B0604020202020204" pitchFamily="34" charset="0"/>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Penitential Act (3/3)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4040533" y="1329421"/>
            <a:ext cx="1020693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3" name="TextBox 3"/>
          <p:cNvSpPr txBox="1"/>
          <p:nvPr/>
        </p:nvSpPr>
        <p:spPr>
          <a:xfrm>
            <a:off x="4040533" y="4238944"/>
            <a:ext cx="1054486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CHRIST, HAVE MERCY.</a:t>
            </a:r>
          </a:p>
        </p:txBody>
      </p:sp>
      <p:sp>
        <p:nvSpPr>
          <p:cNvPr id="4" name="TextBox 4"/>
          <p:cNvSpPr txBox="1"/>
          <p:nvPr/>
        </p:nvSpPr>
        <p:spPr>
          <a:xfrm>
            <a:off x="4040534" y="7148468"/>
            <a:ext cx="10544862"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8" name="TextBox 7">
            <a:extLst>
              <a:ext uri="{FF2B5EF4-FFF2-40B4-BE49-F238E27FC236}">
                <a16:creationId xmlns:a16="http://schemas.microsoft.com/office/drawing/2014/main" id="{930F1F71-8092-F45A-9882-366A7F7F0588}"/>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Kyrie Eleison</a:t>
            </a:r>
            <a:endParaRPr sz="3600" b="1" u="sng" dirty="0">
              <a:solidFill>
                <a:srgbClr val="86EFAC"/>
              </a:solidFill>
              <a:latin typeface="Georgia"/>
            </a:endParaRPr>
          </a:p>
        </p:txBody>
      </p:sp>
      <p:sp>
        <p:nvSpPr>
          <p:cNvPr id="9" name="TextBox 8"/>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Kyrie Eleison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896938"/>
            <a:ext cx="18288000" cy="4138869"/>
          </a:xfrm>
          <a:prstGeom prst="rect">
            <a:avLst/>
          </a:prstGeom>
        </p:spPr>
        <p:txBody>
          <a:bodyPr lIns="0" tIns="0" rIns="0" bIns="0" rtlCol="0" anchor="t">
            <a:spAutoFit/>
          </a:bodyPr>
          <a:lstStyle/>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123"/>
              </a:lnSpc>
              <a:spcBef>
                <a:spcPct val="0"/>
              </a:spcBef>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3" name="TextBox 3"/>
          <p:cNvSpPr txBox="1"/>
          <p:nvPr/>
        </p:nvSpPr>
        <p:spPr>
          <a:xfrm>
            <a:off x="0" y="5132070"/>
            <a:ext cx="18288000" cy="5074921"/>
          </a:xfrm>
          <a:prstGeom prst="rect">
            <a:avLst/>
          </a:prstGeom>
        </p:spPr>
        <p:txBody>
          <a:bodyPr lIns="0" tIns="0" rIns="0" bIns="0" rtlCol="0" anchor="t">
            <a:spAutoFit/>
          </a:bodyPr>
          <a:lstStyle/>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PRAISE YOU, WE BLESS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ADORE YOU, WE GLORIFY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GIVE YOU THANKS FOR YOUR GREAT GLORY, LORD GOD, HEAVENLY KING,</a:t>
            </a:r>
          </a:p>
          <a:p>
            <a:pPr marL="0" lvl="0" indent="0" algn="ctr">
              <a:lnSpc>
                <a:spcPts val="7979"/>
              </a:lnSpc>
              <a:spcBef>
                <a:spcPct val="0"/>
              </a:spcBef>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O GOD, ALMIGHTY FATHER. </a:t>
            </a:r>
          </a:p>
        </p:txBody>
      </p:sp>
      <p:sp>
        <p:nvSpPr>
          <p:cNvPr id="7" name="TextBox 6">
            <a:extLst>
              <a:ext uri="{FF2B5EF4-FFF2-40B4-BE49-F238E27FC236}">
                <a16:creationId xmlns:a16="http://schemas.microsoft.com/office/drawing/2014/main" id="{6BA9F0D8-448F-2511-EAC2-EFC6680FA37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Gloria</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441462"/>
            <a:ext cx="18288000" cy="2749599"/>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JESUS CHRIST, ONLY BEGOTTEN SON, </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GOD, LAMB OF GOD, SON OF THE FATHER.</a:t>
            </a:r>
          </a:p>
        </p:txBody>
      </p:sp>
      <p:sp>
        <p:nvSpPr>
          <p:cNvPr id="3" name="TextBox 3"/>
          <p:cNvSpPr txBox="1"/>
          <p:nvPr/>
        </p:nvSpPr>
        <p:spPr>
          <a:xfrm>
            <a:off x="0" y="3446070"/>
            <a:ext cx="18288000" cy="6583553"/>
          </a:xfrm>
          <a:prstGeom prst="rect">
            <a:avLst/>
          </a:prstGeom>
        </p:spPr>
        <p:txBody>
          <a:bodyPr wrap="square" lIns="0" tIns="0" rIns="0" bIns="0" rtlCol="0" anchor="t">
            <a:spAutoFit/>
          </a:bodyPr>
          <a:lstStyle/>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RECEIVE OUR PRAYER</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ARE SEATED AT THE RIGHT HAND,</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THE RIGHT OF THE FATHER,</a:t>
            </a:r>
          </a:p>
          <a:p>
            <a:pPr marL="0" lvl="0" indent="0"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5207256"/>
            <a:ext cx="18288000" cy="4631055"/>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FOR YOU ALONE ARE THE HOLY ONE, </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LORD,</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MOST HIGH,</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JESUS CHRIST, WITH THE HOLY SPIRIT,</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IN THE GLORY OF GOD THE FATHER. </a:t>
            </a:r>
          </a:p>
        </p:txBody>
      </p:sp>
      <p:sp>
        <p:nvSpPr>
          <p:cNvPr id="6" name="TextBox 6"/>
          <p:cNvSpPr txBox="1"/>
          <p:nvPr/>
        </p:nvSpPr>
        <p:spPr>
          <a:xfrm>
            <a:off x="0" y="521018"/>
            <a:ext cx="18288000" cy="4276664"/>
          </a:xfrm>
          <a:prstGeom prst="rect">
            <a:avLst/>
          </a:prstGeom>
        </p:spPr>
        <p:txBody>
          <a:bodyPr lIns="0" tIns="0" rIns="0" bIns="0" rtlCol="0" anchor="t">
            <a:spAutoFit/>
          </a:bodyPr>
          <a:lstStyle/>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403"/>
              </a:lnSpc>
              <a:spcBef>
                <a:spcPct val="0"/>
              </a:spcBef>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(3/4)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7432051"/>
            <a:ext cx="18288000" cy="1263808"/>
          </a:xfrm>
          <a:prstGeom prst="rect">
            <a:avLst/>
          </a:prstGeom>
        </p:spPr>
        <p:txBody>
          <a:bodyPr lIns="0" tIns="0" rIns="0" bIns="0" rtlCol="0" anchor="t">
            <a:spAutoFit/>
          </a:bodyPr>
          <a:lstStyle/>
          <a:p>
            <a:pPr marL="0" lvl="0" indent="0" algn="ctr">
              <a:lnSpc>
                <a:spcPts val="10526"/>
              </a:lnSpc>
              <a:defRPr/>
            </a:pPr>
            <a:r>
              <a:rPr lang="en-US" sz="8699" b="1" dirty="0">
                <a:solidFill>
                  <a:srgbClr val="F0FDF4"/>
                </a:solidFill>
                <a:latin typeface="Arial" panose="020B0604020202020204" pitchFamily="34" charset="0"/>
                <a:ea typeface="Poppins Bold"/>
                <a:cs typeface="Arial" panose="020B0604020202020204" pitchFamily="34" charset="0"/>
                <a:sym typeface="Poppins Bold"/>
              </a:rPr>
              <a:t>AMEN, AMEN, AMEN!</a:t>
            </a:r>
          </a:p>
        </p:txBody>
      </p:sp>
      <p:sp>
        <p:nvSpPr>
          <p:cNvPr id="6" name="TextBox 6"/>
          <p:cNvSpPr txBox="1"/>
          <p:nvPr/>
        </p:nvSpPr>
        <p:spPr>
          <a:xfrm>
            <a:off x="0" y="1724273"/>
            <a:ext cx="18288000" cy="5122485"/>
          </a:xfrm>
          <a:prstGeom prst="rect">
            <a:avLst/>
          </a:prstGeom>
        </p:spPr>
        <p:txBody>
          <a:bodyPr lIns="0" tIns="0" rIns="0" bIns="0" rtlCol="0" anchor="t">
            <a:spAutoFit/>
          </a:bodyPr>
          <a:lstStyle/>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10083"/>
              </a:lnSpc>
              <a:spcBef>
                <a:spcPct val="0"/>
              </a:spcBef>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(4/4)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Liturgy Of The Word</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w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Liturgy of the Word</a:t>
            </a:r>
          </a:p>
        </p:txBody>
      </p:sp>
      <p:sp>
        <p:nvSpPr>
          <p:cNvPr id="3" name="TextBox 2"/>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sz="6000" dirty="0">
                <a:solidFill>
                  <a:srgbClr val="FFB800"/>
                </a:solidFill>
              </a:rPr>
              <a:t>First Reading</a:t>
            </a:r>
          </a:p>
        </p:txBody>
      </p:sp>
      <p:sp>
        <p:nvSpPr>
          <p:cNvPr id="5" name="TextBox 4">
            <a:extLst>
              <a:ext uri="{FF2B5EF4-FFF2-40B4-BE49-F238E27FC236}">
                <a16:creationId xmlns:a16="http://schemas.microsoft.com/office/drawing/2014/main" id="{ED11F322-F618-3AF9-1A95-114FB2F300B6}"/>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solidFill>
                  <a:srgbClr val="F0FDF4"/>
                </a:solidFill>
              </a:rPr>
              <a:t>Jeremiah 20:10-13</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Liturgy of the Word</a:t>
            </a:r>
          </a:p>
        </p:txBody>
      </p:sp>
      <p:sp>
        <p:nvSpPr>
          <p:cNvPr id="3" name="TextBox 2"/>
          <p:cNvSpPr txBox="1"/>
          <p:nvPr/>
        </p:nvSpPr>
        <p:spPr>
          <a:xfrm>
            <a:off x="914400" y="2220004"/>
            <a:ext cx="16459200" cy="1775526"/>
          </a:xfrm>
          <a:prstGeom prst="rect">
            <a:avLst/>
          </a:prstGeom>
          <a:noFill/>
        </p:spPr>
        <p:txBody>
          <a:bodyPr wrap="square" lIns="109728" tIns="73152" rIns="109728" bIns="73152" anchor="ctr">
            <a:noAutofit/>
          </a:bodyPr>
          <a:lstStyle/>
          <a:p>
            <a:pPr algn="ctr">
              <a:spcAft>
                <a:spcPts val="1200"/>
              </a:spcAft>
              <a:defRPr sz="5500" b="1" i="0" u="none">
                <a:solidFill>
                  <a:srgbClr val="FFB800"/>
                </a:solidFill>
                <a:latin typeface="Arial"/>
              </a:defRPr>
            </a:pPr>
            <a:r>
              <a:rPr dirty="0">
                <a:solidFill>
                  <a:srgbClr val="FFB800"/>
                </a:solidFill>
              </a:rPr>
              <a:t>Responsorial Psalm</a:t>
            </a:r>
            <a:br>
              <a:rPr dirty="0"/>
            </a:br>
            <a:r>
              <a:rPr dirty="0">
                <a:solidFill>
                  <a:srgbClr val="FFB800"/>
                </a:solidFill>
              </a:rPr>
              <a:t>(</a:t>
            </a:r>
            <a:r>
              <a:rPr i="1" dirty="0">
                <a:solidFill>
                  <a:srgbClr val="FFB800"/>
                </a:solidFill>
              </a:rPr>
              <a:t>Psalm 69:8-10, 14, 17, 33-35</a:t>
            </a:r>
            <a:r>
              <a:rPr dirty="0">
                <a:solidFill>
                  <a:srgbClr val="FFB800"/>
                </a:solidFill>
              </a:rPr>
              <a:t>)</a:t>
            </a:r>
          </a:p>
        </p:txBody>
      </p:sp>
      <p:sp>
        <p:nvSpPr>
          <p:cNvPr id="5" name="TextBox 4">
            <a:extLst>
              <a:ext uri="{FF2B5EF4-FFF2-40B4-BE49-F238E27FC236}">
                <a16:creationId xmlns:a16="http://schemas.microsoft.com/office/drawing/2014/main" id="{2423FBB6-3147-28D7-6387-19BCE557DD74}"/>
              </a:ext>
            </a:extLst>
          </p:cNvPr>
          <p:cNvSpPr txBox="1"/>
          <p:nvPr/>
        </p:nvSpPr>
        <p:spPr>
          <a:xfrm>
            <a:off x="0" y="4625672"/>
            <a:ext cx="18288000" cy="1775526"/>
          </a:xfrm>
          <a:prstGeom prst="rect">
            <a:avLst/>
          </a:prstGeom>
          <a:noFill/>
        </p:spPr>
        <p:txBody>
          <a:bodyPr wrap="square" lIns="109728" tIns="73152" rIns="109728" bIns="73152" anchor="ctr">
            <a:noAutofit/>
          </a:bodyPr>
          <a:lstStyle/>
          <a:p>
            <a:pPr algn="ctr">
              <a:spcAft>
                <a:spcPts val="800"/>
              </a:spcAft>
              <a:defRPr sz="5500" b="0" i="0" u="none">
                <a:solidFill>
                  <a:srgbClr val="F0FDF4"/>
                </a:solidFill>
                <a:latin typeface="Arial"/>
              </a:defRPr>
            </a:pPr>
            <a:r>
              <a:rPr lang="en-US" sz="6000" b="1" dirty="0">
                <a:solidFill>
                  <a:srgbClr val="F0FDF4"/>
                </a:solidFill>
                <a:latin typeface="Arial Black" panose="020B0604020202020204" pitchFamily="34" charset="0"/>
                <a:cs typeface="Arial Black" panose="020B0604020202020204" pitchFamily="34" charset="0"/>
              </a:rPr>
              <a:t>LORD, IN YOUR GREAT LOVE, ANSWER ME.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a:extLst>
              <a:ext uri="{FF2B5EF4-FFF2-40B4-BE49-F238E27FC236}">
                <a16:creationId xmlns:a16="http://schemas.microsoft.com/office/drawing/2014/main" id="{BFB1C7CD-6C6A-15FA-88FD-77344BBF7CC6}"/>
              </a:ext>
            </a:extLst>
          </p:cNvPr>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Liturgy of the Word</a:t>
            </a:r>
          </a:p>
        </p:txBody>
      </p:sp>
      <p:sp>
        <p:nvSpPr>
          <p:cNvPr id="3" name="TextBox 2">
            <a:extLst>
              <a:ext uri="{FF2B5EF4-FFF2-40B4-BE49-F238E27FC236}">
                <a16:creationId xmlns:a16="http://schemas.microsoft.com/office/drawing/2014/main" id="{2FDAF354-60C2-0C1C-7FC8-C9F8BB38D0C9}"/>
              </a:ext>
            </a:extLst>
          </p:cNvPr>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lang="en-US" sz="6000" dirty="0">
                <a:solidFill>
                  <a:srgbClr val="FFB800"/>
                </a:solidFill>
              </a:rPr>
              <a:t>Second</a:t>
            </a:r>
            <a:r>
              <a:rPr sz="6000" dirty="0">
                <a:solidFill>
                  <a:srgbClr val="FFB800"/>
                </a:solidFill>
              </a:rPr>
              <a:t> Reading</a:t>
            </a:r>
          </a:p>
        </p:txBody>
      </p:sp>
      <p:sp>
        <p:nvSpPr>
          <p:cNvPr id="5" name="TextBox 4">
            <a:extLst>
              <a:ext uri="{FF2B5EF4-FFF2-40B4-BE49-F238E27FC236}">
                <a16:creationId xmlns:a16="http://schemas.microsoft.com/office/drawing/2014/main" id="{4974E577-906C-25DF-48F4-D8E7CAA24E0B}"/>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solidFill>
                  <a:srgbClr val="F0FDF4"/>
                </a:solidFill>
              </a:rPr>
              <a:t>Romans 5:12-15</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2602230"/>
            <a:ext cx="18288000" cy="4892041"/>
          </a:xfrm>
          <a:prstGeom prst="rect">
            <a:avLst/>
          </a:prstGeom>
        </p:spPr>
        <p:txBody>
          <a:bodyPr lIns="0" tIns="0" rIns="0" bIns="0" rtlCol="0" anchor="t">
            <a:noAutofit/>
          </a:bodyPr>
          <a:lstStyle/>
          <a:p>
            <a:pPr algn="ctr">
              <a:lnSpc>
                <a:spcPts val="9659"/>
              </a:lnSpc>
              <a:defRPr/>
            </a:pPr>
            <a:r>
              <a:rPr lang="en-US" sz="6900" b="1">
                <a:solidFill>
                  <a:srgbClr val="F0FDF4"/>
                </a:solidFill>
                <a:latin typeface="Arial"/>
                <a:ea typeface="Poppins Bold"/>
                <a:cs typeface="Poppins Bold"/>
                <a:sym typeface="Poppins Bold"/>
              </a:rPr>
              <a:t>ALLELUIA! ALLELUIA!</a:t>
            </a:r>
          </a:p>
          <a:p>
            <a:pPr algn="ctr">
              <a:lnSpc>
                <a:spcPts val="9659"/>
              </a:lnSpc>
              <a:defRPr/>
            </a:pPr>
            <a:r>
              <a:rPr lang="en-US" sz="6900" b="1">
                <a:solidFill>
                  <a:srgbClr val="F0FDF4"/>
                </a:solidFill>
                <a:latin typeface="Arial"/>
                <a:ea typeface="Poppins Bold"/>
                <a:cs typeface="Poppins Bold"/>
                <a:sym typeface="Poppins Bold"/>
              </a:rPr>
              <a:t>ALLELUIA! ALLELUIA!</a:t>
            </a:r>
          </a:p>
          <a:p>
            <a:pPr algn="ctr">
              <a:lnSpc>
                <a:spcPts val="9659"/>
              </a:lnSpc>
              <a:defRPr/>
            </a:pPr>
            <a:r>
              <a:rPr lang="en-US" sz="6900" b="1">
                <a:solidFill>
                  <a:srgbClr val="F0FDF4"/>
                </a:solidFill>
                <a:latin typeface="Arial"/>
                <a:ea typeface="Poppins Bold"/>
                <a:cs typeface="Poppins Bold"/>
                <a:sym typeface="Poppins Bold"/>
              </a:rPr>
              <a:t>ALLELUIA! ALLELUIA!</a:t>
            </a:r>
          </a:p>
          <a:p>
            <a:pPr marL="0" lvl="0" indent="0" algn="ctr">
              <a:lnSpc>
                <a:spcPts val="9659"/>
              </a:lnSpc>
              <a:spcBef>
                <a:spcPct val="0"/>
              </a:spcBef>
              <a:defRPr/>
            </a:pPr>
            <a:r>
              <a:rPr lang="en-US" sz="6900" b="1">
                <a:solidFill>
                  <a:srgbClr val="F0FDF4"/>
                </a:solidFill>
                <a:latin typeface="Arial"/>
                <a:ea typeface="Poppins Bold"/>
                <a:cs typeface="Poppins Bold"/>
                <a:sym typeface="Poppins Bold"/>
              </a:rPr>
              <a:t>ALLELUIA! ALLELUIA!</a:t>
            </a:r>
          </a:p>
        </p:txBody>
      </p:sp>
      <p:sp>
        <p:nvSpPr>
          <p:cNvPr id="3" name="TextBox 3"/>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5000" b="1" i="0" u="sng">
                <a:solidFill>
                  <a:srgbClr val="FFB800"/>
                </a:solidFill>
                <a:latin typeface="Georgia"/>
                <a:ea typeface="Recoleta"/>
                <a:cs typeface="Recoleta"/>
                <a:sym typeface="Recoleta"/>
              </a:rPr>
              <a:t>Gospel Acclamation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Gospel Acclamation (1/2)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2741394" y="2126857"/>
            <a:ext cx="12101674" cy="1227455"/>
          </a:xfrm>
          <a:prstGeom prst="rect">
            <a:avLst/>
          </a:prstGeom>
        </p:spPr>
        <p:txBody>
          <a:bodyPr lIns="0" tIns="0" rIns="0" bIns="0" rtlCol="0" anchor="t">
            <a:noAutofit/>
          </a:bodyPr>
          <a:lstStyle/>
          <a:p>
            <a:pPr marL="0" lvl="0" indent="0" algn="l">
              <a:lnSpc>
                <a:spcPts val="9520"/>
              </a:lnSpc>
              <a:spcBef>
                <a:spcPct val="0"/>
              </a:spcBef>
              <a:defRPr/>
            </a:pPr>
            <a:r>
              <a:rPr sz="6900" b="1" i="0">
                <a:solidFill>
                  <a:srgbClr val="FFB800"/>
                </a:solidFill>
                <a:latin typeface="Arial"/>
              </a:rPr>
              <a:t>Priest: </a:t>
            </a:r>
            <a:r>
              <a:rPr sz="6900" b="1" i="0">
                <a:solidFill>
                  <a:srgbClr val="F0FDF4"/>
                </a:solidFill>
                <a:latin typeface="Arial"/>
              </a:rPr>
              <a:t>The Lord be with you.</a:t>
            </a:r>
          </a:p>
        </p:txBody>
      </p:sp>
      <p:sp>
        <p:nvSpPr>
          <p:cNvPr id="3" name="TextBox 3"/>
          <p:cNvSpPr txBox="1"/>
          <p:nvPr/>
        </p:nvSpPr>
        <p:spPr>
          <a:xfrm>
            <a:off x="2741394" y="5586337"/>
            <a:ext cx="14802275" cy="1860423"/>
          </a:xfrm>
          <a:prstGeom prst="rect">
            <a:avLst/>
          </a:prstGeom>
        </p:spPr>
        <p:txBody>
          <a:bodyPr lIns="0" tIns="0" rIns="0" bIns="0" rtlCol="0" anchor="t">
            <a:noAutofit/>
          </a:bodyPr>
          <a:lstStyle/>
          <a:p>
            <a:pPr algn="l">
              <a:lnSpc>
                <a:spcPts val="6936"/>
              </a:lnSpc>
              <a:defRPr/>
            </a:pPr>
            <a:r>
              <a:rPr sz="6900" b="1" i="0">
                <a:solidFill>
                  <a:srgbClr val="FFB800"/>
                </a:solidFill>
                <a:latin typeface="Arial"/>
              </a:rPr>
              <a:t>Priest: </a:t>
            </a:r>
            <a:r>
              <a:rPr sz="6900" b="1" i="0">
                <a:solidFill>
                  <a:srgbClr val="F0FDF4"/>
                </a:solidFill>
                <a:latin typeface="Arial"/>
              </a:rPr>
              <a:t>A reading from the holy</a:t>
            </a:r>
          </a:p>
          <a:p>
            <a:r>
              <a:rPr sz="6900" b="1" i="0">
                <a:solidFill>
                  <a:srgbClr val="F0FDF4"/>
                </a:solidFill>
                <a:latin typeface="Arial"/>
              </a:rPr>
              <a:t>Gospel according to </a:t>
            </a:r>
            <a:r>
              <a:rPr sz="6900" b="1" i="1">
                <a:solidFill>
                  <a:srgbClr val="F0FDF4"/>
                </a:solidFill>
                <a:latin typeface="Arial"/>
              </a:rPr>
              <a:t>Matthew</a:t>
            </a:r>
            <a:r>
              <a:rPr sz="6900" b="1" i="0">
                <a:solidFill>
                  <a:srgbClr val="F0FDF4"/>
                </a:solidFill>
                <a:latin typeface="Arial"/>
              </a:rPr>
              <a:t>.</a:t>
            </a:r>
          </a:p>
        </p:txBody>
      </p:sp>
      <p:sp>
        <p:nvSpPr>
          <p:cNvPr id="4" name="TextBox 4"/>
          <p:cNvSpPr txBox="1"/>
          <p:nvPr/>
        </p:nvSpPr>
        <p:spPr>
          <a:xfrm>
            <a:off x="2741394" y="3725787"/>
            <a:ext cx="12168662"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And with your spirit.</a:t>
            </a:r>
          </a:p>
        </p:txBody>
      </p:sp>
      <p:sp>
        <p:nvSpPr>
          <p:cNvPr id="5" name="TextBox 5"/>
          <p:cNvSpPr txBox="1"/>
          <p:nvPr/>
        </p:nvSpPr>
        <p:spPr>
          <a:xfrm>
            <a:off x="2741394" y="7913485"/>
            <a:ext cx="12002049"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Glory to you, O Lord!</a:t>
            </a:r>
          </a:p>
        </p:txBody>
      </p:sp>
      <p:sp>
        <p:nvSpPr>
          <p:cNvPr id="6" name="TextBox 6"/>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5000" b="1" i="0" u="sng">
                <a:solidFill>
                  <a:srgbClr val="FFB800"/>
                </a:solidFill>
                <a:latin typeface="Georgia"/>
                <a:ea typeface="Recoleta"/>
                <a:cs typeface="Recoleta"/>
                <a:sym typeface="Recoleta"/>
              </a:rPr>
              <a:t>Gospel Acclamation</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Gospel Acclamation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2547146"/>
            <a:ext cx="1828800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b="1" dirty="0">
                <a:solidFill>
                  <a:srgbClr val="FFB800"/>
                </a:solidFill>
                <a:latin typeface="Arial" panose="020B0604020202020204" pitchFamily="34" charset="0"/>
                <a:cs typeface="Arial" panose="020B0604020202020204" pitchFamily="34" charset="0"/>
              </a:rPr>
              <a:t>Priest:</a:t>
            </a:r>
            <a:r>
              <a:rPr sz="6500" b="1" dirty="0">
                <a:solidFill>
                  <a:srgbClr val="F0FDF4"/>
                </a:solidFill>
                <a:latin typeface="Arial" panose="020B0604020202020204" pitchFamily="34" charset="0"/>
                <a:cs typeface="Arial" panose="020B0604020202020204" pitchFamily="34" charset="0"/>
              </a:rPr>
              <a:t> </a:t>
            </a:r>
            <a:r>
              <a:rPr sz="6500" b="1" i="1" dirty="0">
                <a:solidFill>
                  <a:srgbClr val="F0FDF4"/>
                </a:solidFill>
                <a:latin typeface="Arial" panose="020B0604020202020204" pitchFamily="34" charset="0"/>
                <a:cs typeface="Arial" panose="020B0604020202020204" pitchFamily="34" charset="0"/>
              </a:rPr>
              <a:t>The Gospel of the Lord.</a:t>
            </a:r>
          </a:p>
        </p:txBody>
      </p:sp>
      <p:sp>
        <p:nvSpPr>
          <p:cNvPr id="4" name="TextBox 3">
            <a:extLst>
              <a:ext uri="{FF2B5EF4-FFF2-40B4-BE49-F238E27FC236}">
                <a16:creationId xmlns:a16="http://schemas.microsoft.com/office/drawing/2014/main" id="{C6E02250-0768-74C1-AE64-FF04A540A99D}"/>
              </a:ext>
            </a:extLst>
          </p:cNvPr>
          <p:cNvSpPr txBox="1"/>
          <p:nvPr/>
        </p:nvSpPr>
        <p:spPr>
          <a:xfrm>
            <a:off x="0" y="4989594"/>
            <a:ext cx="18288000" cy="276883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Praise to you, Lord</a:t>
            </a:r>
          </a:p>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Jesus Christ.</a:t>
            </a:r>
          </a:p>
        </p:txBody>
      </p:sp>
      <p:sp>
        <p:nvSpPr>
          <p:cNvPr id="5" name="TextBox 4">
            <a:extLst>
              <a:ext uri="{FF2B5EF4-FFF2-40B4-BE49-F238E27FC236}">
                <a16:creationId xmlns:a16="http://schemas.microsoft.com/office/drawing/2014/main" id="{53B32836-6730-1393-8444-8AC84975CFFB}"/>
              </a:ext>
            </a:extLst>
          </p:cNvPr>
          <p:cNvSpPr txBox="1"/>
          <p:nvPr/>
        </p:nvSpPr>
        <p:spPr>
          <a:xfrm>
            <a:off x="0" y="109728"/>
            <a:ext cx="18288000" cy="868680"/>
          </a:xfrm>
          <a:prstGeom prst="rect">
            <a:avLst/>
          </a:prstGeom>
          <a:noFill/>
        </p:spPr>
        <p:txBody>
          <a:bodyPr wrap="square" lIns="109728" tIns="73152" rIns="109728" bIns="73152" anchor="t">
            <a:noAutofit/>
          </a:bodyPr>
          <a:lstStyle/>
          <a:p>
            <a:pPr algn="ctr"/>
            <a:r>
              <a:rPr lang="en-US" sz="5000" b="1" u="sng" dirty="0" i="0">
                <a:solidFill>
                  <a:srgbClr val="FFB800"/>
                </a:solidFill>
                <a:latin typeface="Georgia"/>
              </a:rPr>
              <a:t>Gospel Acclamation</a:t>
            </a:r>
            <a:endParaRPr sz="36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232285"/>
            <a:ext cx="18288000" cy="2444242"/>
          </a:xfrm>
          <a:prstGeom prst="rect">
            <a:avLst/>
          </a:prstGeom>
        </p:spPr>
        <p:txBody>
          <a:bodyPr lIns="0" tIns="0" rIns="0" bIns="0" rtlCol="0" anchor="t">
            <a:noAutofit/>
          </a:bodyPr>
          <a:lstStyle/>
          <a:p>
            <a:pPr marL="0" lvl="0" indent="0" algn="ctr">
              <a:lnSpc>
                <a:spcPts val="6343"/>
              </a:lnSpc>
            </a:pP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All:</a:t>
            </a:r>
          </a:p>
          <a:p>
            <a:pPr marL="0" lvl="0" indent="0" algn="ctr">
              <a:lnSpc>
                <a:spcPts val="6343"/>
              </a:lnSpc>
            </a:pPr>
            <a:r>
              <a:rPr lang="en-US" sz="5199" b="1" i="1" spc="83" dirty="0">
                <a:solidFill>
                  <a:srgbClr val="F0FDF4"/>
                </a:solidFill>
                <a:latin typeface="Arial" panose="020B0604020202020204" pitchFamily="34" charset="0"/>
                <a:ea typeface="Poppins Bold"/>
                <a:cs typeface="Arial" panose="020B0604020202020204" pitchFamily="34" charset="0"/>
                <a:sym typeface="Poppins Bold"/>
              </a:rPr>
              <a:t>I believe in one God</a:t>
            </a: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 the Father almighty, maker of heaven and earth, of all things visible and invisible.</a:t>
            </a:r>
          </a:p>
        </p:txBody>
      </p:sp>
      <p:sp>
        <p:nvSpPr>
          <p:cNvPr id="3" name="TextBox 3"/>
          <p:cNvSpPr txBox="1"/>
          <p:nvPr/>
        </p:nvSpPr>
        <p:spPr>
          <a:xfrm>
            <a:off x="0" y="4886711"/>
            <a:ext cx="18288000" cy="4791075"/>
          </a:xfrm>
          <a:prstGeom prst="rect">
            <a:avLst/>
          </a:prstGeom>
        </p:spPr>
        <p:txBody>
          <a:bodyPr lIns="0" tIns="0" rIns="0" bIns="0" rtlCol="0" anchor="t">
            <a:noAutofit/>
          </a:bodyPr>
          <a:lstStyle/>
          <a:p>
            <a:pPr marL="0" lvl="0" indent="0" algn="ctr">
              <a:lnSpc>
                <a:spcPts val="6239"/>
              </a:lnSpc>
            </a:pPr>
            <a:r>
              <a:rPr lang="en-US" sz="5199" b="1" dirty="0">
                <a:solidFill>
                  <a:srgbClr val="F0FDF4"/>
                </a:solidFill>
                <a:latin typeface="Arial" panose="020B0604020202020204" pitchFamily="34" charset="0"/>
                <a:ea typeface="Poppins Bold"/>
                <a:cs typeface="Arial" panose="020B0604020202020204" pitchFamily="34" charset="0"/>
                <a:sym typeface="Poppins Bold"/>
              </a:rPr>
              <a:t>I believe in one Lord Jesus Christ, the Only Begotten Son of God, born of the Father before all ages. God from God, Light from Light, true God from true God, begotten, not made, consubstantial with the Father; through him all things were made.</a:t>
            </a:r>
          </a:p>
        </p:txBody>
      </p:sp>
      <p:sp>
        <p:nvSpPr>
          <p:cNvPr id="6" name="TextBox 5">
            <a:extLst>
              <a:ext uri="{FF2B5EF4-FFF2-40B4-BE49-F238E27FC236}">
                <a16:creationId xmlns:a16="http://schemas.microsoft.com/office/drawing/2014/main" id="{6A140E8A-4111-2C2D-F4D0-24F55D511E25}"/>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Nicene Creed</a:t>
            </a:r>
            <a:endParaRPr sz="3600" b="1" u="sng" dirty="0">
              <a:solidFill>
                <a:srgbClr val="86EFAC"/>
              </a:solidFill>
              <a:latin typeface="Georgia"/>
            </a:endParaRP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(1/4)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319554"/>
            <a:ext cx="18288000" cy="1977432"/>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us men and for our salvation he came down from heaven,</a:t>
            </a:r>
          </a:p>
        </p:txBody>
      </p:sp>
      <p:sp>
        <p:nvSpPr>
          <p:cNvPr id="3" name="TextBox 3"/>
          <p:cNvSpPr txBox="1"/>
          <p:nvPr/>
        </p:nvSpPr>
        <p:spPr>
          <a:xfrm>
            <a:off x="1" y="2499075"/>
            <a:ext cx="18287998" cy="1056951"/>
          </a:xfrm>
          <a:prstGeom prst="rect">
            <a:avLst/>
          </a:prstGeom>
        </p:spPr>
        <p:txBody>
          <a:bodyPr lIns="0" tIns="0" rIns="0" bIns="0" rtlCol="0" anchor="t">
            <a:noAutofit/>
          </a:bodyPr>
          <a:lstStyle/>
          <a:p>
            <a:pPr marL="0" lvl="0" indent="0" algn="ctr">
              <a:lnSpc>
                <a:spcPts val="7703"/>
              </a:lnSpc>
              <a:spcBef>
                <a:spcPct val="0"/>
              </a:spcBef>
            </a:pPr>
            <a:r>
              <a:rPr lang="en-US" sz="5000" i="1" dirty="0">
                <a:solidFill>
                  <a:srgbClr val="FFB800"/>
                </a:solidFill>
                <a:latin typeface="Georgia" panose="02040502050405020303" pitchFamily="18" charset="0"/>
                <a:ea typeface="ITC Zapf Chancery Italics"/>
                <a:cs typeface="ITC Zapf Chancery Italics"/>
                <a:sym typeface="ITC Zapf Chancery Italics"/>
              </a:rPr>
              <a:t>(all bow their head)</a:t>
            </a:r>
          </a:p>
        </p:txBody>
      </p:sp>
      <p:sp>
        <p:nvSpPr>
          <p:cNvPr id="4" name="TextBox 4"/>
          <p:cNvSpPr txBox="1"/>
          <p:nvPr/>
        </p:nvSpPr>
        <p:spPr>
          <a:xfrm>
            <a:off x="1" y="3223880"/>
            <a:ext cx="18287999" cy="1977432"/>
          </a:xfrm>
          <a:prstGeom prst="rect">
            <a:avLst/>
          </a:prstGeom>
        </p:spPr>
        <p:txBody>
          <a:bodyPr lIns="0" tIns="0" rIns="0" bIns="0" rtlCol="0" anchor="t">
            <a:noAutofit/>
          </a:bodyPr>
          <a:lstStyle/>
          <a:p>
            <a:pPr marL="0" lvl="0" indent="0" algn="ctr">
              <a:lnSpc>
                <a:spcPts val="7703"/>
              </a:lnSpc>
              <a:spcBef>
                <a:spcPct val="0"/>
              </a:spcBef>
            </a:pPr>
            <a:r>
              <a:rPr lang="en-US" sz="5502" b="1" i="1" spc="88" dirty="0">
                <a:solidFill>
                  <a:srgbClr val="FFB800"/>
                </a:solidFill>
                <a:latin typeface="Arial" panose="020B0604020202020204" pitchFamily="34" charset="0"/>
                <a:ea typeface="Poppins Bold Italics"/>
                <a:cs typeface="Arial" panose="020B0604020202020204" pitchFamily="34" charset="0"/>
                <a:sym typeface="Poppins Bold Italics"/>
              </a:rPr>
              <a:t>and by the Holy Spirit was incarnate of the Virgin Mary and became man.</a:t>
            </a:r>
          </a:p>
        </p:txBody>
      </p:sp>
      <p:sp>
        <p:nvSpPr>
          <p:cNvPr id="5" name="TextBox 5"/>
          <p:cNvSpPr txBox="1"/>
          <p:nvPr/>
        </p:nvSpPr>
        <p:spPr>
          <a:xfrm>
            <a:off x="1" y="5529260"/>
            <a:ext cx="18287998" cy="3932697"/>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542403"/>
            <a:ext cx="18288000" cy="389890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He ascended into heaven and is seated at the right hand of the Father. He will come again in glory to judge the living and the dead and his kingdom will have no end.</a:t>
            </a:r>
          </a:p>
        </p:txBody>
      </p:sp>
      <p:sp>
        <p:nvSpPr>
          <p:cNvPr id="3" name="TextBox 3"/>
          <p:cNvSpPr txBox="1"/>
          <p:nvPr/>
        </p:nvSpPr>
        <p:spPr>
          <a:xfrm>
            <a:off x="0" y="4721747"/>
            <a:ext cx="18288000" cy="487045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(3/4)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910652"/>
            <a:ext cx="18288000" cy="4593451"/>
          </a:xfrm>
          <a:prstGeom prst="rect">
            <a:avLst/>
          </a:prstGeom>
        </p:spPr>
        <p:txBody>
          <a:bodyPr lIns="0" tIns="0" rIns="0" bIns="0" rtlCol="0" anchor="t">
            <a:noAutofit/>
          </a:bodyPr>
          <a:lstStyle/>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believe in one, holy, catholic,</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and apostolic Church.</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confess one Baptism for the forgiveness of sins and I look forward to the resurrection</a:t>
            </a:r>
          </a:p>
          <a:p>
            <a:pPr marL="0" lvl="0" indent="0"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of the dead and the life of the world to come.</a:t>
            </a:r>
          </a:p>
        </p:txBody>
      </p:sp>
      <p:sp>
        <p:nvSpPr>
          <p:cNvPr id="3" name="TextBox 3"/>
          <p:cNvSpPr txBox="1"/>
          <p:nvPr/>
        </p:nvSpPr>
        <p:spPr>
          <a:xfrm>
            <a:off x="0" y="7352325"/>
            <a:ext cx="18287999" cy="1580402"/>
          </a:xfrm>
          <a:prstGeom prst="rect">
            <a:avLst/>
          </a:prstGeom>
        </p:spPr>
        <p:txBody>
          <a:bodyPr lIns="0" tIns="0" rIns="0" bIns="0" rtlCol="0" anchor="t">
            <a:noAutofit/>
          </a:bodyPr>
          <a:lstStyle/>
          <a:p>
            <a:pPr marL="0" lvl="0" indent="0" algn="ctr">
              <a:lnSpc>
                <a:spcPts val="11799"/>
              </a:lnSpc>
            </a:pPr>
            <a:r>
              <a:rPr lang="en-US" sz="9832" b="1" spc="68" dirty="0">
                <a:solidFill>
                  <a:srgbClr val="FFB800"/>
                </a:solidFill>
                <a:latin typeface="Arial" panose="020B0604020202020204" pitchFamily="34" charset="0"/>
                <a:ea typeface="Poppins Bold"/>
                <a:cs typeface="Arial" panose="020B0604020202020204" pitchFamily="34" charset="0"/>
                <a:sym typeface="Poppins Bold"/>
              </a:rPr>
              <a:t>Amen</a:t>
            </a:r>
            <a:endParaRPr lang="en-US" sz="9832" b="1" spc="68" dirty="0">
              <a:solidFill>
                <a:srgbClr val="F0FDF4"/>
              </a:solidFill>
              <a:latin typeface="Arial" panose="020B0604020202020204" pitchFamily="34" charset="0"/>
              <a:ea typeface="Poppins Bold"/>
              <a:cs typeface="Arial" panose="020B0604020202020204" pitchFamily="34" charset="0"/>
              <a:sym typeface="Poppins Bold"/>
            </a:endParaRP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(4/4)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4190343"/>
            <a:ext cx="16459200" cy="143082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Lord, hear our prayer.</a:t>
            </a:r>
          </a:p>
        </p:txBody>
      </p:sp>
      <p:sp>
        <p:nvSpPr>
          <p:cNvPr id="4" name="TextBox 3">
            <a:extLst>
              <a:ext uri="{FF2B5EF4-FFF2-40B4-BE49-F238E27FC236}">
                <a16:creationId xmlns:a16="http://schemas.microsoft.com/office/drawing/2014/main" id="{B436A201-D91B-AC44-8142-20FBEC978F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Prayer of the Faithful (1/2)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sz="10000" b="1" dirty="0">
                <a:solidFill>
                  <a:srgbClr val="F0FDF4"/>
                </a:solidFill>
                <a:latin typeface="Arial" panose="020B0604020202020204" pitchFamily="34" charset="0"/>
                <a:cs typeface="Arial" panose="020B0604020202020204" pitchFamily="34" charset="0"/>
              </a:rPr>
              <a:t>All: Amen.</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Prayer of the Faithful (2/2)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B800"/>
                </a:solidFill>
                <a:latin typeface="Georgia"/>
              </a:rPr>
              <a:t>Gift of Finest Wheat</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YOU SATISFY THE HUNGRY HEART</a:t>
            </a:r>
          </a:p>
          <a:p>
            <a:pPr algn="ctr">
              <a:lnSpc>
                <a:spcPct val="70000"/>
              </a:lnSpc>
            </a:pPr>
            <a:r>
              <a:rPr sz="7500" b="1" i="0">
                <a:solidFill>
                  <a:srgbClr val="FFFFFF"/>
                </a:solidFill>
                <a:latin typeface="Poppins"/>
              </a:rPr>
              <a:t>WITH GIFT OF FINEST WHEAT,</a:t>
            </a:r>
          </a:p>
          <a:p>
            <a:pPr algn="ctr">
              <a:lnSpc>
                <a:spcPct val="70000"/>
              </a:lnSpc>
            </a:pPr>
            <a:r>
              <a:rPr sz="7500" b="1" i="0">
                <a:solidFill>
                  <a:srgbClr val="FFFFFF"/>
                </a:solidFill>
                <a:latin typeface="Poppins"/>
              </a:rPr>
              <a:t>COME GIVE TO US, O SAVING LORD,</a:t>
            </a:r>
          </a:p>
          <a:p>
            <a:pPr algn="ctr">
              <a:lnSpc>
                <a:spcPct val="70000"/>
              </a:lnSpc>
            </a:pPr>
            <a:r>
              <a:rPr sz="7500" b="1" i="0">
                <a:solidFill>
                  <a:srgbClr val="FFFFFF"/>
                </a:solidFill>
                <a:latin typeface="Poppins"/>
              </a:rPr>
              <a:t>THE BREAD OF LIFE TO EAT.</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7500" b="1" i="1">
                <a:solidFill>
                  <a:srgbClr val="FFFFFF"/>
                </a:solidFill>
                <a:latin typeface="Poppins"/>
              </a:rPr>
              <a:t>AS WHEN THE GRAIN BY SAINTS BELIEVED</a:t>
            </a:r>
          </a:p>
          <a:p>
            <a:pPr algn="ctr">
              <a:lnSpc>
                <a:spcPct val="70000"/>
              </a:lnSpc>
            </a:pPr>
            <a:r>
              <a:rPr sz="7500" b="1" i="1">
                <a:solidFill>
                  <a:srgbClr val="FFFFFF"/>
                </a:solidFill>
                <a:latin typeface="Poppins"/>
              </a:rPr>
              <a:t>WAS BLESSED AND BROKEN, LORD,</a:t>
            </a:r>
          </a:p>
          <a:p>
            <a:pPr algn="ctr">
              <a:lnSpc>
                <a:spcPct val="70000"/>
              </a:lnSpc>
            </a:pPr>
            <a:r>
              <a:rPr sz="7500" b="1" i="1">
                <a:solidFill>
                  <a:srgbClr val="FFFFFF"/>
                </a:solidFill>
                <a:latin typeface="Poppins"/>
              </a:rPr>
              <a:t>SO MAY YOUR CHURCH IN LANDS TODAY</a:t>
            </a:r>
          </a:p>
          <a:p>
            <a:pPr algn="ctr">
              <a:lnSpc>
                <a:spcPct val="70000"/>
              </a:lnSpc>
            </a:pPr>
            <a:r>
              <a:rPr sz="7500" b="1" i="1">
                <a:solidFill>
                  <a:srgbClr val="FFFFFF"/>
                </a:solidFill>
                <a:latin typeface="Poppins"/>
              </a:rPr>
              <a:t>BE FED, YOUR PRAISE RESTORED.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Offertory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O LORD OF HARVEST, GRANT THAT WE</a:t>
            </a:r>
          </a:p>
          <a:p>
            <a:pPr algn="ctr">
              <a:lnSpc>
                <a:spcPct val="70000"/>
              </a:lnSpc>
            </a:pPr>
            <a:r>
              <a:rPr sz="7500" b="1" i="0">
                <a:solidFill>
                  <a:srgbClr val="FFFFFF"/>
                </a:solidFill>
                <a:latin typeface="Poppins"/>
              </a:rPr>
              <a:t>WHO SHARE THIS MYSTERY HERE</a:t>
            </a:r>
          </a:p>
          <a:p>
            <a:pPr algn="ctr">
              <a:lnSpc>
                <a:spcPct val="70000"/>
              </a:lnSpc>
            </a:pPr>
            <a:r>
              <a:rPr sz="7500" b="1" i="0">
                <a:solidFill>
                  <a:srgbClr val="FFFFFF"/>
                </a:solidFill>
                <a:latin typeface="Poppins"/>
              </a:rPr>
              <a:t>MAY FOLLOW YOU UNCEASINGLY</a:t>
            </a:r>
          </a:p>
          <a:p>
            <a:pPr algn="ctr">
              <a:lnSpc>
                <a:spcPct val="70000"/>
              </a:lnSpc>
            </a:pPr>
            <a:r>
              <a:rPr sz="7500" b="1" i="0">
                <a:solidFill>
                  <a:srgbClr val="FFFFFF"/>
                </a:solidFill>
                <a:latin typeface="Poppins"/>
              </a:rPr>
              <a:t>IN PRAISE, IN LOVE, IN FEAR.</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400" b="1" i="1">
                <a:solidFill>
                  <a:srgbClr val="FFFFFF"/>
                </a:solidFill>
                <a:latin typeface="Poppins"/>
              </a:rPr>
              <a:t>ONE BREAD, ONE CUP, ONE LIFE, ONE LORD—</a:t>
            </a:r>
          </a:p>
          <a:p>
            <a:pPr algn="ctr">
              <a:lnSpc>
                <a:spcPct val="70000"/>
              </a:lnSpc>
            </a:pPr>
            <a:r>
              <a:rPr sz="7400" b="1" i="1">
                <a:solidFill>
                  <a:srgbClr val="FFFFFF"/>
                </a:solidFill>
                <a:latin typeface="Poppins"/>
              </a:rPr>
              <a:t>WE OFFER, CHRIST, TO YOU;</a:t>
            </a:r>
          </a:p>
          <a:p>
            <a:pPr algn="ctr">
              <a:lnSpc>
                <a:spcPct val="70000"/>
              </a:lnSpc>
            </a:pPr>
            <a:r>
              <a:rPr sz="7400" b="1" i="1">
                <a:solidFill>
                  <a:srgbClr val="FFFFFF"/>
                </a:solidFill>
                <a:latin typeface="Poppins"/>
              </a:rPr>
              <a:t>UNTIL WE SHARE YOUR BANQUET BOARD</a:t>
            </a:r>
          </a:p>
          <a:p>
            <a:pPr algn="ctr">
              <a:lnSpc>
                <a:spcPct val="70000"/>
              </a:lnSpc>
            </a:pPr>
            <a:r>
              <a:rPr sz="7400" b="1" i="1">
                <a:solidFill>
                  <a:srgbClr val="FFFFFF"/>
                </a:solidFill>
                <a:latin typeface="Poppins"/>
              </a:rPr>
              <a:t>WHERE ALL THE WORLD IS NEW.</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Offertory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907300"/>
            <a:ext cx="18288000" cy="3067105"/>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Pray, brethren, that my sacrifice and yours may be acceptable to God,</a:t>
            </a:r>
            <a:endParaRPr lang="en-US" sz="6500" i="1" dirty="0">
              <a:solidFill>
                <a:schemeClr val="bg1"/>
              </a:solidFill>
              <a:latin typeface="Arial" panose="020B0604020202020204" pitchFamily="34" charset="0"/>
              <a:cs typeface="Arial" panose="020B0604020202020204" pitchFamily="34" charset="0"/>
            </a:endParaRPr>
          </a:p>
          <a:p>
            <a:pPr algn="ctr">
              <a:spcBef>
                <a:spcPts val="400"/>
              </a:spcBef>
              <a:spcAft>
                <a:spcPts val="500"/>
              </a:spcAft>
              <a:defRPr sz="5500" b="1" i="0" u="none">
                <a:solidFill>
                  <a:srgbClr val="86EFAC"/>
                </a:solidFill>
                <a:latin typeface="Inter"/>
              </a:defRPr>
            </a:pPr>
            <a:r>
              <a:rPr sz="6500" i="1" dirty="0">
                <a:solidFill>
                  <a:srgbClr val="F0FDF4"/>
                </a:solidFill>
                <a:latin typeface="Arial" panose="020B0604020202020204" pitchFamily="34" charset="0"/>
                <a:cs typeface="Arial" panose="020B0604020202020204" pitchFamily="34" charset="0"/>
              </a:rPr>
              <a:t>the almighty Father.</a:t>
            </a:r>
          </a:p>
        </p:txBody>
      </p:sp>
      <p:sp>
        <p:nvSpPr>
          <p:cNvPr id="4" name="TextBox 3">
            <a:extLst>
              <a:ext uri="{FF2B5EF4-FFF2-40B4-BE49-F238E27FC236}">
                <a16:creationId xmlns:a16="http://schemas.microsoft.com/office/drawing/2014/main" id="{424B7C78-C17E-B489-002D-3FEAAB20B215}"/>
              </a:ext>
            </a:extLst>
          </p:cNvPr>
          <p:cNvSpPr txBox="1"/>
          <p:nvPr/>
        </p:nvSpPr>
        <p:spPr>
          <a:xfrm>
            <a:off x="0" y="4456993"/>
            <a:ext cx="18288000" cy="45836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63704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834B590C-70E2-B843-FDCA-653906E9175F}"/>
              </a:ext>
            </a:extLst>
          </p:cNvPr>
          <p:cNvSpPr txBox="1"/>
          <p:nvPr/>
        </p:nvSpPr>
        <p:spPr>
          <a:xfrm>
            <a:off x="914400" y="3358177"/>
            <a:ext cx="16459200" cy="77724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Lift up your hearts.</a:t>
            </a:r>
          </a:p>
        </p:txBody>
      </p:sp>
      <p:sp>
        <p:nvSpPr>
          <p:cNvPr id="5" name="TextBox 4">
            <a:extLst>
              <a:ext uri="{FF2B5EF4-FFF2-40B4-BE49-F238E27FC236}">
                <a16:creationId xmlns:a16="http://schemas.microsoft.com/office/drawing/2014/main" id="{B9907DBB-8F74-6585-1A63-BCC4DBC7D838}"/>
              </a:ext>
            </a:extLst>
          </p:cNvPr>
          <p:cNvSpPr txBox="1"/>
          <p:nvPr/>
        </p:nvSpPr>
        <p:spPr>
          <a:xfrm>
            <a:off x="914400" y="6349909"/>
            <a:ext cx="16459200" cy="1949573"/>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Let us give thanks to the</a:t>
            </a:r>
          </a:p>
          <a:p>
            <a:pPr algn="ctr">
              <a:defRPr sz="5500" b="1" i="0" u="none">
                <a:solidFill>
                  <a:srgbClr val="86EFAC"/>
                </a:solidFill>
                <a:latin typeface="Inter"/>
              </a:defRPr>
            </a:pPr>
            <a:r>
              <a:rPr lang="en-US" sz="6500" i="1" dirty="0">
                <a:solidFill>
                  <a:srgbClr val="F0FDF4"/>
                </a:solidFill>
                <a:latin typeface="Arial" panose="020B0604020202020204" pitchFamily="34" charset="0"/>
                <a:cs typeface="Arial" panose="020B0604020202020204" pitchFamily="34" charset="0"/>
              </a:rPr>
              <a:t>Lord our God.</a:t>
            </a:r>
          </a:p>
        </p:txBody>
      </p:sp>
      <p:sp>
        <p:nvSpPr>
          <p:cNvPr id="6" name="TextBox 5">
            <a:extLst>
              <a:ext uri="{FF2B5EF4-FFF2-40B4-BE49-F238E27FC236}">
                <a16:creationId xmlns:a16="http://schemas.microsoft.com/office/drawing/2014/main" id="{40C76CD3-4924-1258-FD92-3E238A808645}"/>
              </a:ext>
            </a:extLst>
          </p:cNvPr>
          <p:cNvSpPr txBox="1"/>
          <p:nvPr/>
        </p:nvSpPr>
        <p:spPr>
          <a:xfrm>
            <a:off x="914400" y="1535595"/>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1691FB47-CBCF-4E7C-D482-04D3A3B03C61}"/>
              </a:ext>
            </a:extLst>
          </p:cNvPr>
          <p:cNvSpPr txBox="1"/>
          <p:nvPr/>
        </p:nvSpPr>
        <p:spPr>
          <a:xfrm>
            <a:off x="914400" y="433022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We lift them up to the Lord.</a:t>
            </a:r>
          </a:p>
        </p:txBody>
      </p:sp>
      <p:sp>
        <p:nvSpPr>
          <p:cNvPr id="3" name="TextBox 2">
            <a:extLst>
              <a:ext uri="{FF2B5EF4-FFF2-40B4-BE49-F238E27FC236}">
                <a16:creationId xmlns:a16="http://schemas.microsoft.com/office/drawing/2014/main" id="{CA37E2CD-6598-89D4-6A8B-8276F41A0DBB}"/>
              </a:ext>
            </a:extLst>
          </p:cNvPr>
          <p:cNvSpPr txBox="1"/>
          <p:nvPr/>
        </p:nvSpPr>
        <p:spPr>
          <a:xfrm>
            <a:off x="708991" y="8251467"/>
            <a:ext cx="16459200" cy="7772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It is right and just.</a:t>
            </a: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8893"/>
            <a:ext cx="18288000" cy="4850766"/>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HOLY, HOLY, HOLY</a:t>
            </a:r>
          </a:p>
          <a:p>
            <a:pPr algn="ctr"/>
            <a:r>
              <a:rPr lang="en-US" sz="6000" b="1" dirty="0">
                <a:solidFill>
                  <a:srgbClr val="F0FDF4"/>
                </a:solidFill>
                <a:latin typeface="Arial" panose="020B0604020202020204" pitchFamily="34" charset="0"/>
                <a:cs typeface="Arial" panose="020B0604020202020204" pitchFamily="34" charset="0"/>
              </a:rPr>
              <a:t>LORD GOD OF HOST. </a:t>
            </a:r>
          </a:p>
          <a:p>
            <a:pPr algn="ctr"/>
            <a:r>
              <a:rPr lang="en-US" sz="6000" b="1" dirty="0">
                <a:solidFill>
                  <a:srgbClr val="F0FDF4"/>
                </a:solidFill>
                <a:latin typeface="Arial" panose="020B0604020202020204" pitchFamily="34" charset="0"/>
                <a:cs typeface="Arial" panose="020B0604020202020204" pitchFamily="34" charset="0"/>
              </a:rPr>
              <a:t>HEAVEN AND EARTH ARE</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i="1" dirty="0">
                <a:solidFill>
                  <a:srgbClr val="FFB800"/>
                </a:solidFill>
                <a:latin typeface="Arial" panose="020B0604020202020204" pitchFamily="34" charset="0"/>
                <a:cs typeface="Arial" panose="020B0604020202020204" pitchFamily="34" charset="0"/>
              </a:rPr>
              <a:t>HOSANNA IN THE HIGHEST(2X)</a:t>
            </a:r>
          </a:p>
        </p:txBody>
      </p:sp>
      <p:sp>
        <p:nvSpPr>
          <p:cNvPr id="4" name="TextBox 3">
            <a:extLst>
              <a:ext uri="{FF2B5EF4-FFF2-40B4-BE49-F238E27FC236}">
                <a16:creationId xmlns:a16="http://schemas.microsoft.com/office/drawing/2014/main" id="{16EA37CF-E5C0-F90C-DA87-8CC3C2134191}"/>
              </a:ext>
            </a:extLst>
          </p:cNvPr>
          <p:cNvSpPr txBox="1"/>
          <p:nvPr/>
        </p:nvSpPr>
        <p:spPr>
          <a:xfrm>
            <a:off x="0" y="6284050"/>
            <a:ext cx="18288000" cy="2867439"/>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BLESSED IS HE WHO COMES</a:t>
            </a:r>
          </a:p>
          <a:p>
            <a:pPr algn="ctr"/>
            <a:r>
              <a:rPr lang="en-US" sz="6000" b="1" dirty="0">
                <a:solidFill>
                  <a:srgbClr val="F0FDF4"/>
                </a:solidFill>
                <a:latin typeface="Arial" panose="020B0604020202020204" pitchFamily="34" charset="0"/>
                <a:cs typeface="Arial" panose="020B0604020202020204" pitchFamily="34" charset="0"/>
              </a:rPr>
              <a:t>IN THE NAME OF THE LORD.</a:t>
            </a:r>
          </a:p>
          <a:p>
            <a:pPr algn="ctr"/>
            <a:r>
              <a:rPr lang="en-US" sz="6000" b="1" i="1" dirty="0">
                <a:solidFill>
                  <a:srgbClr val="FFB800"/>
                </a:solidFill>
                <a:latin typeface="Arial" panose="020B0604020202020204" pitchFamily="34" charset="0"/>
                <a:cs typeface="Arial" panose="020B0604020202020204" pitchFamily="34" charset="0"/>
              </a:rPr>
              <a:t>HOSANNA IN THE HIGHEST(4X)</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Sanctus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30352"/>
            <a:ext cx="182880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6000" b="1" dirty="0">
                <a:solidFill>
                  <a:srgbClr val="F0FDF4"/>
                </a:solidFill>
                <a:latin typeface="Arial" panose="020B0604020202020204" pitchFamily="34" charset="0"/>
                <a:cs typeface="Arial" panose="020B0604020202020204" pitchFamily="34" charset="0"/>
              </a:rPr>
              <a:t>WHEN WE EAT THIS BREAD AND DRINK THIS CUP WE PROCLAIM YOUR DEATH O LORD. UNTIL YOU COME AGAIN, UNTIL YOU COME AGAIN WE PROCLAIM YOUR DEATH O LORD.</a:t>
            </a:r>
            <a:endParaRPr sz="60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DA2F03A-FAF2-7FE4-6E1E-DFEEE560DD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The Mystery Of Faith</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The Eucharistic Prayer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Great Amen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3600" b="1" i="0" u="sng">
                <a:solidFill>
                  <a:srgbClr val="FFB800"/>
                </a:solidFill>
                <a:latin typeface="Georgia"/>
              </a:defRPr>
            </a:pPr>
            <a:r>
              <a:rPr>
                <a:solidFill>
                  <a:srgbClr val="F0FDF4"/>
                </a:solidFill>
              </a:rPr>
              <a:t>Our Father</a:t>
            </a:r>
          </a:p>
        </p:txBody>
      </p:sp>
      <p:sp>
        <p:nvSpPr>
          <p:cNvPr id="3" name="TextBox 2"/>
          <p:cNvSpPr txBox="1"/>
          <p:nvPr/>
        </p:nvSpPr>
        <p:spPr>
          <a:xfrm>
            <a:off x="0" y="849034"/>
            <a:ext cx="18288000" cy="4067687"/>
          </a:xfrm>
          <a:prstGeom prst="rect">
            <a:avLst/>
          </a:prstGeom>
          <a:noFill/>
        </p:spPr>
        <p:txBody>
          <a:bodyPr wrap="square" lIns="109728" tIns="73152" rIns="109728" bIns="73152" anchor="ctr">
            <a:noAutofit/>
          </a:bodyPr>
          <a:lstStyle/>
          <a:p>
            <a:pPr algn="ctr">
              <a:lnSpc>
                <a:spcPts val="5500"/>
              </a:lnSpc>
              <a:spcBef>
                <a:spcPts val="400"/>
              </a:spcBef>
              <a:defRPr sz="2600" b="1"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OUR FATHER, WHO ART IN HEAVEN,</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HALLOWED BE YOUR NAME;</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YOUR KINGDOM COME,</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YOUR WILL BE DONE,</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ON EARTH AS IT IS IN HEAVEN.</a:t>
            </a:r>
          </a:p>
        </p:txBody>
      </p:sp>
      <p:sp>
        <p:nvSpPr>
          <p:cNvPr id="5" name="TextBox 4">
            <a:extLst>
              <a:ext uri="{FF2B5EF4-FFF2-40B4-BE49-F238E27FC236}">
                <a16:creationId xmlns:a16="http://schemas.microsoft.com/office/drawing/2014/main" id="{B0E41674-432D-59B5-74C3-4778FD3C73E2}"/>
              </a:ext>
            </a:extLst>
          </p:cNvPr>
          <p:cNvSpPr txBox="1"/>
          <p:nvPr/>
        </p:nvSpPr>
        <p:spPr>
          <a:xfrm>
            <a:off x="0" y="4787347"/>
            <a:ext cx="18288000" cy="5499653"/>
          </a:xfrm>
          <a:prstGeom prst="rect">
            <a:avLst/>
          </a:prstGeom>
          <a:noFill/>
        </p:spPr>
        <p:txBody>
          <a:bodyPr wrap="square" lIns="109728" tIns="73152" rIns="109728" bIns="73152" anchor="ctr">
            <a:noAutofit/>
          </a:bodyPr>
          <a:lstStyle/>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GIVE US THIS DAY OUR DAILY BREAD;</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AND FORGIVE US OUR TRESPASSES,</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AS WE FORGIVE THOSE WHO TRESPASS AGAINST US;</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AND LEAD US NOT INTO TEMPTATION,</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BUT DELIVER US, DELIVER US FROM EVIL.</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Our Father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3" name="TextBox 2">
            <a:extLst>
              <a:ext uri="{FF2B5EF4-FFF2-40B4-BE49-F238E27FC236}">
                <a16:creationId xmlns:a16="http://schemas.microsoft.com/office/drawing/2014/main" id="{A5D65447-56D1-6AD8-3118-EE39D1BF6F6E}"/>
              </a:ext>
            </a:extLst>
          </p:cNvPr>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FB800"/>
                </a:solidFill>
                <a:latin typeface="Arial"/>
              </a:defRPr>
            </a:pPr>
            <a:r>
              <a:rPr lang="en-US" sz="6600" dirty="0">
                <a:solidFill>
                  <a:srgbClr val="F0FDF4"/>
                </a:solidFill>
              </a:rPr>
              <a:t>Priest: </a:t>
            </a:r>
            <a:r>
              <a:rPr lang="en-US" sz="6600" i="1" dirty="0">
                <a:solidFill>
                  <a:srgbClr val="F0FDF4"/>
                </a:solidFill>
              </a:rPr>
              <a:t>Deliver us, Lord, we pray, from every evil, graciously grant peace in our days, that, by the help of your mercy, we may be always free from sin and safe from all distress, as we await the blessed hope and the coming of our Savior, Jesus Christ.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Our Father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3" name="TextBox 2">
            <a:extLst>
              <a:ext uri="{FF2B5EF4-FFF2-40B4-BE49-F238E27FC236}">
                <a16:creationId xmlns:a16="http://schemas.microsoft.com/office/drawing/2014/main" id="{3C8D2707-7756-A8E3-CBF5-4BA3F8BE583B}"/>
              </a:ext>
            </a:extLst>
          </p:cNvPr>
          <p:cNvSpPr txBox="1"/>
          <p:nvPr/>
        </p:nvSpPr>
        <p:spPr>
          <a:xfrm>
            <a:off x="914400" y="1444753"/>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0FDF4"/>
                </a:solidFill>
                <a:latin typeface="Arial"/>
              </a:defRPr>
            </a:pPr>
            <a:r>
              <a:rPr lang="en-US" sz="7000" dirty="0">
                <a:solidFill>
                  <a:srgbClr val="F0FDF4"/>
                </a:solidFill>
              </a:rPr>
              <a:t>FOR THE KINGDOM, THE POWER, AND THE GLORY ARE YOURS NOW AND FOR EVER.</a:t>
            </a:r>
          </a:p>
        </p:txBody>
      </p:sp>
      <p:sp>
        <p:nvSpPr>
          <p:cNvPr id="5" name="TextBox 4">
            <a:extLst>
              <a:ext uri="{FF2B5EF4-FFF2-40B4-BE49-F238E27FC236}">
                <a16:creationId xmlns:a16="http://schemas.microsoft.com/office/drawing/2014/main" id="{D3483208-BA5E-930E-3B94-EA7431D41750}"/>
              </a:ext>
            </a:extLst>
          </p:cNvPr>
          <p:cNvSpPr txBox="1"/>
          <p:nvPr/>
        </p:nvSpPr>
        <p:spPr>
          <a:xfrm>
            <a:off x="914400" y="5143500"/>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0FDF4"/>
                </a:solidFill>
                <a:latin typeface="Arial"/>
              </a:defRPr>
            </a:pPr>
            <a:r>
              <a:rPr lang="en-US" sz="9000" i="1" dirty="0">
                <a:solidFill>
                  <a:srgbClr val="F0FDF4"/>
                </a:solidFill>
              </a:rPr>
              <a:t>AMEN, AMEN, AMEN.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Our Father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746530"/>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peace of the Lord</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be with you.</a:t>
            </a:r>
          </a:p>
        </p:txBody>
      </p:sp>
      <p:sp>
        <p:nvSpPr>
          <p:cNvPr id="4" name="TextBox 4"/>
          <p:cNvSpPr txBox="1"/>
          <p:nvPr/>
        </p:nvSpPr>
        <p:spPr>
          <a:xfrm>
            <a:off x="0" y="7665339"/>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Peace be with you.</a:t>
            </a:r>
          </a:p>
        </p:txBody>
      </p:sp>
      <p:sp>
        <p:nvSpPr>
          <p:cNvPr id="6" name="TextBox 6"/>
          <p:cNvSpPr txBox="1"/>
          <p:nvPr/>
        </p:nvSpPr>
        <p:spPr>
          <a:xfrm>
            <a:off x="0" y="5626576"/>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Let us offer each other</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sign of peace. </a:t>
            </a:r>
          </a:p>
        </p:txBody>
      </p:sp>
      <p:sp>
        <p:nvSpPr>
          <p:cNvPr id="5" name="TextBox 4">
            <a:extLst>
              <a:ext uri="{FF2B5EF4-FFF2-40B4-BE49-F238E27FC236}">
                <a16:creationId xmlns:a16="http://schemas.microsoft.com/office/drawing/2014/main" id="{664176DB-8A06-D3DB-13A1-B22D1175E2F2}"/>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Sign of Peace</a:t>
            </a:r>
            <a:endParaRPr sz="5000" b="1" u="sng" dirty="0">
              <a:solidFill>
                <a:srgbClr val="86EFAC"/>
              </a:solidFill>
              <a:latin typeface="Georgia"/>
            </a:endParaRPr>
          </a:p>
        </p:txBody>
      </p:sp>
      <p:sp>
        <p:nvSpPr>
          <p:cNvPr id="8" name="TextBox 4">
            <a:extLst>
              <a:ext uri="{FF2B5EF4-FFF2-40B4-BE49-F238E27FC236}">
                <a16:creationId xmlns:a16="http://schemas.microsoft.com/office/drawing/2014/main" id="{F7E45210-3BE8-09AA-AD33-DBEA6071DC28}"/>
              </a:ext>
            </a:extLst>
          </p:cNvPr>
          <p:cNvSpPr txBox="1"/>
          <p:nvPr/>
        </p:nvSpPr>
        <p:spPr>
          <a:xfrm>
            <a:off x="0" y="3768412"/>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And with your spirit.</a:t>
            </a:r>
          </a:p>
        </p:txBody>
      </p:sp>
      <p:sp>
        <p:nvSpPr>
          <p:cNvPr id="9" name="TextBox 8"/>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Sign of Peace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248545"/>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3" name="TextBox 3"/>
          <p:cNvSpPr txBox="1"/>
          <p:nvPr/>
        </p:nvSpPr>
        <p:spPr>
          <a:xfrm>
            <a:off x="0" y="6645357"/>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4" name="TextBox 4"/>
          <p:cNvSpPr txBox="1"/>
          <p:nvPr/>
        </p:nvSpPr>
        <p:spPr>
          <a:xfrm>
            <a:off x="0" y="3946951"/>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7" name="TextBox 6">
            <a:extLst>
              <a:ext uri="{FF2B5EF4-FFF2-40B4-BE49-F238E27FC236}">
                <a16:creationId xmlns:a16="http://schemas.microsoft.com/office/drawing/2014/main" id="{F9D2276B-3751-00B9-B051-3CB47914D3DE}"/>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Lamb of God</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Lamb of God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3553930"/>
            <a:ext cx="18288000" cy="5864390"/>
          </a:xfrm>
          <a:prstGeom prst="rect">
            <a:avLst/>
          </a:prstGeom>
          <a:noFill/>
        </p:spPr>
        <p:txBody>
          <a:bodyPr wrap="square" lIns="109728" tIns="73152" rIns="109728" bIns="73152" anchor="ctr">
            <a:noAutofit/>
          </a:bodyPr>
          <a:lstStyle/>
          <a:p>
            <a:pPr algn="ctr" fontAlgn="ctr"/>
            <a:r>
              <a:rPr sz="8000" b="1" dirty="0">
                <a:solidFill>
                  <a:srgbClr val="F0FDF4"/>
                </a:solidFill>
                <a:latin typeface="Arial" panose="020B0604020202020204" pitchFamily="34" charset="0"/>
                <a:cs typeface="Arial" panose="020B0604020202020204" pitchFamily="34" charset="0"/>
              </a:rPr>
              <a:t>All:</a:t>
            </a:r>
            <a:endParaRPr lang="en-US" sz="8000" b="1" dirty="0">
              <a:solidFill>
                <a:srgbClr val="F0FDF4"/>
              </a:solidFill>
              <a:latin typeface="Arial" panose="020B0604020202020204" pitchFamily="34" charset="0"/>
              <a:cs typeface="Arial" panose="020B0604020202020204" pitchFamily="34" charset="0"/>
            </a:endParaRPr>
          </a:p>
          <a:p>
            <a:pPr algn="ctr" fontAlgn="ctr"/>
            <a:r>
              <a:rPr sz="8000" b="1" dirty="0">
                <a:solidFill>
                  <a:srgbClr val="F0FDF4"/>
                </a:solidFill>
                <a:latin typeface="Arial" panose="020B0604020202020204" pitchFamily="34" charset="0"/>
                <a:cs typeface="Arial" panose="020B0604020202020204" pitchFamily="34" charset="0"/>
              </a:rPr>
              <a:t>Lord, I am not worthy that you should enter under my roof, but only say the word and my soul shall be healed.</a:t>
            </a:r>
          </a:p>
        </p:txBody>
      </p:sp>
      <p:sp>
        <p:nvSpPr>
          <p:cNvPr id="4" name="TextBox 3">
            <a:extLst>
              <a:ext uri="{FF2B5EF4-FFF2-40B4-BE49-F238E27FC236}">
                <a16:creationId xmlns:a16="http://schemas.microsoft.com/office/drawing/2014/main" id="{23E58424-4860-EF09-E5A9-C4A4AD77B7B8}"/>
              </a:ext>
            </a:extLst>
          </p:cNvPr>
          <p:cNvSpPr txBox="1"/>
          <p:nvPr/>
        </p:nvSpPr>
        <p:spPr>
          <a:xfrm>
            <a:off x="0" y="506591"/>
            <a:ext cx="18288000" cy="2696351"/>
          </a:xfrm>
          <a:prstGeom prst="rect">
            <a:avLst/>
          </a:prstGeom>
          <a:noFill/>
        </p:spPr>
        <p:txBody>
          <a:bodyPr wrap="square" lIns="109728" tIns="73152" rIns="109728" bIns="73152" anchor="ctr">
            <a:noAutofit/>
          </a:bodyPr>
          <a:lstStyle/>
          <a:p>
            <a:pPr algn="ctr"/>
            <a:r>
              <a:rPr lang="en-US" sz="5500" b="1" dirty="0">
                <a:solidFill>
                  <a:srgbClr val="FFB800"/>
                </a:solidFill>
                <a:latin typeface="Arial" panose="020B0604020202020204" pitchFamily="34" charset="0"/>
                <a:cs typeface="Arial" panose="020B0604020202020204" pitchFamily="34" charset="0"/>
              </a:rPr>
              <a:t>Priest: </a:t>
            </a:r>
            <a:r>
              <a:rPr lang="en-US" sz="5500" b="1" i="1" dirty="0">
                <a:solidFill>
                  <a:srgbClr val="F0FDF4"/>
                </a:solidFill>
                <a:latin typeface="Arial" panose="020B0604020202020204" pitchFamily="34" charset="0"/>
                <a:cs typeface="Arial" panose="020B0604020202020204" pitchFamily="34" charset="0"/>
              </a:rPr>
              <a:t>Behold the Lamb of God, behold him who takes away the sins of the world. Blessed are those called to the supper of the Lamb.</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The Communion Rite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B800"/>
                </a:solidFill>
                <a:latin typeface="Georgia"/>
              </a:rPr>
              <a:t>Manalig Ka</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7200" b="1" i="0">
                <a:solidFill>
                  <a:srgbClr val="FFFFFF"/>
                </a:solidFill>
                <a:latin typeface="Poppins"/>
              </a:rPr>
              <a:t>ILUOM LAHAT NG TAKOT SA IYONG DAMDAMIN</a:t>
            </a:r>
          </a:p>
          <a:p>
            <a:pPr algn="ctr">
              <a:lnSpc>
                <a:spcPct val="70000"/>
              </a:lnSpc>
            </a:pPr>
            <a:r>
              <a:rPr sz="7200" b="1" i="0">
                <a:solidFill>
                  <a:srgbClr val="FFFFFF"/>
                </a:solidFill>
                <a:latin typeface="Poppins"/>
              </a:rPr>
              <a:t>ANG PANGALAN N'YA LAGI ANG TAWAGIN</a:t>
            </a:r>
          </a:p>
          <a:p>
            <a:pPr algn="ctr">
              <a:lnSpc>
                <a:spcPct val="70000"/>
              </a:lnSpc>
            </a:pPr>
            <a:r>
              <a:rPr sz="7200" b="1" i="0">
                <a:solidFill>
                  <a:srgbClr val="FFFFFF"/>
                </a:solidFill>
                <a:latin typeface="Poppins"/>
              </a:rPr>
              <a:t>AT SIYA'Y NAKIKINIG</a:t>
            </a:r>
          </a:p>
          <a:p>
            <a:pPr algn="ctr">
              <a:lnSpc>
                <a:spcPct val="70000"/>
              </a:lnSpc>
            </a:pPr>
            <a:r>
              <a:rPr sz="7200" b="1" i="0">
                <a:solidFill>
                  <a:srgbClr val="FFFFFF"/>
                </a:solidFill>
                <a:latin typeface="Poppins"/>
              </a:rPr>
              <a:t>SA BAWAT HINAING</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6800" b="1" i="1">
                <a:solidFill>
                  <a:srgbClr val="FFFFFF"/>
                </a:solidFill>
                <a:latin typeface="Poppins"/>
              </a:rPr>
              <a:t>MAGMASID</a:t>
            </a:r>
          </a:p>
          <a:p>
            <a:pPr algn="ctr">
              <a:lnSpc>
                <a:spcPct val="70000"/>
              </a:lnSpc>
            </a:pPr>
            <a:r>
              <a:rPr sz="6800" b="1" i="1">
                <a:solidFill>
                  <a:srgbClr val="FFFFFF"/>
                </a:solidFill>
                <a:latin typeface="Poppins"/>
              </a:rPr>
              <a:t>AT MAMULAT SA KANYANG KAPANGYARIHAN</a:t>
            </a:r>
          </a:p>
          <a:p>
            <a:pPr algn="ctr">
              <a:lnSpc>
                <a:spcPct val="70000"/>
              </a:lnSpc>
            </a:pPr>
            <a:r>
              <a:rPr sz="6800" b="1" i="1">
                <a:solidFill>
                  <a:srgbClr val="FFFFFF"/>
                </a:solidFill>
                <a:latin typeface="Poppins"/>
              </a:rPr>
              <a:t>NABATID MO BA NA SIYA'Y NAGLALAAN</a:t>
            </a:r>
          </a:p>
          <a:p>
            <a:pPr algn="ctr">
              <a:lnSpc>
                <a:spcPct val="70000"/>
              </a:lnSpc>
            </a:pPr>
            <a:r>
              <a:rPr sz="6800" b="1" i="1">
                <a:solidFill>
                  <a:srgbClr val="FFFFFF"/>
                </a:solidFill>
                <a:latin typeface="Poppins"/>
              </a:rPr>
              <a:t>PATULOY NA NAGHAHATID NG TUNAY NA KALAYAAN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400" b="1" i="1">
                <a:solidFill>
                  <a:srgbClr val="FFB800"/>
                </a:solidFill>
                <a:latin typeface="Poppins"/>
              </a:rPr>
              <a:t>MANALIG KA</a:t>
            </a:r>
          </a:p>
          <a:p>
            <a:pPr algn="ctr">
              <a:lnSpc>
                <a:spcPct val="70000"/>
              </a:lnSpc>
            </a:pPr>
            <a:r>
              <a:rPr sz="7400" b="1" i="1">
                <a:solidFill>
                  <a:srgbClr val="FFB800"/>
                </a:solidFill>
                <a:latin typeface="Poppins"/>
              </a:rPr>
              <a:t>TUYUIN ANG LUHA SA MGA MATA</a:t>
            </a:r>
          </a:p>
          <a:p>
            <a:pPr algn="ctr">
              <a:lnSpc>
                <a:spcPct val="70000"/>
              </a:lnSpc>
            </a:pPr>
            <a:r>
              <a:rPr sz="7400" b="1" i="1">
                <a:solidFill>
                  <a:srgbClr val="FFB800"/>
                </a:solidFill>
                <a:latin typeface="Poppins"/>
              </a:rPr>
              <a:t>HINDI SIYA PANAGINIP</a:t>
            </a:r>
          </a:p>
          <a:p>
            <a:pPr algn="ctr">
              <a:lnSpc>
                <a:spcPct val="70000"/>
              </a:lnSpc>
            </a:pPr>
            <a:r>
              <a:rPr sz="7400" b="1" i="1">
                <a:solidFill>
                  <a:srgbClr val="FFB800"/>
                </a:solidFill>
                <a:latin typeface="Poppins"/>
              </a:rPr>
              <a:t>HINDI SIYA ISANG PANGARAP</a:t>
            </a:r>
          </a:p>
          <a:p>
            <a:pPr algn="ctr">
              <a:lnSpc>
                <a:spcPct val="70000"/>
              </a:lnSpc>
            </a:pPr>
            <a:r>
              <a:rPr sz="7400" b="1" i="1">
                <a:solidFill>
                  <a:srgbClr val="FFB800"/>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6200" b="1" i="0">
                <a:solidFill>
                  <a:srgbClr val="FFFFFF"/>
                </a:solidFill>
                <a:latin typeface="Poppins"/>
              </a:rPr>
              <a:t>ANG NGAYON TILA WALANG MARARATING NA BUKAS</a:t>
            </a:r>
          </a:p>
          <a:p>
            <a:pPr algn="ctr">
              <a:lnSpc>
                <a:spcPct val="70000"/>
              </a:lnSpc>
            </a:pPr>
            <a:r>
              <a:rPr sz="6200" b="1" i="0">
                <a:solidFill>
                  <a:srgbClr val="FFFFFF"/>
                </a:solidFill>
                <a:latin typeface="Poppins"/>
              </a:rPr>
              <a:t>NGUNIT KUNG SIYA ANG ATING HAYAANG MAGLANDAS</a:t>
            </a:r>
          </a:p>
          <a:p>
            <a:pPr algn="ctr">
              <a:lnSpc>
                <a:spcPct val="70000"/>
              </a:lnSpc>
            </a:pPr>
            <a:r>
              <a:rPr sz="6200" b="1" i="0">
                <a:solidFill>
                  <a:srgbClr val="FFFFFF"/>
                </a:solidFill>
                <a:latin typeface="Poppins"/>
              </a:rPr>
              <a:t>PAG-ASA AY MULING MABIBIGKAS</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400" b="1" i="1">
                <a:solidFill>
                  <a:srgbClr val="FFB800"/>
                </a:solidFill>
                <a:latin typeface="Poppins"/>
              </a:rPr>
              <a:t>MANALIG KA</a:t>
            </a:r>
          </a:p>
          <a:p>
            <a:pPr algn="ctr">
              <a:lnSpc>
                <a:spcPct val="70000"/>
              </a:lnSpc>
            </a:pPr>
            <a:r>
              <a:rPr sz="7400" b="1" i="1">
                <a:solidFill>
                  <a:srgbClr val="FFB800"/>
                </a:solidFill>
                <a:latin typeface="Poppins"/>
              </a:rPr>
              <a:t>TUYUIN ANG LUHA SA MGA MATA</a:t>
            </a:r>
          </a:p>
          <a:p>
            <a:pPr algn="ctr">
              <a:lnSpc>
                <a:spcPct val="70000"/>
              </a:lnSpc>
            </a:pPr>
            <a:r>
              <a:rPr sz="7400" b="1" i="1">
                <a:solidFill>
                  <a:srgbClr val="FFB800"/>
                </a:solidFill>
                <a:latin typeface="Poppins"/>
              </a:rPr>
              <a:t>HINDI SIYA PANAGINIP</a:t>
            </a:r>
          </a:p>
          <a:p>
            <a:pPr algn="ctr">
              <a:lnSpc>
                <a:spcPct val="70000"/>
              </a:lnSpc>
            </a:pPr>
            <a:r>
              <a:rPr sz="7400" b="1" i="1">
                <a:solidFill>
                  <a:srgbClr val="FFB800"/>
                </a:solidFill>
                <a:latin typeface="Poppins"/>
              </a:rPr>
              <a:t>HINDI SIYA ISANG PANGARAP</a:t>
            </a:r>
          </a:p>
          <a:p>
            <a:pPr algn="ctr">
              <a:lnSpc>
                <a:spcPct val="70000"/>
              </a:lnSpc>
            </a:pPr>
            <a:r>
              <a:rPr sz="7400" b="1" i="1">
                <a:solidFill>
                  <a:srgbClr val="FFB800"/>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200" b="1" i="0">
                <a:solidFill>
                  <a:srgbClr val="FFFFFF"/>
                </a:solidFill>
                <a:latin typeface="Poppins"/>
              </a:rPr>
              <a:t>MANALIG KA</a:t>
            </a:r>
          </a:p>
          <a:p>
            <a:pPr algn="ctr">
              <a:lnSpc>
                <a:spcPct val="70000"/>
              </a:lnSpc>
            </a:pPr>
            <a:r>
              <a:rPr sz="7200" b="1" i="0">
                <a:solidFill>
                  <a:srgbClr val="FFFFFF"/>
                </a:solidFill>
                <a:latin typeface="Poppins"/>
              </a:rPr>
              <a:t>TUYUIN ANG LUHA SA MGA MATA</a:t>
            </a:r>
          </a:p>
          <a:p>
            <a:pPr algn="ctr">
              <a:lnSpc>
                <a:spcPct val="70000"/>
              </a:lnSpc>
            </a:pPr>
            <a:r>
              <a:rPr sz="7200" b="1" i="0">
                <a:solidFill>
                  <a:srgbClr val="FFFFFF"/>
                </a:solidFill>
                <a:latin typeface="Poppins"/>
              </a:rPr>
              <a:t>HINDI SIYA NATUTULOG</a:t>
            </a:r>
          </a:p>
          <a:p>
            <a:pPr algn="ctr">
              <a:lnSpc>
                <a:spcPct val="70000"/>
              </a:lnSpc>
            </a:pPr>
            <a:r>
              <a:rPr sz="7200" b="1" i="0">
                <a:solidFill>
                  <a:srgbClr val="FFFFFF"/>
                </a:solidFill>
                <a:latin typeface="Poppins"/>
              </a:rPr>
              <a:t>HINDI NAKAKALIMOT</a:t>
            </a:r>
          </a:p>
          <a:p>
            <a:pPr algn="ctr">
              <a:lnSpc>
                <a:spcPct val="70000"/>
              </a:lnSpc>
            </a:pPr>
            <a:r>
              <a:rPr sz="7200" b="1" i="0">
                <a:solidFill>
                  <a:srgbClr val="FFFFFF"/>
                </a:solidFill>
                <a:latin typeface="Poppins"/>
              </a:rPr>
              <a:t>KAY HESUS MANALIG KA</a:t>
            </a:r>
          </a:p>
          <a:p>
            <a:pPr algn="ctr">
              <a:lnSpc>
                <a:spcPct val="70000"/>
              </a:lnSpc>
            </a:pPr>
            <a:r>
              <a:rPr sz="7200" b="1" i="0">
                <a:solidFill>
                  <a:srgbClr val="FFFFFF"/>
                </a:solidFill>
                <a:latin typeface="Poppins"/>
              </a:rPr>
              <a:t>KAY HESUS MANALIG KA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B800"/>
                </a:solidFill>
                <a:latin typeface="Georgia"/>
              </a:rPr>
              <a:t>Isang Bansa</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OH KAY GANDA NG ATING BUHAY</a:t>
            </a:r>
          </a:p>
          <a:p>
            <a:pPr algn="ctr">
              <a:lnSpc>
                <a:spcPct val="70000"/>
              </a:lnSpc>
            </a:pPr>
            <a:r>
              <a:rPr sz="7500" b="1" i="0">
                <a:solidFill>
                  <a:srgbClr val="FFFFFF"/>
                </a:solidFill>
                <a:latin typeface="Poppins"/>
              </a:rPr>
              <a:t>NAPUPUSPOS NG PAGPAPALA</a:t>
            </a:r>
          </a:p>
          <a:p>
            <a:pPr algn="ctr">
              <a:lnSpc>
                <a:spcPct val="70000"/>
              </a:lnSpc>
            </a:pPr>
            <a:r>
              <a:rPr sz="7500" b="1" i="0">
                <a:solidFill>
                  <a:srgbClr val="FFFFFF"/>
                </a:solidFill>
                <a:latin typeface="Poppins"/>
              </a:rPr>
              <a:t>NG SAKRAMENTONG MAHIWAGA</a:t>
            </a:r>
          </a:p>
          <a:p>
            <a:pPr algn="ctr">
              <a:lnSpc>
                <a:spcPct val="70000"/>
              </a:lnSpc>
            </a:pPr>
            <a:r>
              <a:rPr sz="7500" b="1" i="0">
                <a:solidFill>
                  <a:srgbClr val="FFFFFF"/>
                </a:solidFill>
                <a:latin typeface="Poppins"/>
              </a:rPr>
              <a:t>KALOOB NI HESUS SA’TING GABAY</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7500" b="1" i="1">
                <a:solidFill>
                  <a:srgbClr val="FFFFFF"/>
                </a:solidFill>
                <a:latin typeface="Poppins"/>
              </a:rPr>
              <a:t>OH KAY TAMIS NG PAGSASAMA</a:t>
            </a:r>
          </a:p>
          <a:p>
            <a:pPr algn="ctr">
              <a:lnSpc>
                <a:spcPct val="70000"/>
              </a:lnSpc>
            </a:pPr>
            <a:r>
              <a:rPr sz="7500" b="1" i="1">
                <a:solidFill>
                  <a:srgbClr val="FFFFFF"/>
                </a:solidFill>
                <a:latin typeface="Poppins"/>
              </a:rPr>
              <a:t>NAGMUMULA SA PAGKAKAISA</a:t>
            </a:r>
          </a:p>
          <a:p>
            <a:pPr algn="ctr">
              <a:lnSpc>
                <a:spcPct val="70000"/>
              </a:lnSpc>
            </a:pPr>
            <a:r>
              <a:rPr sz="7500" b="1" i="1">
                <a:solidFill>
                  <a:srgbClr val="FFFFFF"/>
                </a:solidFill>
                <a:latin typeface="Poppins"/>
              </a:rPr>
              <a:t>BUMUBUKAL SA PAGSASALO</a:t>
            </a:r>
          </a:p>
          <a:p>
            <a:pPr algn="ctr">
              <a:lnSpc>
                <a:spcPct val="70000"/>
              </a:lnSpc>
            </a:pPr>
            <a:r>
              <a:rPr sz="7500" b="1" i="1">
                <a:solidFill>
                  <a:srgbClr val="FFFFFF"/>
                </a:solidFill>
                <a:latin typeface="Poppins"/>
              </a:rPr>
              <a:t>SA IISANG HAPAG AY DUMALO</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PURIHIN SI HESUS SA SAKRAMENTO</a:t>
            </a:r>
          </a:p>
          <a:p>
            <a:pPr algn="ctr">
              <a:lnSpc>
                <a:spcPct val="70000"/>
              </a:lnSpc>
            </a:pPr>
            <a:r>
              <a:rPr sz="7500" b="1" i="0">
                <a:solidFill>
                  <a:srgbClr val="FFFFFF"/>
                </a:solidFill>
                <a:latin typeface="Poppins"/>
              </a:rPr>
              <a:t>PURIHIN NG LAHAT NG TAO</a:t>
            </a:r>
          </a:p>
          <a:p>
            <a:pPr algn="ctr">
              <a:lnSpc>
                <a:spcPct val="70000"/>
              </a:lnSpc>
            </a:pPr>
            <a:r>
              <a:rPr sz="7500" b="1" i="0">
                <a:solidFill>
                  <a:srgbClr val="FFFFFF"/>
                </a:solidFill>
                <a:latin typeface="Poppins"/>
              </a:rPr>
              <a:t>PURIHIN SIYA NG PILIPINO</a:t>
            </a:r>
          </a:p>
          <a:p>
            <a:pPr algn="ctr">
              <a:lnSpc>
                <a:spcPct val="70000"/>
              </a:lnSpc>
            </a:pPr>
            <a:r>
              <a:rPr sz="7500" b="1" i="0">
                <a:solidFill>
                  <a:srgbClr val="FFFFFF"/>
                </a:solidFill>
                <a:latin typeface="Poppins"/>
              </a:rPr>
              <a:t>SA PAGKAKAISA’Y LINGAPIN MO</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2365907"/>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7B73A9D8-8533-CC78-5413-306BA3BD42DC}"/>
              </a:ext>
            </a:extLst>
          </p:cNvPr>
          <p:cNvSpPr txBox="1"/>
          <p:nvPr/>
        </p:nvSpPr>
        <p:spPr>
          <a:xfrm>
            <a:off x="914400" y="5143500"/>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lang="en-US" sz="9000" b="1" dirty="0">
                <a:solidFill>
                  <a:srgbClr val="F0FDF4"/>
                </a:solidFill>
                <a:latin typeface="Arial" panose="020B0604020202020204" pitchFamily="34" charset="0"/>
                <a:cs typeface="Arial" panose="020B0604020202020204" pitchFamily="34" charset="0"/>
              </a:rP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The Communion Rite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4" name="TextBox 3">
            <a:extLst>
              <a:ext uri="{FF2B5EF4-FFF2-40B4-BE49-F238E27FC236}">
                <a16:creationId xmlns:a16="http://schemas.microsoft.com/office/drawing/2014/main" id="{3FE251BE-6C37-A4D1-32D9-85B08A94C476}"/>
              </a:ext>
            </a:extLst>
          </p:cNvPr>
          <p:cNvSpPr txBox="1"/>
          <p:nvPr/>
        </p:nvSpPr>
        <p:spPr>
          <a:xfrm>
            <a:off x="914400" y="1499417"/>
            <a:ext cx="16459200" cy="5040530"/>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sz="10000" dirty="0">
                <a:solidFill>
                  <a:srgbClr val="F0FDF4"/>
                </a:solidFill>
                <a:latin typeface="Georgia" panose="02040502050405020303" pitchFamily="18" charset="0"/>
              </a:rPr>
              <a:t>Welcome newcomers!</a:t>
            </a:r>
            <a:endParaRPr lang="en-US" sz="10000" dirty="0">
              <a:latin typeface="Georgia" panose="02040502050405020303" pitchFamily="18" charset="0"/>
            </a:endParaRPr>
          </a:p>
          <a:p>
            <a:pPr algn="ctr">
              <a:spcAft>
                <a:spcPts val="500"/>
              </a:spcAft>
              <a:defRPr sz="5500" b="1" i="0" u="none">
                <a:solidFill>
                  <a:srgbClr val="F0FDF4"/>
                </a:solidFill>
                <a:latin typeface="Inter"/>
              </a:defRPr>
            </a:pPr>
            <a:r>
              <a:rPr lang="en-KR" sz="10000" dirty="0">
                <a:solidFill>
                  <a:srgbClr val="F0FDF4"/>
                </a:solidFill>
                <a:latin typeface="Georgia" panose="02040502050405020303" pitchFamily="18" charset="0"/>
              </a:rPr>
              <a:t>to</a:t>
            </a:r>
            <a:br>
              <a:rPr lang="en-KR" sz="10000" dirty="0">
                <a:latin typeface="Georgia" panose="02040502050405020303" pitchFamily="18" charset="0"/>
              </a:rPr>
            </a:br>
            <a:r>
              <a:rPr lang="en-KR" sz="10000" dirty="0">
                <a:solidFill>
                  <a:srgbClr val="F0FDF4"/>
                </a:solidFill>
                <a:latin typeface="Georgia" panose="02040502050405020303" pitchFamily="18" charset="0"/>
              </a:rPr>
              <a:t>Gwangju Filipino Catholic Community</a:t>
            </a:r>
            <a:endParaRPr sz="10000" dirty="0">
              <a:latin typeface="Georgia" panose="02040502050405020303" pitchFamily="18" charset="0"/>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Welcoming Newcomers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0FDF4"/>
                </a:solidFill>
              </a:rPr>
              <a:t>Mass Collection</a:t>
            </a:r>
          </a:p>
        </p:txBody>
      </p:sp>
      <p:sp>
        <p:nvSpPr>
          <p:cNvPr id="6" name="TextBox 5">
            <a:extLst>
              <a:ext uri="{FF2B5EF4-FFF2-40B4-BE49-F238E27FC236}">
                <a16:creationId xmlns:a16="http://schemas.microsoft.com/office/drawing/2014/main" id="{5E6D80AC-E9BA-7C1C-81C5-AA192C66B850}"/>
              </a:ext>
            </a:extLst>
          </p:cNvPr>
          <p:cNvSpPr txBox="1"/>
          <p:nvPr/>
        </p:nvSpPr>
        <p:spPr>
          <a:xfrm>
            <a:off x="914400" y="4553503"/>
            <a:ext cx="16459200" cy="116170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solidFill>
                  <a:srgbClr val="F0FDF4"/>
                </a:solidFill>
                <a:latin typeface="Arial Black" panose="020B0604020202020204" pitchFamily="34" charset="0"/>
                <a:cs typeface="Arial Black" panose="020B0604020202020204" pitchFamily="34" charset="0"/>
              </a:rPr>
              <a:t/>
            </a:r>
            <a:endParaRPr sz="10000" b="1" dirty="0">
              <a:latin typeface="Arial Black" panose="020B0604020202020204" pitchFamily="34" charset="0"/>
              <a:cs typeface="Arial Black" panose="020B0604020202020204" pitchFamily="34" charset="0"/>
            </a:endParaRPr>
          </a:p>
        </p:txBody>
      </p:sp>
      <p:sp>
        <p:nvSpPr>
          <p:cNvPr id="8" name="TextBox 7">
            <a:extLst>
              <a:ext uri="{FF2B5EF4-FFF2-40B4-BE49-F238E27FC236}">
                <a16:creationId xmlns:a16="http://schemas.microsoft.com/office/drawing/2014/main" id="{5EE7C7ED-ADC2-17BC-18D0-2CD24423D0BC}"/>
              </a:ext>
            </a:extLst>
          </p:cNvPr>
          <p:cNvSpPr txBox="1"/>
          <p:nvPr/>
        </p:nvSpPr>
        <p:spPr>
          <a:xfrm>
            <a:off x="914400" y="1381540"/>
            <a:ext cx="16459200" cy="1051561"/>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lang="en-US" sz="5000" b="1" i="1" dirty="0">
                <a:solidFill>
                  <a:srgbClr val="F0FDF4"/>
                </a:solidFill>
                <a:latin typeface="Arial" panose="020B0604020202020204" pitchFamily="34" charset="0"/>
                <a:cs typeface="Arial" panose="020B0604020202020204" pitchFamily="34" charset="0"/>
              </a:rPr>
              <a:t>Sunday, June 14, 2026</a:t>
            </a:r>
            <a:endParaRPr sz="5000" b="1" i="1" dirty="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582F665-B508-1D17-B03C-850BD389EC3F}"/>
              </a:ext>
            </a:extLst>
          </p:cNvPr>
          <p:cNvSpPr txBox="1"/>
          <p:nvPr/>
        </p:nvSpPr>
        <p:spPr>
          <a:xfrm>
            <a:off x="914400" y="8324606"/>
            <a:ext cx="16459200" cy="1161707"/>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sz="5000" b="1" dirty="0">
                <a:solidFill>
                  <a:schemeClr val="bg1"/>
                </a:solidFill>
                <a:latin typeface="Arial" panose="020B0604020202020204" pitchFamily="34" charset="0"/>
                <a:cs typeface="Arial" panose="020B0604020202020204" pitchFamily="34" charset="0"/>
              </a:rPr>
              <a:t>Thank you for your generosity.</a:t>
            </a:r>
          </a:p>
        </p:txBody>
      </p:sp>
      <p:sp>
        <p:nvSpPr>
          <p:cNvPr id="13" name="TextBox 1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Mass Collection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4286747"/>
            <a:ext cx="16459200" cy="777241"/>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sz="7000" b="1">
                <a:solidFill>
                  <a:srgbClr val="F0FDF4"/>
                </a:solidFill>
                <a:latin typeface="Arial Black"/>
              </a:rPr>
              <a:t>KESHI GONZALES</a:t>
            </a:r>
            <a:endParaRPr sz="7000" b="1" dirty="0">
              <a:latin typeface="Arial Black" panose="020B0604020202020204" pitchFamily="34" charset="0"/>
              <a:cs typeface="Arial Black" panose="020B0604020202020204" pitchFamily="34" charset="0"/>
            </a:endParaRPr>
          </a:p>
        </p:txBody>
      </p:sp>
      <p:sp>
        <p:nvSpPr>
          <p:cNvPr id="4" name="TextBox 3">
            <a:extLst>
              <a:ext uri="{FF2B5EF4-FFF2-40B4-BE49-F238E27FC236}">
                <a16:creationId xmlns:a16="http://schemas.microsoft.com/office/drawing/2014/main" id="{77736BFA-26E1-70B3-7181-5AADD68E38D4}"/>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solidFill>
                  <a:srgbClr val="FFB800"/>
                </a:solidFill>
                <a:latin typeface="Georgia" panose="02040502050405020303" pitchFamily="18" charset="0"/>
              </a:rPr>
              <a:t>Food Sponsors</a:t>
            </a:r>
            <a:endParaRPr u="sng" dirty="0">
              <a:latin typeface="Georgia" panose="02040502050405020303" pitchFamily="18" charset="0"/>
            </a:endParaRPr>
          </a:p>
        </p:txBody>
      </p:sp>
      <p:sp>
        <p:nvSpPr>
          <p:cNvPr id="5" name="TextBox 4">
            <a:extLst>
              <a:ext uri="{FF2B5EF4-FFF2-40B4-BE49-F238E27FC236}">
                <a16:creationId xmlns:a16="http://schemas.microsoft.com/office/drawing/2014/main" id="{0601FD3F-7F4F-17C3-E3E5-BF93DD7A3502}"/>
              </a:ext>
            </a:extLst>
          </p:cNvPr>
          <p:cNvSpPr txBox="1"/>
          <p:nvPr/>
        </p:nvSpPr>
        <p:spPr>
          <a:xfrm>
            <a:off x="914400" y="5237922"/>
            <a:ext cx="16459200" cy="777241"/>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lang="en-US" sz="7000" b="1" dirty="0">
                <a:solidFill>
                  <a:srgbClr val="F0FDF4"/>
                </a:solidFill>
                <a:latin typeface="Arial Black" panose="020B0604020202020204" pitchFamily="34" charset="0"/>
                <a:cs typeface="Arial Black" panose="020B0604020202020204" pitchFamily="34" charset="0"/>
              </a:rPr>
              <a:t/>
            </a:r>
            <a:endParaRPr sz="7000" b="1" dirty="0">
              <a:latin typeface="Arial Black" panose="020B0604020202020204" pitchFamily="34" charset="0"/>
              <a:cs typeface="Arial Black" panose="020B0604020202020204" pitchFamily="34" charset="0"/>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Food Sponsors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dirty="0">
                <a:solidFill>
                  <a:srgbClr val="F0FDF4"/>
                </a:solidFill>
              </a:rPr>
              <a:t>Sacrament of Confession</a:t>
            </a:r>
          </a:p>
        </p:txBody>
      </p:sp>
      <p:sp>
        <p:nvSpPr>
          <p:cNvPr id="4" name="TextBox 3">
            <a:extLst>
              <a:ext uri="{FF2B5EF4-FFF2-40B4-BE49-F238E27FC236}">
                <a16:creationId xmlns:a16="http://schemas.microsoft.com/office/drawing/2014/main" id="{A6D3B25F-5450-9BDC-7305-792F22175713}"/>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solidFill>
                  <a:srgbClr val="FFB800"/>
                </a:solidFill>
                <a:latin typeface="Georgia" panose="02040502050405020303" pitchFamily="18" charset="0"/>
              </a:rPr>
              <a:t>Sacrament of Confession</a:t>
            </a:r>
            <a:endParaRPr u="sng" dirty="0">
              <a:solidFill>
                <a:srgbClr val="FFB800"/>
              </a:solidFill>
              <a:latin typeface="Georgia" panose="02040502050405020303" pitchFamily="18" charset="0"/>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37304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96FC87FF-BC64-13B6-66A9-387D1C03AA8D}"/>
              </a:ext>
            </a:extLst>
          </p:cNvPr>
          <p:cNvSpPr txBox="1"/>
          <p:nvPr/>
        </p:nvSpPr>
        <p:spPr>
          <a:xfrm>
            <a:off x="914400" y="3006090"/>
            <a:ext cx="16459200" cy="1899699"/>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May almighty God bless you, the Father, and the Son, and the Holy Spirit.</a:t>
            </a:r>
          </a:p>
        </p:txBody>
      </p:sp>
      <p:sp>
        <p:nvSpPr>
          <p:cNvPr id="5" name="TextBox 4">
            <a:extLst>
              <a:ext uri="{FF2B5EF4-FFF2-40B4-BE49-F238E27FC236}">
                <a16:creationId xmlns:a16="http://schemas.microsoft.com/office/drawing/2014/main" id="{3389B624-E2F8-3F71-E14D-62975158B081}"/>
              </a:ext>
            </a:extLst>
          </p:cNvPr>
          <p:cNvSpPr txBox="1"/>
          <p:nvPr/>
        </p:nvSpPr>
        <p:spPr>
          <a:xfrm>
            <a:off x="914400" y="6719516"/>
            <a:ext cx="16459200" cy="1938794"/>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Go in peace, glorifying the Lord by your life.</a:t>
            </a:r>
          </a:p>
        </p:txBody>
      </p:sp>
      <p:sp>
        <p:nvSpPr>
          <p:cNvPr id="6" name="TextBox 5">
            <a:extLst>
              <a:ext uri="{FF2B5EF4-FFF2-40B4-BE49-F238E27FC236}">
                <a16:creationId xmlns:a16="http://schemas.microsoft.com/office/drawing/2014/main" id="{BA7046C5-1E52-F69D-BF92-086E85CFB1E9}"/>
              </a:ext>
            </a:extLst>
          </p:cNvPr>
          <p:cNvSpPr txBox="1"/>
          <p:nvPr/>
        </p:nvSpPr>
        <p:spPr>
          <a:xfrm>
            <a:off x="914400" y="1192364"/>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A0016F4A-78CD-6BF8-2FB2-AD9931C686BE}"/>
              </a:ext>
            </a:extLst>
          </p:cNvPr>
          <p:cNvSpPr txBox="1"/>
          <p:nvPr/>
        </p:nvSpPr>
        <p:spPr>
          <a:xfrm>
            <a:off x="914400" y="490578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Amen.</a:t>
            </a:r>
          </a:p>
        </p:txBody>
      </p:sp>
      <p:sp>
        <p:nvSpPr>
          <p:cNvPr id="3" name="TextBox 2">
            <a:extLst>
              <a:ext uri="{FF2B5EF4-FFF2-40B4-BE49-F238E27FC236}">
                <a16:creationId xmlns:a16="http://schemas.microsoft.com/office/drawing/2014/main" id="{8CC358AF-482B-E6E8-416B-DB6A83AAF1FE}"/>
              </a:ext>
            </a:extLst>
          </p:cNvPr>
          <p:cNvSpPr txBox="1"/>
          <p:nvPr/>
        </p:nvSpPr>
        <p:spPr>
          <a:xfrm>
            <a:off x="914400" y="8558917"/>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Thanks be to God.</a:t>
            </a: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Final Blessing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B800"/>
                </a:solidFill>
                <a:latin typeface="Georgia"/>
              </a:rPr>
              <a:t>We Are Called</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WE ARE CALLED TO ACT WITH JUSTICE,</a:t>
            </a:r>
          </a:p>
          <a:p>
            <a:pPr algn="ctr">
              <a:lnSpc>
                <a:spcPct val="70000"/>
              </a:lnSpc>
            </a:pPr>
            <a:r>
              <a:rPr sz="7500" b="1" i="0">
                <a:solidFill>
                  <a:srgbClr val="FFFFFF"/>
                </a:solidFill>
                <a:latin typeface="Poppins"/>
              </a:rPr>
              <a:t>WE ARE CALLED TO LOVE TENDERLY;</a:t>
            </a:r>
          </a:p>
          <a:p>
            <a:pPr algn="ctr">
              <a:lnSpc>
                <a:spcPct val="70000"/>
              </a:lnSpc>
            </a:pPr>
            <a:r>
              <a:rPr sz="7500" b="1" i="0">
                <a:solidFill>
                  <a:srgbClr val="FFFFFF"/>
                </a:solidFill>
                <a:latin typeface="Poppins"/>
              </a:rPr>
              <a:t>WE ARE CALLED TO SERVE ONE ANOTHER,</a:t>
            </a:r>
          </a:p>
          <a:p>
            <a:pPr algn="ctr">
              <a:lnSpc>
                <a:spcPct val="70000"/>
              </a:lnSpc>
            </a:pPr>
            <a:r>
              <a:rPr sz="7500" b="1" i="0">
                <a:solidFill>
                  <a:srgbClr val="FFFFFF"/>
                </a:solidFill>
                <a:latin typeface="Poppins"/>
              </a:rPr>
              <a:t>TO WALK HUMBLY WITH GOD.</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6600" b="1" i="1">
                <a:solidFill>
                  <a:srgbClr val="FFFFFF"/>
                </a:solidFill>
                <a:latin typeface="Poppins"/>
              </a:rPr>
              <a:t>COME! LIVE IN THE LIGHT!</a:t>
            </a:r>
          </a:p>
          <a:p>
            <a:pPr algn="ctr">
              <a:lnSpc>
                <a:spcPct val="70000"/>
              </a:lnSpc>
            </a:pPr>
            <a:r>
              <a:rPr sz="6600" b="1" i="1">
                <a:solidFill>
                  <a:srgbClr val="FFFFFF"/>
                </a:solidFill>
                <a:latin typeface="Poppins"/>
              </a:rPr>
              <a:t>SHINE WITH THE JOY AND THE LOVE OF THE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Recessional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GOD OF DAYBREAK, GOD OF SHADOW,</a:t>
            </a:r>
          </a:p>
          <a:p>
            <a:pPr algn="ctr">
              <a:lnSpc>
                <a:spcPct val="70000"/>
              </a:lnSpc>
            </a:pPr>
            <a:r>
              <a:rPr sz="7500" b="1" i="0">
                <a:solidFill>
                  <a:srgbClr val="FFFFFF"/>
                </a:solidFill>
                <a:latin typeface="Poppins"/>
              </a:rPr>
              <a:t>COME INTO OUR RESTLESS LIVES;</a:t>
            </a:r>
          </a:p>
          <a:p>
            <a:pPr algn="ctr">
              <a:lnSpc>
                <a:spcPct val="70000"/>
              </a:lnSpc>
            </a:pPr>
            <a:r>
              <a:rPr sz="7500" b="1" i="0">
                <a:solidFill>
                  <a:srgbClr val="FFFFFF"/>
                </a:solidFill>
                <a:latin typeface="Poppins"/>
              </a:rPr>
              <a:t>LIFT FROM US THE FEAR OF SHADOWS,</a:t>
            </a:r>
          </a:p>
          <a:p>
            <a:pPr algn="ctr">
              <a:lnSpc>
                <a:spcPct val="70000"/>
              </a:lnSpc>
            </a:pPr>
            <a:r>
              <a:rPr sz="7500" b="1" i="0">
                <a:solidFill>
                  <a:srgbClr val="FFFFFF"/>
                </a:solidFill>
                <a:latin typeface="Poppins"/>
              </a:rPr>
              <a:t>THAT WE MAY ARISE WITH LIGHT.</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500" b="1" i="1">
                <a:solidFill>
                  <a:srgbClr val="FFFFFF"/>
                </a:solidFill>
                <a:latin typeface="Poppins"/>
              </a:rPr>
              <a:t>WE ARE CALLED TO ACT WITH JUSTICE...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Recessional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COME! LIVE IN THE LIGHT!...</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400" b="1" i="1">
                <a:solidFill>
                  <a:srgbClr val="FFFFFF"/>
                </a:solidFill>
                <a:latin typeface="Poppins"/>
              </a:rPr>
              <a:t>GOD OF NEWNESS, GOD OF FRESHNESS,</a:t>
            </a:r>
          </a:p>
          <a:p>
            <a:pPr algn="ctr">
              <a:lnSpc>
                <a:spcPct val="70000"/>
              </a:lnSpc>
            </a:pPr>
            <a:r>
              <a:rPr sz="7400" b="1" i="1">
                <a:solidFill>
                  <a:srgbClr val="FFFFFF"/>
                </a:solidFill>
                <a:latin typeface="Poppins"/>
              </a:rPr>
              <a:t>COME INTO OUR MORNING SONG:</a:t>
            </a:r>
          </a:p>
          <a:p>
            <a:pPr algn="ctr">
              <a:lnSpc>
                <a:spcPct val="70000"/>
              </a:lnSpc>
            </a:pPr>
            <a:r>
              <a:rPr sz="7400" b="1" i="1">
                <a:solidFill>
                  <a:srgbClr val="FFFFFF"/>
                </a:solidFill>
                <a:latin typeface="Poppins"/>
              </a:rPr>
              <a:t>GIVE TO US A NEW BEGINNING,</a:t>
            </a:r>
          </a:p>
          <a:p>
            <a:pPr algn="ctr">
              <a:lnSpc>
                <a:spcPct val="70000"/>
              </a:lnSpc>
            </a:pPr>
            <a:r>
              <a:rPr sz="7400" b="1" i="1">
                <a:solidFill>
                  <a:srgbClr val="FFFFFF"/>
                </a:solidFill>
                <a:latin typeface="Poppins"/>
              </a:rPr>
              <a:t>SEND US FORTH WITH HEARTS MADE STRONG.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Recessional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WE ARE CALLED TO ACT WITH JUSTICE...</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500" b="1" i="1">
                <a:solidFill>
                  <a:srgbClr val="FFFFFF"/>
                </a:solidFill>
                <a:latin typeface="Poppins"/>
              </a:rPr>
              <a:t>COME! LIVE IN THE LIGHT!...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Recessional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