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Sunday Mass Celebration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"Love one another as I have loved you."</a:t>
            </a:r>
          </a:p>
          <a:p/>
          <a:p>
            <a:r>
              <a:t>Celebrant: Gabby</a:t>
            </a:r>
          </a:p>
          <a:p>
            <a:r>
              <a:t>Date: 2026-05-10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