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Poppins Bold" charset="1" panose="00000800000000000000"/>
      <p:regular r:id="rId7"/>
    </p:embeddedFont>
    <p:embeddedFont>
      <p:font typeface="Recoleta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01154" y="1896595"/>
            <a:ext cx="9278336" cy="232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5"/>
              </a:lnSpc>
            </a:pPr>
            <a:r>
              <a:rPr lang="en-US" b="true" sz="5299" spc="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LORD, HAVE MERCY.</a:t>
            </a:r>
          </a:p>
          <a:p>
            <a:pPr algn="l">
              <a:lnSpc>
                <a:spcPts val="5935"/>
              </a:lnSpc>
            </a:pPr>
            <a:r>
              <a:rPr lang="en-US" b="true" sz="5299" spc="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LORD, HAVE MERCY.</a:t>
            </a:r>
          </a:p>
          <a:p>
            <a:pPr algn="l" marL="0" indent="0" lvl="0">
              <a:lnSpc>
                <a:spcPts val="5935"/>
              </a:lnSpc>
            </a:pPr>
            <a:r>
              <a:rPr lang="en-US" b="true" sz="5299" spc="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</a:t>
            </a:r>
            <a:r>
              <a:rPr lang="en-US" b="true" sz="5299" spc="148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LORD, HAVE MERCY.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01154" y="4666484"/>
            <a:ext cx="10374670" cy="232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5"/>
              </a:lnSpc>
            </a:pPr>
            <a:r>
              <a:rPr lang="en-US" b="true" sz="5299" spc="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CHRIST, HAVE MERCY.</a:t>
            </a:r>
          </a:p>
          <a:p>
            <a:pPr algn="l">
              <a:lnSpc>
                <a:spcPts val="5935"/>
              </a:lnSpc>
            </a:pPr>
            <a:r>
              <a:rPr lang="en-US" b="true" sz="5299" spc="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CHRIST, HAVE MERCY.</a:t>
            </a:r>
          </a:p>
          <a:p>
            <a:pPr algn="l" marL="0" indent="0" lvl="0">
              <a:lnSpc>
                <a:spcPts val="5935"/>
              </a:lnSpc>
            </a:pPr>
            <a:r>
              <a:rPr lang="en-US" b="true" sz="5299" spc="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</a:t>
            </a:r>
            <a:r>
              <a:rPr lang="en-US" b="true" sz="5299" spc="148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CHRIST, HAVE MERCY.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01154" y="7436374"/>
            <a:ext cx="9575679" cy="2320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5"/>
              </a:lnSpc>
            </a:pPr>
            <a:r>
              <a:rPr lang="en-US" b="true" sz="5299" spc="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LORD, HAVE MERCY.</a:t>
            </a:r>
          </a:p>
          <a:p>
            <a:pPr algn="l">
              <a:lnSpc>
                <a:spcPts val="5935"/>
              </a:lnSpc>
            </a:pPr>
            <a:r>
              <a:rPr lang="en-US" b="true" sz="5299" spc="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LORD, HAVE MERCY.</a:t>
            </a:r>
          </a:p>
          <a:p>
            <a:pPr algn="l" marL="0" indent="0" lvl="0">
              <a:lnSpc>
                <a:spcPts val="5935"/>
              </a:lnSpc>
            </a:pPr>
            <a:r>
              <a:rPr lang="en-US" b="true" sz="5299" spc="14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</a:t>
            </a:r>
            <a:r>
              <a:rPr lang="en-US" b="true" sz="5299" spc="148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LORD, HAVE MERCY.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74744" y="331003"/>
            <a:ext cx="12538511" cy="105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75"/>
              </a:lnSpc>
              <a:spcBef>
                <a:spcPct val="0"/>
              </a:spcBef>
            </a:pPr>
            <a:r>
              <a:rPr lang="en-US" sz="7299">
                <a:solidFill>
                  <a:srgbClr val="FFB800"/>
                </a:solidFill>
                <a:latin typeface="Recoleta"/>
                <a:ea typeface="Recoleta"/>
                <a:cs typeface="Recoleta"/>
                <a:sym typeface="Recoleta"/>
              </a:rPr>
              <a:t>Kyrie Eleison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DAHHcSi9TGo</dc:identifier>
  <dcterms:modified xsi:type="dcterms:W3CDTF">2011-08-01T06:04:30Z</dcterms:modified>
  <cp:revision>1</cp:revision>
  <dc:title>GFCC_26APRIL2026</dc:title>
</cp:coreProperties>
</file>