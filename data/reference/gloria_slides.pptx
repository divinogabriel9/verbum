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Recoleta" charset="1" panose="00000500000000000000"/>
      <p:regular r:id="rId12"/>
    </p:embeddedFont>
    <p:embeddedFont>
      <p:font typeface="Poppins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896938"/>
            <a:ext cx="18288000" cy="413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3"/>
              </a:lnSpc>
            </a:pPr>
            <a:r>
              <a:rPr lang="en-US" b="true" sz="58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GLORY TO GOD! GLORY TO GOD!</a:t>
            </a:r>
          </a:p>
          <a:p>
            <a:pPr algn="ctr">
              <a:lnSpc>
                <a:spcPts val="8123"/>
              </a:lnSpc>
            </a:pPr>
            <a:r>
              <a:rPr lang="en-US" b="true" sz="58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GLORY TO GOD IN THE HIGHEST, </a:t>
            </a:r>
          </a:p>
          <a:p>
            <a:pPr algn="ctr">
              <a:lnSpc>
                <a:spcPts val="8123"/>
              </a:lnSpc>
            </a:pPr>
            <a:r>
              <a:rPr lang="en-US" b="true" sz="58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AND ON EARTH , PEACE ON EARTH,</a:t>
            </a:r>
          </a:p>
          <a:p>
            <a:pPr algn="ctr" marL="0" indent="0" lvl="0">
              <a:lnSpc>
                <a:spcPts val="8123"/>
              </a:lnSpc>
              <a:spcBef>
                <a:spcPct val="0"/>
              </a:spcBef>
            </a:pPr>
            <a:r>
              <a:rPr lang="en-US" b="true" sz="58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PEACE TO PEOPLE OF GOOD WILL!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5132070"/>
            <a:ext cx="18288000" cy="507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b="true" sz="5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 PRAISE YOU, WE BLESS YOU,</a:t>
            </a:r>
          </a:p>
          <a:p>
            <a:pPr algn="ctr">
              <a:lnSpc>
                <a:spcPts val="7979"/>
              </a:lnSpc>
            </a:pPr>
            <a:r>
              <a:rPr lang="en-US" b="true" sz="5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 ADORE YOU, WE GLORIFY YOU,</a:t>
            </a:r>
          </a:p>
          <a:p>
            <a:pPr algn="ctr">
              <a:lnSpc>
                <a:spcPts val="7979"/>
              </a:lnSpc>
            </a:pPr>
            <a:r>
              <a:rPr lang="en-US" b="true" sz="5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 GIVE YOU THANKS FOR YOUR GREAT GLORY, LORD GOD, HEAVENLY KING,</a:t>
            </a:r>
          </a:p>
          <a:p>
            <a:pPr algn="ctr" marL="0" indent="0" lvl="0">
              <a:lnSpc>
                <a:spcPts val="7979"/>
              </a:lnSpc>
              <a:spcBef>
                <a:spcPct val="0"/>
              </a:spcBef>
            </a:pPr>
            <a:r>
              <a:rPr lang="en-US" b="true" sz="5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 GOD, ALMIGHTY FATHER.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74744" y="118555"/>
            <a:ext cx="12538511" cy="92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6"/>
              </a:lnSpc>
              <a:spcBef>
                <a:spcPct val="0"/>
              </a:spcBef>
            </a:pPr>
            <a:r>
              <a:rPr lang="en-US" sz="6300">
                <a:solidFill>
                  <a:srgbClr val="FFB800"/>
                </a:solidFill>
                <a:latin typeface="Recoleta"/>
                <a:ea typeface="Recoleta"/>
                <a:cs typeface="Recoleta"/>
                <a:sym typeface="Recoleta"/>
              </a:rPr>
              <a:t>Gloria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630545"/>
            <a:ext cx="18288000" cy="50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3"/>
              </a:lnSpc>
            </a:pPr>
            <a:r>
              <a:rPr lang="en-US" b="true" sz="71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GLORY TO GOD! GLORY TO GOD!</a:t>
            </a:r>
          </a:p>
          <a:p>
            <a:pPr algn="ctr">
              <a:lnSpc>
                <a:spcPts val="9943"/>
              </a:lnSpc>
            </a:pPr>
            <a:r>
              <a:rPr lang="en-US" b="true" sz="71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GLORY TO GOD IN THE HIGHEST, </a:t>
            </a:r>
          </a:p>
          <a:p>
            <a:pPr algn="ctr">
              <a:lnSpc>
                <a:spcPts val="9943"/>
              </a:lnSpc>
            </a:pPr>
            <a:r>
              <a:rPr lang="en-US" b="true" sz="71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AND ON EARTH , PEACE ON EARTH,</a:t>
            </a:r>
          </a:p>
          <a:p>
            <a:pPr algn="ctr" marL="0" indent="0" lvl="0">
              <a:lnSpc>
                <a:spcPts val="9943"/>
              </a:lnSpc>
              <a:spcBef>
                <a:spcPct val="0"/>
              </a:spcBef>
            </a:pPr>
            <a:r>
              <a:rPr lang="en-US" b="true" sz="71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PEACE TO PEOPLE OF GOOD WILL!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72727" y="273853"/>
            <a:ext cx="1834234" cy="572560"/>
            <a:chOff x="0" y="0"/>
            <a:chExt cx="2445645" cy="763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3647"/>
              <a:ext cx="725454" cy="718653"/>
            </a:xfrm>
            <a:custGeom>
              <a:avLst/>
              <a:gdLst/>
              <a:ahLst/>
              <a:cxnLst/>
              <a:rect r="r" b="b" t="t" l="l"/>
              <a:pathLst>
                <a:path h="718653" w="725454">
                  <a:moveTo>
                    <a:pt x="0" y="0"/>
                  </a:moveTo>
                  <a:lnTo>
                    <a:pt x="725454" y="0"/>
                  </a:lnTo>
                  <a:lnTo>
                    <a:pt x="725454" y="718653"/>
                  </a:lnTo>
                  <a:lnTo>
                    <a:pt x="0" y="718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800512" y="0"/>
              <a:ext cx="1645133" cy="763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GWANGJU</a:t>
              </a:r>
            </a:p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FILIPINO </a:t>
              </a:r>
            </a:p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CATHOLIC</a:t>
              </a:r>
            </a:p>
            <a:p>
              <a:pPr algn="l" marL="0" indent="0" lvl="0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COMMUNITY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819150"/>
            <a:ext cx="18288000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9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LORD JESUS CHRIST, ONLY BEGOTTEN SON, </a:t>
            </a:r>
          </a:p>
          <a:p>
            <a:pPr algn="ctr" marL="0" indent="0" lvl="0">
              <a:lnSpc>
                <a:spcPts val="7259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LORD GOD, LAMB OF GOD, SON OF THE FATHER.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6325" y="3306924"/>
            <a:ext cx="16898156" cy="658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60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 TAKE AWAY THE SINS OF THE WORLD,</a:t>
            </a:r>
          </a:p>
          <a:p>
            <a:pPr algn="l">
              <a:lnSpc>
                <a:spcPts val="7380"/>
              </a:lnSpc>
            </a:pPr>
            <a:r>
              <a:rPr lang="en-US" sz="6099" b="true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HAVE MERCY ON US</a:t>
            </a:r>
            <a:r>
              <a:rPr lang="en-US" sz="60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;</a:t>
            </a:r>
          </a:p>
          <a:p>
            <a:pPr algn="l">
              <a:lnSpc>
                <a:spcPts val="7380"/>
              </a:lnSpc>
            </a:pPr>
            <a:r>
              <a:rPr lang="en-US" sz="60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 TAKE AWAY THE SINS OF THE WORLD,</a:t>
            </a:r>
          </a:p>
          <a:p>
            <a:pPr algn="l">
              <a:lnSpc>
                <a:spcPts val="7380"/>
              </a:lnSpc>
            </a:pPr>
            <a:r>
              <a:rPr lang="en-US" sz="6099" b="true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 OUR PRAYER</a:t>
            </a:r>
            <a:r>
              <a:rPr lang="en-US" sz="60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;</a:t>
            </a:r>
          </a:p>
          <a:p>
            <a:pPr algn="l">
              <a:lnSpc>
                <a:spcPts val="7380"/>
              </a:lnSpc>
            </a:pPr>
            <a:r>
              <a:rPr lang="en-US" sz="60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 ARE SEATED AT THE RIGHT HAND,</a:t>
            </a:r>
          </a:p>
          <a:p>
            <a:pPr algn="l">
              <a:lnSpc>
                <a:spcPts val="7380"/>
              </a:lnSpc>
            </a:pPr>
            <a:r>
              <a:rPr lang="en-US" sz="60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RIGHT OF THE FATHER,</a:t>
            </a:r>
          </a:p>
          <a:p>
            <a:pPr algn="l" marL="0" indent="0" lvl="0">
              <a:lnSpc>
                <a:spcPts val="7380"/>
              </a:lnSpc>
            </a:pPr>
            <a:r>
              <a:rPr lang="en-US" b="true" sz="6099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HAVE MERCY ON US</a:t>
            </a:r>
            <a:r>
              <a:rPr lang="en-US" b="true" sz="6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72727" y="273853"/>
            <a:ext cx="1834234" cy="572560"/>
            <a:chOff x="0" y="0"/>
            <a:chExt cx="2445645" cy="7634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3647"/>
              <a:ext cx="725454" cy="718653"/>
            </a:xfrm>
            <a:custGeom>
              <a:avLst/>
              <a:gdLst/>
              <a:ahLst/>
              <a:cxnLst/>
              <a:rect r="r" b="b" t="t" l="l"/>
              <a:pathLst>
                <a:path h="718653" w="725454">
                  <a:moveTo>
                    <a:pt x="0" y="0"/>
                  </a:moveTo>
                  <a:lnTo>
                    <a:pt x="725454" y="0"/>
                  </a:lnTo>
                  <a:lnTo>
                    <a:pt x="725454" y="718653"/>
                  </a:lnTo>
                  <a:lnTo>
                    <a:pt x="0" y="718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00512" y="0"/>
              <a:ext cx="1645133" cy="763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GWANGJU</a:t>
              </a:r>
            </a:p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FILIPINO </a:t>
              </a:r>
            </a:p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CATHOLIC</a:t>
              </a:r>
            </a:p>
            <a:p>
              <a:pPr algn="l" marL="0" indent="0" lvl="0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COMMUNITY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207256"/>
            <a:ext cx="18288000" cy="463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9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 YOU ALONE ARE THE HOLY ONE, </a:t>
            </a:r>
          </a:p>
          <a:p>
            <a:pPr algn="ctr">
              <a:lnSpc>
                <a:spcPts val="7259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 ALONE ARE THE LORD,</a:t>
            </a:r>
          </a:p>
          <a:p>
            <a:pPr algn="ctr">
              <a:lnSpc>
                <a:spcPts val="7259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 ALONE ARE THE MOST HIGH,</a:t>
            </a:r>
          </a:p>
          <a:p>
            <a:pPr algn="ctr">
              <a:lnSpc>
                <a:spcPts val="7259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</a:t>
            </a: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</a:t>
            </a: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CHRIST, WITH THE HOL</a:t>
            </a: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SPIRIT,</a:t>
            </a:r>
          </a:p>
          <a:p>
            <a:pPr algn="ctr" marL="0" indent="0" lvl="0">
              <a:lnSpc>
                <a:spcPts val="7259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 THE GLORY</a:t>
            </a: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OF GOD THE FATHER.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72727" y="273853"/>
            <a:ext cx="1834234" cy="572560"/>
            <a:chOff x="0" y="0"/>
            <a:chExt cx="2445645" cy="763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3647"/>
              <a:ext cx="725454" cy="718653"/>
            </a:xfrm>
            <a:custGeom>
              <a:avLst/>
              <a:gdLst/>
              <a:ahLst/>
              <a:cxnLst/>
              <a:rect r="r" b="b" t="t" l="l"/>
              <a:pathLst>
                <a:path h="718653" w="725454">
                  <a:moveTo>
                    <a:pt x="0" y="0"/>
                  </a:moveTo>
                  <a:lnTo>
                    <a:pt x="725454" y="0"/>
                  </a:lnTo>
                  <a:lnTo>
                    <a:pt x="725454" y="718653"/>
                  </a:lnTo>
                  <a:lnTo>
                    <a:pt x="0" y="718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800512" y="0"/>
              <a:ext cx="1645133" cy="763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GWANGJU</a:t>
              </a:r>
            </a:p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FILIPINO </a:t>
              </a:r>
            </a:p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CATHOLIC</a:t>
              </a:r>
            </a:p>
            <a:p>
              <a:pPr algn="l" marL="0" indent="0" lvl="0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COMMUNITY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521018"/>
            <a:ext cx="18288000" cy="427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3"/>
              </a:lnSpc>
            </a:pPr>
            <a:r>
              <a:rPr lang="en-US" b="true" sz="60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GLORY TO GOD! GLORY TO GOD!</a:t>
            </a:r>
          </a:p>
          <a:p>
            <a:pPr algn="ctr">
              <a:lnSpc>
                <a:spcPts val="8403"/>
              </a:lnSpc>
            </a:pPr>
            <a:r>
              <a:rPr lang="en-US" b="true" sz="60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GLORY TO GOD IN THE HIGHEST, </a:t>
            </a:r>
          </a:p>
          <a:p>
            <a:pPr algn="ctr">
              <a:lnSpc>
                <a:spcPts val="8403"/>
              </a:lnSpc>
            </a:pPr>
            <a:r>
              <a:rPr lang="en-US" b="true" sz="60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AND ON EARTH , PEACE ON EARTH,</a:t>
            </a:r>
          </a:p>
          <a:p>
            <a:pPr algn="ctr" marL="0" indent="0" lvl="0">
              <a:lnSpc>
                <a:spcPts val="8403"/>
              </a:lnSpc>
              <a:spcBef>
                <a:spcPct val="0"/>
              </a:spcBef>
            </a:pPr>
            <a:r>
              <a:rPr lang="en-US" b="true" sz="60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PEACE TO PEOPLE OF GOOD WILL!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7432051"/>
            <a:ext cx="18288000" cy="141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26"/>
              </a:lnSpc>
            </a:pPr>
            <a:r>
              <a:rPr lang="en-US" b="true" sz="8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AMEN, AMEN, AMEN!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72727" y="273853"/>
            <a:ext cx="1834234" cy="572560"/>
            <a:chOff x="0" y="0"/>
            <a:chExt cx="2445645" cy="763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3647"/>
              <a:ext cx="725454" cy="718653"/>
            </a:xfrm>
            <a:custGeom>
              <a:avLst/>
              <a:gdLst/>
              <a:ahLst/>
              <a:cxnLst/>
              <a:rect r="r" b="b" t="t" l="l"/>
              <a:pathLst>
                <a:path h="718653" w="725454">
                  <a:moveTo>
                    <a:pt x="0" y="0"/>
                  </a:moveTo>
                  <a:lnTo>
                    <a:pt x="725454" y="0"/>
                  </a:lnTo>
                  <a:lnTo>
                    <a:pt x="725454" y="718653"/>
                  </a:lnTo>
                  <a:lnTo>
                    <a:pt x="0" y="718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800512" y="0"/>
              <a:ext cx="1645133" cy="763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GWANGJU</a:t>
              </a:r>
            </a:p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FILIPINO </a:t>
              </a:r>
            </a:p>
            <a:p>
              <a:pPr algn="l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CATHOLIC</a:t>
              </a:r>
            </a:p>
            <a:p>
              <a:pPr algn="l" marL="0" indent="0" lvl="0">
                <a:lnSpc>
                  <a:spcPts val="1094"/>
                </a:lnSpc>
              </a:pPr>
              <a:r>
                <a:rPr lang="en-US" sz="1042" spc="16">
                  <a:solidFill>
                    <a:srgbClr val="FFFFFF">
                      <a:alpha val="19608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COMMUNITY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1724273"/>
            <a:ext cx="18288000" cy="512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3"/>
              </a:lnSpc>
            </a:pPr>
            <a:r>
              <a:rPr lang="en-US" b="true" sz="72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GLORY TO GOD! GLORY TO GOD!</a:t>
            </a:r>
          </a:p>
          <a:p>
            <a:pPr algn="ctr">
              <a:lnSpc>
                <a:spcPts val="10083"/>
              </a:lnSpc>
            </a:pPr>
            <a:r>
              <a:rPr lang="en-US" b="true" sz="72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GLORY TO GOD IN THE HIGHEST, </a:t>
            </a:r>
          </a:p>
          <a:p>
            <a:pPr algn="ctr">
              <a:lnSpc>
                <a:spcPts val="10083"/>
              </a:lnSpc>
            </a:pPr>
            <a:r>
              <a:rPr lang="en-US" b="true" sz="72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AND ON EARTH , PEACE ON EARTH,</a:t>
            </a:r>
          </a:p>
          <a:p>
            <a:pPr algn="ctr" marL="0" indent="0" lvl="0">
              <a:lnSpc>
                <a:spcPts val="10083"/>
              </a:lnSpc>
              <a:spcBef>
                <a:spcPct val="0"/>
              </a:spcBef>
            </a:pPr>
            <a:r>
              <a:rPr lang="en-US" b="true" sz="7202">
                <a:solidFill>
                  <a:srgbClr val="FFB800"/>
                </a:solidFill>
                <a:latin typeface="Poppins Bold"/>
                <a:ea typeface="Poppins Bold"/>
                <a:cs typeface="Poppins Bold"/>
                <a:sym typeface="Poppins Bold"/>
              </a:rPr>
              <a:t>PEACE TO PEOPLE OF GOOD WILL!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DAHHcSi9TGo</dc:identifier>
  <dcterms:modified xsi:type="dcterms:W3CDTF">2011-08-01T06:04:30Z</dcterms:modified>
  <cp:revision>1</cp:revision>
  <dc:title>GFCC_26APRIL2026</dc:title>
</cp:coreProperties>
</file>