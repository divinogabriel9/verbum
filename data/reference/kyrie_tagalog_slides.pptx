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14" r:id="rId2"/>
    <p:sldId id="328" r:id="rId3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1"/>
  </p:normalViewPr>
  <p:slideViewPr>
    <p:cSldViewPr snapToGrid="0">
      <p:cViewPr varScale="1">
        <p:scale>
          <a:sx n="88" d="100"/>
          <a:sy n="88" d="100"/>
        </p:scale>
        <p:origin x="176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583A7-2F8B-324C-B788-3062FD8B26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2B0B53-856C-DA7A-8546-49E35DA84A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25E77-A965-5FAE-DCE1-CB95B2713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9E753-75C9-A140-91E0-3D548B93E0C0}" type="datetimeFigureOut">
              <a:t>9/13/26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54AA5-BFFF-07D3-552C-30D4AAB3D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852F7-DA37-F303-E571-8F420FB42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1F7B-2A5D-F143-955E-476B275B32EF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988147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CF209-A0F9-695E-0677-95B86F2D2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8885C-AB01-1C55-4129-422C846B6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41476-7C37-2AE6-01A2-2EC1FD784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9E753-75C9-A140-91E0-3D548B93E0C0}" type="datetimeFigureOut">
              <a:t>9/13/26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6AD42-6158-DE9D-34D8-1CBAD35FA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93C98-C9E8-6EE8-58F0-BBFE03BD6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1F7B-2A5D-F143-955E-476B275B32EF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020874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3B60A-F0D6-6144-016E-7EEEEBDC3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1C5A9-4C4C-AB17-A5DF-4E5D44B61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31336-098C-8344-CCE7-D07E0D566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9E753-75C9-A140-91E0-3D548B93E0C0}" type="datetimeFigureOut">
              <a:t>9/13/26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847AC-6A1C-431B-A8F4-34E462965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A2D53-3BDC-798D-1C97-2920B906B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1F7B-2A5D-F143-955E-476B275B32EF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430123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3D439-B396-B19A-8D3C-3BFC2EF73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26725-DB44-DAE0-6A75-B017999891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85C2F9-FFC5-F05D-9393-1FE9C068D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8A6E87-7919-9897-F8E6-480CAFDD6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9E753-75C9-A140-91E0-3D548B93E0C0}" type="datetimeFigureOut">
              <a:t>9/13/26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4660A-6B87-E93F-3239-28E5A1FFF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34EE4-2FD9-D001-2CE9-1605FDF5C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1F7B-2A5D-F143-955E-476B275B32EF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97602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34F4E-EB28-93E3-972A-32DFDFB72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FF4F12-7AC1-17BF-CCF0-270D28B62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B74EB7-9E16-F348-F377-8361F1F50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4C95B3-AC05-2761-F850-193A0973BF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41229C-4421-ABE6-A0A4-C1EC3AE34D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9F442F-741F-901F-26B2-094C87293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9E753-75C9-A140-91E0-3D548B93E0C0}" type="datetimeFigureOut">
              <a:t>9/13/26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02C64B-298E-7BDD-52F6-F101BE3AC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F3E8EB-440F-F633-909A-6CA22D7D3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1F7B-2A5D-F143-955E-476B275B32EF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420427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8D757-B835-4C65-8D80-26D7E2C0F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790453-7B34-A60D-0BFF-85DD2E821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9E753-75C9-A140-91E0-3D548B93E0C0}" type="datetimeFigureOut">
              <a:t>9/13/26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A4E27F-CD33-059D-8C9D-80A7C6408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82B365-C357-ACA0-2EE2-F431F5E6C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1F7B-2A5D-F143-955E-476B275B32EF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40850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D4D2F8-306F-0B3D-F347-14C6413F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9E753-75C9-A140-91E0-3D548B93E0C0}" type="datetimeFigureOut">
              <a:t>9/13/26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7E9F83-A84C-0B23-3921-137EB19E9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6A18D-562A-BC74-09BA-614B52924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1F7B-2A5D-F143-955E-476B275B32EF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88831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A656C-EEC1-317B-C463-0DB257532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D2CEA-5B06-C40B-2955-D2B46B8C5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F6F530-0CA5-1A2D-A5B5-45DB2DCC9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CF4638-E793-41F8-0F66-2FFEE7069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9E753-75C9-A140-91E0-3D548B93E0C0}" type="datetimeFigureOut">
              <a:t>9/13/26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A64B6-4EA4-922E-7638-AABF94661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0E4D47-3CA0-A46C-DF0D-E07E8847A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1F7B-2A5D-F143-955E-476B275B32EF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458451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11976-EA31-A006-56B0-DF9957761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6A4393-C610-F7C6-3E0E-1366F69087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E6BA85-6581-0835-6BC7-68CCB1203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62B74C-EBF9-0616-9808-C19E76CEC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9E753-75C9-A140-91E0-3D548B93E0C0}" type="datetimeFigureOut">
              <a:t>9/13/26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97F8B9-2E3F-F581-9080-FE3B89441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0FE825-2A2D-5BB1-65DD-8A5443D44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1F7B-2A5D-F143-955E-476B275B32EF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541769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8F4D-C158-F0F4-FB17-CA4D3F0A2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F98D1E-4C4F-2BD8-17ED-950C435E3F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65864-3C1A-939F-D08C-3006F93A6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9E753-75C9-A140-91E0-3D548B93E0C0}" type="datetimeFigureOut">
              <a:t>9/13/26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D5195-8689-31D1-0D54-134605C2C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62BC9-70F7-2D8B-BC86-656E667B2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1F7B-2A5D-F143-955E-476B275B32EF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169259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BDEAEC-1FA7-134A-919B-42C657DCB3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E0CCB-CDBE-D0A5-6D1B-065ADADE49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D8731-4325-3B2A-C919-E3795BEE3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9E753-75C9-A140-91E0-3D548B93E0C0}" type="datetimeFigureOut">
              <a:t>9/13/26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52C83-11E3-B659-2643-FA977B08F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A7C95-D795-7946-7FBB-CEEE45B03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1F7B-2A5D-F143-955E-476B275B32EF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866920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9A3997-D3B2-539D-EA4F-4363F3E8F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880A1-30A0-4131-9D8E-32CCDB122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9102D-EF50-5353-786E-18964F22F3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9E753-75C9-A140-91E0-3D548B93E0C0}" type="datetimeFigureOut">
              <a:t>9/13/26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022E2-5F2B-527C-8E3B-992EF34D92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22B2A-4C81-8C87-348B-84C31F0D0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011F7B-2A5D-F143-955E-476B275B32EF}" type="slidenum"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8219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30F1F71-8092-F45A-9882-366A7F7F0588}"/>
              </a:ext>
            </a:extLst>
          </p:cNvPr>
          <p:cNvSpPr txBox="1"/>
          <p:nvPr/>
        </p:nvSpPr>
        <p:spPr>
          <a:xfrm>
            <a:off x="609600" y="73152"/>
            <a:ext cx="10972800" cy="579120"/>
          </a:xfrm>
          <a:prstGeom prst="rect">
            <a:avLst/>
          </a:prstGeom>
          <a:noFill/>
        </p:spPr>
        <p:txBody>
          <a:bodyPr wrap="square" lIns="73152" tIns="48768" rIns="73152" bIns="48768">
            <a:noAutofit/>
          </a:bodyPr>
          <a:lstStyle/>
          <a:p>
            <a:pPr algn="ctr"/>
            <a:r>
              <a:rPr lang="en-US" sz="2400" b="1" u="sng" dirty="0">
                <a:solidFill>
                  <a:srgbClr val="FFB800"/>
                </a:solidFill>
                <a:latin typeface="Georgia"/>
              </a:rPr>
              <a:t>Kyrie</a:t>
            </a:r>
            <a:endParaRPr sz="2400" b="1" u="sng" dirty="0">
              <a:solidFill>
                <a:srgbClr val="86EFAC"/>
              </a:solidFill>
              <a:latin typeface="Georgi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365132-8BF5-5A4A-3DFD-A6EB902CD219}"/>
              </a:ext>
            </a:extLst>
          </p:cNvPr>
          <p:cNvSpPr txBox="1"/>
          <p:nvPr/>
        </p:nvSpPr>
        <p:spPr>
          <a:xfrm>
            <a:off x="803275" y="622300"/>
            <a:ext cx="10585450" cy="183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566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PANGINOON, MAAWA KA.</a:t>
            </a:r>
          </a:p>
          <a:p>
            <a:pPr algn="ctr"/>
            <a:r>
              <a:rPr lang="en-KR" sz="566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PANGINOON, MAAWA KA.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BBBAC1-BFBA-20D1-6930-32521E9B0C6C}"/>
              </a:ext>
            </a:extLst>
          </p:cNvPr>
          <p:cNvSpPr txBox="1"/>
          <p:nvPr/>
        </p:nvSpPr>
        <p:spPr>
          <a:xfrm>
            <a:off x="803274" y="4482822"/>
            <a:ext cx="10585450" cy="183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566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PANGINOON, MAAWA KA.</a:t>
            </a:r>
          </a:p>
          <a:p>
            <a:pPr algn="ctr"/>
            <a:r>
              <a:rPr lang="en-KR" sz="566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PANGINOON, MAAWA KA.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E17507-9E3D-93FE-D39F-04E94D937C3C}"/>
              </a:ext>
            </a:extLst>
          </p:cNvPr>
          <p:cNvSpPr txBox="1"/>
          <p:nvPr/>
        </p:nvSpPr>
        <p:spPr>
          <a:xfrm>
            <a:off x="0" y="2583339"/>
            <a:ext cx="12192000" cy="183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566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KRISTO, MAAWA KA.</a:t>
            </a:r>
          </a:p>
          <a:p>
            <a:pPr algn="ctr"/>
            <a:r>
              <a:rPr lang="en-KR" sz="566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KRISTO, MAAWA KA SA AMIN.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3191F9-7F7F-C178-49DD-E8D31336C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03E8803-9881-CA47-5FB0-BAB3984D794F}"/>
              </a:ext>
            </a:extLst>
          </p:cNvPr>
          <p:cNvSpPr txBox="1"/>
          <p:nvPr/>
        </p:nvSpPr>
        <p:spPr>
          <a:xfrm>
            <a:off x="609600" y="73152"/>
            <a:ext cx="10972800" cy="579120"/>
          </a:xfrm>
          <a:prstGeom prst="rect">
            <a:avLst/>
          </a:prstGeom>
          <a:noFill/>
        </p:spPr>
        <p:txBody>
          <a:bodyPr wrap="square" lIns="73152" tIns="48768" rIns="73152" bIns="48768">
            <a:noAutofit/>
          </a:bodyPr>
          <a:lstStyle/>
          <a:p>
            <a:pPr algn="ctr"/>
            <a:r>
              <a:rPr lang="en-US" sz="2400" b="1" u="sng" dirty="0">
                <a:solidFill>
                  <a:srgbClr val="FFB800"/>
                </a:solidFill>
                <a:latin typeface="Georgia"/>
              </a:rPr>
              <a:t>Kyrie</a:t>
            </a:r>
            <a:endParaRPr sz="2400" b="1" u="sng" dirty="0">
              <a:solidFill>
                <a:srgbClr val="86EFAC"/>
              </a:solidFill>
              <a:latin typeface="Georgi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8A75BE-9B51-98A0-F6C2-B6E5E58595B9}"/>
              </a:ext>
            </a:extLst>
          </p:cNvPr>
          <p:cNvSpPr txBox="1"/>
          <p:nvPr/>
        </p:nvSpPr>
        <p:spPr>
          <a:xfrm>
            <a:off x="0" y="771059"/>
            <a:ext cx="12192000" cy="156966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en-KR" sz="4800" b="1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Pari: </a:t>
            </a:r>
            <a:r>
              <a:rPr lang="en-KR" sz="4800" b="1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Panginoon, Kaawaan Mo Kami</a:t>
            </a:r>
            <a:r>
              <a:rPr lang="en-KR" sz="4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/>
            <a:r>
              <a:rPr lang="en-KR" sz="4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B: </a:t>
            </a:r>
            <a:r>
              <a:rPr lang="en-KR" sz="4800" b="1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Panginoon, Kaawaan Mo Kami</a:t>
            </a:r>
            <a:r>
              <a:rPr lang="en-KR" sz="4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DA920C-A151-A5F7-5098-C623D343217A}"/>
              </a:ext>
            </a:extLst>
          </p:cNvPr>
          <p:cNvSpPr txBox="1"/>
          <p:nvPr/>
        </p:nvSpPr>
        <p:spPr>
          <a:xfrm>
            <a:off x="1" y="2701319"/>
            <a:ext cx="12191999" cy="156966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en-KR" sz="4800" b="1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Pari: </a:t>
            </a:r>
            <a:r>
              <a:rPr lang="en-KR" sz="4800" b="1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Kristo, Kaawaan Mo Kami.</a:t>
            </a:r>
          </a:p>
          <a:p>
            <a:pPr algn="ctr"/>
            <a:r>
              <a:rPr lang="en-KR" sz="4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B: </a:t>
            </a:r>
            <a:r>
              <a:rPr lang="en-KR" sz="4800" b="1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Kristo, Kaawaan Mo Kami</a:t>
            </a:r>
            <a:r>
              <a:rPr lang="en-KR" sz="4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A3CBF6-FEEC-CE22-E4F4-A19B828B3A1A}"/>
              </a:ext>
            </a:extLst>
          </p:cNvPr>
          <p:cNvSpPr txBox="1"/>
          <p:nvPr/>
        </p:nvSpPr>
        <p:spPr>
          <a:xfrm>
            <a:off x="0" y="4631580"/>
            <a:ext cx="12192000" cy="156966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en-KR" sz="4800" b="1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Pari: </a:t>
            </a:r>
            <a:r>
              <a:rPr lang="en-KR" sz="4800" b="1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Panginoon, Kaawaan Mo Kami</a:t>
            </a:r>
            <a:r>
              <a:rPr lang="en-KR" sz="4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/>
            <a:r>
              <a:rPr lang="en-KR" sz="4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B: </a:t>
            </a:r>
            <a:r>
              <a:rPr lang="en-KR" sz="4800" b="1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Panginoon, Kaawaan Mo Kami</a:t>
            </a:r>
            <a:r>
              <a:rPr lang="en-KR" sz="4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9263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82</Words>
  <Application>Microsoft Macintosh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Georgia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divinogabriel78@gmail.com</dc:creator>
  <cp:lastModifiedBy>divinogabriel78@gmail.com</cp:lastModifiedBy>
  <cp:revision>1</cp:revision>
  <dcterms:created xsi:type="dcterms:W3CDTF">2026-09-12T17:57:48Z</dcterms:created>
  <dcterms:modified xsi:type="dcterms:W3CDTF">2026-09-12T18:04:41Z</dcterms:modified>
</cp:coreProperties>
</file>