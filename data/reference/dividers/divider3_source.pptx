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1"/>
  </p:normalViewPr>
  <p:slideViewPr>
    <p:cSldViewPr snapToGrid="0">
      <p:cViewPr varScale="1">
        <p:scale>
          <a:sx n="102" d="100"/>
          <a:sy n="102" d="100"/>
        </p:scale>
        <p:origin x="85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29BA7-0720-DCDB-20EA-05401CD21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291106-69F4-8F60-6BC9-6B764CB984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9C651-949E-8407-50A9-BA86E08F0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26DA-A927-D942-8455-2B8502BE31C5}" type="datetimeFigureOut">
              <a:rPr lang="en-KR" smtClean="0"/>
              <a:t>8/15/26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9505F-F83F-B031-D4AC-C8601C683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FD525-9185-2005-77CC-9A8D6760F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1614A-1F28-F247-BE7A-3E5DA85411D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4182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70CF0-1EF2-9FE5-8EF3-8BB637026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1D100-24A0-A598-09DC-CC5CC9123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29723-C741-C591-F886-603E1F969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26DA-A927-D942-8455-2B8502BE31C5}" type="datetimeFigureOut">
              <a:rPr lang="en-KR" smtClean="0"/>
              <a:t>8/15/26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28B6C-DC83-C700-ED5A-1A9FE9A9B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2F949-75A2-D242-D059-148C536BF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1614A-1F28-F247-BE7A-3E5DA85411D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42068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0F062-0AE5-ECFF-293E-04C09A314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548A3-5579-083D-6745-F36D7687A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758BD-5DE3-D2B8-6925-4F08DB08C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26DA-A927-D942-8455-2B8502BE31C5}" type="datetimeFigureOut">
              <a:rPr lang="en-KR" smtClean="0"/>
              <a:t>8/15/26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D5A9A-E113-8843-96D6-B1EFBD2D1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6DD22-A5AA-A89E-EAC4-7279D0E9A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1614A-1F28-F247-BE7A-3E5DA85411D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67243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85AD1-44AE-0B62-D792-8F8BCB177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02672-0AE5-43F6-FF38-6225E968F9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8ACF0-B4B0-F3BC-69CC-80ED74BA5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E4C500-FBB4-090C-DFC7-22F36D61E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26DA-A927-D942-8455-2B8502BE31C5}" type="datetimeFigureOut">
              <a:rPr lang="en-KR" smtClean="0"/>
              <a:t>8/15/26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428C0-D769-3B73-E326-15D3732A5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DE17B-62B5-0F25-303E-3C79BF734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1614A-1F28-F247-BE7A-3E5DA85411D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52043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F29FF-9566-E80B-2A66-064E5853A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32495-BF33-4EE7-C965-D1B73D90B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D5FD8F-5C9B-B262-0BA1-CFC7ED37F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D2277E-584C-B3EF-CAC8-5ABD854D50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777622-E894-15AF-715D-EFF3AF20D5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B1C556-9F59-A1DE-64FB-0FBD5EE87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26DA-A927-D942-8455-2B8502BE31C5}" type="datetimeFigureOut">
              <a:rPr lang="en-KR" smtClean="0"/>
              <a:t>8/15/26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A79B48-607C-E4DB-CE88-BBC47E04C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EF1E03-4382-D304-910B-18F9B448C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1614A-1F28-F247-BE7A-3E5DA85411D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83404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405AB-FFAB-9EF0-ACFE-F97C12AEF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DB37A5-B643-185F-3FA0-63229A8BB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26DA-A927-D942-8455-2B8502BE31C5}" type="datetimeFigureOut">
              <a:rPr lang="en-KR" smtClean="0"/>
              <a:t>8/15/26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F6DCAC-A0B0-2BEF-9907-12506F27A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9B3226-F22F-0AAF-A841-F4B0B0E30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1614A-1F28-F247-BE7A-3E5DA85411D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60518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E05CE0-799B-9C3E-4D9D-892CD4BD4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26DA-A927-D942-8455-2B8502BE31C5}" type="datetimeFigureOut">
              <a:rPr lang="en-KR" smtClean="0"/>
              <a:t>8/15/26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04F54C-BACC-09AA-6C91-24E521A1B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16156-D69B-1217-C332-F10BDA422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1614A-1F28-F247-BE7A-3E5DA85411D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69467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355ED-D163-EE5D-F1E8-4F1655030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D9CB8-4B2A-D406-54A9-0B232AFCB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6E6AA4-CC69-071D-82CF-DF288EA20C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DD47E4-2B5B-A0C6-0202-9E79FC7F6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26DA-A927-D942-8455-2B8502BE31C5}" type="datetimeFigureOut">
              <a:rPr lang="en-KR" smtClean="0"/>
              <a:t>8/15/26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1EEFDD-4044-B58A-2DA8-874F96C4C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8A42F-D188-8218-2CC4-8701CA000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1614A-1F28-F247-BE7A-3E5DA85411D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70685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8B1BA-88A4-87AC-CDE9-A8F8ADF21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FF1F54-1B59-4B77-2B5F-F210E2B7F2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B124E1-B034-69EE-676E-1174B93E5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7404E-837C-91D5-06A8-3D76EC14F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26DA-A927-D942-8455-2B8502BE31C5}" type="datetimeFigureOut">
              <a:rPr lang="en-KR" smtClean="0"/>
              <a:t>8/15/26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5ED947-766F-92D1-2915-9AD06236D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11797-B286-2CC7-B619-749B26591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1614A-1F28-F247-BE7A-3E5DA85411D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20307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639AA-CCB1-120D-3097-0A902838A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455A8A-CE31-2B97-517C-17E9F3EF2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15C83-3A0A-1482-B006-F2A6871B0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26DA-A927-D942-8455-2B8502BE31C5}" type="datetimeFigureOut">
              <a:rPr lang="en-KR" smtClean="0"/>
              <a:t>8/15/26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99F33-789E-85A9-6EEE-F52C0CED7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8DDA6-C2CB-C656-13BB-A6A1C613B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1614A-1F28-F247-BE7A-3E5DA85411D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144738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66DE8D-BF9B-E8E5-6BE2-D044D57763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F04A16-00E7-55F5-B49F-11D32A902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3F5A6-0FF6-30E3-D374-3185BE438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26DA-A927-D942-8455-2B8502BE31C5}" type="datetimeFigureOut">
              <a:rPr lang="en-KR" smtClean="0"/>
              <a:t>8/15/26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5FCB8-4F4F-E7F6-1030-E8B1843B4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84630-594A-6C52-FE60-DC0F4E9D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1614A-1F28-F247-BE7A-3E5DA85411D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32227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2E122F-1E3A-E081-AF34-120D96F05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D8B7D-9047-69A0-F264-CC7F715FC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7BA53-2EE8-2DA8-5C2F-AEF6E9FCDF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1126DA-A927-D942-8455-2B8502BE31C5}" type="datetimeFigureOut">
              <a:rPr lang="en-KR" smtClean="0"/>
              <a:t>8/15/26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BD24C-86AE-8EA3-CE23-C912F51038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DD121-EE10-1994-01A3-6BA9E8F02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C1614A-1F28-F247-BE7A-3E5DA85411D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54085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A13"/>
            </a:gs>
            <a:gs pos="100000">
              <a:srgbClr val="68947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95011" y="1363287"/>
            <a:ext cx="5209309" cy="4522123"/>
          </a:xfrm>
          <a:prstGeom prst="roundRect">
            <a:avLst>
              <a:gd name="adj" fmla="val 16670"/>
            </a:avLst>
          </a:prstGeom>
          <a:solidFill>
            <a:srgbClr val="2D6A3E">
              <a:alpha val="44706"/>
            </a:srgbClr>
          </a:solidFill>
          <a:ln w="14299" cap="sq">
            <a:solidFill>
              <a:srgbClr val="749D80">
                <a:alpha val="44706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ounded Rectangle 2"/>
          <p:cNvSpPr/>
          <p:nvPr/>
        </p:nvSpPr>
        <p:spPr>
          <a:xfrm>
            <a:off x="343592" y="466685"/>
            <a:ext cx="6211271" cy="741883"/>
          </a:xfrm>
          <a:prstGeom prst="roundRect">
            <a:avLst>
              <a:gd name="adj" fmla="val 16670"/>
            </a:avLst>
          </a:prstGeom>
          <a:solidFill>
            <a:srgbClr val="1D4128">
              <a:alpha val="60784"/>
            </a:srgbClr>
          </a:solidFill>
          <a:ln w="14299" cap="sq">
            <a:solidFill>
              <a:srgbClr val="1D4128">
                <a:alpha val="60784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67" b="1" dirty="0">
                <a:latin typeface="Arial" panose="020B0604020202020204" pitchFamily="34" charset="0"/>
                <a:cs typeface="Arial" panose="020B0604020202020204" pitchFamily="34" charset="0"/>
              </a:rPr>
              <a:t>HOLY EUCHARISTIC CELEBRATION</a:t>
            </a:r>
            <a:endParaRPr sz="2667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80900" y="4581104"/>
            <a:ext cx="4392777" cy="425501"/>
          </a:xfrm>
          <a:prstGeom prst="rect">
            <a:avLst/>
          </a:prstGeom>
          <a:noFill/>
        </p:spPr>
        <p:txBody>
          <a:bodyPr wrap="square" lIns="73152" tIns="48768" rIns="73152" bIns="48768" anchor="ctr">
            <a:noAutofit/>
          </a:bodyPr>
          <a:lstStyle/>
          <a:p>
            <a:pPr algn="ctr">
              <a:lnSpc>
                <a:spcPct val="108000"/>
              </a:lnSpc>
              <a:defRPr sz="3700" b="1" i="0" u="none">
                <a:solidFill>
                  <a:srgbClr val="FFEABF"/>
                </a:solidFill>
                <a:latin typeface="Arial"/>
              </a:defRPr>
            </a:pPr>
            <a:r>
              <a:rPr lang="en-US" sz="2133" dirty="0"/>
              <a:t>HOLY </a:t>
            </a:r>
            <a:r>
              <a:rPr sz="2133" dirty="0"/>
              <a:t>MASS CELEBRANT: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3592" y="5006605"/>
            <a:ext cx="5586153" cy="704697"/>
          </a:xfrm>
          <a:prstGeom prst="rect">
            <a:avLst/>
          </a:prstGeom>
          <a:noFill/>
        </p:spPr>
        <p:txBody>
          <a:bodyPr wrap="none" lIns="73152" tIns="48768" rIns="73152" bIns="48768" anchor="ctr">
            <a:noAutofit/>
          </a:bodyPr>
          <a:lstStyle/>
          <a:p>
            <a:pPr algn="ctr">
              <a:lnSpc>
                <a:spcPct val="108000"/>
              </a:lnSpc>
              <a:defRPr sz="6100" b="1" i="0" u="none">
                <a:solidFill>
                  <a:srgbClr val="FAF8F4"/>
                </a:solidFill>
                <a:latin typeface="Arial"/>
              </a:defRPr>
            </a:pPr>
            <a:r>
              <a:rPr sz="4067" dirty="0"/>
              <a:t>Divino Gabriel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301" y="3496099"/>
            <a:ext cx="5153227" cy="579120"/>
          </a:xfrm>
          <a:prstGeom prst="rect">
            <a:avLst/>
          </a:prstGeom>
          <a:noFill/>
        </p:spPr>
        <p:txBody>
          <a:bodyPr wrap="square" lIns="73152" tIns="48768" rIns="73152" bIns="48768" anchor="ctr">
            <a:noAutofit/>
          </a:bodyPr>
          <a:lstStyle/>
          <a:p>
            <a:pPr algn="ctr">
              <a:lnSpc>
                <a:spcPct val="108000"/>
              </a:lnSpc>
              <a:defRPr sz="4300" b="1" i="1" u="none">
                <a:solidFill>
                  <a:srgbClr val="FAF8F4"/>
                </a:solidFill>
                <a:latin typeface="Arial"/>
              </a:defRPr>
            </a:pPr>
            <a:r>
              <a:rPr sz="2867" dirty="0"/>
              <a:t>YEAR A </a:t>
            </a:r>
            <a:r>
              <a:rPr lang="en-US" sz="2867" dirty="0"/>
              <a:t>|</a:t>
            </a:r>
            <a:r>
              <a:rPr sz="2867" dirty="0"/>
              <a:t> AUGUST</a:t>
            </a:r>
            <a:r>
              <a:rPr lang="en-US" sz="2867" dirty="0"/>
              <a:t> 16,</a:t>
            </a:r>
            <a:r>
              <a:rPr sz="2867" dirty="0"/>
              <a:t>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1067" y="1593494"/>
            <a:ext cx="7183526" cy="1711428"/>
          </a:xfrm>
          <a:prstGeom prst="rect">
            <a:avLst/>
          </a:prstGeom>
          <a:noFill/>
        </p:spPr>
        <p:txBody>
          <a:bodyPr wrap="square" lIns="73152" tIns="48768" rIns="73152" bIns="48768" anchor="ctr">
            <a:noAutofit/>
          </a:bodyPr>
          <a:lstStyle/>
          <a:p>
            <a:pPr algn="ctr">
              <a:lnSpc>
                <a:spcPct val="108000"/>
              </a:lnSpc>
              <a:defRPr sz="3900" b="0" i="0" u="none">
                <a:solidFill>
                  <a:srgbClr val="EFEDEC"/>
                </a:solidFill>
                <a:latin typeface="Arial"/>
              </a:defRPr>
            </a:pPr>
            <a:r>
              <a:rPr sz="2600"/>
              <a:t>“O woman, great is your faith!”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3083" y="3867912"/>
            <a:ext cx="3879494" cy="498117"/>
          </a:xfrm>
          <a:prstGeom prst="rect">
            <a:avLst/>
          </a:prstGeom>
          <a:noFill/>
        </p:spPr>
        <p:txBody>
          <a:bodyPr wrap="square" lIns="73152" tIns="48768" rIns="73152" bIns="48768" anchor="ctr">
            <a:noAutofit/>
          </a:bodyPr>
          <a:lstStyle/>
          <a:p>
            <a:pPr algn="ctr">
              <a:lnSpc>
                <a:spcPct val="108000"/>
              </a:lnSpc>
              <a:defRPr sz="3500" b="1" i="0" u="none">
                <a:solidFill>
                  <a:srgbClr val="FFDE9E"/>
                </a:solidFill>
                <a:latin typeface="Arial"/>
              </a:defRPr>
            </a:pPr>
            <a:r>
              <a:rPr sz="2333" dirty="0"/>
              <a:t>GOSPEL</a:t>
            </a:r>
            <a:endParaRPr lang="en-US" sz="2333" dirty="0"/>
          </a:p>
          <a:p>
            <a:pPr algn="ctr">
              <a:lnSpc>
                <a:spcPct val="108000"/>
              </a:lnSpc>
              <a:defRPr sz="3500" b="1" i="0" u="none">
                <a:solidFill>
                  <a:srgbClr val="FFDE9E"/>
                </a:solidFill>
                <a:latin typeface="Arial"/>
              </a:defRPr>
            </a:pPr>
            <a:r>
              <a:rPr sz="2333" dirty="0"/>
              <a:t>(MATTHEW 15:21–28)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204" y="1593494"/>
            <a:ext cx="6526046" cy="1985163"/>
          </a:xfrm>
          <a:prstGeom prst="rect">
            <a:avLst/>
          </a:prstGeom>
          <a:noFill/>
        </p:spPr>
        <p:txBody>
          <a:bodyPr wrap="square" lIns="73152" tIns="48768" rIns="73152" bIns="48768" anchor="ctr">
            <a:noAutofit/>
          </a:bodyPr>
          <a:lstStyle/>
          <a:p>
            <a:pPr algn="ctr">
              <a:spcAft>
                <a:spcPts val="400"/>
              </a:spcAft>
              <a:defRPr sz="6600" b="1" i="0" u="none">
                <a:solidFill>
                  <a:srgbClr val="FAF8F4"/>
                </a:solidFill>
                <a:latin typeface="Arial"/>
              </a:defRPr>
            </a:pPr>
            <a:r>
              <a:rPr sz="5867" dirty="0"/>
              <a:t>20th Sunday</a:t>
            </a:r>
            <a:endParaRPr lang="en-US" sz="5867" dirty="0"/>
          </a:p>
          <a:p>
            <a:pPr algn="ctr">
              <a:spcAft>
                <a:spcPts val="400"/>
              </a:spcAft>
              <a:defRPr sz="6600" b="1" i="0" u="none">
                <a:solidFill>
                  <a:srgbClr val="FAF8F4"/>
                </a:solidFill>
                <a:latin typeface="Arial"/>
              </a:defRPr>
            </a:pPr>
            <a:r>
              <a:rPr sz="5867" dirty="0"/>
              <a:t>in</a:t>
            </a:r>
            <a:r>
              <a:rPr lang="en-US" sz="5867" dirty="0"/>
              <a:t> </a:t>
            </a:r>
            <a:r>
              <a:rPr sz="5867" dirty="0"/>
              <a:t>Ordinary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35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divinogabriel78@gmail.com</dc:creator>
  <cp:lastModifiedBy>divinogabriel78@gmail.com</cp:lastModifiedBy>
  <cp:revision>1</cp:revision>
  <dcterms:created xsi:type="dcterms:W3CDTF">2026-08-14T15:35:38Z</dcterms:created>
  <dcterms:modified xsi:type="dcterms:W3CDTF">2026-08-14T15:39:43Z</dcterms:modified>
</cp:coreProperties>
</file>