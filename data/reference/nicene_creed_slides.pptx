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Poppins Bold" charset="1" panose="00000800000000000000"/>
      <p:regular r:id="rId10"/>
    </p:embeddedFont>
    <p:embeddedFont>
      <p:font typeface="Recoleta" charset="1" panose="00000500000000000000"/>
      <p:regular r:id="rId11"/>
    </p:embeddedFont>
    <p:embeddedFont>
      <p:font typeface="ITC Zapf Chancery Italics" charset="1" panose="0209050305060A0D0B04"/>
      <p:regular r:id="rId12"/>
    </p:embeddedFont>
    <p:embeddedFont>
      <p:font typeface="Poppins Bold Italics" charset="1" panose="000008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050907"/>
        </a:solidFill>
      </p:bgPr>
    </p:bg>
    <p:spTree>
      <p:nvGrpSpPr>
        <p:cNvPr id="1" name=""/>
        <p:cNvGrpSpPr/>
        <p:nvPr/>
      </p:nvGrpSpPr>
      <p:grpSpPr>
        <a:xfrm>
          <a:off x="0" y="0"/>
          <a:ext cx="0" cy="0"/>
          <a:chOff x="0" y="0"/>
          <a:chExt cx="0" cy="0"/>
        </a:xfrm>
      </p:grpSpPr>
      <p:sp>
        <p:nvSpPr>
          <p:cNvPr name="TextBox 2" id="2"/>
          <p:cNvSpPr txBox="true"/>
          <p:nvPr/>
        </p:nvSpPr>
        <p:spPr>
          <a:xfrm rot="0">
            <a:off x="1155662" y="1689486"/>
            <a:ext cx="16922788" cy="2444242"/>
          </a:xfrm>
          <a:prstGeom prst="rect">
            <a:avLst/>
          </a:prstGeom>
        </p:spPr>
        <p:txBody>
          <a:bodyPr anchor="t" rtlCol="false" tIns="0" lIns="0" bIns="0" rIns="0">
            <a:spAutoFit/>
          </a:bodyPr>
          <a:lstStyle/>
          <a:p>
            <a:pPr algn="l" marL="0" indent="0" lvl="0">
              <a:lnSpc>
                <a:spcPts val="6343"/>
              </a:lnSpc>
            </a:pPr>
            <a:r>
              <a:rPr lang="en-US" b="true" sz="5199" spc="83">
                <a:solidFill>
                  <a:srgbClr val="FFFFFF"/>
                </a:solidFill>
                <a:latin typeface="Poppins Bold"/>
                <a:ea typeface="Poppins Bold"/>
                <a:cs typeface="Poppins Bold"/>
                <a:sym typeface="Poppins Bold"/>
              </a:rPr>
              <a:t>All:</a:t>
            </a:r>
            <a:r>
              <a:rPr lang="en-US" b="true" sz="5199" spc="83">
                <a:gradFill>
                  <a:gsLst>
                    <a:gs pos="0">
                      <a:srgbClr val="FFDE59">
                        <a:alpha val="100000"/>
                      </a:srgbClr>
                    </a:gs>
                    <a:gs pos="100000">
                      <a:srgbClr val="FF914D">
                        <a:alpha val="100000"/>
                      </a:srgbClr>
                    </a:gs>
                  </a:gsLst>
                  <a:lin ang="0"/>
                </a:gradFill>
                <a:latin typeface="Poppins Bold"/>
                <a:ea typeface="Poppins Bold"/>
                <a:cs typeface="Poppins Bold"/>
                <a:sym typeface="Poppins Bold"/>
              </a:rPr>
              <a:t> I believe in one God</a:t>
            </a:r>
            <a:r>
              <a:rPr lang="en-US" b="true" sz="5199" spc="83">
                <a:solidFill>
                  <a:srgbClr val="FFFFFF"/>
                </a:solidFill>
                <a:latin typeface="Poppins Bold"/>
                <a:ea typeface="Poppins Bold"/>
                <a:cs typeface="Poppins Bold"/>
                <a:sym typeface="Poppins Bold"/>
              </a:rPr>
              <a:t>, the Father almighty, maker of heaven and earth, of all things visible and invisible.</a:t>
            </a:r>
          </a:p>
        </p:txBody>
      </p:sp>
      <p:sp>
        <p:nvSpPr>
          <p:cNvPr name="TextBox 3" id="3"/>
          <p:cNvSpPr txBox="true"/>
          <p:nvPr/>
        </p:nvSpPr>
        <p:spPr>
          <a:xfrm rot="0">
            <a:off x="1155662" y="4886711"/>
            <a:ext cx="16922788" cy="4791075"/>
          </a:xfrm>
          <a:prstGeom prst="rect">
            <a:avLst/>
          </a:prstGeom>
        </p:spPr>
        <p:txBody>
          <a:bodyPr anchor="t" rtlCol="false" tIns="0" lIns="0" bIns="0" rIns="0">
            <a:spAutoFit/>
          </a:bodyPr>
          <a:lstStyle/>
          <a:p>
            <a:pPr algn="l" marL="0" indent="0" lvl="0">
              <a:lnSpc>
                <a:spcPts val="6239"/>
              </a:lnSpc>
            </a:pPr>
            <a:r>
              <a:rPr lang="en-US" b="true" sz="5199">
                <a:solidFill>
                  <a:srgbClr val="FFFFFF"/>
                </a:solidFill>
                <a:latin typeface="Poppins Bold"/>
                <a:ea typeface="Poppins Bold"/>
                <a:cs typeface="Poppins Bold"/>
                <a:sym typeface="Poppins Bold"/>
              </a:rPr>
              <a:t>I believe in one Lord Jesus Christ, the Only Begotten Son of God, born of the Fa</a:t>
            </a:r>
            <a:r>
              <a:rPr lang="en-US" b="true" sz="5199">
                <a:solidFill>
                  <a:srgbClr val="FFFFFF"/>
                </a:solidFill>
                <a:latin typeface="Poppins Bold"/>
                <a:ea typeface="Poppins Bold"/>
                <a:cs typeface="Poppins Bold"/>
                <a:sym typeface="Poppins Bold"/>
              </a:rPr>
              <a:t>ther before all ages. God from God, Light from Light, true God from true God, begotten, not made, consubstantial with the Father; through him all things were made.</a:t>
            </a:r>
          </a:p>
        </p:txBody>
      </p:sp>
      <p:sp>
        <p:nvSpPr>
          <p:cNvPr name="TextBox 4" id="4"/>
          <p:cNvSpPr txBox="true"/>
          <p:nvPr/>
        </p:nvSpPr>
        <p:spPr>
          <a:xfrm rot="0">
            <a:off x="2874744" y="331003"/>
            <a:ext cx="12538511" cy="1055243"/>
          </a:xfrm>
          <a:prstGeom prst="rect">
            <a:avLst/>
          </a:prstGeom>
        </p:spPr>
        <p:txBody>
          <a:bodyPr anchor="t" rtlCol="false" tIns="0" lIns="0" bIns="0" rIns="0">
            <a:spAutoFit/>
          </a:bodyPr>
          <a:lstStyle/>
          <a:p>
            <a:pPr algn="ctr" marL="0" indent="0" lvl="0">
              <a:lnSpc>
                <a:spcPts val="8175"/>
              </a:lnSpc>
              <a:spcBef>
                <a:spcPct val="0"/>
              </a:spcBef>
            </a:pPr>
            <a:r>
              <a:rPr lang="en-US" sz="7299">
                <a:solidFill>
                  <a:srgbClr val="FFB800"/>
                </a:solidFill>
                <a:latin typeface="Recoleta"/>
                <a:ea typeface="Recoleta"/>
                <a:cs typeface="Recoleta"/>
                <a:sym typeface="Recoleta"/>
              </a:rPr>
              <a:t>Nicene Creed</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50907"/>
        </a:solidFill>
      </p:bgPr>
    </p:bg>
    <p:spTree>
      <p:nvGrpSpPr>
        <p:cNvPr id="1" name=""/>
        <p:cNvGrpSpPr/>
        <p:nvPr/>
      </p:nvGrpSpPr>
      <p:grpSpPr>
        <a:xfrm>
          <a:off x="0" y="0"/>
          <a:ext cx="0" cy="0"/>
          <a:chOff x="0" y="0"/>
          <a:chExt cx="0" cy="0"/>
        </a:xfrm>
      </p:grpSpPr>
      <p:sp>
        <p:nvSpPr>
          <p:cNvPr name="TextBox 2" id="2"/>
          <p:cNvSpPr txBox="true"/>
          <p:nvPr/>
        </p:nvSpPr>
        <p:spPr>
          <a:xfrm rot="0">
            <a:off x="571995" y="644068"/>
            <a:ext cx="17906505" cy="1977432"/>
          </a:xfrm>
          <a:prstGeom prst="rect">
            <a:avLst/>
          </a:prstGeom>
        </p:spPr>
        <p:txBody>
          <a:bodyPr anchor="t" rtlCol="false" tIns="0" lIns="0" bIns="0" rIns="0">
            <a:spAutoFit/>
          </a:bodyPr>
          <a:lstStyle/>
          <a:p>
            <a:pPr algn="l" marL="0" indent="0" lvl="0">
              <a:lnSpc>
                <a:spcPts val="7703"/>
              </a:lnSpc>
              <a:spcBef>
                <a:spcPct val="0"/>
              </a:spcBef>
            </a:pPr>
            <a:r>
              <a:rPr lang="en-US" b="true" sz="5502" spc="88">
                <a:solidFill>
                  <a:srgbClr val="FFFFFF"/>
                </a:solidFill>
                <a:latin typeface="Poppins Bold"/>
                <a:ea typeface="Poppins Bold"/>
                <a:cs typeface="Poppins Bold"/>
                <a:sym typeface="Poppins Bold"/>
              </a:rPr>
              <a:t>For us men and for our salvation he came down from heaven,</a:t>
            </a:r>
          </a:p>
        </p:txBody>
      </p:sp>
      <p:sp>
        <p:nvSpPr>
          <p:cNvPr name="TextBox 3" id="3"/>
          <p:cNvSpPr txBox="true"/>
          <p:nvPr/>
        </p:nvSpPr>
        <p:spPr>
          <a:xfrm rot="0">
            <a:off x="6654143" y="2300293"/>
            <a:ext cx="4979713" cy="1056951"/>
          </a:xfrm>
          <a:prstGeom prst="rect">
            <a:avLst/>
          </a:prstGeom>
        </p:spPr>
        <p:txBody>
          <a:bodyPr anchor="t" rtlCol="false" tIns="0" lIns="0" bIns="0" rIns="0">
            <a:spAutoFit/>
          </a:bodyPr>
          <a:lstStyle/>
          <a:p>
            <a:pPr algn="ctr" marL="0" indent="0" lvl="0">
              <a:lnSpc>
                <a:spcPts val="7703"/>
              </a:lnSpc>
              <a:spcBef>
                <a:spcPct val="0"/>
              </a:spcBef>
            </a:pPr>
            <a:r>
              <a:rPr lang="en-US" sz="5502" i="true">
                <a:solidFill>
                  <a:srgbClr val="FFB800"/>
                </a:solidFill>
                <a:latin typeface="ITC Zapf Chancery Italics"/>
                <a:ea typeface="ITC Zapf Chancery Italics"/>
                <a:cs typeface="ITC Zapf Chancery Italics"/>
                <a:sym typeface="ITC Zapf Chancery Italics"/>
              </a:rPr>
              <a:t>(all bow their head)</a:t>
            </a:r>
          </a:p>
        </p:txBody>
      </p:sp>
      <p:sp>
        <p:nvSpPr>
          <p:cNvPr name="TextBox 4" id="4"/>
          <p:cNvSpPr txBox="true"/>
          <p:nvPr/>
        </p:nvSpPr>
        <p:spPr>
          <a:xfrm rot="0">
            <a:off x="571995" y="3104611"/>
            <a:ext cx="17906505" cy="1977432"/>
          </a:xfrm>
          <a:prstGeom prst="rect">
            <a:avLst/>
          </a:prstGeom>
        </p:spPr>
        <p:txBody>
          <a:bodyPr anchor="t" rtlCol="false" tIns="0" lIns="0" bIns="0" rIns="0">
            <a:spAutoFit/>
          </a:bodyPr>
          <a:lstStyle/>
          <a:p>
            <a:pPr algn="l" marL="0" indent="0" lvl="0">
              <a:lnSpc>
                <a:spcPts val="7703"/>
              </a:lnSpc>
              <a:spcBef>
                <a:spcPct val="0"/>
              </a:spcBef>
            </a:pPr>
            <a:r>
              <a:rPr lang="en-US" b="true" sz="5502" i="true" spc="88">
                <a:solidFill>
                  <a:srgbClr val="F8B300"/>
                </a:solidFill>
                <a:latin typeface="Poppins Bold Italics"/>
                <a:ea typeface="Poppins Bold Italics"/>
                <a:cs typeface="Poppins Bold Italics"/>
                <a:sym typeface="Poppins Bold Italics"/>
              </a:rPr>
              <a:t>and by the Holy Spirit was incarnate of the Virgin Mary, and became man.</a:t>
            </a:r>
          </a:p>
        </p:txBody>
      </p:sp>
      <p:sp>
        <p:nvSpPr>
          <p:cNvPr name="TextBox 5" id="5"/>
          <p:cNvSpPr txBox="true"/>
          <p:nvPr/>
        </p:nvSpPr>
        <p:spPr>
          <a:xfrm rot="0">
            <a:off x="562470" y="5529260"/>
            <a:ext cx="17906505" cy="3932697"/>
          </a:xfrm>
          <a:prstGeom prst="rect">
            <a:avLst/>
          </a:prstGeom>
        </p:spPr>
        <p:txBody>
          <a:bodyPr anchor="t" rtlCol="false" tIns="0" lIns="0" bIns="0" rIns="0">
            <a:spAutoFit/>
          </a:bodyPr>
          <a:lstStyle/>
          <a:p>
            <a:pPr algn="l" marL="0" indent="0" lvl="0">
              <a:lnSpc>
                <a:spcPts val="7703"/>
              </a:lnSpc>
              <a:spcBef>
                <a:spcPct val="0"/>
              </a:spcBef>
            </a:pPr>
            <a:r>
              <a:rPr lang="en-US" b="true" sz="5502" spc="88">
                <a:solidFill>
                  <a:srgbClr val="FFFFFF"/>
                </a:solidFill>
                <a:latin typeface="Poppins Bold"/>
                <a:ea typeface="Poppins Bold"/>
                <a:cs typeface="Poppins Bold"/>
                <a:sym typeface="Poppins Bold"/>
              </a:rPr>
              <a:t>For our sake he was crucified under Pontius Pilate, he suffered death and was buried, and rose again on the third day in accordance with the Scriptures.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50907"/>
        </a:solidFill>
      </p:bgPr>
    </p:bg>
    <p:spTree>
      <p:nvGrpSpPr>
        <p:cNvPr id="1" name=""/>
        <p:cNvGrpSpPr/>
        <p:nvPr/>
      </p:nvGrpSpPr>
      <p:grpSpPr>
        <a:xfrm>
          <a:off x="0" y="0"/>
          <a:ext cx="0" cy="0"/>
          <a:chOff x="0" y="0"/>
          <a:chExt cx="0" cy="0"/>
        </a:xfrm>
      </p:grpSpPr>
      <p:sp>
        <p:nvSpPr>
          <p:cNvPr name="TextBox 2" id="2"/>
          <p:cNvSpPr txBox="true"/>
          <p:nvPr/>
        </p:nvSpPr>
        <p:spPr>
          <a:xfrm rot="0">
            <a:off x="682606" y="542403"/>
            <a:ext cx="16922788" cy="3898900"/>
          </a:xfrm>
          <a:prstGeom prst="rect">
            <a:avLst/>
          </a:prstGeom>
        </p:spPr>
        <p:txBody>
          <a:bodyPr anchor="t" rtlCol="false" tIns="0" lIns="0" bIns="0" rIns="0">
            <a:spAutoFit/>
          </a:bodyPr>
          <a:lstStyle/>
          <a:p>
            <a:pPr algn="l" marL="0" indent="0" lvl="0">
              <a:lnSpc>
                <a:spcPts val="7699"/>
              </a:lnSpc>
              <a:spcBef>
                <a:spcPct val="0"/>
              </a:spcBef>
            </a:pPr>
            <a:r>
              <a:rPr lang="en-US" b="true" sz="5499" spc="87">
                <a:solidFill>
                  <a:srgbClr val="FFFFFF"/>
                </a:solidFill>
                <a:latin typeface="Poppins Bold"/>
                <a:ea typeface="Poppins Bold"/>
                <a:cs typeface="Poppins Bold"/>
                <a:sym typeface="Poppins Bold"/>
              </a:rPr>
              <a:t>He ascended into heaven and is seated at the right hand of the Father. He will come again in glory to judge the living and the dead and his kingdom will have no end.</a:t>
            </a:r>
          </a:p>
        </p:txBody>
      </p:sp>
      <p:sp>
        <p:nvSpPr>
          <p:cNvPr name="TextBox 3" id="3"/>
          <p:cNvSpPr txBox="true"/>
          <p:nvPr/>
        </p:nvSpPr>
        <p:spPr>
          <a:xfrm rot="0">
            <a:off x="682606" y="4721747"/>
            <a:ext cx="16922788" cy="4870450"/>
          </a:xfrm>
          <a:prstGeom prst="rect">
            <a:avLst/>
          </a:prstGeom>
        </p:spPr>
        <p:txBody>
          <a:bodyPr anchor="t" rtlCol="false" tIns="0" lIns="0" bIns="0" rIns="0">
            <a:spAutoFit/>
          </a:bodyPr>
          <a:lstStyle/>
          <a:p>
            <a:pPr algn="l" marL="0" indent="0" lvl="0">
              <a:lnSpc>
                <a:spcPts val="7699"/>
              </a:lnSpc>
              <a:spcBef>
                <a:spcPct val="0"/>
              </a:spcBef>
            </a:pPr>
            <a:r>
              <a:rPr lang="en-US" b="true" sz="5499" spc="87">
                <a:solidFill>
                  <a:srgbClr val="FFFFFF"/>
                </a:solidFill>
                <a:latin typeface="Poppins Bold"/>
                <a:ea typeface="Poppins Bold"/>
                <a:cs typeface="Poppins Bold"/>
                <a:sym typeface="Poppins Bold"/>
              </a:rPr>
              <a:t>I believe in the Holy Spirit, the Lord, the giver of life, who proceeds from the Father and the Son, who with the Father and the Son is adored and glorified, who has spoken through the prophets.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50907"/>
        </a:solidFill>
      </p:bgPr>
    </p:bg>
    <p:spTree>
      <p:nvGrpSpPr>
        <p:cNvPr id="1" name=""/>
        <p:cNvGrpSpPr/>
        <p:nvPr/>
      </p:nvGrpSpPr>
      <p:grpSpPr>
        <a:xfrm>
          <a:off x="0" y="0"/>
          <a:ext cx="0" cy="0"/>
          <a:chOff x="0" y="0"/>
          <a:chExt cx="0" cy="0"/>
        </a:xfrm>
      </p:grpSpPr>
      <p:sp>
        <p:nvSpPr>
          <p:cNvPr name="TextBox 2" id="2"/>
          <p:cNvSpPr txBox="true"/>
          <p:nvPr/>
        </p:nvSpPr>
        <p:spPr>
          <a:xfrm rot="0">
            <a:off x="379580" y="1910652"/>
            <a:ext cx="17528839" cy="4593451"/>
          </a:xfrm>
          <a:prstGeom prst="rect">
            <a:avLst/>
          </a:prstGeom>
        </p:spPr>
        <p:txBody>
          <a:bodyPr anchor="t" rtlCol="false" tIns="0" lIns="0" bIns="0" rIns="0">
            <a:spAutoFit/>
          </a:bodyPr>
          <a:lstStyle/>
          <a:p>
            <a:pPr algn="just">
              <a:lnSpc>
                <a:spcPts val="7162"/>
              </a:lnSpc>
            </a:pPr>
            <a:r>
              <a:rPr lang="en-US" b="true" sz="5968" spc="41">
                <a:solidFill>
                  <a:srgbClr val="FFFFFF"/>
                </a:solidFill>
                <a:latin typeface="Poppins Bold"/>
                <a:ea typeface="Poppins Bold"/>
                <a:cs typeface="Poppins Bold"/>
                <a:sym typeface="Poppins Bold"/>
              </a:rPr>
              <a:t>I believe in one, holy, catholic, and</a:t>
            </a:r>
          </a:p>
          <a:p>
            <a:pPr algn="just">
              <a:lnSpc>
                <a:spcPts val="7162"/>
              </a:lnSpc>
            </a:pPr>
            <a:r>
              <a:rPr lang="en-US" b="true" sz="5968" spc="41">
                <a:solidFill>
                  <a:srgbClr val="FFFFFF"/>
                </a:solidFill>
                <a:latin typeface="Poppins Bold"/>
                <a:ea typeface="Poppins Bold"/>
                <a:cs typeface="Poppins Bold"/>
                <a:sym typeface="Poppins Bold"/>
              </a:rPr>
              <a:t>apostolic Church.</a:t>
            </a:r>
          </a:p>
          <a:p>
            <a:pPr algn="just">
              <a:lnSpc>
                <a:spcPts val="7162"/>
              </a:lnSpc>
            </a:pPr>
            <a:r>
              <a:rPr lang="en-US" b="true" sz="5968" spc="41">
                <a:solidFill>
                  <a:srgbClr val="FFFFFF"/>
                </a:solidFill>
                <a:latin typeface="Poppins Bold"/>
                <a:ea typeface="Poppins Bold"/>
                <a:cs typeface="Poppins Bold"/>
                <a:sym typeface="Poppins Bold"/>
              </a:rPr>
              <a:t>I confess one Baptism for the forgiveness of sins and I look forward to the resurrection</a:t>
            </a:r>
          </a:p>
          <a:p>
            <a:pPr algn="just" marL="0" indent="0" lvl="0">
              <a:lnSpc>
                <a:spcPts val="7162"/>
              </a:lnSpc>
            </a:pPr>
            <a:r>
              <a:rPr lang="en-US" b="true" sz="5968" spc="41">
                <a:solidFill>
                  <a:srgbClr val="FFFFFF"/>
                </a:solidFill>
                <a:latin typeface="Poppins Bold"/>
                <a:ea typeface="Poppins Bold"/>
                <a:cs typeface="Poppins Bold"/>
                <a:sym typeface="Poppins Bold"/>
              </a:rPr>
              <a:t>of the dead and the life of the world to come.</a:t>
            </a:r>
          </a:p>
        </p:txBody>
      </p:sp>
      <p:sp>
        <p:nvSpPr>
          <p:cNvPr name="TextBox 3" id="3"/>
          <p:cNvSpPr txBox="true"/>
          <p:nvPr/>
        </p:nvSpPr>
        <p:spPr>
          <a:xfrm rot="0">
            <a:off x="6931597" y="7352325"/>
            <a:ext cx="4424807" cy="1580402"/>
          </a:xfrm>
          <a:prstGeom prst="rect">
            <a:avLst/>
          </a:prstGeom>
        </p:spPr>
        <p:txBody>
          <a:bodyPr anchor="t" rtlCol="false" tIns="0" lIns="0" bIns="0" rIns="0">
            <a:spAutoFit/>
          </a:bodyPr>
          <a:lstStyle/>
          <a:p>
            <a:pPr algn="just" marL="0" indent="0" lvl="0">
              <a:lnSpc>
                <a:spcPts val="11799"/>
              </a:lnSpc>
            </a:pPr>
            <a:r>
              <a:rPr lang="en-US" b="true" sz="9832" spc="68">
                <a:solidFill>
                  <a:srgbClr val="F8B300"/>
                </a:solidFill>
                <a:latin typeface="Poppins Bold"/>
                <a:ea typeface="Poppins Bold"/>
                <a:cs typeface="Poppins Bold"/>
                <a:sym typeface="Poppins Bold"/>
              </a:rPr>
              <a:t>Amen</a:t>
            </a:r>
            <a:r>
              <a:rPr lang="en-US" b="true" sz="9832" spc="68">
                <a:solidFill>
                  <a:srgbClr val="FFFFFF"/>
                </a:solidFill>
                <a:latin typeface="Poppins Bold"/>
                <a:ea typeface="Poppins Bold"/>
                <a:cs typeface="Poppins Bold"/>
                <a:sym typeface="Poppins Bold"/>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DAHAnjG8IzE</dc:identifier>
  <dcterms:modified xsi:type="dcterms:W3CDTF">2011-08-01T06:04:30Z</dcterms:modified>
  <cp:revision>1</cp:revision>
  <dc:title>GFCC SUNDAY TEMPLATE</dc:title>
</cp:coreProperties>
</file>