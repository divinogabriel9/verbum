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Lst>
  <p:sldSz cy="10287000" cx="18288000"/>
  <p:notesSz cx="6858000" cy="9144000"/>
  <p:embeddedFontLst>
    <p:embeddedFont>
      <p:font typeface="Arial Black"/>
      <p:regular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1" Type="http://schemas.openxmlformats.org/officeDocument/2006/relationships/font" Target="fonts/ArialBlack-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7f9b5fe7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e7f9b5fe70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83" name="Shape 83"/>
        <p:cNvGrpSpPr/>
        <p:nvPr/>
      </p:nvGrpSpPr>
      <p:grpSpPr>
        <a:xfrm>
          <a:off x="0" y="0"/>
          <a:ext cx="0" cy="0"/>
          <a:chOff x="0" y="0"/>
          <a:chExt cx="0" cy="0"/>
        </a:xfrm>
      </p:grpSpPr>
      <p:grpSp>
        <p:nvGrpSpPr>
          <p:cNvPr id="84" name="Google Shape;84;p13"/>
          <p:cNvGrpSpPr/>
          <p:nvPr/>
        </p:nvGrpSpPr>
        <p:grpSpPr>
          <a:xfrm>
            <a:off x="381000" y="217286"/>
            <a:ext cx="16667134" cy="384000"/>
            <a:chOff x="381000" y="217286"/>
            <a:chExt cx="16667134" cy="384000"/>
          </a:xfrm>
        </p:grpSpPr>
        <p:pic>
          <p:nvPicPr>
            <p:cNvPr descr="community_logo.png" id="85" name="Google Shape;85;p13"/>
            <p:cNvPicPr preferRelativeResize="0"/>
            <p:nvPr/>
          </p:nvPicPr>
          <p:blipFill rotWithShape="1">
            <a:blip r:embed="rId3">
              <a:alphaModFix/>
            </a:blip>
            <a:srcRect b="0" l="0" r="0" t="0"/>
            <a:stretch/>
          </p:blipFill>
          <p:spPr>
            <a:xfrm>
              <a:off x="381000" y="256027"/>
              <a:ext cx="304800" cy="301950"/>
            </a:xfrm>
            <a:prstGeom prst="rect">
              <a:avLst/>
            </a:prstGeom>
            <a:noFill/>
            <a:ln>
              <a:noFill/>
            </a:ln>
          </p:spPr>
        </p:pic>
        <p:sp>
          <p:nvSpPr>
            <p:cNvPr id="86" name="Google Shape;86;p13"/>
            <p:cNvSpPr txBox="1"/>
            <p:nvPr/>
          </p:nvSpPr>
          <p:spPr>
            <a:xfrm>
              <a:off x="647434" y="217286"/>
              <a:ext cx="16400700" cy="384000"/>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i="0" lang="en-US" sz="1500" u="none" cap="none" strike="noStrike">
                  <a:solidFill>
                    <a:srgbClr val="FAF8F4"/>
                  </a:solidFill>
                  <a:latin typeface="Calibri"/>
                  <a:ea typeface="Calibri"/>
                  <a:cs typeface="Calibri"/>
                  <a:sym typeface="Calibri"/>
                </a:rPr>
                <a:t>Gwangju Catholic Church Community</a:t>
              </a:r>
              <a:endParaRPr/>
            </a:p>
          </p:txBody>
        </p:sp>
      </p:grpSp>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pPr>
            <a:r>
              <a:rPr b="0" i="1" lang="en-US" sz="4700" u="none" cap="none" strike="noStrike">
                <a:solidFill>
                  <a:srgbClr val="FFDA91"/>
                </a:solidFill>
                <a:latin typeface="Calibri"/>
                <a:ea typeface="Calibri"/>
                <a:cs typeface="Calibri"/>
                <a:sym typeface="Calibri"/>
              </a:rPr>
              <a:t>Thank you.</a:t>
            </a:r>
            <a:endParaRPr sz="4600"/>
          </a:p>
        </p:txBody>
      </p:sp>
      <p:sp>
        <p:nvSpPr>
          <p:cNvPr id="88" name="Google Shape;88;p13"/>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Pre-Mass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92" name="Shape 92"/>
        <p:cNvGrpSpPr/>
        <p:nvPr/>
      </p:nvGrpSpPr>
      <p:grpSpPr>
        <a:xfrm>
          <a:off x="0" y="0"/>
          <a:ext cx="0" cy="0"/>
          <a:chOff x="0" y="0"/>
          <a:chExt cx="0" cy="0"/>
        </a:xfrm>
      </p:grpSpPr>
      <p:sp>
        <p:nvSpPr>
          <p:cNvPr id="93" name="Google Shape;93;p14"/>
          <p:cNvSpPr txBox="1"/>
          <p:nvPr/>
        </p:nvSpPr>
        <p:spPr>
          <a:xfrm>
            <a:off x="685800" y="1554480"/>
            <a:ext cx="16916400" cy="96012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3800" u="none" cap="none" strike="noStrike">
                <a:solidFill>
                  <a:srgbClr val="FFDA91"/>
                </a:solidFill>
                <a:latin typeface="Calibri"/>
                <a:ea typeface="Calibri"/>
                <a:cs typeface="Calibri"/>
                <a:sym typeface="Calibri"/>
              </a:rPr>
              <a:t>Eastertide Celebration</a:t>
            </a:r>
            <a:endParaRPr/>
          </a:p>
        </p:txBody>
      </p:sp>
      <p:sp>
        <p:nvSpPr>
          <p:cNvPr id="94" name="Google Shape;94;p14"/>
          <p:cNvSpPr txBox="1"/>
          <p:nvPr/>
        </p:nvSpPr>
        <p:spPr>
          <a:xfrm>
            <a:off x="685800" y="2606040"/>
            <a:ext cx="16916400" cy="310896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0" lang="en-US" sz="2100" u="none" cap="none" strike="noStrike">
                <a:solidFill>
                  <a:srgbClr val="FAF8F4"/>
                </a:solidFill>
                <a:latin typeface="Calibri"/>
                <a:ea typeface="Calibri"/>
                <a:cs typeface="Calibri"/>
                <a:sym typeface="Calibri"/>
              </a:rPr>
              <a:t>2026-05-24</a:t>
            </a:r>
            <a:endParaRPr/>
          </a:p>
          <a:p>
            <a:pPr indent="0" lvl="0" marL="0" marR="0" rtl="0" algn="l">
              <a:spcBef>
                <a:spcPts val="500"/>
              </a:spcBef>
              <a:spcAft>
                <a:spcPts val="0"/>
              </a:spcAft>
              <a:buNone/>
            </a:pPr>
            <a:r>
              <a:rPr b="0" i="0" lang="en-US" sz="2100" u="none" cap="none" strike="noStrike">
                <a:solidFill>
                  <a:srgbClr val="FAF8F4"/>
                </a:solidFill>
                <a:latin typeface="Calibri"/>
                <a:ea typeface="Calibri"/>
                <a:cs typeface="Calibri"/>
                <a:sym typeface="Calibri"/>
              </a:rPr>
              <a:t>Celebrant: Divino Gabriel</a:t>
            </a:r>
            <a:endParaRPr/>
          </a:p>
          <a:p>
            <a:pPr indent="0" lvl="0" marL="0" marR="0" rtl="0" algn="l">
              <a:spcBef>
                <a:spcPts val="500"/>
              </a:spcBef>
              <a:spcAft>
                <a:spcPts val="0"/>
              </a:spcAft>
              <a:buNone/>
            </a:pPr>
            <a:r>
              <a:rPr b="0" i="0" lang="en-US" sz="2100" u="none" cap="none" strike="noStrike">
                <a:solidFill>
                  <a:srgbClr val="FAF8F4"/>
                </a:solidFill>
                <a:latin typeface="Calibri"/>
                <a:ea typeface="Calibri"/>
                <a:cs typeface="Calibri"/>
                <a:sym typeface="Calibri"/>
              </a:rPr>
              <a:t>Gospel: John 20:19-23</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Season: Eastertide · Sunday Lectionary Year A</a:t>
            </a:r>
            <a:endParaRPr/>
          </a:p>
          <a:p>
            <a:pPr indent="0" lvl="0" marL="0" marR="0" rtl="0" algn="l">
              <a:spcBef>
                <a:spcPts val="500"/>
              </a:spcBef>
              <a:spcAft>
                <a:spcPts val="0"/>
              </a:spcAft>
              <a:buNone/>
            </a:pPr>
            <a:r>
              <a:rPr b="0" i="0" lang="en-US" sz="2100" u="none" cap="none" strike="noStrike">
                <a:solidFill>
                  <a:srgbClr val="FAF8F4"/>
                </a:solidFill>
                <a:latin typeface="Calibri"/>
                <a:ea typeface="Calibri"/>
                <a:cs typeface="Calibri"/>
                <a:sym typeface="Calibri"/>
              </a:rPr>
              <a:t>Excerpt:</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“Receive the Holy Spirit!”</a:t>
            </a:r>
            <a:endParaRPr/>
          </a:p>
          <a:p>
            <a:pPr indent="0" lvl="0" marL="0" marR="0" rtl="0" algn="l">
              <a:spcBef>
                <a:spcPts val="500"/>
              </a:spcBef>
              <a:spcAft>
                <a:spcPts val="0"/>
              </a:spcAft>
              <a:buNone/>
            </a:pPr>
            <a:r>
              <a:rPr b="0" i="0" lang="en-US" sz="2100" u="none" cap="none" strike="noStrike">
                <a:solidFill>
                  <a:srgbClr val="FAF8F4"/>
                </a:solidFill>
                <a:latin typeface="Calibri"/>
                <a:ea typeface="Calibri"/>
                <a:cs typeface="Calibri"/>
                <a:sym typeface="Calibri"/>
              </a:rPr>
              <a:t>Liturgical color: Red (pentecost)</a:t>
            </a:r>
            <a:endParaRPr/>
          </a:p>
        </p:txBody>
      </p:sp>
      <p:sp>
        <p:nvSpPr>
          <p:cNvPr id="95" name="Google Shape;95;p14"/>
          <p:cNvSpPr txBox="1"/>
          <p:nvPr/>
        </p:nvSpPr>
        <p:spPr>
          <a:xfrm>
            <a:off x="685800" y="9189720"/>
            <a:ext cx="16916400" cy="68580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0" lang="en-US" sz="1400" u="none" cap="none" strike="noStrike">
                <a:solidFill>
                  <a:srgbClr val="BCBAC6"/>
                </a:solidFill>
                <a:latin typeface="Calibri"/>
                <a:ea typeface="Calibri"/>
                <a:cs typeface="Calibri"/>
                <a:sym typeface="Calibri"/>
              </a:rPr>
              <a:t>Below: World English Bible (WEB) fallback — verify NABRE on bible.usccb.org.</a:t>
            </a:r>
            <a:endParaRPr/>
          </a:p>
        </p:txBody>
      </p:sp>
      <p:sp>
        <p:nvSpPr>
          <p:cNvPr id="96" name="Google Shape;96;p14"/>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Title</a:t>
            </a:r>
            <a:endParaRPr/>
          </a:p>
        </p:txBody>
      </p:sp>
      <p:grpSp>
        <p:nvGrpSpPr>
          <p:cNvPr id="97" name="Google Shape;97;p14"/>
          <p:cNvGrpSpPr/>
          <p:nvPr/>
        </p:nvGrpSpPr>
        <p:grpSpPr>
          <a:xfrm>
            <a:off x="381000" y="217286"/>
            <a:ext cx="16667134" cy="384000"/>
            <a:chOff x="381000" y="217286"/>
            <a:chExt cx="16667134" cy="384000"/>
          </a:xfrm>
        </p:grpSpPr>
        <p:pic>
          <p:nvPicPr>
            <p:cNvPr descr="community_logo.png" id="98" name="Google Shape;98;p14"/>
            <p:cNvPicPr preferRelativeResize="0"/>
            <p:nvPr/>
          </p:nvPicPr>
          <p:blipFill rotWithShape="1">
            <a:blip r:embed="rId3">
              <a:alphaModFix/>
            </a:blip>
            <a:srcRect b="0" l="0" r="0" t="0"/>
            <a:stretch/>
          </p:blipFill>
          <p:spPr>
            <a:xfrm>
              <a:off x="381000" y="256027"/>
              <a:ext cx="304800" cy="301950"/>
            </a:xfrm>
            <a:prstGeom prst="rect">
              <a:avLst/>
            </a:prstGeom>
            <a:noFill/>
            <a:ln>
              <a:noFill/>
            </a:ln>
          </p:spPr>
        </p:pic>
        <p:sp>
          <p:nvSpPr>
            <p:cNvPr id="99" name="Google Shape;99;p14"/>
            <p:cNvSpPr txBox="1"/>
            <p:nvPr/>
          </p:nvSpPr>
          <p:spPr>
            <a:xfrm>
              <a:off x="647434" y="217286"/>
              <a:ext cx="16400700" cy="384000"/>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i="0" lang="en-US" sz="1500" u="none" cap="none" strike="noStrike">
                  <a:solidFill>
                    <a:srgbClr val="FAF8F4"/>
                  </a:solidFill>
                  <a:latin typeface="Calibri"/>
                  <a:ea typeface="Calibri"/>
                  <a:cs typeface="Calibri"/>
                  <a:sym typeface="Calibri"/>
                </a:rPr>
                <a:t>Gwangju Catholic Church Community</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3" name="Shape 103"/>
        <p:cNvGrpSpPr/>
        <p:nvPr/>
      </p:nvGrpSpPr>
      <p:grpSpPr>
        <a:xfrm>
          <a:off x="0" y="0"/>
          <a:ext cx="0" cy="0"/>
          <a:chOff x="0" y="0"/>
          <a:chExt cx="0" cy="0"/>
        </a:xfrm>
      </p:grpSpPr>
      <p:sp>
        <p:nvSpPr>
          <p:cNvPr id="104" name="Google Shape;104;p15"/>
          <p:cNvSpPr txBox="1"/>
          <p:nvPr/>
        </p:nvSpPr>
        <p:spPr>
          <a:xfrm>
            <a:off x="685800" y="139789"/>
            <a:ext cx="16916400" cy="7773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3800" u="none" cap="none" strike="noStrike">
                <a:solidFill>
                  <a:srgbClr val="FFCC4D"/>
                </a:solidFill>
                <a:latin typeface="Georgia"/>
                <a:ea typeface="Georgia"/>
                <a:cs typeface="Georgia"/>
                <a:sym typeface="Georgia"/>
              </a:rPr>
              <a:t>Glory and Praise to Our God</a:t>
            </a:r>
            <a:endParaRPr sz="1800"/>
          </a:p>
        </p:txBody>
      </p:sp>
      <p:sp>
        <p:nvSpPr>
          <p:cNvPr id="105" name="Google Shape;105;p15"/>
          <p:cNvSpPr txBox="1"/>
          <p:nvPr/>
        </p:nvSpPr>
        <p:spPr>
          <a:xfrm>
            <a:off x="0" y="1960194"/>
            <a:ext cx="18288000" cy="63666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6200" u="none" cap="none" strike="noStrike">
                <a:solidFill>
                  <a:srgbClr val="FFFFFF"/>
                </a:solidFill>
                <a:latin typeface="Arial Black"/>
                <a:ea typeface="Arial Black"/>
                <a:cs typeface="Arial Black"/>
                <a:sym typeface="Arial Black"/>
              </a:rPr>
              <a:t>GLORY AND PRAISE TO OUR GOD,</a:t>
            </a:r>
            <a:endParaRPr sz="3800"/>
          </a:p>
          <a:p>
            <a:pPr indent="0" lvl="0" marL="0" marR="0" rtl="0" algn="ctr">
              <a:lnSpc>
                <a:spcPct val="105000"/>
              </a:lnSpc>
              <a:spcBef>
                <a:spcPts val="1000"/>
              </a:spcBef>
              <a:spcAft>
                <a:spcPts val="0"/>
              </a:spcAft>
              <a:buNone/>
            </a:pPr>
            <a:r>
              <a:rPr b="1" i="0" lang="en-US" sz="6200" u="none" cap="none" strike="noStrike">
                <a:solidFill>
                  <a:srgbClr val="FFFFFF"/>
                </a:solidFill>
                <a:latin typeface="Arial Black"/>
                <a:ea typeface="Arial Black"/>
                <a:cs typeface="Arial Black"/>
                <a:sym typeface="Arial Black"/>
              </a:rPr>
              <a:t>WHO ALONE GIVES LIGHT TO OUR DAYS.</a:t>
            </a:r>
            <a:endParaRPr sz="3800"/>
          </a:p>
          <a:p>
            <a:pPr indent="0" lvl="0" marL="0" marR="0" rtl="0" algn="ctr">
              <a:lnSpc>
                <a:spcPct val="105000"/>
              </a:lnSpc>
              <a:spcBef>
                <a:spcPts val="1000"/>
              </a:spcBef>
              <a:spcAft>
                <a:spcPts val="0"/>
              </a:spcAft>
              <a:buNone/>
            </a:pPr>
            <a:r>
              <a:rPr b="1" i="0" lang="en-US" sz="6200" u="none" cap="none" strike="noStrike">
                <a:solidFill>
                  <a:srgbClr val="FFFFFF"/>
                </a:solidFill>
                <a:latin typeface="Arial Black"/>
                <a:ea typeface="Arial Black"/>
                <a:cs typeface="Arial Black"/>
                <a:sym typeface="Arial Black"/>
              </a:rPr>
              <a:t>MANY ARE THE BLESSINGS</a:t>
            </a:r>
            <a:r>
              <a:rPr lang="en-US" sz="3800"/>
              <a:t> </a:t>
            </a:r>
            <a:r>
              <a:rPr b="1" i="0" lang="en-US" sz="6200" u="none" cap="none" strike="noStrike">
                <a:solidFill>
                  <a:srgbClr val="FFFFFF"/>
                </a:solidFill>
                <a:latin typeface="Arial Black"/>
                <a:ea typeface="Arial Black"/>
                <a:cs typeface="Arial Black"/>
                <a:sym typeface="Arial Black"/>
              </a:rPr>
              <a:t>HE BEARS</a:t>
            </a:r>
            <a:endParaRPr b="1" sz="6200">
              <a:solidFill>
                <a:srgbClr val="FFFFFF"/>
              </a:solidFill>
              <a:latin typeface="Arial Black"/>
              <a:ea typeface="Arial Black"/>
              <a:cs typeface="Arial Black"/>
              <a:sym typeface="Arial Black"/>
            </a:endParaRPr>
          </a:p>
          <a:p>
            <a:pPr indent="0" lvl="0" marL="0" marR="0" rtl="0" algn="ctr">
              <a:lnSpc>
                <a:spcPct val="105000"/>
              </a:lnSpc>
              <a:spcBef>
                <a:spcPts val="1000"/>
              </a:spcBef>
              <a:spcAft>
                <a:spcPts val="0"/>
              </a:spcAft>
              <a:buNone/>
            </a:pPr>
            <a:r>
              <a:rPr b="1" i="0" lang="en-US" sz="6200" u="none" cap="none" strike="noStrike">
                <a:solidFill>
                  <a:srgbClr val="FFFFFF"/>
                </a:solidFill>
                <a:latin typeface="Arial Black"/>
                <a:ea typeface="Arial Black"/>
                <a:cs typeface="Arial Black"/>
                <a:sym typeface="Arial Black"/>
              </a:rPr>
              <a:t>TO THOSE WHO TRUST IN HIS WAYS.</a:t>
            </a:r>
            <a:endParaRPr sz="3800"/>
          </a:p>
        </p:txBody>
      </p:sp>
      <p:sp>
        <p:nvSpPr>
          <p:cNvPr id="106" name="Google Shape;106;p15"/>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Entrance</a:t>
            </a:r>
            <a:endParaRPr/>
          </a:p>
        </p:txBody>
      </p:sp>
      <p:grpSp>
        <p:nvGrpSpPr>
          <p:cNvPr id="107" name="Google Shape;107;p15"/>
          <p:cNvGrpSpPr/>
          <p:nvPr/>
        </p:nvGrpSpPr>
        <p:grpSpPr>
          <a:xfrm>
            <a:off x="381000" y="217286"/>
            <a:ext cx="16667134" cy="384000"/>
            <a:chOff x="381000" y="217286"/>
            <a:chExt cx="16667134" cy="384000"/>
          </a:xfrm>
        </p:grpSpPr>
        <p:pic>
          <p:nvPicPr>
            <p:cNvPr descr="community_logo.png" id="108" name="Google Shape;108;p15"/>
            <p:cNvPicPr preferRelativeResize="0"/>
            <p:nvPr/>
          </p:nvPicPr>
          <p:blipFill rotWithShape="1">
            <a:blip r:embed="rId3">
              <a:alphaModFix/>
            </a:blip>
            <a:srcRect b="0" l="0" r="0" t="0"/>
            <a:stretch/>
          </p:blipFill>
          <p:spPr>
            <a:xfrm>
              <a:off x="381000" y="256027"/>
              <a:ext cx="304800" cy="301950"/>
            </a:xfrm>
            <a:prstGeom prst="rect">
              <a:avLst/>
            </a:prstGeom>
            <a:noFill/>
            <a:ln>
              <a:noFill/>
            </a:ln>
          </p:spPr>
        </p:pic>
        <p:sp>
          <p:nvSpPr>
            <p:cNvPr id="109" name="Google Shape;109;p15"/>
            <p:cNvSpPr txBox="1"/>
            <p:nvPr/>
          </p:nvSpPr>
          <p:spPr>
            <a:xfrm>
              <a:off x="647434" y="217286"/>
              <a:ext cx="16400700" cy="384000"/>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i="0" lang="en-US" sz="1500" u="none" cap="none" strike="noStrike">
                  <a:solidFill>
                    <a:srgbClr val="FAF8F4"/>
                  </a:solidFill>
                  <a:latin typeface="Calibri"/>
                  <a:ea typeface="Calibri"/>
                  <a:cs typeface="Calibri"/>
                  <a:sym typeface="Calibri"/>
                </a:rPr>
                <a:t>Gwangju Catholic Church Community</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3" name="Shape 113"/>
        <p:cNvGrpSpPr/>
        <p:nvPr/>
      </p:nvGrpSpPr>
      <p:grpSpPr>
        <a:xfrm>
          <a:off x="0" y="0"/>
          <a:ext cx="0" cy="0"/>
          <a:chOff x="0" y="0"/>
          <a:chExt cx="0" cy="0"/>
        </a:xfrm>
      </p:grpSpPr>
      <p:sp>
        <p:nvSpPr>
          <p:cNvPr id="114" name="Google Shape;114;p16"/>
          <p:cNvSpPr txBox="1"/>
          <p:nvPr/>
        </p:nvSpPr>
        <p:spPr>
          <a:xfrm>
            <a:off x="0" y="929900"/>
            <a:ext cx="18288000" cy="84078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5700" u="none" cap="none" strike="noStrike">
                <a:solidFill>
                  <a:srgbClr val="FFFFFF"/>
                </a:solidFill>
                <a:latin typeface="Arial Black"/>
                <a:ea typeface="Arial Black"/>
                <a:cs typeface="Arial Black"/>
                <a:sym typeface="Arial Black"/>
              </a:rPr>
              <a:t>WE THE DAUGHTERS AND SONS OF HIM</a:t>
            </a:r>
            <a:endParaRPr sz="5700"/>
          </a:p>
          <a:p>
            <a:pPr indent="0" lvl="0" marL="0" marR="0" rtl="0" algn="ctr">
              <a:lnSpc>
                <a:spcPct val="105000"/>
              </a:lnSpc>
              <a:spcBef>
                <a:spcPts val="1000"/>
              </a:spcBef>
              <a:spcAft>
                <a:spcPts val="0"/>
              </a:spcAft>
              <a:buNone/>
            </a:pPr>
            <a:r>
              <a:rPr b="1" i="0" lang="en-US" sz="5700" u="none" cap="none" strike="noStrike">
                <a:solidFill>
                  <a:srgbClr val="FFFFFF"/>
                </a:solidFill>
                <a:latin typeface="Arial Black"/>
                <a:ea typeface="Arial Black"/>
                <a:cs typeface="Arial Black"/>
                <a:sym typeface="Arial Black"/>
              </a:rPr>
              <a:t>WHO BUILT THE VALLEYS AND PLAINS,</a:t>
            </a:r>
            <a:endParaRPr sz="5700"/>
          </a:p>
          <a:p>
            <a:pPr indent="0" lvl="0" marL="0" marR="0" rtl="0" algn="ctr">
              <a:lnSpc>
                <a:spcPct val="105000"/>
              </a:lnSpc>
              <a:spcBef>
                <a:spcPts val="1000"/>
              </a:spcBef>
              <a:spcAft>
                <a:spcPts val="0"/>
              </a:spcAft>
              <a:buNone/>
            </a:pPr>
            <a:r>
              <a:rPr b="1" i="0" lang="en-US" sz="5700" u="none" cap="none" strike="noStrike">
                <a:solidFill>
                  <a:srgbClr val="FFFFFF"/>
                </a:solidFill>
                <a:latin typeface="Arial Black"/>
                <a:ea typeface="Arial Black"/>
                <a:cs typeface="Arial Black"/>
                <a:sym typeface="Arial Black"/>
              </a:rPr>
              <a:t>PRAISE THE WONDERS OUR GOD HAS DONE,</a:t>
            </a:r>
            <a:endParaRPr sz="5700"/>
          </a:p>
          <a:p>
            <a:pPr indent="0" lvl="0" marL="0" marR="0" rtl="0" algn="ctr">
              <a:lnSpc>
                <a:spcPct val="105000"/>
              </a:lnSpc>
              <a:spcBef>
                <a:spcPts val="1000"/>
              </a:spcBef>
              <a:spcAft>
                <a:spcPts val="0"/>
              </a:spcAft>
              <a:buNone/>
            </a:pPr>
            <a:r>
              <a:rPr b="1" i="0" lang="en-US" sz="5700" u="none" cap="none" strike="noStrike">
                <a:solidFill>
                  <a:srgbClr val="FFFFFF"/>
                </a:solidFill>
                <a:latin typeface="Arial Black"/>
                <a:ea typeface="Arial Black"/>
                <a:cs typeface="Arial Black"/>
                <a:sym typeface="Arial Black"/>
              </a:rPr>
              <a:t>WHOSE MOTHER IS OVER ALL.</a:t>
            </a:r>
            <a:endParaRPr sz="5700"/>
          </a:p>
        </p:txBody>
      </p:sp>
      <p:sp>
        <p:nvSpPr>
          <p:cNvPr id="115" name="Google Shape;115;p16"/>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Entrance</a:t>
            </a:r>
            <a:endParaRPr/>
          </a:p>
        </p:txBody>
      </p:sp>
      <p:grpSp>
        <p:nvGrpSpPr>
          <p:cNvPr id="116" name="Google Shape;116;p16"/>
          <p:cNvGrpSpPr/>
          <p:nvPr/>
        </p:nvGrpSpPr>
        <p:grpSpPr>
          <a:xfrm>
            <a:off x="381000" y="217286"/>
            <a:ext cx="16667134" cy="384000"/>
            <a:chOff x="381000" y="217286"/>
            <a:chExt cx="16667134" cy="384000"/>
          </a:xfrm>
        </p:grpSpPr>
        <p:pic>
          <p:nvPicPr>
            <p:cNvPr descr="community_logo.png" id="117" name="Google Shape;117;p16"/>
            <p:cNvPicPr preferRelativeResize="0"/>
            <p:nvPr/>
          </p:nvPicPr>
          <p:blipFill rotWithShape="1">
            <a:blip r:embed="rId3">
              <a:alphaModFix/>
            </a:blip>
            <a:srcRect b="0" l="0" r="0" t="0"/>
            <a:stretch/>
          </p:blipFill>
          <p:spPr>
            <a:xfrm>
              <a:off x="381000" y="256027"/>
              <a:ext cx="304800" cy="301950"/>
            </a:xfrm>
            <a:prstGeom prst="rect">
              <a:avLst/>
            </a:prstGeom>
            <a:noFill/>
            <a:ln>
              <a:noFill/>
            </a:ln>
          </p:spPr>
        </p:pic>
        <p:sp>
          <p:nvSpPr>
            <p:cNvPr id="118" name="Google Shape;118;p16"/>
            <p:cNvSpPr txBox="1"/>
            <p:nvPr/>
          </p:nvSpPr>
          <p:spPr>
            <a:xfrm>
              <a:off x="647434" y="217286"/>
              <a:ext cx="16400700" cy="384000"/>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i="0" lang="en-US" sz="1500" u="none" cap="none" strike="noStrike">
                  <a:solidFill>
                    <a:srgbClr val="FAF8F4"/>
                  </a:solidFill>
                  <a:latin typeface="Calibri"/>
                  <a:ea typeface="Calibri"/>
                  <a:cs typeface="Calibri"/>
                  <a:sym typeface="Calibri"/>
                </a:rPr>
                <a:t>Gwangju Catholic Church Community</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2" name="Shape 122"/>
        <p:cNvGrpSpPr/>
        <p:nvPr/>
      </p:nvGrpSpPr>
      <p:grpSpPr>
        <a:xfrm>
          <a:off x="0" y="0"/>
          <a:ext cx="0" cy="0"/>
          <a:chOff x="0" y="0"/>
          <a:chExt cx="0" cy="0"/>
        </a:xfrm>
      </p:grpSpPr>
      <p:sp>
        <p:nvSpPr>
          <p:cNvPr id="123" name="Google Shape;123;p17"/>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Entrance</a:t>
            </a:r>
            <a:endParaRPr/>
          </a:p>
        </p:txBody>
      </p:sp>
      <p:grpSp>
        <p:nvGrpSpPr>
          <p:cNvPr id="124" name="Google Shape;124;p17"/>
          <p:cNvGrpSpPr/>
          <p:nvPr/>
        </p:nvGrpSpPr>
        <p:grpSpPr>
          <a:xfrm>
            <a:off x="381000" y="217286"/>
            <a:ext cx="16667134" cy="384000"/>
            <a:chOff x="381000" y="217286"/>
            <a:chExt cx="16667134" cy="384000"/>
          </a:xfrm>
        </p:grpSpPr>
        <p:pic>
          <p:nvPicPr>
            <p:cNvPr descr="community_logo.png" id="125" name="Google Shape;125;p17"/>
            <p:cNvPicPr preferRelativeResize="0"/>
            <p:nvPr/>
          </p:nvPicPr>
          <p:blipFill rotWithShape="1">
            <a:blip r:embed="rId3">
              <a:alphaModFix/>
            </a:blip>
            <a:srcRect b="0" l="0" r="0" t="0"/>
            <a:stretch/>
          </p:blipFill>
          <p:spPr>
            <a:xfrm>
              <a:off x="381000" y="256027"/>
              <a:ext cx="304800" cy="301950"/>
            </a:xfrm>
            <a:prstGeom prst="rect">
              <a:avLst/>
            </a:prstGeom>
            <a:noFill/>
            <a:ln>
              <a:noFill/>
            </a:ln>
          </p:spPr>
        </p:pic>
        <p:sp>
          <p:nvSpPr>
            <p:cNvPr id="126" name="Google Shape;126;p17"/>
            <p:cNvSpPr txBox="1"/>
            <p:nvPr/>
          </p:nvSpPr>
          <p:spPr>
            <a:xfrm>
              <a:off x="647434" y="217286"/>
              <a:ext cx="16400700" cy="384000"/>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i="0" lang="en-US" sz="1500" u="none" cap="none" strike="noStrike">
                  <a:solidFill>
                    <a:srgbClr val="FAF8F4"/>
                  </a:solidFill>
                  <a:latin typeface="Calibri"/>
                  <a:ea typeface="Calibri"/>
                  <a:cs typeface="Calibri"/>
                  <a:sym typeface="Calibri"/>
                </a:rPr>
                <a:t>Gwangju Catholic Church Community</a:t>
              </a:r>
              <a:endParaRPr/>
            </a:p>
          </p:txBody>
        </p:sp>
      </p:grpSp>
      <p:sp>
        <p:nvSpPr>
          <p:cNvPr id="127" name="Google Shape;127;p17"/>
          <p:cNvSpPr txBox="1"/>
          <p:nvPr/>
        </p:nvSpPr>
        <p:spPr>
          <a:xfrm>
            <a:off x="0" y="1960194"/>
            <a:ext cx="18288000" cy="63666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6200" u="none" cap="none" strike="noStrike">
                <a:solidFill>
                  <a:srgbClr val="FFFFFF"/>
                </a:solidFill>
                <a:latin typeface="Arial Black"/>
                <a:ea typeface="Arial Black"/>
                <a:cs typeface="Arial Black"/>
                <a:sym typeface="Arial Black"/>
              </a:rPr>
              <a:t>GLORY AND PRAISE TO OUR GOD,</a:t>
            </a:r>
            <a:endParaRPr sz="3800"/>
          </a:p>
          <a:p>
            <a:pPr indent="0" lvl="0" marL="0" marR="0" rtl="0" algn="ctr">
              <a:lnSpc>
                <a:spcPct val="105000"/>
              </a:lnSpc>
              <a:spcBef>
                <a:spcPts val="1000"/>
              </a:spcBef>
              <a:spcAft>
                <a:spcPts val="0"/>
              </a:spcAft>
              <a:buNone/>
            </a:pPr>
            <a:r>
              <a:rPr b="1" i="0" lang="en-US" sz="6200" u="none" cap="none" strike="noStrike">
                <a:solidFill>
                  <a:srgbClr val="FFFFFF"/>
                </a:solidFill>
                <a:latin typeface="Arial Black"/>
                <a:ea typeface="Arial Black"/>
                <a:cs typeface="Arial Black"/>
                <a:sym typeface="Arial Black"/>
              </a:rPr>
              <a:t>WHO ALONE GIVES LIGHT TO OUR DAYS.</a:t>
            </a:r>
            <a:endParaRPr sz="3800"/>
          </a:p>
          <a:p>
            <a:pPr indent="0" lvl="0" marL="0" marR="0" rtl="0" algn="ctr">
              <a:lnSpc>
                <a:spcPct val="105000"/>
              </a:lnSpc>
              <a:spcBef>
                <a:spcPts val="1000"/>
              </a:spcBef>
              <a:spcAft>
                <a:spcPts val="0"/>
              </a:spcAft>
              <a:buNone/>
            </a:pPr>
            <a:r>
              <a:rPr b="1" i="0" lang="en-US" sz="6200" u="none" cap="none" strike="noStrike">
                <a:solidFill>
                  <a:srgbClr val="FFFFFF"/>
                </a:solidFill>
                <a:latin typeface="Arial Black"/>
                <a:ea typeface="Arial Black"/>
                <a:cs typeface="Arial Black"/>
                <a:sym typeface="Arial Black"/>
              </a:rPr>
              <a:t>MANY ARE THE BLESSINGS</a:t>
            </a:r>
            <a:r>
              <a:rPr lang="en-US" sz="3800"/>
              <a:t> </a:t>
            </a:r>
            <a:r>
              <a:rPr b="1" i="0" lang="en-US" sz="6200" u="none" cap="none" strike="noStrike">
                <a:solidFill>
                  <a:srgbClr val="FFFFFF"/>
                </a:solidFill>
                <a:latin typeface="Arial Black"/>
                <a:ea typeface="Arial Black"/>
                <a:cs typeface="Arial Black"/>
                <a:sym typeface="Arial Black"/>
              </a:rPr>
              <a:t>HE BEARS</a:t>
            </a:r>
            <a:endParaRPr b="1" sz="6200">
              <a:solidFill>
                <a:srgbClr val="FFFFFF"/>
              </a:solidFill>
              <a:latin typeface="Arial Black"/>
              <a:ea typeface="Arial Black"/>
              <a:cs typeface="Arial Black"/>
              <a:sym typeface="Arial Black"/>
            </a:endParaRPr>
          </a:p>
          <a:p>
            <a:pPr indent="0" lvl="0" marL="0" marR="0" rtl="0" algn="ctr">
              <a:lnSpc>
                <a:spcPct val="105000"/>
              </a:lnSpc>
              <a:spcBef>
                <a:spcPts val="1000"/>
              </a:spcBef>
              <a:spcAft>
                <a:spcPts val="0"/>
              </a:spcAft>
              <a:buNone/>
            </a:pPr>
            <a:r>
              <a:rPr b="1" i="0" lang="en-US" sz="6200" u="none" cap="none" strike="noStrike">
                <a:solidFill>
                  <a:srgbClr val="FFFFFF"/>
                </a:solidFill>
                <a:latin typeface="Arial Black"/>
                <a:ea typeface="Arial Black"/>
                <a:cs typeface="Arial Black"/>
                <a:sym typeface="Arial Black"/>
              </a:rPr>
              <a:t>TO THOSE WHO TRUST IN HIS WAYS.</a:t>
            </a:r>
            <a:endParaRPr sz="3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131" name="Shape 131"/>
        <p:cNvGrpSpPr/>
        <p:nvPr/>
      </p:nvGrpSpPr>
      <p:grpSpPr>
        <a:xfrm>
          <a:off x="0" y="0"/>
          <a:ext cx="0" cy="0"/>
          <a:chOff x="0" y="0"/>
          <a:chExt cx="0" cy="0"/>
        </a:xfrm>
      </p:grpSpPr>
      <p:sp>
        <p:nvSpPr>
          <p:cNvPr id="132" name="Google Shape;132;p18"/>
          <p:cNvSpPr txBox="1"/>
          <p:nvPr/>
        </p:nvSpPr>
        <p:spPr>
          <a:xfrm>
            <a:off x="685800" y="1737360"/>
            <a:ext cx="16916400" cy="594360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100" u="none" cap="none" strike="noStrike">
                <a:solidFill>
                  <a:srgbClr val="FFDA91"/>
                </a:solidFill>
                <a:latin typeface="Calibri"/>
                <a:ea typeface="Calibri"/>
                <a:cs typeface="Calibri"/>
                <a:sym typeface="Calibri"/>
              </a:rPr>
              <a:t>MASS CELEBRANT:</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Divino Gabriel</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Gwangju</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Catholic</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Church</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Community</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Gospel (John 20:19-23)</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“Receive the Holy Spirit!”</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YEAR A</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2026-05-24 · Eastertide</a:t>
            </a:r>
            <a:endParaRPr/>
          </a:p>
        </p:txBody>
      </p:sp>
      <p:sp>
        <p:nvSpPr>
          <p:cNvPr id="133" name="Google Shape;133;p18"/>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Mass poster / divider</a:t>
            </a:r>
            <a:endParaRPr/>
          </a:p>
        </p:txBody>
      </p:sp>
      <p:grpSp>
        <p:nvGrpSpPr>
          <p:cNvPr id="134" name="Google Shape;134;p18"/>
          <p:cNvGrpSpPr/>
          <p:nvPr/>
        </p:nvGrpSpPr>
        <p:grpSpPr>
          <a:xfrm>
            <a:off x="381000" y="217286"/>
            <a:ext cx="16667134" cy="384000"/>
            <a:chOff x="381000" y="217286"/>
            <a:chExt cx="16667134" cy="384000"/>
          </a:xfrm>
        </p:grpSpPr>
        <p:pic>
          <p:nvPicPr>
            <p:cNvPr descr="community_logo.png" id="135" name="Google Shape;135;p18"/>
            <p:cNvPicPr preferRelativeResize="0"/>
            <p:nvPr/>
          </p:nvPicPr>
          <p:blipFill rotWithShape="1">
            <a:blip r:embed="rId3">
              <a:alphaModFix/>
            </a:blip>
            <a:srcRect b="0" l="0" r="0" t="0"/>
            <a:stretch/>
          </p:blipFill>
          <p:spPr>
            <a:xfrm>
              <a:off x="381000" y="256027"/>
              <a:ext cx="304800" cy="301950"/>
            </a:xfrm>
            <a:prstGeom prst="rect">
              <a:avLst/>
            </a:prstGeom>
            <a:noFill/>
            <a:ln>
              <a:noFill/>
            </a:ln>
          </p:spPr>
        </p:pic>
        <p:sp>
          <p:nvSpPr>
            <p:cNvPr id="136" name="Google Shape;136;p18"/>
            <p:cNvSpPr txBox="1"/>
            <p:nvPr/>
          </p:nvSpPr>
          <p:spPr>
            <a:xfrm>
              <a:off x="647434" y="217286"/>
              <a:ext cx="16400700" cy="384000"/>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i="0" lang="en-US" sz="1500" u="none" cap="none" strike="noStrike">
                  <a:solidFill>
                    <a:srgbClr val="FAF8F4"/>
                  </a:solidFill>
                  <a:latin typeface="Calibri"/>
                  <a:ea typeface="Calibri"/>
                  <a:cs typeface="Calibri"/>
                  <a:sym typeface="Calibri"/>
                </a:rPr>
                <a:t>Gwangju Catholic Church Community</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140" name="Shape 140"/>
        <p:cNvGrpSpPr/>
        <p:nvPr/>
      </p:nvGrpSpPr>
      <p:grpSpPr>
        <a:xfrm>
          <a:off x="0" y="0"/>
          <a:ext cx="0" cy="0"/>
          <a:chOff x="0" y="0"/>
          <a:chExt cx="0" cy="0"/>
        </a:xfrm>
      </p:grpSpPr>
      <p:sp>
        <p:nvSpPr>
          <p:cNvPr id="141" name="Google Shape;141;p19"/>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FDA91"/>
                </a:solidFill>
                <a:latin typeface="Calibri"/>
                <a:ea typeface="Calibri"/>
                <a:cs typeface="Calibri"/>
                <a:sym typeface="Calibri"/>
              </a:rPr>
              <a:t>In the Name of the Father, and of the Son, and of the Holy Spirit.</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Amen.</a:t>
            </a:r>
            <a:endParaRPr/>
          </a:p>
          <a:p>
            <a:pPr indent="0" lvl="0" marL="0" marR="0" rtl="0" algn="l">
              <a:spcBef>
                <a:spcPts val="500"/>
              </a:spcBef>
              <a:spcAft>
                <a:spcPts val="0"/>
              </a:spcAft>
              <a:buNone/>
            </a:pPr>
            <a:r>
              <a:rPr b="1" i="0" lang="en-US" sz="2000" u="none" cap="none" strike="noStrike">
                <a:solidFill>
                  <a:srgbClr val="FFDA91"/>
                </a:solidFill>
                <a:latin typeface="Calibri"/>
                <a:ea typeface="Calibri"/>
                <a:cs typeface="Calibri"/>
                <a:sym typeface="Calibri"/>
              </a:rPr>
              <a:t>The Lord be with you.</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And with your spirit.</a:t>
            </a:r>
            <a:endParaRPr/>
          </a:p>
        </p:txBody>
      </p:sp>
      <p:sp>
        <p:nvSpPr>
          <p:cNvPr id="142" name="Google Shape;142;p19"/>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Introductory Rites</a:t>
            </a:r>
            <a:endParaRPr/>
          </a:p>
        </p:txBody>
      </p:sp>
      <p:grpSp>
        <p:nvGrpSpPr>
          <p:cNvPr id="143" name="Google Shape;143;p19"/>
          <p:cNvGrpSpPr/>
          <p:nvPr/>
        </p:nvGrpSpPr>
        <p:grpSpPr>
          <a:xfrm>
            <a:off x="381000" y="217286"/>
            <a:ext cx="16667134" cy="384000"/>
            <a:chOff x="381000" y="217286"/>
            <a:chExt cx="16667134" cy="384000"/>
          </a:xfrm>
        </p:grpSpPr>
        <p:pic>
          <p:nvPicPr>
            <p:cNvPr descr="community_logo.png" id="144" name="Google Shape;144;p19"/>
            <p:cNvPicPr preferRelativeResize="0"/>
            <p:nvPr/>
          </p:nvPicPr>
          <p:blipFill rotWithShape="1">
            <a:blip r:embed="rId3">
              <a:alphaModFix/>
            </a:blip>
            <a:srcRect b="0" l="0" r="0" t="0"/>
            <a:stretch/>
          </p:blipFill>
          <p:spPr>
            <a:xfrm>
              <a:off x="381000" y="256027"/>
              <a:ext cx="304800" cy="301950"/>
            </a:xfrm>
            <a:prstGeom prst="rect">
              <a:avLst/>
            </a:prstGeom>
            <a:noFill/>
            <a:ln>
              <a:noFill/>
            </a:ln>
          </p:spPr>
        </p:pic>
        <p:sp>
          <p:nvSpPr>
            <p:cNvPr id="145" name="Google Shape;145;p19"/>
            <p:cNvSpPr txBox="1"/>
            <p:nvPr/>
          </p:nvSpPr>
          <p:spPr>
            <a:xfrm>
              <a:off x="647434" y="217286"/>
              <a:ext cx="16400700" cy="384000"/>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i="0" lang="en-US" sz="1500" u="none" cap="none" strike="noStrike">
                  <a:solidFill>
                    <a:srgbClr val="FAF8F4"/>
                  </a:solidFill>
                  <a:latin typeface="Calibri"/>
                  <a:ea typeface="Calibri"/>
                  <a:cs typeface="Calibri"/>
                  <a:sym typeface="Calibri"/>
                </a:rPr>
                <a:t>Gwangju Catholic Church Community</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149" name="Shape 149"/>
        <p:cNvGrpSpPr/>
        <p:nvPr/>
      </p:nvGrpSpPr>
      <p:grpSpPr>
        <a:xfrm>
          <a:off x="0" y="0"/>
          <a:ext cx="0" cy="0"/>
          <a:chOff x="0" y="0"/>
          <a:chExt cx="0" cy="0"/>
        </a:xfrm>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Google Shape;151;p20"/>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Penitential Act</a:t>
            </a:r>
            <a:endParaRPr/>
          </a:p>
        </p:txBody>
      </p:sp>
      <p:grpSp>
        <p:nvGrpSpPr>
          <p:cNvPr id="152" name="Google Shape;152;p20"/>
          <p:cNvGrpSpPr/>
          <p:nvPr/>
        </p:nvGrpSpPr>
        <p:grpSpPr>
          <a:xfrm>
            <a:off x="381000" y="217286"/>
            <a:ext cx="16667134" cy="384000"/>
            <a:chOff x="381000" y="217286"/>
            <a:chExt cx="16667134" cy="384000"/>
          </a:xfrm>
        </p:grpSpPr>
        <p:pic>
          <p:nvPicPr>
            <p:cNvPr descr="community_logo.png" id="153" name="Google Shape;153;p20"/>
            <p:cNvPicPr preferRelativeResize="0"/>
            <p:nvPr/>
          </p:nvPicPr>
          <p:blipFill rotWithShape="1">
            <a:blip r:embed="rId3">
              <a:alphaModFix/>
            </a:blip>
            <a:srcRect b="0" l="0" r="0" t="0"/>
            <a:stretch/>
          </p:blipFill>
          <p:spPr>
            <a:xfrm>
              <a:off x="381000" y="256027"/>
              <a:ext cx="304800" cy="301950"/>
            </a:xfrm>
            <a:prstGeom prst="rect">
              <a:avLst/>
            </a:prstGeom>
            <a:noFill/>
            <a:ln>
              <a:noFill/>
            </a:ln>
          </p:spPr>
        </p:pic>
        <p:sp>
          <p:nvSpPr>
            <p:cNvPr id="154" name="Google Shape;154;p20"/>
            <p:cNvSpPr txBox="1"/>
            <p:nvPr/>
          </p:nvSpPr>
          <p:spPr>
            <a:xfrm>
              <a:off x="647434" y="217286"/>
              <a:ext cx="16400700" cy="384000"/>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i="0" lang="en-US" sz="1500" u="none" cap="none" strike="noStrike">
                  <a:solidFill>
                    <a:srgbClr val="FAF8F4"/>
                  </a:solidFill>
                  <a:latin typeface="Calibri"/>
                  <a:ea typeface="Calibri"/>
                  <a:cs typeface="Calibri"/>
                  <a:sym typeface="Calibri"/>
                </a:rPr>
                <a:t>Gwangju Catholic Church Community</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158" name="Shape 158"/>
        <p:cNvGrpSpPr/>
        <p:nvPr/>
      </p:nvGrpSpPr>
      <p:grpSpPr>
        <a:xfrm>
          <a:off x="0" y="0"/>
          <a:ext cx="0" cy="0"/>
          <a:chOff x="0" y="0"/>
          <a:chExt cx="0" cy="0"/>
        </a:xfrm>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0" name="Google Shape;160;p21"/>
          <p:cNvSpPr txBox="1"/>
          <p:nvPr/>
        </p:nvSpPr>
        <p:spPr>
          <a:xfrm>
            <a:off x="685800" y="9418320"/>
            <a:ext cx="16916400" cy="77730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Penitential Act</a:t>
            </a:r>
            <a:endParaRPr/>
          </a:p>
        </p:txBody>
      </p:sp>
      <p:grpSp>
        <p:nvGrpSpPr>
          <p:cNvPr id="161" name="Google Shape;161;p21"/>
          <p:cNvGrpSpPr/>
          <p:nvPr/>
        </p:nvGrpSpPr>
        <p:grpSpPr>
          <a:xfrm>
            <a:off x="381000" y="217286"/>
            <a:ext cx="16667134" cy="384000"/>
            <a:chOff x="381000" y="217286"/>
            <a:chExt cx="16667134" cy="384000"/>
          </a:xfrm>
        </p:grpSpPr>
        <p:pic>
          <p:nvPicPr>
            <p:cNvPr descr="community_logo.png" id="162" name="Google Shape;162;p21"/>
            <p:cNvPicPr preferRelativeResize="0"/>
            <p:nvPr/>
          </p:nvPicPr>
          <p:blipFill rotWithShape="1">
            <a:blip r:embed="rId3">
              <a:alphaModFix/>
            </a:blip>
            <a:srcRect b="0" l="0" r="0" t="0"/>
            <a:stretch/>
          </p:blipFill>
          <p:spPr>
            <a:xfrm>
              <a:off x="381000" y="256027"/>
              <a:ext cx="304800" cy="301950"/>
            </a:xfrm>
            <a:prstGeom prst="rect">
              <a:avLst/>
            </a:prstGeom>
            <a:noFill/>
            <a:ln>
              <a:noFill/>
            </a:ln>
          </p:spPr>
        </p:pic>
        <p:sp>
          <p:nvSpPr>
            <p:cNvPr id="163" name="Google Shape;163;p21"/>
            <p:cNvSpPr txBox="1"/>
            <p:nvPr/>
          </p:nvSpPr>
          <p:spPr>
            <a:xfrm>
              <a:off x="647434" y="217286"/>
              <a:ext cx="16400700" cy="384000"/>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i="0" lang="en-US" sz="1500" u="none" cap="none" strike="noStrike">
                  <a:solidFill>
                    <a:srgbClr val="FAF8F4"/>
                  </a:solidFill>
                  <a:latin typeface="Calibri"/>
                  <a:ea typeface="Calibri"/>
                  <a:cs typeface="Calibri"/>
                  <a:sym typeface="Calibri"/>
                </a:rPr>
                <a:t>Gwangju Catholic Church Community</a:t>
              </a:r>
              <a:endParaRPr/>
            </a:p>
          </p:txBody>
        </p:sp>
      </p:gr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168" name="Shape 168"/>
        <p:cNvGrpSpPr/>
        <p:nvPr/>
      </p:nvGrpSpPr>
      <p:grpSpPr>
        <a:xfrm>
          <a:off x="0" y="0"/>
          <a:ext cx="0" cy="0"/>
          <a:chOff x="0" y="0"/>
          <a:chExt cx="0" cy="0"/>
        </a:xfrm>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p:txBody>
      </p:sp>
      <p:sp>
        <p:nvSpPr>
          <p:cNvPr id="170" name="Google Shape;170;p22"/>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Kyrie Eleison</a:t>
            </a:r>
            <a:endParaRPr/>
          </a:p>
        </p:txBody>
      </p:sp>
      <p:grpSp>
        <p:nvGrpSpPr>
          <p:cNvPr id="171" name="Google Shape;171;p22"/>
          <p:cNvGrpSpPr/>
          <p:nvPr/>
        </p:nvGrpSpPr>
        <p:grpSpPr>
          <a:xfrm>
            <a:off x="381000" y="217286"/>
            <a:ext cx="16667134" cy="384000"/>
            <a:chOff x="381000" y="217286"/>
            <a:chExt cx="16667134" cy="384000"/>
          </a:xfrm>
        </p:grpSpPr>
        <p:pic>
          <p:nvPicPr>
            <p:cNvPr descr="community_logo.png" id="172" name="Google Shape;172;p22"/>
            <p:cNvPicPr preferRelativeResize="0"/>
            <p:nvPr/>
          </p:nvPicPr>
          <p:blipFill rotWithShape="1">
            <a:blip r:embed="rId3">
              <a:alphaModFix/>
            </a:blip>
            <a:srcRect b="0" l="0" r="0" t="0"/>
            <a:stretch/>
          </p:blipFill>
          <p:spPr>
            <a:xfrm>
              <a:off x="381000" y="256027"/>
              <a:ext cx="304800" cy="301950"/>
            </a:xfrm>
            <a:prstGeom prst="rect">
              <a:avLst/>
            </a:prstGeom>
            <a:noFill/>
            <a:ln>
              <a:noFill/>
            </a:ln>
          </p:spPr>
        </p:pic>
        <p:sp>
          <p:nvSpPr>
            <p:cNvPr id="173" name="Google Shape;173;p22"/>
            <p:cNvSpPr txBox="1"/>
            <p:nvPr/>
          </p:nvSpPr>
          <p:spPr>
            <a:xfrm>
              <a:off x="647434" y="217286"/>
              <a:ext cx="16400700" cy="384000"/>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i="0" lang="en-US" sz="1500" u="none" cap="none" strike="noStrike">
                  <a:solidFill>
                    <a:srgbClr val="FAF8F4"/>
                  </a:solidFill>
                  <a:latin typeface="Calibri"/>
                  <a:ea typeface="Calibri"/>
                  <a:cs typeface="Calibri"/>
                  <a:sym typeface="Calibri"/>
                </a:rPr>
                <a:t>Gwangju Catholic Church Community</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177" name="Shape 177"/>
        <p:cNvGrpSpPr/>
        <p:nvPr/>
      </p:nvGrpSpPr>
      <p:grpSpPr>
        <a:xfrm>
          <a:off x="0" y="0"/>
          <a:ext cx="0" cy="0"/>
          <a:chOff x="0" y="0"/>
          <a:chExt cx="0" cy="0"/>
        </a:xfrm>
      </p:grpSpPr>
      <p:sp>
        <p:nvSpPr>
          <p:cNvPr id="178" name="Google Shape;178;p23"/>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AF8F4"/>
                </a:solidFill>
                <a:latin typeface="Calibri"/>
                <a:ea typeface="Calibri"/>
                <a:cs typeface="Calibri"/>
                <a:sym typeface="Calibri"/>
              </a:rPr>
              <a:t>Glory to God in the highest,</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and on earth peace to people of good will.</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We praise you, we bless you, we adore you,</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we glorify you, we give you thanks</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for your great glory,</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Lord God, heavenly King, O God, almighty Father.</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Lord Jesus Christ, Only Begotten Son,</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Lord God, Lamb of God, Son of the Father,</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you take away the sins of the world, have mercy on us;</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you take away the sins of the world, receive our prayer;</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you are seated at the right hand of the Father, have mercy on us.</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For you alone are the Holy One,</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you alone are the Lord,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you alone are the Most High,</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Jesus Christ,</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with the Holy Spirit,</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in the glory of God the Father.</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Amen.</a:t>
            </a:r>
            <a:endParaRPr/>
          </a:p>
        </p:txBody>
      </p:sp>
      <p:sp>
        <p:nvSpPr>
          <p:cNvPr id="179" name="Google Shape;179;p23"/>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Gloria</a:t>
            </a:r>
            <a:endParaRPr/>
          </a:p>
        </p:txBody>
      </p:sp>
      <p:grpSp>
        <p:nvGrpSpPr>
          <p:cNvPr id="180" name="Google Shape;180;p23"/>
          <p:cNvGrpSpPr/>
          <p:nvPr/>
        </p:nvGrpSpPr>
        <p:grpSpPr>
          <a:xfrm>
            <a:off x="381000" y="217286"/>
            <a:ext cx="16667134" cy="384000"/>
            <a:chOff x="381000" y="217286"/>
            <a:chExt cx="16667134" cy="384000"/>
          </a:xfrm>
        </p:grpSpPr>
        <p:pic>
          <p:nvPicPr>
            <p:cNvPr descr="community_logo.png" id="181" name="Google Shape;181;p23"/>
            <p:cNvPicPr preferRelativeResize="0"/>
            <p:nvPr/>
          </p:nvPicPr>
          <p:blipFill rotWithShape="1">
            <a:blip r:embed="rId3">
              <a:alphaModFix/>
            </a:blip>
            <a:srcRect b="0" l="0" r="0" t="0"/>
            <a:stretch/>
          </p:blipFill>
          <p:spPr>
            <a:xfrm>
              <a:off x="381000" y="256027"/>
              <a:ext cx="304800" cy="301950"/>
            </a:xfrm>
            <a:prstGeom prst="rect">
              <a:avLst/>
            </a:prstGeom>
            <a:noFill/>
            <a:ln>
              <a:noFill/>
            </a:ln>
          </p:spPr>
        </p:pic>
        <p:sp>
          <p:nvSpPr>
            <p:cNvPr id="182" name="Google Shape;182;p23"/>
            <p:cNvSpPr txBox="1"/>
            <p:nvPr/>
          </p:nvSpPr>
          <p:spPr>
            <a:xfrm>
              <a:off x="647434" y="217286"/>
              <a:ext cx="16400700" cy="384000"/>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i="0" lang="en-US" sz="1500" u="none" cap="none" strike="noStrike">
                  <a:solidFill>
                    <a:srgbClr val="FAF8F4"/>
                  </a:solidFill>
                  <a:latin typeface="Calibri"/>
                  <a:ea typeface="Calibri"/>
                  <a:cs typeface="Calibri"/>
                  <a:sym typeface="Calibri"/>
                </a:rPr>
                <a:t>Gwangju Catholic Church Community</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186" name="Shape 186"/>
        <p:cNvGrpSpPr/>
        <p:nvPr/>
      </p:nvGrpSpPr>
      <p:grpSpPr>
        <a:xfrm>
          <a:off x="0" y="0"/>
          <a:ext cx="0" cy="0"/>
          <a:chOff x="0" y="0"/>
          <a:chExt cx="0" cy="0"/>
        </a:xfrm>
      </p:grpSpPr>
      <p:pic>
        <p:nvPicPr>
          <p:cNvPr descr="community_logo.png" id="187" name="Google Shape;187;p24"/>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188" name="Google Shape;188;p24"/>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189" name="Google Shape;189;p24"/>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FDA91"/>
                </a:solidFill>
                <a:latin typeface="Calibri"/>
                <a:ea typeface="Calibri"/>
                <a:cs typeface="Calibri"/>
                <a:sym typeface="Calibri"/>
              </a:rPr>
              <a:t>Let us pray.</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All pray silently with the Priest for a moment. Then the Priest says the Collect for the day, that is, the Opening Prayer, in full from the Roman Missal for this celebration—nothing abbreviated. The people respond at the end.</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Amen.</a:t>
            </a:r>
            <a:endParaRPr/>
          </a:p>
        </p:txBody>
      </p:sp>
      <p:sp>
        <p:nvSpPr>
          <p:cNvPr id="190" name="Google Shape;190;p24"/>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Liturgy of the Word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194" name="Shape 194"/>
        <p:cNvGrpSpPr/>
        <p:nvPr/>
      </p:nvGrpSpPr>
      <p:grpSpPr>
        <a:xfrm>
          <a:off x="0" y="0"/>
          <a:ext cx="0" cy="0"/>
          <a:chOff x="0" y="0"/>
          <a:chExt cx="0" cy="0"/>
        </a:xfrm>
      </p:grpSpPr>
      <p:pic>
        <p:nvPicPr>
          <p:cNvPr descr="community_logo.png" id="195" name="Google Shape;195;p25"/>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196" name="Google Shape;196;p25"/>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197" name="Google Shape;197;p25"/>
          <p:cNvSpPr txBox="1"/>
          <p:nvPr/>
        </p:nvSpPr>
        <p:spPr>
          <a:xfrm>
            <a:off x="685800" y="1645920"/>
            <a:ext cx="16916400" cy="4114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4400" u="none" cap="none" strike="noStrike">
                <a:solidFill>
                  <a:srgbClr val="FFDA91"/>
                </a:solidFill>
                <a:latin typeface="Calibri"/>
                <a:ea typeface="Calibri"/>
                <a:cs typeface="Calibri"/>
                <a:sym typeface="Calibri"/>
              </a:rPr>
              <a:t>LITURGY OF</a:t>
            </a:r>
            <a:br>
              <a:rPr b="1" i="0" lang="en-US" sz="4400" u="none" cap="none" strike="noStrike">
                <a:solidFill>
                  <a:srgbClr val="FFDA91"/>
                </a:solidFill>
                <a:latin typeface="Calibri"/>
                <a:ea typeface="Calibri"/>
                <a:cs typeface="Calibri"/>
                <a:sym typeface="Calibri"/>
              </a:rPr>
            </a:br>
            <a:r>
              <a:rPr b="1" i="0" lang="en-US" sz="4400" u="none" cap="none" strike="noStrike">
                <a:solidFill>
                  <a:srgbClr val="FFDA91"/>
                </a:solidFill>
                <a:latin typeface="Calibri"/>
                <a:ea typeface="Calibri"/>
                <a:cs typeface="Calibri"/>
                <a:sym typeface="Calibri"/>
              </a:rPr>
              <a:t>THE WORD</a:t>
            </a:r>
            <a:endParaRPr/>
          </a:p>
        </p:txBody>
      </p:sp>
      <p:sp>
        <p:nvSpPr>
          <p:cNvPr id="198" name="Google Shape;198;p25"/>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Liturgy of the Word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202" name="Shape 202"/>
        <p:cNvGrpSpPr/>
        <p:nvPr/>
      </p:nvGrpSpPr>
      <p:grpSpPr>
        <a:xfrm>
          <a:off x="0" y="0"/>
          <a:ext cx="0" cy="0"/>
          <a:chOff x="0" y="0"/>
          <a:chExt cx="0" cy="0"/>
        </a:xfrm>
      </p:grpSpPr>
      <p:pic>
        <p:nvPicPr>
          <p:cNvPr descr="community_logo.png" id="203" name="Google Shape;203;p26"/>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204" name="Google Shape;204;p26"/>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205" name="Google Shape;205;p26"/>
          <p:cNvSpPr txBox="1"/>
          <p:nvPr/>
        </p:nvSpPr>
        <p:spPr>
          <a:xfrm>
            <a:off x="685800" y="1645920"/>
            <a:ext cx="16916400" cy="4114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4400" u="none" cap="none" strike="noStrike">
                <a:solidFill>
                  <a:srgbClr val="FFDA91"/>
                </a:solidFill>
                <a:latin typeface="Calibri"/>
                <a:ea typeface="Calibri"/>
                <a:cs typeface="Calibri"/>
                <a:sym typeface="Calibri"/>
              </a:rPr>
              <a:t>FIRST</a:t>
            </a:r>
            <a:br>
              <a:rPr b="1" i="0" lang="en-US" sz="4400" u="none" cap="none" strike="noStrike">
                <a:solidFill>
                  <a:srgbClr val="FFDA91"/>
                </a:solidFill>
                <a:latin typeface="Calibri"/>
                <a:ea typeface="Calibri"/>
                <a:cs typeface="Calibri"/>
                <a:sym typeface="Calibri"/>
              </a:rPr>
            </a:br>
            <a:r>
              <a:rPr b="1" i="0" lang="en-US" sz="4400" u="none" cap="none" strike="noStrike">
                <a:solidFill>
                  <a:srgbClr val="FFDA91"/>
                </a:solidFill>
                <a:latin typeface="Calibri"/>
                <a:ea typeface="Calibri"/>
                <a:cs typeface="Calibri"/>
                <a:sym typeface="Calibri"/>
              </a:rPr>
              <a:t>READING</a:t>
            </a:r>
            <a:endParaRPr/>
          </a:p>
        </p:txBody>
      </p:sp>
      <p:sp>
        <p:nvSpPr>
          <p:cNvPr id="206" name="Google Shape;206;p26"/>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First Reading Title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210" name="Shape 210"/>
        <p:cNvGrpSpPr/>
        <p:nvPr/>
      </p:nvGrpSpPr>
      <p:grpSpPr>
        <a:xfrm>
          <a:off x="0" y="0"/>
          <a:ext cx="0" cy="0"/>
          <a:chOff x="0" y="0"/>
          <a:chExt cx="0" cy="0"/>
        </a:xfrm>
      </p:grpSpPr>
      <p:pic>
        <p:nvPicPr>
          <p:cNvPr descr="community_logo.png" id="211" name="Google Shape;211;p27"/>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212" name="Google Shape;212;p27"/>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213" name="Google Shape;213;p27"/>
          <p:cNvSpPr txBox="1"/>
          <p:nvPr/>
        </p:nvSpPr>
        <p:spPr>
          <a:xfrm>
            <a:off x="685800" y="1417320"/>
            <a:ext cx="16916400" cy="1024128"/>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800" u="none" cap="none" strike="noStrike">
                <a:solidFill>
                  <a:srgbClr val="FFDA91"/>
                </a:solidFill>
                <a:latin typeface="Calibri"/>
                <a:ea typeface="Calibri"/>
                <a:cs typeface="Calibri"/>
                <a:sym typeface="Calibri"/>
              </a:rPr>
              <a:t>Liturgy of the Word</a:t>
            </a:r>
            <a:endParaRPr/>
          </a:p>
          <a:p>
            <a:pPr indent="0" lvl="0" marL="0" marR="0" rtl="0" algn="l">
              <a:spcBef>
                <a:spcPts val="0"/>
              </a:spcBef>
              <a:spcAft>
                <a:spcPts val="0"/>
              </a:spcAft>
              <a:buNone/>
            </a:pPr>
            <a:r>
              <a:rPr b="0" i="0" lang="en-US" sz="1600" u="none" cap="none" strike="noStrike">
                <a:solidFill>
                  <a:srgbClr val="BCBAC6"/>
                </a:solidFill>
                <a:latin typeface="Calibri"/>
                <a:ea typeface="Calibri"/>
                <a:cs typeface="Calibri"/>
                <a:sym typeface="Calibri"/>
              </a:rPr>
              <a:t>First Reading (Acts 2:1-11)</a:t>
            </a:r>
            <a:endParaRPr/>
          </a:p>
        </p:txBody>
      </p:sp>
      <p:sp>
        <p:nvSpPr>
          <p:cNvPr id="214" name="Google Shape;214;p27"/>
          <p:cNvSpPr txBox="1"/>
          <p:nvPr/>
        </p:nvSpPr>
        <p:spPr>
          <a:xfrm>
            <a:off x="685800" y="2496312"/>
            <a:ext cx="16916400" cy="438912"/>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0" lang="en-US" sz="1400" u="none" cap="none" strike="noStrike">
                <a:solidFill>
                  <a:srgbClr val="BCBAC6"/>
                </a:solidFill>
                <a:latin typeface="Calibri"/>
                <a:ea typeface="Calibri"/>
                <a:cs typeface="Calibri"/>
                <a:sym typeface="Calibri"/>
              </a:rPr>
              <a:t>Acts 2:1-11</a:t>
            </a:r>
            <a:endParaRPr/>
          </a:p>
        </p:txBody>
      </p:sp>
      <p:sp>
        <p:nvSpPr>
          <p:cNvPr id="215" name="Google Shape;215;p27"/>
          <p:cNvSpPr txBox="1"/>
          <p:nvPr/>
        </p:nvSpPr>
        <p:spPr>
          <a:xfrm>
            <a:off x="685800" y="3044952"/>
            <a:ext cx="16916400" cy="6327648"/>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0" lang="en-US" sz="1900" u="none" cap="none" strike="noStrike">
                <a:solidFill>
                  <a:srgbClr val="FAF8F4"/>
                </a:solidFill>
                <a:latin typeface="Calibri"/>
                <a:ea typeface="Calibri"/>
                <a:cs typeface="Calibri"/>
                <a:sym typeface="Calibri"/>
              </a:rPr>
              <a:t>Full text was not loaded from bible.usccb.org. Open today’s readings for this date and paste if needed.</a:t>
            </a:r>
            <a:endParaRPr/>
          </a:p>
        </p:txBody>
      </p:sp>
      <p:sp>
        <p:nvSpPr>
          <p:cNvPr id="216" name="Google Shape;216;p27"/>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Liturgy of the Word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220" name="Shape 220"/>
        <p:cNvGrpSpPr/>
        <p:nvPr/>
      </p:nvGrpSpPr>
      <p:grpSpPr>
        <a:xfrm>
          <a:off x="0" y="0"/>
          <a:ext cx="0" cy="0"/>
          <a:chOff x="0" y="0"/>
          <a:chExt cx="0" cy="0"/>
        </a:xfrm>
      </p:grpSpPr>
      <p:pic>
        <p:nvPicPr>
          <p:cNvPr descr="community_logo.png" id="221" name="Google Shape;221;p28"/>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222" name="Google Shape;222;p28"/>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223" name="Google Shape;223;p28"/>
          <p:cNvSpPr txBox="1"/>
          <p:nvPr/>
        </p:nvSpPr>
        <p:spPr>
          <a:xfrm>
            <a:off x="685800" y="1645920"/>
            <a:ext cx="16916400" cy="4114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4400" u="none" cap="none" strike="noStrike">
                <a:solidFill>
                  <a:srgbClr val="FFDA91"/>
                </a:solidFill>
                <a:latin typeface="Calibri"/>
                <a:ea typeface="Calibri"/>
                <a:cs typeface="Calibri"/>
                <a:sym typeface="Calibri"/>
              </a:rPr>
              <a:t>RESPONSORIAL</a:t>
            </a:r>
            <a:br>
              <a:rPr b="1" i="0" lang="en-US" sz="4400" u="none" cap="none" strike="noStrike">
                <a:solidFill>
                  <a:srgbClr val="FFDA91"/>
                </a:solidFill>
                <a:latin typeface="Calibri"/>
                <a:ea typeface="Calibri"/>
                <a:cs typeface="Calibri"/>
                <a:sym typeface="Calibri"/>
              </a:rPr>
            </a:br>
            <a:r>
              <a:rPr b="1" i="0" lang="en-US" sz="4400" u="none" cap="none" strike="noStrike">
                <a:solidFill>
                  <a:srgbClr val="FFDA91"/>
                </a:solidFill>
                <a:latin typeface="Calibri"/>
                <a:ea typeface="Calibri"/>
                <a:cs typeface="Calibri"/>
                <a:sym typeface="Calibri"/>
              </a:rPr>
              <a:t>PSALM</a:t>
            </a:r>
            <a:endParaRPr/>
          </a:p>
        </p:txBody>
      </p:sp>
      <p:sp>
        <p:nvSpPr>
          <p:cNvPr id="224" name="Google Shape;224;p28"/>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Responsorial Psalm Title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228" name="Shape 228"/>
        <p:cNvGrpSpPr/>
        <p:nvPr/>
      </p:nvGrpSpPr>
      <p:grpSpPr>
        <a:xfrm>
          <a:off x="0" y="0"/>
          <a:ext cx="0" cy="0"/>
          <a:chOff x="0" y="0"/>
          <a:chExt cx="0" cy="0"/>
        </a:xfrm>
      </p:grpSpPr>
      <p:pic>
        <p:nvPicPr>
          <p:cNvPr descr="community_logo.png" id="229" name="Google Shape;229;p29"/>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230" name="Google Shape;230;p29"/>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231" name="Google Shape;231;p29"/>
          <p:cNvSpPr txBox="1"/>
          <p:nvPr/>
        </p:nvSpPr>
        <p:spPr>
          <a:xfrm>
            <a:off x="685800" y="1417320"/>
            <a:ext cx="16916400" cy="1024128"/>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800" u="none" cap="none" strike="noStrike">
                <a:solidFill>
                  <a:srgbClr val="FFDA91"/>
                </a:solidFill>
                <a:latin typeface="Calibri"/>
                <a:ea typeface="Calibri"/>
                <a:cs typeface="Calibri"/>
                <a:sym typeface="Calibri"/>
              </a:rPr>
              <a:t>Liturgy of the Word</a:t>
            </a:r>
            <a:endParaRPr/>
          </a:p>
          <a:p>
            <a:pPr indent="0" lvl="0" marL="0" marR="0" rtl="0" algn="l">
              <a:spcBef>
                <a:spcPts val="0"/>
              </a:spcBef>
              <a:spcAft>
                <a:spcPts val="0"/>
              </a:spcAft>
              <a:buNone/>
            </a:pPr>
            <a:r>
              <a:rPr b="0" i="0" lang="en-US" sz="1600" u="none" cap="none" strike="noStrike">
                <a:solidFill>
                  <a:srgbClr val="BCBAC6"/>
                </a:solidFill>
                <a:latin typeface="Calibri"/>
                <a:ea typeface="Calibri"/>
                <a:cs typeface="Calibri"/>
                <a:sym typeface="Calibri"/>
              </a:rPr>
              <a:t>Responsorial Psalm (Psalm 104:1, 24, 29-30, 31, 34)</a:t>
            </a:r>
            <a:endParaRPr/>
          </a:p>
        </p:txBody>
      </p:sp>
      <p:sp>
        <p:nvSpPr>
          <p:cNvPr id="232" name="Google Shape;232;p29"/>
          <p:cNvSpPr txBox="1"/>
          <p:nvPr/>
        </p:nvSpPr>
        <p:spPr>
          <a:xfrm>
            <a:off x="685800" y="2496312"/>
            <a:ext cx="16916400" cy="438912"/>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0" lang="en-US" sz="1400" u="none" cap="none" strike="noStrike">
                <a:solidFill>
                  <a:srgbClr val="BCBAC6"/>
                </a:solidFill>
                <a:latin typeface="Calibri"/>
                <a:ea typeface="Calibri"/>
                <a:cs typeface="Calibri"/>
                <a:sym typeface="Calibri"/>
              </a:rPr>
              <a:t>Psalm 104:1, 24, 29-30, 31, 34</a:t>
            </a:r>
            <a:endParaRPr/>
          </a:p>
        </p:txBody>
      </p:sp>
      <p:sp>
        <p:nvSpPr>
          <p:cNvPr id="233" name="Google Shape;233;p29"/>
          <p:cNvSpPr txBox="1"/>
          <p:nvPr/>
        </p:nvSpPr>
        <p:spPr>
          <a:xfrm>
            <a:off x="685800" y="3044952"/>
            <a:ext cx="16916400" cy="6327648"/>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0" lang="en-US" sz="1900" u="none" cap="none" strike="noStrike">
                <a:solidFill>
                  <a:srgbClr val="FAF8F4"/>
                </a:solidFill>
                <a:latin typeface="Calibri"/>
                <a:ea typeface="Calibri"/>
                <a:cs typeface="Calibri"/>
                <a:sym typeface="Calibri"/>
              </a:rPr>
              <a:t>Full text was not loaded from bible.usccb.org. Open today’s readings for this date and paste if needed.</a:t>
            </a:r>
            <a:endParaRPr/>
          </a:p>
        </p:txBody>
      </p:sp>
      <p:sp>
        <p:nvSpPr>
          <p:cNvPr id="234" name="Google Shape;234;p29"/>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Liturgy of the Word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238" name="Shape 238"/>
        <p:cNvGrpSpPr/>
        <p:nvPr/>
      </p:nvGrpSpPr>
      <p:grpSpPr>
        <a:xfrm>
          <a:off x="0" y="0"/>
          <a:ext cx="0" cy="0"/>
          <a:chOff x="0" y="0"/>
          <a:chExt cx="0" cy="0"/>
        </a:xfrm>
      </p:grpSpPr>
      <p:pic>
        <p:nvPicPr>
          <p:cNvPr descr="community_logo.png" id="239" name="Google Shape;239;p30"/>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240" name="Google Shape;240;p30"/>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241" name="Google Shape;241;p30"/>
          <p:cNvSpPr txBox="1"/>
          <p:nvPr/>
        </p:nvSpPr>
        <p:spPr>
          <a:xfrm>
            <a:off x="685800" y="1645920"/>
            <a:ext cx="16916400" cy="4114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4400" u="none" cap="none" strike="noStrike">
                <a:solidFill>
                  <a:srgbClr val="FFDA91"/>
                </a:solidFill>
                <a:latin typeface="Calibri"/>
                <a:ea typeface="Calibri"/>
                <a:cs typeface="Calibri"/>
                <a:sym typeface="Calibri"/>
              </a:rPr>
              <a:t>SECOND</a:t>
            </a:r>
            <a:br>
              <a:rPr b="1" i="0" lang="en-US" sz="4400" u="none" cap="none" strike="noStrike">
                <a:solidFill>
                  <a:srgbClr val="FFDA91"/>
                </a:solidFill>
                <a:latin typeface="Calibri"/>
                <a:ea typeface="Calibri"/>
                <a:cs typeface="Calibri"/>
                <a:sym typeface="Calibri"/>
              </a:rPr>
            </a:br>
            <a:r>
              <a:rPr b="1" i="0" lang="en-US" sz="4400" u="none" cap="none" strike="noStrike">
                <a:solidFill>
                  <a:srgbClr val="FFDA91"/>
                </a:solidFill>
                <a:latin typeface="Calibri"/>
                <a:ea typeface="Calibri"/>
                <a:cs typeface="Calibri"/>
                <a:sym typeface="Calibri"/>
              </a:rPr>
              <a:t>READING</a:t>
            </a:r>
            <a:endParaRPr/>
          </a:p>
        </p:txBody>
      </p:sp>
      <p:sp>
        <p:nvSpPr>
          <p:cNvPr id="242" name="Google Shape;242;p30"/>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Second Reading Title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246" name="Shape 246"/>
        <p:cNvGrpSpPr/>
        <p:nvPr/>
      </p:nvGrpSpPr>
      <p:grpSpPr>
        <a:xfrm>
          <a:off x="0" y="0"/>
          <a:ext cx="0" cy="0"/>
          <a:chOff x="0" y="0"/>
          <a:chExt cx="0" cy="0"/>
        </a:xfrm>
      </p:grpSpPr>
      <p:pic>
        <p:nvPicPr>
          <p:cNvPr descr="community_logo.png" id="247" name="Google Shape;247;p31"/>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248" name="Google Shape;248;p31"/>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249" name="Google Shape;249;p31"/>
          <p:cNvSpPr txBox="1"/>
          <p:nvPr/>
        </p:nvSpPr>
        <p:spPr>
          <a:xfrm>
            <a:off x="685800" y="1417320"/>
            <a:ext cx="16916400" cy="1024128"/>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800" u="none" cap="none" strike="noStrike">
                <a:solidFill>
                  <a:srgbClr val="FFDA91"/>
                </a:solidFill>
                <a:latin typeface="Calibri"/>
                <a:ea typeface="Calibri"/>
                <a:cs typeface="Calibri"/>
                <a:sym typeface="Calibri"/>
              </a:rPr>
              <a:t>Liturgy of the Word</a:t>
            </a:r>
            <a:endParaRPr/>
          </a:p>
          <a:p>
            <a:pPr indent="0" lvl="0" marL="0" marR="0" rtl="0" algn="l">
              <a:spcBef>
                <a:spcPts val="0"/>
              </a:spcBef>
              <a:spcAft>
                <a:spcPts val="0"/>
              </a:spcAft>
              <a:buNone/>
            </a:pPr>
            <a:r>
              <a:rPr b="0" i="0" lang="en-US" sz="1600" u="none" cap="none" strike="noStrike">
                <a:solidFill>
                  <a:srgbClr val="BCBAC6"/>
                </a:solidFill>
                <a:latin typeface="Calibri"/>
                <a:ea typeface="Calibri"/>
                <a:cs typeface="Calibri"/>
                <a:sym typeface="Calibri"/>
              </a:rPr>
              <a:t>Second Reading (1 Corinthians 12:3b-7, 12-13)</a:t>
            </a:r>
            <a:endParaRPr/>
          </a:p>
        </p:txBody>
      </p:sp>
      <p:sp>
        <p:nvSpPr>
          <p:cNvPr id="250" name="Google Shape;250;p31"/>
          <p:cNvSpPr txBox="1"/>
          <p:nvPr/>
        </p:nvSpPr>
        <p:spPr>
          <a:xfrm>
            <a:off x="685800" y="2496312"/>
            <a:ext cx="16916400" cy="438912"/>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0" lang="en-US" sz="1400" u="none" cap="none" strike="noStrike">
                <a:solidFill>
                  <a:srgbClr val="BCBAC6"/>
                </a:solidFill>
                <a:latin typeface="Calibri"/>
                <a:ea typeface="Calibri"/>
                <a:cs typeface="Calibri"/>
                <a:sym typeface="Calibri"/>
              </a:rPr>
              <a:t>1 Corinthians 12:3b-7, 12-13</a:t>
            </a:r>
            <a:endParaRPr/>
          </a:p>
        </p:txBody>
      </p:sp>
      <p:sp>
        <p:nvSpPr>
          <p:cNvPr id="251" name="Google Shape;251;p31"/>
          <p:cNvSpPr txBox="1"/>
          <p:nvPr/>
        </p:nvSpPr>
        <p:spPr>
          <a:xfrm>
            <a:off x="685800" y="3044952"/>
            <a:ext cx="16916400" cy="6327648"/>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0" lang="en-US" sz="1900" u="none" cap="none" strike="noStrike">
                <a:solidFill>
                  <a:srgbClr val="FAF8F4"/>
                </a:solidFill>
                <a:latin typeface="Calibri"/>
                <a:ea typeface="Calibri"/>
                <a:cs typeface="Calibri"/>
                <a:sym typeface="Calibri"/>
              </a:rPr>
              <a:t>Full text was not loaded from bible.usccb.org. Open today’s readings for this date and paste if needed.</a:t>
            </a:r>
            <a:endParaRPr/>
          </a:p>
        </p:txBody>
      </p:sp>
      <p:sp>
        <p:nvSpPr>
          <p:cNvPr id="252" name="Google Shape;252;p31"/>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Liturgy of the Word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256" name="Shape 256"/>
        <p:cNvGrpSpPr/>
        <p:nvPr/>
      </p:nvGrpSpPr>
      <p:grpSpPr>
        <a:xfrm>
          <a:off x="0" y="0"/>
          <a:ext cx="0" cy="0"/>
          <a:chOff x="0" y="0"/>
          <a:chExt cx="0" cy="0"/>
        </a:xfrm>
      </p:grpSpPr>
      <p:pic>
        <p:nvPicPr>
          <p:cNvPr descr="community_logo.png" id="257" name="Google Shape;257;p32"/>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258" name="Google Shape;258;p32"/>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259" name="Google Shape;259;p32"/>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900" u="none" cap="none" strike="noStrike">
                <a:solidFill>
                  <a:srgbClr val="FAF8F4"/>
                </a:solidFill>
                <a:latin typeface="Calibri"/>
                <a:ea typeface="Calibri"/>
                <a:cs typeface="Calibri"/>
                <a:sym typeface="Calibri"/>
              </a:rPr>
              <a:t>ALLELUIA! ALLELUIA! ALLELUIA! ALLELUIA!</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Sing the verse of the Gospel Acclamation given in the Lectionary for this Mass in full, not shortened.</a:t>
            </a:r>
            <a:endParaRPr/>
          </a:p>
        </p:txBody>
      </p:sp>
      <p:sp>
        <p:nvSpPr>
          <p:cNvPr id="260" name="Google Shape;260;p32"/>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Gospel Acclamation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264" name="Shape 264"/>
        <p:cNvGrpSpPr/>
        <p:nvPr/>
      </p:nvGrpSpPr>
      <p:grpSpPr>
        <a:xfrm>
          <a:off x="0" y="0"/>
          <a:ext cx="0" cy="0"/>
          <a:chOff x="0" y="0"/>
          <a:chExt cx="0" cy="0"/>
        </a:xfrm>
      </p:grpSpPr>
      <p:pic>
        <p:nvPicPr>
          <p:cNvPr descr="community_logo.png" id="265" name="Google Shape;265;p33"/>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266" name="Google Shape;266;p33"/>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267" name="Google Shape;267;p33"/>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1" lang="en-US" sz="1500" u="none" cap="none" strike="noStrike">
                <a:solidFill>
                  <a:srgbClr val="FFDA91"/>
                </a:solidFill>
                <a:latin typeface="Calibri"/>
                <a:ea typeface="Calibri"/>
                <a:cs typeface="Calibri"/>
                <a:sym typeface="Calibri"/>
              </a:rPr>
              <a:t>If a commentator announces the verse before the Gospel Acclamation, the verse from the Lectionary is spoken in full, and then the assembly sings the Alleluia and response without abbreviation.</a:t>
            </a:r>
            <a:endParaRPr/>
          </a:p>
        </p:txBody>
      </p:sp>
      <p:sp>
        <p:nvSpPr>
          <p:cNvPr id="268" name="Google Shape;268;p33"/>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Gospel Acclamation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272" name="Shape 272"/>
        <p:cNvGrpSpPr/>
        <p:nvPr/>
      </p:nvGrpSpPr>
      <p:grpSpPr>
        <a:xfrm>
          <a:off x="0" y="0"/>
          <a:ext cx="0" cy="0"/>
          <a:chOff x="0" y="0"/>
          <a:chExt cx="0" cy="0"/>
        </a:xfrm>
      </p:grpSpPr>
      <p:pic>
        <p:nvPicPr>
          <p:cNvPr descr="community_logo.png" id="273" name="Google Shape;273;p34"/>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274" name="Google Shape;274;p34"/>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275" name="Google Shape;275;p34"/>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FDA91"/>
                </a:solidFill>
                <a:latin typeface="Calibri"/>
                <a:ea typeface="Calibri"/>
                <a:cs typeface="Calibri"/>
                <a:sym typeface="Calibri"/>
              </a:rPr>
              <a:t>The Lord be with you.</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And with your spirit.</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The Priest says the full introductory dialogue from the Roman Missal, using the complete sentence from the Lectionary for this Mass, beginning “A reading from the holy Gospel according to [name the evangelist or book in full, as printed in the Lectionary—never abbreviated].”</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Glory to you, O Lord.</a:t>
            </a:r>
            <a:endParaRPr/>
          </a:p>
        </p:txBody>
      </p:sp>
      <p:sp>
        <p:nvSpPr>
          <p:cNvPr id="276" name="Google Shape;276;p34"/>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Gospel Acclamation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280" name="Shape 280"/>
        <p:cNvGrpSpPr/>
        <p:nvPr/>
      </p:nvGrpSpPr>
      <p:grpSpPr>
        <a:xfrm>
          <a:off x="0" y="0"/>
          <a:ext cx="0" cy="0"/>
          <a:chOff x="0" y="0"/>
          <a:chExt cx="0" cy="0"/>
        </a:xfrm>
      </p:grpSpPr>
      <p:pic>
        <p:nvPicPr>
          <p:cNvPr descr="community_logo.png" id="281" name="Google Shape;281;p35"/>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282" name="Google Shape;282;p35"/>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283" name="Google Shape;283;p35"/>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1" lang="en-US" sz="1500" u="none" cap="none" strike="noStrike">
                <a:solidFill>
                  <a:srgbClr val="FFDA91"/>
                </a:solidFill>
                <a:latin typeface="Calibri"/>
                <a:ea typeface="Calibri"/>
                <a:cs typeface="Calibri"/>
                <a:sym typeface="Calibri"/>
              </a:rPr>
              <a:t>John 20:19-23</a:t>
            </a:r>
            <a:endParaRPr/>
          </a:p>
          <a:p>
            <a:pPr indent="0" lvl="0" marL="0" marR="0" rtl="0" algn="l">
              <a:spcBef>
                <a:spcPts val="500"/>
              </a:spcBef>
              <a:spcAft>
                <a:spcPts val="0"/>
              </a:spcAft>
              <a:buNone/>
            </a:pPr>
            <a:r>
              <a:t/>
            </a:r>
            <a:endParaRPr b="0" i="1" sz="1500" u="none" cap="none" strike="noStrike">
              <a:solidFill>
                <a:srgbClr val="FFDA91"/>
              </a:solidFill>
              <a:latin typeface="Calibri"/>
              <a:ea typeface="Calibri"/>
              <a:cs typeface="Calibri"/>
              <a:sym typeface="Calibri"/>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“Receive the Holy Spirit!”</a:t>
            </a:r>
            <a:endParaRPr/>
          </a:p>
        </p:txBody>
      </p:sp>
      <p:sp>
        <p:nvSpPr>
          <p:cNvPr id="284" name="Google Shape;284;p35"/>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Gospel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288" name="Shape 288"/>
        <p:cNvGrpSpPr/>
        <p:nvPr/>
      </p:nvGrpSpPr>
      <p:grpSpPr>
        <a:xfrm>
          <a:off x="0" y="0"/>
          <a:ext cx="0" cy="0"/>
          <a:chOff x="0" y="0"/>
          <a:chExt cx="0" cy="0"/>
        </a:xfrm>
      </p:grpSpPr>
      <p:pic>
        <p:nvPicPr>
          <p:cNvPr descr="community_logo.png" id="289" name="Google Shape;289;p36"/>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290" name="Google Shape;290;p36"/>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291" name="Google Shape;291;p36"/>
          <p:cNvSpPr txBox="1"/>
          <p:nvPr/>
        </p:nvSpPr>
        <p:spPr>
          <a:xfrm>
            <a:off x="685800" y="1417320"/>
            <a:ext cx="16916400" cy="841248"/>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3000" u="none" cap="none" strike="noStrike">
                <a:solidFill>
                  <a:srgbClr val="FFDA91"/>
                </a:solidFill>
                <a:latin typeface="Calibri"/>
                <a:ea typeface="Calibri"/>
                <a:cs typeface="Calibri"/>
                <a:sym typeface="Calibri"/>
              </a:rPr>
              <a:t>Gospel</a:t>
            </a:r>
            <a:endParaRPr/>
          </a:p>
        </p:txBody>
      </p:sp>
      <p:sp>
        <p:nvSpPr>
          <p:cNvPr id="292" name="Google Shape;292;p36"/>
          <p:cNvSpPr txBox="1"/>
          <p:nvPr/>
        </p:nvSpPr>
        <p:spPr>
          <a:xfrm>
            <a:off x="685800" y="2313432"/>
            <a:ext cx="16916400" cy="438912"/>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0" lang="en-US" sz="1400" u="none" cap="none" strike="noStrike">
                <a:solidFill>
                  <a:srgbClr val="BCBAC6"/>
                </a:solidFill>
                <a:latin typeface="Calibri"/>
                <a:ea typeface="Calibri"/>
                <a:cs typeface="Calibri"/>
                <a:sym typeface="Calibri"/>
              </a:rPr>
              <a:t>John 20:19-23</a:t>
            </a:r>
            <a:endParaRPr/>
          </a:p>
        </p:txBody>
      </p:sp>
      <p:sp>
        <p:nvSpPr>
          <p:cNvPr id="293" name="Google Shape;293;p36"/>
          <p:cNvSpPr txBox="1"/>
          <p:nvPr/>
        </p:nvSpPr>
        <p:spPr>
          <a:xfrm>
            <a:off x="685800" y="2862072"/>
            <a:ext cx="16916400" cy="6510528"/>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0" lang="en-US" sz="1900" u="none" cap="none" strike="noStrike">
                <a:solidFill>
                  <a:srgbClr val="FAF8F4"/>
                </a:solidFill>
                <a:latin typeface="Calibri"/>
                <a:ea typeface="Calibri"/>
                <a:cs typeface="Calibri"/>
                <a:sym typeface="Calibri"/>
              </a:rPr>
              <a:t>When therefore it was evening, on that day, the first day of the week, and when the doors were locked where the disciples were assembled, for fear of the Jews, Jesus came and stood in the middle, and said to them, “Peace be to you.” When he had said this, he showed them his hands and his side. The disciples therefore were glad when they saw the Lord. Jesus therefore said to them again, “Peace be to you. As the Father has sent me, even so I send you.” When he had said this, he breathed on them, and said to them, “Receive the Holy Spirit! If you forgive anyone’s sins, they have been forgiven them. If you retain anyone’s sins, they have been retained.”</a:t>
            </a:r>
            <a:endParaRPr/>
          </a:p>
        </p:txBody>
      </p:sp>
      <p:sp>
        <p:nvSpPr>
          <p:cNvPr id="294" name="Google Shape;294;p36"/>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Gospel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298" name="Shape 298"/>
        <p:cNvGrpSpPr/>
        <p:nvPr/>
      </p:nvGrpSpPr>
      <p:grpSpPr>
        <a:xfrm>
          <a:off x="0" y="0"/>
          <a:ext cx="0" cy="0"/>
          <a:chOff x="0" y="0"/>
          <a:chExt cx="0" cy="0"/>
        </a:xfrm>
      </p:grpSpPr>
      <p:pic>
        <p:nvPicPr>
          <p:cNvPr descr="community_logo.png" id="299" name="Google Shape;299;p37"/>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00" name="Google Shape;300;p37"/>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301" name="Google Shape;301;p37"/>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FDA91"/>
                </a:solidFill>
                <a:latin typeface="Calibri"/>
                <a:ea typeface="Calibri"/>
                <a:cs typeface="Calibri"/>
                <a:sym typeface="Calibri"/>
              </a:rPr>
              <a:t>The Gospel of the Lord.</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Praise to you, Lord Jesus Christ.</a:t>
            </a:r>
            <a:endParaRPr/>
          </a:p>
        </p:txBody>
      </p:sp>
      <p:sp>
        <p:nvSpPr>
          <p:cNvPr id="302" name="Google Shape;302;p37"/>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Gospel Acclamation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306" name="Shape 306"/>
        <p:cNvGrpSpPr/>
        <p:nvPr/>
      </p:nvGrpSpPr>
      <p:grpSpPr>
        <a:xfrm>
          <a:off x="0" y="0"/>
          <a:ext cx="0" cy="0"/>
          <a:chOff x="0" y="0"/>
          <a:chExt cx="0" cy="0"/>
        </a:xfrm>
      </p:grpSpPr>
      <p:pic>
        <p:nvPicPr>
          <p:cNvPr descr="community_logo.png" id="307" name="Google Shape;307;p38"/>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08" name="Google Shape;308;p38"/>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309" name="Google Shape;309;p38"/>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1" lang="en-US" sz="1500" u="none" cap="none" strike="noStrike">
                <a:solidFill>
                  <a:srgbClr val="FFDA91"/>
                </a:solidFill>
                <a:latin typeface="Calibri"/>
                <a:ea typeface="Calibri"/>
                <a:cs typeface="Calibri"/>
                <a:sym typeface="Calibri"/>
              </a:rPr>
              <a:t>Time for the homily — Father will now preach.</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Commentator may introduce the theme.</a:t>
            </a:r>
            <a:endParaRPr/>
          </a:p>
        </p:txBody>
      </p:sp>
      <p:sp>
        <p:nvSpPr>
          <p:cNvPr id="310" name="Google Shape;310;p38"/>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Homily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314" name="Shape 314"/>
        <p:cNvGrpSpPr/>
        <p:nvPr/>
      </p:nvGrpSpPr>
      <p:grpSpPr>
        <a:xfrm>
          <a:off x="0" y="0"/>
          <a:ext cx="0" cy="0"/>
          <a:chOff x="0" y="0"/>
          <a:chExt cx="0" cy="0"/>
        </a:xfrm>
      </p:grpSpPr>
      <p:pic>
        <p:nvPicPr>
          <p:cNvPr descr="community_logo.png" id="315" name="Google Shape;315;p39"/>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16" name="Google Shape;316;p39"/>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317" name="Google Shape;317;p39"/>
          <p:cNvSpPr txBox="1"/>
          <p:nvPr/>
        </p:nvSpPr>
        <p:spPr>
          <a:xfrm>
            <a:off x="685800" y="1737360"/>
            <a:ext cx="16916400" cy="594360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100" u="none" cap="none" strike="noStrike">
                <a:solidFill>
                  <a:srgbClr val="FFDA91"/>
                </a:solidFill>
                <a:latin typeface="Calibri"/>
                <a:ea typeface="Calibri"/>
                <a:cs typeface="Calibri"/>
                <a:sym typeface="Calibri"/>
              </a:rPr>
              <a:t>MASS CELEBRANT:</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Divino Gabriel</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Gwangju</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Catholic</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Church</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Community</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Gospel (John 20:19-23)</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“Receive the Holy Spirit!”</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YEAR A</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2026-05-24 · Eastertide</a:t>
            </a:r>
            <a:endParaRPr/>
          </a:p>
        </p:txBody>
      </p:sp>
      <p:sp>
        <p:nvSpPr>
          <p:cNvPr id="318" name="Google Shape;318;p39"/>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Mass poster / divider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322" name="Shape 322"/>
        <p:cNvGrpSpPr/>
        <p:nvPr/>
      </p:nvGrpSpPr>
      <p:grpSpPr>
        <a:xfrm>
          <a:off x="0" y="0"/>
          <a:ext cx="0" cy="0"/>
          <a:chOff x="0" y="0"/>
          <a:chExt cx="0" cy="0"/>
        </a:xfrm>
      </p:grpSpPr>
      <p:pic>
        <p:nvPicPr>
          <p:cNvPr descr="community_logo.png" id="323" name="Google Shape;323;p40"/>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24" name="Google Shape;324;p40"/>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325" name="Google Shape;325;p40"/>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AF8F4"/>
                </a:solidFill>
                <a:latin typeface="Calibri"/>
                <a:ea typeface="Calibri"/>
                <a:cs typeface="Calibri"/>
                <a:sym typeface="Calibri"/>
              </a:rPr>
              <a:t>I believe in one God,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the Father almighty,</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maker of heaven and earth,</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of all things visible and invisible.</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I believe in one Lord Jesus Christ,</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the Only Begotten Son of God,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born of the Father before all ages.</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God from God, Light from Light,</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true God from true God,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begotten, not made, consubstantial with the Father;</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through him all things were made.</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For us men and for our salvation</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he came down from heaven,</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and by the Holy Spirit was incarnate of the Virgin Mary,</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and became man.</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For our sake he was crucified under Pontius Pilate,</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he suffered death and was buried,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and rose again on the third day</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in accordance with the Scriptures.</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He ascended into heaven</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and is seated at the right hand of the Father.</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He will come again in glory</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to judge the living and the dead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and his kingdom will have no end.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I believe in the Holy Spirit, the Lord, the giver of life,</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who proceeds from the Father and the Son,</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who with the Father and the Son is adored and glorified,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who has spoken through the prophets.</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I believe in one, holy, catholic and apostolic Church.</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I confess one Baptism for the forgiveness of sins</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and I look forward to the resurrection of the dead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and the life of the world to come. Amen.</a:t>
            </a:r>
            <a:endParaRPr/>
          </a:p>
        </p:txBody>
      </p:sp>
      <p:sp>
        <p:nvSpPr>
          <p:cNvPr id="326" name="Google Shape;326;p40"/>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Nicene Creed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330" name="Shape 330"/>
        <p:cNvGrpSpPr/>
        <p:nvPr/>
      </p:nvGrpSpPr>
      <p:grpSpPr>
        <a:xfrm>
          <a:off x="0" y="0"/>
          <a:ext cx="0" cy="0"/>
          <a:chOff x="0" y="0"/>
          <a:chExt cx="0" cy="0"/>
        </a:xfrm>
      </p:grpSpPr>
      <p:pic>
        <p:nvPicPr>
          <p:cNvPr descr="community_logo.png" id="331" name="Google Shape;331;p41"/>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32" name="Google Shape;332;p41"/>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333" name="Google Shape;333;p41"/>
          <p:cNvSpPr txBox="1"/>
          <p:nvPr/>
        </p:nvSpPr>
        <p:spPr>
          <a:xfrm>
            <a:off x="685800" y="1737360"/>
            <a:ext cx="16916400" cy="594360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100" u="none" cap="none" strike="noStrike">
                <a:solidFill>
                  <a:srgbClr val="FFDA91"/>
                </a:solidFill>
                <a:latin typeface="Calibri"/>
                <a:ea typeface="Calibri"/>
                <a:cs typeface="Calibri"/>
                <a:sym typeface="Calibri"/>
              </a:rPr>
              <a:t>MASS CELEBRANT:</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Divino Gabriel</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Gwangju</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Catholic</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Church</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Community</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Gospel (John 20:19-23)</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“Receive the Holy Spirit!”</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YEAR A</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2026-05-24 · Eastertide</a:t>
            </a:r>
            <a:endParaRPr/>
          </a:p>
        </p:txBody>
      </p:sp>
      <p:sp>
        <p:nvSpPr>
          <p:cNvPr id="334" name="Google Shape;334;p41"/>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Mass poster / divider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338" name="Shape 338"/>
        <p:cNvGrpSpPr/>
        <p:nvPr/>
      </p:nvGrpSpPr>
      <p:grpSpPr>
        <a:xfrm>
          <a:off x="0" y="0"/>
          <a:ext cx="0" cy="0"/>
          <a:chOff x="0" y="0"/>
          <a:chExt cx="0" cy="0"/>
        </a:xfrm>
      </p:grpSpPr>
      <p:pic>
        <p:nvPicPr>
          <p:cNvPr descr="community_logo.png" id="339" name="Google Shape;339;p42"/>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40" name="Google Shape;340;p42"/>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341" name="Google Shape;341;p42"/>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1" lang="en-US" sz="1500" u="none" cap="none" strike="noStrike">
                <a:solidFill>
                  <a:srgbClr val="FFDA91"/>
                </a:solidFill>
                <a:latin typeface="Calibri"/>
                <a:ea typeface="Calibri"/>
                <a:cs typeface="Calibri"/>
                <a:sym typeface="Calibri"/>
              </a:rPr>
              <a:t>The Universal Prayer is led so that each petition is spoken in full and each response by the people is sung or said in full (for example, “Lord, hear our prayer”), never abbreviated.</a:t>
            </a:r>
            <a:endParaRPr/>
          </a:p>
          <a:p>
            <a:pPr indent="0" lvl="0" marL="0" marR="0" rtl="0" algn="l">
              <a:spcBef>
                <a:spcPts val="500"/>
              </a:spcBef>
              <a:spcAft>
                <a:spcPts val="0"/>
              </a:spcAft>
              <a:buNone/>
            </a:pPr>
            <a:r>
              <a:rPr b="1" i="0" lang="en-US" sz="2000" u="none" cap="none" strike="noStrike">
                <a:solidFill>
                  <a:srgbClr val="FFDA91"/>
                </a:solidFill>
                <a:latin typeface="Calibri"/>
                <a:ea typeface="Calibri"/>
                <a:cs typeface="Calibri"/>
                <a:sym typeface="Calibri"/>
              </a:rPr>
              <a:t>For the holy Church of God throughout the world, that the Lord may guard her and grant her peace and unity according to his will: let us pray to the Lord.</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Lord, hear our prayer.</a:t>
            </a:r>
            <a:endParaRPr/>
          </a:p>
        </p:txBody>
      </p:sp>
      <p:sp>
        <p:nvSpPr>
          <p:cNvPr id="342" name="Google Shape;342;p42"/>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Prayer of the Faithful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346" name="Shape 346"/>
        <p:cNvGrpSpPr/>
        <p:nvPr/>
      </p:nvGrpSpPr>
      <p:grpSpPr>
        <a:xfrm>
          <a:off x="0" y="0"/>
          <a:ext cx="0" cy="0"/>
          <a:chOff x="0" y="0"/>
          <a:chExt cx="0" cy="0"/>
        </a:xfrm>
      </p:grpSpPr>
      <p:pic>
        <p:nvPicPr>
          <p:cNvPr descr="community_logo.png" id="347" name="Google Shape;347;p43"/>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48" name="Google Shape;348;p43"/>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349" name="Google Shape;349;p43"/>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FDA91"/>
                </a:solidFill>
                <a:latin typeface="Calibri"/>
                <a:ea typeface="Calibri"/>
                <a:cs typeface="Calibri"/>
                <a:sym typeface="Calibri"/>
              </a:rPr>
              <a:t>The Priest concludes the Prayer of the Faithful with a prayer in full, for example:</a:t>
            </a:r>
            <a:endParaRPr/>
          </a:p>
          <a:p>
            <a:pPr indent="0" lvl="0" marL="0" marR="0" rtl="0" algn="l">
              <a:spcBef>
                <a:spcPts val="500"/>
              </a:spcBef>
              <a:spcAft>
                <a:spcPts val="0"/>
              </a:spcAft>
              <a:buNone/>
            </a:pPr>
            <a:r>
              <a:rPr b="1" i="0" lang="en-US" sz="2000" u="none" cap="none" strike="noStrike">
                <a:solidFill>
                  <a:srgbClr val="FFDA91"/>
                </a:solidFill>
                <a:latin typeface="Calibri"/>
                <a:ea typeface="Calibri"/>
                <a:cs typeface="Calibri"/>
                <a:sym typeface="Calibri"/>
              </a:rPr>
              <a:t>Heavenly Father, hear the prayers of the Church, which we make through Christ our Lord.</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Amen.</a:t>
            </a:r>
            <a:endParaRPr/>
          </a:p>
        </p:txBody>
      </p:sp>
      <p:sp>
        <p:nvSpPr>
          <p:cNvPr id="350" name="Google Shape;350;p43"/>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Prayer of the Faithful</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354" name="Shape 354"/>
        <p:cNvGrpSpPr/>
        <p:nvPr/>
      </p:nvGrpSpPr>
      <p:grpSpPr>
        <a:xfrm>
          <a:off x="0" y="0"/>
          <a:ext cx="0" cy="0"/>
          <a:chOff x="0" y="0"/>
          <a:chExt cx="0" cy="0"/>
        </a:xfrm>
      </p:grpSpPr>
      <p:pic>
        <p:nvPicPr>
          <p:cNvPr descr="community_logo.png" id="355" name="Google Shape;355;p44"/>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56" name="Google Shape;356;p44"/>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357" name="Google Shape;357;p44"/>
          <p:cNvSpPr txBox="1"/>
          <p:nvPr/>
        </p:nvSpPr>
        <p:spPr>
          <a:xfrm>
            <a:off x="685800" y="1737360"/>
            <a:ext cx="16916400" cy="594360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100" u="none" cap="none" strike="noStrike">
                <a:solidFill>
                  <a:srgbClr val="FFDA91"/>
                </a:solidFill>
                <a:latin typeface="Calibri"/>
                <a:ea typeface="Calibri"/>
                <a:cs typeface="Calibri"/>
                <a:sym typeface="Calibri"/>
              </a:rPr>
              <a:t>MASS CELEBRANT:</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Divino Gabriel</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Gwangju</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Catholic</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Church</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Community</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Gospel (John 20:19-23)</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“Receive the Holy Spirit!”</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YEAR A</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2026-05-24 · Eastertide</a:t>
            </a:r>
            <a:endParaRPr/>
          </a:p>
        </p:txBody>
      </p:sp>
      <p:sp>
        <p:nvSpPr>
          <p:cNvPr id="358" name="Google Shape;358;p44"/>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Mass poster / divider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62" name="Shape 362"/>
        <p:cNvGrpSpPr/>
        <p:nvPr/>
      </p:nvGrpSpPr>
      <p:grpSpPr>
        <a:xfrm>
          <a:off x="0" y="0"/>
          <a:ext cx="0" cy="0"/>
          <a:chOff x="0" y="0"/>
          <a:chExt cx="0" cy="0"/>
        </a:xfrm>
      </p:grpSpPr>
      <p:pic>
        <p:nvPicPr>
          <p:cNvPr descr="community_logo.png" id="363" name="Google Shape;363;p45"/>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64" name="Google Shape;364;p45"/>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365" name="Google Shape;365;p45"/>
          <p:cNvSpPr txBox="1"/>
          <p:nvPr/>
        </p:nvSpPr>
        <p:spPr>
          <a:xfrm>
            <a:off x="685800" y="1417320"/>
            <a:ext cx="16916400" cy="77724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3400" u="none" cap="none" strike="noStrike">
                <a:solidFill>
                  <a:srgbClr val="FFCC4D"/>
                </a:solidFill>
                <a:latin typeface="Georgia"/>
                <a:ea typeface="Georgia"/>
                <a:cs typeface="Georgia"/>
                <a:sym typeface="Georgia"/>
              </a:rPr>
              <a:t>Christify</a:t>
            </a:r>
            <a:endParaRPr/>
          </a:p>
        </p:txBody>
      </p:sp>
      <p:sp>
        <p:nvSpPr>
          <p:cNvPr id="366" name="Google Shape;366;p45"/>
          <p:cNvSpPr txBox="1"/>
          <p:nvPr/>
        </p:nvSpPr>
        <p:spPr>
          <a:xfrm>
            <a:off x="685800" y="2331720"/>
            <a:ext cx="16916400" cy="70866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CHRISTIFY THE GIFTS WE BRING TO YOU</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BOUNTY OF THE EARTH RECEIVE ANEW</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TAKE AND BLESS THE WORK OF OUR HANDS</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CHRISTIFY THESE GIFTS AT YOUR COMMAND</a:t>
            </a:r>
            <a:endParaRPr/>
          </a:p>
        </p:txBody>
      </p:sp>
      <p:sp>
        <p:nvSpPr>
          <p:cNvPr id="367" name="Google Shape;367;p45"/>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Offertory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71" name="Shape 371"/>
        <p:cNvGrpSpPr/>
        <p:nvPr/>
      </p:nvGrpSpPr>
      <p:grpSpPr>
        <a:xfrm>
          <a:off x="0" y="0"/>
          <a:ext cx="0" cy="0"/>
          <a:chOff x="0" y="0"/>
          <a:chExt cx="0" cy="0"/>
        </a:xfrm>
      </p:grpSpPr>
      <p:pic>
        <p:nvPicPr>
          <p:cNvPr descr="community_logo.png" id="372" name="Google Shape;372;p46"/>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73" name="Google Shape;373;p46"/>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374" name="Google Shape;374;p46"/>
          <p:cNvSpPr txBox="1"/>
          <p:nvPr/>
        </p:nvSpPr>
        <p:spPr>
          <a:xfrm>
            <a:off x="685800" y="1417320"/>
            <a:ext cx="16916400" cy="80010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RAIN AND SUNSHINE, SEED AND SOIL,</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DRAW FROM US THIS OFFERING TOIL.</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MAKE US WORTHY OF YOUR NAME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AS WE SHARE YOUR BREAD AND WINE.</a:t>
            </a:r>
            <a:endParaRPr/>
          </a:p>
        </p:txBody>
      </p:sp>
      <p:sp>
        <p:nvSpPr>
          <p:cNvPr id="375" name="Google Shape;375;p46"/>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Offertory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79" name="Shape 379"/>
        <p:cNvGrpSpPr/>
        <p:nvPr/>
      </p:nvGrpSpPr>
      <p:grpSpPr>
        <a:xfrm>
          <a:off x="0" y="0"/>
          <a:ext cx="0" cy="0"/>
          <a:chOff x="0" y="0"/>
          <a:chExt cx="0" cy="0"/>
        </a:xfrm>
      </p:grpSpPr>
      <p:pic>
        <p:nvPicPr>
          <p:cNvPr descr="community_logo.png" id="380" name="Google Shape;380;p47"/>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81" name="Google Shape;381;p47"/>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382" name="Google Shape;382;p47"/>
          <p:cNvSpPr txBox="1"/>
          <p:nvPr/>
        </p:nvSpPr>
        <p:spPr>
          <a:xfrm>
            <a:off x="685800" y="1417320"/>
            <a:ext cx="16916400" cy="80010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CHRISTIFY THE GIFTS WE BRING TO YOU</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BOUNTY OF THE EARTH RECEIVE ANEW</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TAKE AND BLESS THE WORK OF OUR HANDS</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CHRISTIFY THESE GIFTS AT YOUR COMMAND</a:t>
            </a:r>
            <a:endParaRPr/>
          </a:p>
        </p:txBody>
      </p:sp>
      <p:sp>
        <p:nvSpPr>
          <p:cNvPr id="383" name="Google Shape;383;p47"/>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Offertory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87" name="Shape 387"/>
        <p:cNvGrpSpPr/>
        <p:nvPr/>
      </p:nvGrpSpPr>
      <p:grpSpPr>
        <a:xfrm>
          <a:off x="0" y="0"/>
          <a:ext cx="0" cy="0"/>
          <a:chOff x="0" y="0"/>
          <a:chExt cx="0" cy="0"/>
        </a:xfrm>
      </p:grpSpPr>
      <p:pic>
        <p:nvPicPr>
          <p:cNvPr descr="community_logo.png" id="388" name="Google Shape;388;p48"/>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89" name="Google Shape;389;p48"/>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390" name="Google Shape;390;p48"/>
          <p:cNvSpPr txBox="1"/>
          <p:nvPr/>
        </p:nvSpPr>
        <p:spPr>
          <a:xfrm>
            <a:off x="685800" y="1417320"/>
            <a:ext cx="16916400" cy="80010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BLESS US THIS DAY THAT WE MAY PROVE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WORTHY OF THE LIFE WE HAVE IN YOU.</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MAKE US YOUR LIVING BODY HERE,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BRINGING YOUR LOVE TO ALL WE MEET.</a:t>
            </a:r>
            <a:endParaRPr/>
          </a:p>
        </p:txBody>
      </p:sp>
      <p:sp>
        <p:nvSpPr>
          <p:cNvPr id="391" name="Google Shape;391;p48"/>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Offertory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95" name="Shape 395"/>
        <p:cNvGrpSpPr/>
        <p:nvPr/>
      </p:nvGrpSpPr>
      <p:grpSpPr>
        <a:xfrm>
          <a:off x="0" y="0"/>
          <a:ext cx="0" cy="0"/>
          <a:chOff x="0" y="0"/>
          <a:chExt cx="0" cy="0"/>
        </a:xfrm>
      </p:grpSpPr>
      <p:pic>
        <p:nvPicPr>
          <p:cNvPr descr="community_logo.png" id="396" name="Google Shape;396;p49"/>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397" name="Google Shape;397;p49"/>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398" name="Google Shape;398;p49"/>
          <p:cNvSpPr txBox="1"/>
          <p:nvPr/>
        </p:nvSpPr>
        <p:spPr>
          <a:xfrm>
            <a:off x="685800" y="1417320"/>
            <a:ext cx="16916400" cy="80010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CHRISTIFY THE GIFTS WE BRING TO YOU</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BOUNTY OF THE EARTH RECEIVE ANEW</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TAKE AND BLESS THE WORK OF OUR HANDS</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CHRISTIFY THESE GIFTS AT YOUR COMMAND</a:t>
            </a:r>
            <a:endParaRPr/>
          </a:p>
        </p:txBody>
      </p:sp>
      <p:sp>
        <p:nvSpPr>
          <p:cNvPr id="399" name="Google Shape;399;p49"/>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Offertory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03" name="Shape 403"/>
        <p:cNvGrpSpPr/>
        <p:nvPr/>
      </p:nvGrpSpPr>
      <p:grpSpPr>
        <a:xfrm>
          <a:off x="0" y="0"/>
          <a:ext cx="0" cy="0"/>
          <a:chOff x="0" y="0"/>
          <a:chExt cx="0" cy="0"/>
        </a:xfrm>
      </p:grpSpPr>
      <p:pic>
        <p:nvPicPr>
          <p:cNvPr descr="community_logo.png" id="404" name="Google Shape;404;p50"/>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405" name="Google Shape;405;p50"/>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406" name="Google Shape;406;p50"/>
          <p:cNvSpPr txBox="1"/>
          <p:nvPr/>
        </p:nvSpPr>
        <p:spPr>
          <a:xfrm>
            <a:off x="685800" y="1645920"/>
            <a:ext cx="16916400" cy="4114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4400" u="none" cap="none" strike="noStrike">
                <a:solidFill>
                  <a:srgbClr val="FFDA91"/>
                </a:solidFill>
                <a:latin typeface="Calibri"/>
                <a:ea typeface="Calibri"/>
                <a:cs typeface="Calibri"/>
                <a:sym typeface="Calibri"/>
              </a:rPr>
              <a:t>LITURGY OF</a:t>
            </a:r>
            <a:br>
              <a:rPr b="1" i="0" lang="en-US" sz="4400" u="none" cap="none" strike="noStrike">
                <a:solidFill>
                  <a:srgbClr val="FFDA91"/>
                </a:solidFill>
                <a:latin typeface="Calibri"/>
                <a:ea typeface="Calibri"/>
                <a:cs typeface="Calibri"/>
                <a:sym typeface="Calibri"/>
              </a:rPr>
            </a:br>
            <a:r>
              <a:rPr b="1" i="0" lang="en-US" sz="4400" u="none" cap="none" strike="noStrike">
                <a:solidFill>
                  <a:srgbClr val="FFDA91"/>
                </a:solidFill>
                <a:latin typeface="Calibri"/>
                <a:ea typeface="Calibri"/>
                <a:cs typeface="Calibri"/>
                <a:sym typeface="Calibri"/>
              </a:rPr>
              <a:t>THE EUCHARIST</a:t>
            </a:r>
            <a:endParaRPr/>
          </a:p>
        </p:txBody>
      </p:sp>
      <p:sp>
        <p:nvSpPr>
          <p:cNvPr id="407" name="Google Shape;407;p50"/>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Liturgy of the Eucharist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11" name="Shape 411"/>
        <p:cNvGrpSpPr/>
        <p:nvPr/>
      </p:nvGrpSpPr>
      <p:grpSpPr>
        <a:xfrm>
          <a:off x="0" y="0"/>
          <a:ext cx="0" cy="0"/>
          <a:chOff x="0" y="0"/>
          <a:chExt cx="0" cy="0"/>
        </a:xfrm>
      </p:grpSpPr>
      <p:pic>
        <p:nvPicPr>
          <p:cNvPr descr="community_logo.png" id="412" name="Google Shape;412;p51"/>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413" name="Google Shape;413;p51"/>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414" name="Google Shape;414;p51"/>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FDA91"/>
                </a:solidFill>
                <a:latin typeface="Calibri"/>
                <a:ea typeface="Calibri"/>
                <a:cs typeface="Calibri"/>
                <a:sym typeface="Calibri"/>
              </a:rPr>
              <a:t>Pray, brethren, that my sacrifice and yours may be acceptable to God, the almighty Father.</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May the Lord accept the sacrifice at your hands, for the praise and glory of his name, for our good and the good of all his holy Church.</a:t>
            </a:r>
            <a:endParaRPr/>
          </a:p>
        </p:txBody>
      </p:sp>
      <p:sp>
        <p:nvSpPr>
          <p:cNvPr id="415" name="Google Shape;415;p51"/>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Liturgy of the Eucharist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19" name="Shape 419"/>
        <p:cNvGrpSpPr/>
        <p:nvPr/>
      </p:nvGrpSpPr>
      <p:grpSpPr>
        <a:xfrm>
          <a:off x="0" y="0"/>
          <a:ext cx="0" cy="0"/>
          <a:chOff x="0" y="0"/>
          <a:chExt cx="0" cy="0"/>
        </a:xfrm>
      </p:grpSpPr>
      <p:pic>
        <p:nvPicPr>
          <p:cNvPr descr="community_logo.png" id="420" name="Google Shape;420;p52"/>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421" name="Google Shape;421;p52"/>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422" name="Google Shape;422;p52"/>
          <p:cNvSpPr txBox="1"/>
          <p:nvPr/>
        </p:nvSpPr>
        <p:spPr>
          <a:xfrm>
            <a:off x="685800" y="1645920"/>
            <a:ext cx="16916400" cy="4114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4400" u="none" cap="none" strike="noStrike">
                <a:solidFill>
                  <a:srgbClr val="FFDA91"/>
                </a:solidFill>
                <a:latin typeface="Calibri"/>
                <a:ea typeface="Calibri"/>
                <a:cs typeface="Calibri"/>
                <a:sym typeface="Calibri"/>
              </a:rPr>
              <a:t>LITURGY OF</a:t>
            </a:r>
            <a:br>
              <a:rPr b="1" i="0" lang="en-US" sz="4400" u="none" cap="none" strike="noStrike">
                <a:solidFill>
                  <a:srgbClr val="FFDA91"/>
                </a:solidFill>
                <a:latin typeface="Calibri"/>
                <a:ea typeface="Calibri"/>
                <a:cs typeface="Calibri"/>
                <a:sym typeface="Calibri"/>
              </a:rPr>
            </a:br>
            <a:r>
              <a:rPr b="1" i="0" lang="en-US" sz="4400" u="none" cap="none" strike="noStrike">
                <a:solidFill>
                  <a:srgbClr val="FFDA91"/>
                </a:solidFill>
                <a:latin typeface="Calibri"/>
                <a:ea typeface="Calibri"/>
                <a:cs typeface="Calibri"/>
                <a:sym typeface="Calibri"/>
              </a:rPr>
              <a:t>THE EUCHARIST</a:t>
            </a:r>
            <a:endParaRPr/>
          </a:p>
        </p:txBody>
      </p:sp>
      <p:sp>
        <p:nvSpPr>
          <p:cNvPr id="423" name="Google Shape;423;p52"/>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Liturgy of the Eucharist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27" name="Shape 427"/>
        <p:cNvGrpSpPr/>
        <p:nvPr/>
      </p:nvGrpSpPr>
      <p:grpSpPr>
        <a:xfrm>
          <a:off x="0" y="0"/>
          <a:ext cx="0" cy="0"/>
          <a:chOff x="0" y="0"/>
          <a:chExt cx="0" cy="0"/>
        </a:xfrm>
      </p:grpSpPr>
      <p:pic>
        <p:nvPicPr>
          <p:cNvPr descr="community_logo.png" id="428" name="Google Shape;428;p53"/>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429" name="Google Shape;429;p53"/>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430" name="Google Shape;430;p53"/>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FDA91"/>
                </a:solidFill>
                <a:latin typeface="Calibri"/>
                <a:ea typeface="Calibri"/>
                <a:cs typeface="Calibri"/>
                <a:sym typeface="Calibri"/>
              </a:rPr>
              <a:t>The Lord be with you.</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And with your spirit.</a:t>
            </a:r>
            <a:endParaRPr/>
          </a:p>
          <a:p>
            <a:pPr indent="0" lvl="0" marL="0" marR="0" rtl="0" algn="l">
              <a:spcBef>
                <a:spcPts val="500"/>
              </a:spcBef>
              <a:spcAft>
                <a:spcPts val="0"/>
              </a:spcAft>
              <a:buNone/>
            </a:pPr>
            <a:r>
              <a:rPr b="1" i="0" lang="en-US" sz="2000" u="none" cap="none" strike="noStrike">
                <a:solidFill>
                  <a:srgbClr val="FFDA91"/>
                </a:solidFill>
                <a:latin typeface="Calibri"/>
                <a:ea typeface="Calibri"/>
                <a:cs typeface="Calibri"/>
                <a:sym typeface="Calibri"/>
              </a:rPr>
              <a:t>Lift up your hearts.</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We lift them up to the Lord.</a:t>
            </a:r>
            <a:endParaRPr/>
          </a:p>
          <a:p>
            <a:pPr indent="0" lvl="0" marL="0" marR="0" rtl="0" algn="l">
              <a:spcBef>
                <a:spcPts val="500"/>
              </a:spcBef>
              <a:spcAft>
                <a:spcPts val="0"/>
              </a:spcAft>
              <a:buNone/>
            </a:pPr>
            <a:r>
              <a:rPr b="1" i="0" lang="en-US" sz="2000" u="none" cap="none" strike="noStrike">
                <a:solidFill>
                  <a:srgbClr val="FFDA91"/>
                </a:solidFill>
                <a:latin typeface="Calibri"/>
                <a:ea typeface="Calibri"/>
                <a:cs typeface="Calibri"/>
                <a:sym typeface="Calibri"/>
              </a:rPr>
              <a:t>Let us give thanks to the Lord our God.</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It is right and just.</a:t>
            </a:r>
            <a:endParaRPr/>
          </a:p>
        </p:txBody>
      </p:sp>
      <p:sp>
        <p:nvSpPr>
          <p:cNvPr id="431" name="Google Shape;431;p53"/>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Liturgy of the Eucharist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35" name="Shape 435"/>
        <p:cNvGrpSpPr/>
        <p:nvPr/>
      </p:nvGrpSpPr>
      <p:grpSpPr>
        <a:xfrm>
          <a:off x="0" y="0"/>
          <a:ext cx="0" cy="0"/>
          <a:chOff x="0" y="0"/>
          <a:chExt cx="0" cy="0"/>
        </a:xfrm>
      </p:grpSpPr>
      <p:pic>
        <p:nvPicPr>
          <p:cNvPr descr="community_logo.png" id="436" name="Google Shape;436;p54"/>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437" name="Google Shape;437;p54"/>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438" name="Google Shape;438;p54"/>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1" lang="en-US" sz="1500" u="none" cap="none" strike="noStrike">
                <a:solidFill>
                  <a:srgbClr val="FFDA91"/>
                </a:solidFill>
                <a:latin typeface="Calibri"/>
                <a:ea typeface="Calibri"/>
                <a:cs typeface="Calibri"/>
                <a:sym typeface="Calibri"/>
              </a:rPr>
              <a:t>The Priest continues with the Preface of the day from the Roman Missal — the entire Preface proper for this Mass, not truncated — until the point where the people join in singing or saying the Holy, Holy (Sanctus).</a:t>
            </a:r>
            <a:endParaRPr/>
          </a:p>
        </p:txBody>
      </p:sp>
      <p:sp>
        <p:nvSpPr>
          <p:cNvPr id="439" name="Google Shape;439;p54"/>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Liturgy of the Eucharist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43" name="Shape 443"/>
        <p:cNvGrpSpPr/>
        <p:nvPr/>
      </p:nvGrpSpPr>
      <p:grpSpPr>
        <a:xfrm>
          <a:off x="0" y="0"/>
          <a:ext cx="0" cy="0"/>
          <a:chOff x="0" y="0"/>
          <a:chExt cx="0" cy="0"/>
        </a:xfrm>
      </p:grpSpPr>
      <p:pic>
        <p:nvPicPr>
          <p:cNvPr descr="community_logo.png" id="444" name="Google Shape;444;p55"/>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445" name="Google Shape;445;p55"/>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446" name="Google Shape;446;p55"/>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AF8F4"/>
                </a:solidFill>
                <a:latin typeface="Calibri"/>
                <a:ea typeface="Calibri"/>
                <a:cs typeface="Calibri"/>
                <a:sym typeface="Calibri"/>
              </a:rPr>
              <a:t>Holy, Holy, Holy Lord God of hosts.</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Heaven and earth are full of your glory.</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Hosanna in the highest.</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Blessed is he who comes in the name of the Lord.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Hosanna in the highest.</a:t>
            </a:r>
            <a:endParaRPr/>
          </a:p>
        </p:txBody>
      </p:sp>
      <p:sp>
        <p:nvSpPr>
          <p:cNvPr id="447" name="Google Shape;447;p55"/>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Sanctus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51" name="Shape 451"/>
        <p:cNvGrpSpPr/>
        <p:nvPr/>
      </p:nvGrpSpPr>
      <p:grpSpPr>
        <a:xfrm>
          <a:off x="0" y="0"/>
          <a:ext cx="0" cy="0"/>
          <a:chOff x="0" y="0"/>
          <a:chExt cx="0" cy="0"/>
        </a:xfrm>
      </p:grpSpPr>
      <p:pic>
        <p:nvPicPr>
          <p:cNvPr descr="community_logo.png" id="452" name="Google Shape;452;p56"/>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453" name="Google Shape;453;p56"/>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454" name="Google Shape;454;p56"/>
          <p:cNvSpPr txBox="1"/>
          <p:nvPr/>
        </p:nvSpPr>
        <p:spPr>
          <a:xfrm>
            <a:off x="685800" y="1645920"/>
            <a:ext cx="16916400" cy="4114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4400" u="none" cap="none" strike="noStrike">
                <a:solidFill>
                  <a:srgbClr val="FFDA91"/>
                </a:solidFill>
                <a:latin typeface="Calibri"/>
                <a:ea typeface="Calibri"/>
                <a:cs typeface="Calibri"/>
                <a:sym typeface="Calibri"/>
              </a:rPr>
              <a:t>LITURGY OF</a:t>
            </a:r>
            <a:br>
              <a:rPr b="1" i="0" lang="en-US" sz="4400" u="none" cap="none" strike="noStrike">
                <a:solidFill>
                  <a:srgbClr val="FFDA91"/>
                </a:solidFill>
                <a:latin typeface="Calibri"/>
                <a:ea typeface="Calibri"/>
                <a:cs typeface="Calibri"/>
                <a:sym typeface="Calibri"/>
              </a:rPr>
            </a:br>
            <a:r>
              <a:rPr b="1" i="0" lang="en-US" sz="4400" u="none" cap="none" strike="noStrike">
                <a:solidFill>
                  <a:srgbClr val="FFDA91"/>
                </a:solidFill>
                <a:latin typeface="Calibri"/>
                <a:ea typeface="Calibri"/>
                <a:cs typeface="Calibri"/>
                <a:sym typeface="Calibri"/>
              </a:rPr>
              <a:t>THE EUCHARIST</a:t>
            </a:r>
            <a:endParaRPr/>
          </a:p>
        </p:txBody>
      </p:sp>
      <p:sp>
        <p:nvSpPr>
          <p:cNvPr id="455" name="Google Shape;455;p56"/>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Liturgy of the Eucharist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59" name="Shape 459"/>
        <p:cNvGrpSpPr/>
        <p:nvPr/>
      </p:nvGrpSpPr>
      <p:grpSpPr>
        <a:xfrm>
          <a:off x="0" y="0"/>
          <a:ext cx="0" cy="0"/>
          <a:chOff x="0" y="0"/>
          <a:chExt cx="0" cy="0"/>
        </a:xfrm>
      </p:grpSpPr>
      <p:pic>
        <p:nvPicPr>
          <p:cNvPr descr="community_logo.png" id="460" name="Google Shape;460;p57"/>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461" name="Google Shape;461;p57"/>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462" name="Google Shape;462;p57"/>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AF8F4"/>
                </a:solidFill>
                <a:latin typeface="Calibri"/>
                <a:ea typeface="Calibri"/>
                <a:cs typeface="Calibri"/>
                <a:sym typeface="Calibri"/>
              </a:rPr>
              <a:t>We proclaim your Death, O Lord,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and profess your Resurrection</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until you come again.</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(Alternate forms may be used as approved by the Conference of Bishops.)</a:t>
            </a:r>
            <a:endParaRPr/>
          </a:p>
        </p:txBody>
      </p:sp>
      <p:sp>
        <p:nvSpPr>
          <p:cNvPr id="463" name="Google Shape;463;p57"/>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The Eucharistic Prayer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67" name="Shape 467"/>
        <p:cNvGrpSpPr/>
        <p:nvPr/>
      </p:nvGrpSpPr>
      <p:grpSpPr>
        <a:xfrm>
          <a:off x="0" y="0"/>
          <a:ext cx="0" cy="0"/>
          <a:chOff x="0" y="0"/>
          <a:chExt cx="0" cy="0"/>
        </a:xfrm>
      </p:grpSpPr>
      <p:pic>
        <p:nvPicPr>
          <p:cNvPr descr="community_logo.png" id="468" name="Google Shape;468;p58"/>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469" name="Google Shape;469;p58"/>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470" name="Google Shape;470;p58"/>
          <p:cNvSpPr txBox="1"/>
          <p:nvPr/>
        </p:nvSpPr>
        <p:spPr>
          <a:xfrm>
            <a:off x="685800" y="1645920"/>
            <a:ext cx="16916400" cy="4114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4400" u="none" cap="none" strike="noStrike">
                <a:solidFill>
                  <a:srgbClr val="FFDA91"/>
                </a:solidFill>
                <a:latin typeface="Calibri"/>
                <a:ea typeface="Calibri"/>
                <a:cs typeface="Calibri"/>
                <a:sym typeface="Calibri"/>
              </a:rPr>
              <a:t>LITURGY OF</a:t>
            </a:r>
            <a:br>
              <a:rPr b="1" i="0" lang="en-US" sz="4400" u="none" cap="none" strike="noStrike">
                <a:solidFill>
                  <a:srgbClr val="FFDA91"/>
                </a:solidFill>
                <a:latin typeface="Calibri"/>
                <a:ea typeface="Calibri"/>
                <a:cs typeface="Calibri"/>
                <a:sym typeface="Calibri"/>
              </a:rPr>
            </a:br>
            <a:r>
              <a:rPr b="1" i="0" lang="en-US" sz="4400" u="none" cap="none" strike="noStrike">
                <a:solidFill>
                  <a:srgbClr val="FFDA91"/>
                </a:solidFill>
                <a:latin typeface="Calibri"/>
                <a:ea typeface="Calibri"/>
                <a:cs typeface="Calibri"/>
                <a:sym typeface="Calibri"/>
              </a:rPr>
              <a:t>THE EUCHARIST</a:t>
            </a:r>
            <a:endParaRPr/>
          </a:p>
        </p:txBody>
      </p:sp>
      <p:sp>
        <p:nvSpPr>
          <p:cNvPr id="471" name="Google Shape;471;p58"/>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Liturgy of the Eucharist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75" name="Shape 475"/>
        <p:cNvGrpSpPr/>
        <p:nvPr/>
      </p:nvGrpSpPr>
      <p:grpSpPr>
        <a:xfrm>
          <a:off x="0" y="0"/>
          <a:ext cx="0" cy="0"/>
          <a:chOff x="0" y="0"/>
          <a:chExt cx="0" cy="0"/>
        </a:xfrm>
      </p:grpSpPr>
      <p:pic>
        <p:nvPicPr>
          <p:cNvPr descr="community_logo.png" id="476" name="Google Shape;476;p59"/>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477" name="Google Shape;477;p59"/>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478" name="Google Shape;478;p59"/>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AF8F4"/>
                </a:solidFill>
                <a:latin typeface="Calibri"/>
                <a:ea typeface="Calibri"/>
                <a:cs typeface="Calibri"/>
                <a:sym typeface="Calibri"/>
              </a:rPr>
              <a:t>Amen.</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The people respond “Amen” once to the doxology at the end of the Eucharistic Prayer, unless local solemn custom repeats it.</a:t>
            </a:r>
            <a:endParaRPr/>
          </a:p>
        </p:txBody>
      </p:sp>
      <p:sp>
        <p:nvSpPr>
          <p:cNvPr id="479" name="Google Shape;479;p59"/>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Great Amen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83" name="Shape 483"/>
        <p:cNvGrpSpPr/>
        <p:nvPr/>
      </p:nvGrpSpPr>
      <p:grpSpPr>
        <a:xfrm>
          <a:off x="0" y="0"/>
          <a:ext cx="0" cy="0"/>
          <a:chOff x="0" y="0"/>
          <a:chExt cx="0" cy="0"/>
        </a:xfrm>
      </p:grpSpPr>
      <p:pic>
        <p:nvPicPr>
          <p:cNvPr descr="community_logo.png" id="484" name="Google Shape;484;p60"/>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485" name="Google Shape;485;p60"/>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486" name="Google Shape;486;p60"/>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AF8F4"/>
                </a:solidFill>
                <a:latin typeface="Calibri"/>
                <a:ea typeface="Calibri"/>
                <a:cs typeface="Calibri"/>
                <a:sym typeface="Calibri"/>
              </a:rPr>
              <a:t>Our Father, who art in heaven,</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hallowed be thy name;</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thy kingdom come,</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thy will be done,</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on earth as it is in heaven.</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Give us this day our daily bread;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and forgive us our trespasses,</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as we forgive those who trespass against us;</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and lead us not into temptation,</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but deliver us from evil.</a:t>
            </a:r>
            <a:endParaRPr/>
          </a:p>
          <a:p>
            <a:pPr indent="0" lvl="0" marL="0" marR="0" rtl="0" algn="l">
              <a:spcBef>
                <a:spcPts val="500"/>
              </a:spcBef>
              <a:spcAft>
                <a:spcPts val="0"/>
              </a:spcAft>
              <a:buNone/>
            </a:pPr>
            <a:r>
              <a:rPr b="1" i="0" lang="en-US" sz="2000" u="none" cap="none" strike="noStrike">
                <a:solidFill>
                  <a:srgbClr val="FFDA91"/>
                </a:solidFill>
                <a:latin typeface="Calibri"/>
                <a:ea typeface="Calibri"/>
                <a:cs typeface="Calibri"/>
                <a:sym typeface="Calibri"/>
              </a:rPr>
              <a:t>Deliver us, Lord, we pray, from every evil, graciously grant peace in our days, that, by the help of your mercy, we may be always free from sin and safe from all distress, as we await the blessed hope and the coming of our Savior, Jesus Christ.</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For the kingdom, the power, and the glory are yours now and for ever.</a:t>
            </a:r>
            <a:endParaRPr/>
          </a:p>
        </p:txBody>
      </p:sp>
      <p:sp>
        <p:nvSpPr>
          <p:cNvPr id="487" name="Google Shape;487;p60"/>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Our Father</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91" name="Shape 491"/>
        <p:cNvGrpSpPr/>
        <p:nvPr/>
      </p:nvGrpSpPr>
      <p:grpSpPr>
        <a:xfrm>
          <a:off x="0" y="0"/>
          <a:ext cx="0" cy="0"/>
          <a:chOff x="0" y="0"/>
          <a:chExt cx="0" cy="0"/>
        </a:xfrm>
      </p:grpSpPr>
      <p:pic>
        <p:nvPicPr>
          <p:cNvPr descr="community_logo.png" id="492" name="Google Shape;492;p61"/>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493" name="Google Shape;493;p61"/>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494" name="Google Shape;494;p61"/>
          <p:cNvSpPr txBox="1"/>
          <p:nvPr/>
        </p:nvSpPr>
        <p:spPr>
          <a:xfrm>
            <a:off x="685800" y="1737360"/>
            <a:ext cx="16916400" cy="594360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100" u="none" cap="none" strike="noStrike">
                <a:solidFill>
                  <a:srgbClr val="FFDA91"/>
                </a:solidFill>
                <a:latin typeface="Calibri"/>
                <a:ea typeface="Calibri"/>
                <a:cs typeface="Calibri"/>
                <a:sym typeface="Calibri"/>
              </a:rPr>
              <a:t>MASS CELEBRANT:</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Divino Gabriel</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Gwangju</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Catholic</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Church</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Community</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Gospel (John 20:19-23)</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“Receive the Holy Spirit!”</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YEAR A</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2026-05-24 · Eastertide</a:t>
            </a:r>
            <a:endParaRPr/>
          </a:p>
        </p:txBody>
      </p:sp>
      <p:sp>
        <p:nvSpPr>
          <p:cNvPr id="495" name="Google Shape;495;p61"/>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Mass poster / divider</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499" name="Shape 499"/>
        <p:cNvGrpSpPr/>
        <p:nvPr/>
      </p:nvGrpSpPr>
      <p:grpSpPr>
        <a:xfrm>
          <a:off x="0" y="0"/>
          <a:ext cx="0" cy="0"/>
          <a:chOff x="0" y="0"/>
          <a:chExt cx="0" cy="0"/>
        </a:xfrm>
      </p:grpSpPr>
      <p:pic>
        <p:nvPicPr>
          <p:cNvPr descr="community_logo.png" id="500" name="Google Shape;500;p62"/>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01" name="Google Shape;501;p62"/>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502" name="Google Shape;502;p62"/>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FDA91"/>
                </a:solidFill>
                <a:latin typeface="Calibri"/>
                <a:ea typeface="Calibri"/>
                <a:cs typeface="Calibri"/>
                <a:sym typeface="Calibri"/>
              </a:rPr>
              <a:t>Deliver us, Lord, we pray, from every evil, graciously grant peace in our days, that, by the help of your mercy, we may be always free from sin and safe from all distress, as we await the blessed hope and the coming of our Savior, Jesus Christ.</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For the kingdom, the power, and the glory are yours, now and for ever. Amen.</a:t>
            </a:r>
            <a:endParaRPr/>
          </a:p>
        </p:txBody>
      </p:sp>
      <p:sp>
        <p:nvSpPr>
          <p:cNvPr id="503" name="Google Shape;503;p62"/>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The Communion Rite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507" name="Shape 507"/>
        <p:cNvGrpSpPr/>
        <p:nvPr/>
      </p:nvGrpSpPr>
      <p:grpSpPr>
        <a:xfrm>
          <a:off x="0" y="0"/>
          <a:ext cx="0" cy="0"/>
          <a:chOff x="0" y="0"/>
          <a:chExt cx="0" cy="0"/>
        </a:xfrm>
      </p:grpSpPr>
      <p:pic>
        <p:nvPicPr>
          <p:cNvPr descr="community_logo.png" id="508" name="Google Shape;508;p63"/>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09" name="Google Shape;509;p63"/>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510" name="Google Shape;510;p63"/>
          <p:cNvSpPr txBox="1"/>
          <p:nvPr/>
        </p:nvSpPr>
        <p:spPr>
          <a:xfrm>
            <a:off x="685800" y="1737360"/>
            <a:ext cx="16916400" cy="594360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100" u="none" cap="none" strike="noStrike">
                <a:solidFill>
                  <a:srgbClr val="FFDA91"/>
                </a:solidFill>
                <a:latin typeface="Calibri"/>
                <a:ea typeface="Calibri"/>
                <a:cs typeface="Calibri"/>
                <a:sym typeface="Calibri"/>
              </a:rPr>
              <a:t>MASS CELEBRANT:</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Divino Gabriel</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Gwangju</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Catholic</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Church</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Community</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Gospel (John 20:19-23)</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“Receive the Holy Spirit!”</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YEAR A</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2026-05-24 · Eastertide</a:t>
            </a:r>
            <a:endParaRPr/>
          </a:p>
        </p:txBody>
      </p:sp>
      <p:sp>
        <p:nvSpPr>
          <p:cNvPr id="511" name="Google Shape;511;p63"/>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Mass poster / divider</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515" name="Shape 515"/>
        <p:cNvGrpSpPr/>
        <p:nvPr/>
      </p:nvGrpSpPr>
      <p:grpSpPr>
        <a:xfrm>
          <a:off x="0" y="0"/>
          <a:ext cx="0" cy="0"/>
          <a:chOff x="0" y="0"/>
          <a:chExt cx="0" cy="0"/>
        </a:xfrm>
      </p:grpSpPr>
      <p:pic>
        <p:nvPicPr>
          <p:cNvPr descr="community_logo.png" id="516" name="Google Shape;516;p64"/>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17" name="Google Shape;517;p64"/>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518" name="Google Shape;518;p64"/>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FDA91"/>
                </a:solidFill>
                <a:latin typeface="Calibri"/>
                <a:ea typeface="Calibri"/>
                <a:cs typeface="Calibri"/>
                <a:sym typeface="Calibri"/>
              </a:rPr>
              <a:t>The peace of the Lord be with you always.</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And with your spirit.</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Let us offer each other the sign of peace.</a:t>
            </a:r>
            <a:endParaRPr/>
          </a:p>
        </p:txBody>
      </p:sp>
      <p:sp>
        <p:nvSpPr>
          <p:cNvPr id="519" name="Google Shape;519;p64"/>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Sign of Peace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523" name="Shape 523"/>
        <p:cNvGrpSpPr/>
        <p:nvPr/>
      </p:nvGrpSpPr>
      <p:grpSpPr>
        <a:xfrm>
          <a:off x="0" y="0"/>
          <a:ext cx="0" cy="0"/>
          <a:chOff x="0" y="0"/>
          <a:chExt cx="0" cy="0"/>
        </a:xfrm>
      </p:grpSpPr>
      <p:pic>
        <p:nvPicPr>
          <p:cNvPr descr="community_logo.png" id="524" name="Google Shape;524;p65"/>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25" name="Google Shape;525;p65"/>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526" name="Google Shape;526;p65"/>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AF8F4"/>
                </a:solidFill>
                <a:latin typeface="Calibri"/>
                <a:ea typeface="Calibri"/>
                <a:cs typeface="Calibri"/>
                <a:sym typeface="Calibri"/>
              </a:rPr>
              <a:t>Lamb of God,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you take away the sins of the world,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have mercy on us.</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Lamb of God,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you take away the sins of the world,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have mercy on us.</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Lamb of God,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you take away the sins of the world,</a:t>
            </a:r>
            <a:endParaRPr/>
          </a:p>
          <a:p>
            <a:pPr indent="0" lvl="0" marL="0" marR="0" rtl="0" algn="l">
              <a:spcBef>
                <a:spcPts val="500"/>
              </a:spcBef>
              <a:spcAft>
                <a:spcPts val="0"/>
              </a:spcAft>
              <a:buNone/>
            </a:pPr>
            <a:r>
              <a:rPr b="0" i="0" lang="en-US" sz="1900" u="none" cap="none" strike="noStrike">
                <a:solidFill>
                  <a:srgbClr val="FAF8F4"/>
                </a:solidFill>
                <a:latin typeface="Calibri"/>
                <a:ea typeface="Calibri"/>
                <a:cs typeface="Calibri"/>
                <a:sym typeface="Calibri"/>
              </a:rPr>
              <a:t>grant us peace.</a:t>
            </a:r>
            <a:endParaRPr/>
          </a:p>
        </p:txBody>
      </p:sp>
      <p:sp>
        <p:nvSpPr>
          <p:cNvPr id="527" name="Google Shape;527;p65"/>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Lamb of God</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531" name="Shape 531"/>
        <p:cNvGrpSpPr/>
        <p:nvPr/>
      </p:nvGrpSpPr>
      <p:grpSpPr>
        <a:xfrm>
          <a:off x="0" y="0"/>
          <a:ext cx="0" cy="0"/>
          <a:chOff x="0" y="0"/>
          <a:chExt cx="0" cy="0"/>
        </a:xfrm>
      </p:grpSpPr>
      <p:pic>
        <p:nvPicPr>
          <p:cNvPr descr="community_logo.png" id="532" name="Google Shape;532;p66"/>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33" name="Google Shape;533;p66"/>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534" name="Google Shape;534;p66"/>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FDA91"/>
                </a:solidFill>
                <a:latin typeface="Calibri"/>
                <a:ea typeface="Calibri"/>
                <a:cs typeface="Calibri"/>
                <a:sym typeface="Calibri"/>
              </a:rPr>
              <a:t>Behold the Lamb of God, behold him who takes away the sins of the world. Blessed are those called to the supper of the Lamb.</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Lord, I am not worthy that you should enter under my roof, but only say the word and my soul shall be healed.</a:t>
            </a:r>
            <a:endParaRPr/>
          </a:p>
        </p:txBody>
      </p:sp>
      <p:sp>
        <p:nvSpPr>
          <p:cNvPr id="535" name="Google Shape;535;p66"/>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The Communion Rite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539" name="Shape 539"/>
        <p:cNvGrpSpPr/>
        <p:nvPr/>
      </p:nvGrpSpPr>
      <p:grpSpPr>
        <a:xfrm>
          <a:off x="0" y="0"/>
          <a:ext cx="0" cy="0"/>
          <a:chOff x="0" y="0"/>
          <a:chExt cx="0" cy="0"/>
        </a:xfrm>
      </p:grpSpPr>
      <p:pic>
        <p:nvPicPr>
          <p:cNvPr descr="community_logo.png" id="540" name="Google Shape;540;p67"/>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41" name="Google Shape;541;p67"/>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542" name="Google Shape;542;p67"/>
          <p:cNvSpPr txBox="1"/>
          <p:nvPr/>
        </p:nvSpPr>
        <p:spPr>
          <a:xfrm>
            <a:off x="685800" y="1737360"/>
            <a:ext cx="16916400" cy="594360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100" u="none" cap="none" strike="noStrike">
                <a:solidFill>
                  <a:srgbClr val="FFDA91"/>
                </a:solidFill>
                <a:latin typeface="Calibri"/>
                <a:ea typeface="Calibri"/>
                <a:cs typeface="Calibri"/>
                <a:sym typeface="Calibri"/>
              </a:rPr>
              <a:t>MASS CELEBRANT:</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Divino Gabriel</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Gwangju</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Catholic</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Church</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Community</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Gospel (John 20:19-23)</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“Receive the Holy Spirit!”</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YEAR A</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2026-05-24 · Eastertide</a:t>
            </a:r>
            <a:endParaRPr/>
          </a:p>
        </p:txBody>
      </p:sp>
      <p:sp>
        <p:nvSpPr>
          <p:cNvPr id="543" name="Google Shape;543;p67"/>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Mass poster / divider</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47" name="Shape 547"/>
        <p:cNvGrpSpPr/>
        <p:nvPr/>
      </p:nvGrpSpPr>
      <p:grpSpPr>
        <a:xfrm>
          <a:off x="0" y="0"/>
          <a:ext cx="0" cy="0"/>
          <a:chOff x="0" y="0"/>
          <a:chExt cx="0" cy="0"/>
        </a:xfrm>
      </p:grpSpPr>
      <p:pic>
        <p:nvPicPr>
          <p:cNvPr descr="community_logo.png" id="548" name="Google Shape;548;p68"/>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49" name="Google Shape;549;p68"/>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550" name="Google Shape;550;p68"/>
          <p:cNvSpPr txBox="1"/>
          <p:nvPr/>
        </p:nvSpPr>
        <p:spPr>
          <a:xfrm>
            <a:off x="685800" y="1417320"/>
            <a:ext cx="16916400" cy="77724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3400" u="none" cap="none" strike="noStrike">
                <a:solidFill>
                  <a:srgbClr val="FFCC4D"/>
                </a:solidFill>
                <a:latin typeface="Georgia"/>
                <a:ea typeface="Georgia"/>
                <a:cs typeface="Georgia"/>
                <a:sym typeface="Georgia"/>
              </a:rPr>
              <a:t>Pananagutan</a:t>
            </a:r>
            <a:endParaRPr/>
          </a:p>
        </p:txBody>
      </p:sp>
      <p:sp>
        <p:nvSpPr>
          <p:cNvPr id="551" name="Google Shape;551;p68"/>
          <p:cNvSpPr txBox="1"/>
          <p:nvPr/>
        </p:nvSpPr>
        <p:spPr>
          <a:xfrm>
            <a:off x="685800" y="2331720"/>
            <a:ext cx="16916400" cy="70866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(NO LYRICS IN LIBRARY FOR THIS HYMN.)</a:t>
            </a:r>
            <a:endParaRPr/>
          </a:p>
        </p:txBody>
      </p:sp>
      <p:sp>
        <p:nvSpPr>
          <p:cNvPr id="552" name="Google Shape;552;p68"/>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Communion (1)</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56" name="Shape 556"/>
        <p:cNvGrpSpPr/>
        <p:nvPr/>
      </p:nvGrpSpPr>
      <p:grpSpPr>
        <a:xfrm>
          <a:off x="0" y="0"/>
          <a:ext cx="0" cy="0"/>
          <a:chOff x="0" y="0"/>
          <a:chExt cx="0" cy="0"/>
        </a:xfrm>
      </p:grpSpPr>
      <p:pic>
        <p:nvPicPr>
          <p:cNvPr descr="community_logo.png" id="557" name="Google Shape;557;p69"/>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58" name="Google Shape;558;p69"/>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559" name="Google Shape;559;p69"/>
          <p:cNvSpPr txBox="1"/>
          <p:nvPr/>
        </p:nvSpPr>
        <p:spPr>
          <a:xfrm>
            <a:off x="685800" y="1417320"/>
            <a:ext cx="16916400" cy="77724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3400" u="none" cap="none" strike="noStrike">
                <a:solidFill>
                  <a:srgbClr val="FFCC4D"/>
                </a:solidFill>
                <a:latin typeface="Georgia"/>
                <a:ea typeface="Georgia"/>
                <a:cs typeface="Georgia"/>
                <a:sym typeface="Georgia"/>
              </a:rPr>
              <a:t>Tanging Yaman</a:t>
            </a:r>
            <a:endParaRPr/>
          </a:p>
        </p:txBody>
      </p:sp>
      <p:sp>
        <p:nvSpPr>
          <p:cNvPr id="560" name="Google Shape;560;p69"/>
          <p:cNvSpPr txBox="1"/>
          <p:nvPr/>
        </p:nvSpPr>
        <p:spPr>
          <a:xfrm>
            <a:off x="685800" y="2331720"/>
            <a:ext cx="16916400" cy="70866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(NO LYRICS IN LIBRARY FOR THIS HYMN.)</a:t>
            </a:r>
            <a:endParaRPr/>
          </a:p>
        </p:txBody>
      </p:sp>
      <p:sp>
        <p:nvSpPr>
          <p:cNvPr id="561" name="Google Shape;561;p69"/>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Communion (2)</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565" name="Shape 565"/>
        <p:cNvGrpSpPr/>
        <p:nvPr/>
      </p:nvGrpSpPr>
      <p:grpSpPr>
        <a:xfrm>
          <a:off x="0" y="0"/>
          <a:ext cx="0" cy="0"/>
          <a:chOff x="0" y="0"/>
          <a:chExt cx="0" cy="0"/>
        </a:xfrm>
      </p:grpSpPr>
      <p:pic>
        <p:nvPicPr>
          <p:cNvPr descr="community_logo.png" id="566" name="Google Shape;566;p70"/>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67" name="Google Shape;567;p70"/>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568" name="Google Shape;568;p70"/>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FDA91"/>
                </a:solidFill>
                <a:latin typeface="Calibri"/>
                <a:ea typeface="Calibri"/>
                <a:cs typeface="Calibri"/>
                <a:sym typeface="Calibri"/>
              </a:rPr>
              <a:t>Let us pray.</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The Priest says the Post- Communion Prayer for the day in full from the Roman Missal. The people respond at the end.</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Amen.</a:t>
            </a:r>
            <a:endParaRPr/>
          </a:p>
        </p:txBody>
      </p:sp>
      <p:sp>
        <p:nvSpPr>
          <p:cNvPr id="569" name="Google Shape;569;p70"/>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The Communion Rite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573" name="Shape 573"/>
        <p:cNvGrpSpPr/>
        <p:nvPr/>
      </p:nvGrpSpPr>
      <p:grpSpPr>
        <a:xfrm>
          <a:off x="0" y="0"/>
          <a:ext cx="0" cy="0"/>
          <a:chOff x="0" y="0"/>
          <a:chExt cx="0" cy="0"/>
        </a:xfrm>
      </p:grpSpPr>
      <p:pic>
        <p:nvPicPr>
          <p:cNvPr descr="community_logo.png" id="574" name="Google Shape;574;p71"/>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75" name="Google Shape;575;p71"/>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576" name="Google Shape;576;p71"/>
          <p:cNvSpPr txBox="1"/>
          <p:nvPr/>
        </p:nvSpPr>
        <p:spPr>
          <a:xfrm>
            <a:off x="685800" y="1737360"/>
            <a:ext cx="16916400" cy="594360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100" u="none" cap="none" strike="noStrike">
                <a:solidFill>
                  <a:srgbClr val="FFDA91"/>
                </a:solidFill>
                <a:latin typeface="Calibri"/>
                <a:ea typeface="Calibri"/>
                <a:cs typeface="Calibri"/>
                <a:sym typeface="Calibri"/>
              </a:rPr>
              <a:t>MASS CELEBRANT:</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Divino Gabriel</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Gwangju</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Catholic</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Church</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Community</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Gospel (John 20:19-23)</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“Receive the Holy Spirit!”</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YEAR A</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2026-05-24 · Eastertide</a:t>
            </a:r>
            <a:endParaRPr/>
          </a:p>
        </p:txBody>
      </p:sp>
      <p:sp>
        <p:nvSpPr>
          <p:cNvPr id="577" name="Google Shape;577;p71"/>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Mass poster / divider</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581" name="Shape 581"/>
        <p:cNvGrpSpPr/>
        <p:nvPr/>
      </p:nvGrpSpPr>
      <p:grpSpPr>
        <a:xfrm>
          <a:off x="0" y="0"/>
          <a:ext cx="0" cy="0"/>
          <a:chOff x="0" y="0"/>
          <a:chExt cx="0" cy="0"/>
        </a:xfrm>
      </p:grpSpPr>
      <p:pic>
        <p:nvPicPr>
          <p:cNvPr descr="community_logo.png" id="582" name="Google Shape;582;p72"/>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83" name="Google Shape;583;p72"/>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584" name="Google Shape;584;p72"/>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900" u="none" cap="none" strike="noStrike">
                <a:solidFill>
                  <a:srgbClr val="FAF8F4"/>
                </a:solidFill>
                <a:latin typeface="Calibri"/>
                <a:ea typeface="Calibri"/>
                <a:cs typeface="Calibri"/>
                <a:sym typeface="Calibri"/>
              </a:rPr>
              <a:t>CHURCH ANNOUNCEMENTS</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Insert bulletin points with complete sentences on the following slides or edit this deck.</a:t>
            </a:r>
            <a:endParaRPr/>
          </a:p>
        </p:txBody>
      </p:sp>
      <p:sp>
        <p:nvSpPr>
          <p:cNvPr id="585" name="Google Shape;585;p72"/>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Announcements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589" name="Shape 589"/>
        <p:cNvGrpSpPr/>
        <p:nvPr/>
      </p:nvGrpSpPr>
      <p:grpSpPr>
        <a:xfrm>
          <a:off x="0" y="0"/>
          <a:ext cx="0" cy="0"/>
          <a:chOff x="0" y="0"/>
          <a:chExt cx="0" cy="0"/>
        </a:xfrm>
      </p:grpSpPr>
      <p:pic>
        <p:nvPicPr>
          <p:cNvPr descr="community_logo.png" id="590" name="Google Shape;590;p73"/>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91" name="Google Shape;591;p73"/>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592" name="Google Shape;592;p73"/>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900" u="none" cap="none" strike="noStrike">
                <a:solidFill>
                  <a:srgbClr val="FAF8F4"/>
                </a:solidFill>
                <a:latin typeface="Calibri"/>
                <a:ea typeface="Calibri"/>
                <a:cs typeface="Calibri"/>
                <a:sym typeface="Calibri"/>
              </a:rPr>
              <a:t>Welcome newcomers!</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Photo collage optional.</a:t>
            </a:r>
            <a:endParaRPr/>
          </a:p>
        </p:txBody>
      </p:sp>
      <p:sp>
        <p:nvSpPr>
          <p:cNvPr id="593" name="Google Shape;593;p73"/>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Announcements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597" name="Shape 597"/>
        <p:cNvGrpSpPr/>
        <p:nvPr/>
      </p:nvGrpSpPr>
      <p:grpSpPr>
        <a:xfrm>
          <a:off x="0" y="0"/>
          <a:ext cx="0" cy="0"/>
          <a:chOff x="0" y="0"/>
          <a:chExt cx="0" cy="0"/>
        </a:xfrm>
      </p:grpSpPr>
      <p:pic>
        <p:nvPicPr>
          <p:cNvPr descr="community_logo.png" id="598" name="Google Shape;598;p74"/>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599" name="Google Shape;599;p74"/>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600" name="Google Shape;600;p74"/>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900" u="none" cap="none" strike="noStrike">
                <a:solidFill>
                  <a:srgbClr val="FAF8F4"/>
                </a:solidFill>
                <a:latin typeface="Calibri"/>
                <a:ea typeface="Calibri"/>
                <a:cs typeface="Calibri"/>
                <a:sym typeface="Calibri"/>
              </a:rPr>
              <a:t>Sacrament of Confession</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The Lord never tires of forgiving us; we are the ones who tire of seeking his mercy. — Pope Francis</a:t>
            </a:r>
            <a:endParaRPr/>
          </a:p>
        </p:txBody>
      </p:sp>
      <p:sp>
        <p:nvSpPr>
          <p:cNvPr id="601" name="Google Shape;601;p74"/>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Announcements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605" name="Shape 605"/>
        <p:cNvGrpSpPr/>
        <p:nvPr/>
      </p:nvGrpSpPr>
      <p:grpSpPr>
        <a:xfrm>
          <a:off x="0" y="0"/>
          <a:ext cx="0" cy="0"/>
          <a:chOff x="0" y="0"/>
          <a:chExt cx="0" cy="0"/>
        </a:xfrm>
      </p:grpSpPr>
      <p:pic>
        <p:nvPicPr>
          <p:cNvPr descr="community_logo.png" id="606" name="Google Shape;606;p75"/>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607" name="Google Shape;607;p75"/>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608" name="Google Shape;608;p75"/>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900" u="none" cap="none" strike="noStrike">
                <a:solidFill>
                  <a:srgbClr val="FAF8F4"/>
                </a:solidFill>
                <a:latin typeface="Calibri"/>
                <a:ea typeface="Calibri"/>
                <a:cs typeface="Calibri"/>
                <a:sym typeface="Calibri"/>
              </a:rPr>
              <a:t>Mass Collection</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State the purpose and date in full words. You may add Second Letter to the Corinthians, chapter 9, verse 7 if you include the full quotation.</a:t>
            </a:r>
            <a:endParaRPr/>
          </a:p>
        </p:txBody>
      </p:sp>
      <p:sp>
        <p:nvSpPr>
          <p:cNvPr id="609" name="Google Shape;609;p75"/>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Announcements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613" name="Shape 613"/>
        <p:cNvGrpSpPr/>
        <p:nvPr/>
      </p:nvGrpSpPr>
      <p:grpSpPr>
        <a:xfrm>
          <a:off x="0" y="0"/>
          <a:ext cx="0" cy="0"/>
          <a:chOff x="0" y="0"/>
          <a:chExt cx="0" cy="0"/>
        </a:xfrm>
      </p:grpSpPr>
      <p:pic>
        <p:nvPicPr>
          <p:cNvPr descr="community_logo.png" id="614" name="Google Shape;614;p76"/>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615" name="Google Shape;615;p76"/>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616" name="Google Shape;616;p76"/>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900" u="none" cap="none" strike="noStrike">
                <a:solidFill>
                  <a:srgbClr val="FAF8F4"/>
                </a:solidFill>
                <a:latin typeface="Calibri"/>
                <a:ea typeface="Calibri"/>
                <a:cs typeface="Calibri"/>
                <a:sym typeface="Calibri"/>
              </a:rPr>
              <a:t>Food or Mass Sponsorship</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Give the parish coordinator’s complete contact information in words, not abbreviations.</a:t>
            </a:r>
            <a:endParaRPr/>
          </a:p>
        </p:txBody>
      </p:sp>
      <p:sp>
        <p:nvSpPr>
          <p:cNvPr id="617" name="Google Shape;617;p76"/>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Announcements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621" name="Shape 621"/>
        <p:cNvGrpSpPr/>
        <p:nvPr/>
      </p:nvGrpSpPr>
      <p:grpSpPr>
        <a:xfrm>
          <a:off x="0" y="0"/>
          <a:ext cx="0" cy="0"/>
          <a:chOff x="0" y="0"/>
          <a:chExt cx="0" cy="0"/>
        </a:xfrm>
      </p:grpSpPr>
      <p:pic>
        <p:nvPicPr>
          <p:cNvPr descr="community_logo.png" id="622" name="Google Shape;622;p77"/>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623" name="Google Shape;623;p77"/>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624" name="Google Shape;624;p77"/>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900" u="none" cap="none" strike="noStrike">
                <a:solidFill>
                  <a:srgbClr val="FAF8F4"/>
                </a:solidFill>
                <a:latin typeface="Calibri"/>
                <a:ea typeface="Calibri"/>
                <a:cs typeface="Calibri"/>
                <a:sym typeface="Calibri"/>
              </a:rPr>
              <a:t>Updates and Announcements</a:t>
            </a:r>
            <a:endParaRPr/>
          </a:p>
          <a:p>
            <a:pPr indent="0" lvl="0" marL="0" marR="0" rtl="0" algn="l">
              <a:spcBef>
                <a:spcPts val="500"/>
              </a:spcBef>
              <a:spcAft>
                <a:spcPts val="0"/>
              </a:spcAft>
              <a:buNone/>
            </a:pPr>
            <a:r>
              <a:rPr b="0" i="1" lang="en-US" sz="1500" u="none" cap="none" strike="noStrike">
                <a:solidFill>
                  <a:srgbClr val="FFDA91"/>
                </a:solidFill>
                <a:latin typeface="Calibri"/>
                <a:ea typeface="Calibri"/>
                <a:cs typeface="Calibri"/>
                <a:sym typeface="Calibri"/>
              </a:rPr>
              <a:t>Name your community page and invitation to follow in full; add a QR code to the slide master if you wish.</a:t>
            </a:r>
            <a:endParaRPr/>
          </a:p>
        </p:txBody>
      </p:sp>
      <p:sp>
        <p:nvSpPr>
          <p:cNvPr id="625" name="Google Shape;625;p77"/>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Announcements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629" name="Shape 629"/>
        <p:cNvGrpSpPr/>
        <p:nvPr/>
      </p:nvGrpSpPr>
      <p:grpSpPr>
        <a:xfrm>
          <a:off x="0" y="0"/>
          <a:ext cx="0" cy="0"/>
          <a:chOff x="0" y="0"/>
          <a:chExt cx="0" cy="0"/>
        </a:xfrm>
      </p:grpSpPr>
      <p:pic>
        <p:nvPicPr>
          <p:cNvPr descr="community_logo.png" id="630" name="Google Shape;630;p78"/>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631" name="Google Shape;631;p78"/>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632" name="Google Shape;632;p78"/>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000" u="none" cap="none" strike="noStrike">
                <a:solidFill>
                  <a:srgbClr val="FFDA91"/>
                </a:solidFill>
                <a:latin typeface="Calibri"/>
                <a:ea typeface="Calibri"/>
                <a:cs typeface="Calibri"/>
                <a:sym typeface="Calibri"/>
              </a:rPr>
              <a:t>The Lord be with you.</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And with your spirit.</a:t>
            </a:r>
            <a:endParaRPr/>
          </a:p>
          <a:p>
            <a:pPr indent="0" lvl="0" marL="0" marR="0" rtl="0" algn="l">
              <a:spcBef>
                <a:spcPts val="500"/>
              </a:spcBef>
              <a:spcAft>
                <a:spcPts val="0"/>
              </a:spcAft>
              <a:buNone/>
            </a:pPr>
            <a:r>
              <a:rPr b="1" i="0" lang="en-US" sz="2000" u="none" cap="none" strike="noStrike">
                <a:solidFill>
                  <a:srgbClr val="FFDA91"/>
                </a:solidFill>
                <a:latin typeface="Calibri"/>
                <a:ea typeface="Calibri"/>
                <a:cs typeface="Calibri"/>
                <a:sym typeface="Calibri"/>
              </a:rPr>
              <a:t>May almighty God bless you, the Father, and the Son, and the Holy Spirit.</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Amen.</a:t>
            </a:r>
            <a:endParaRPr/>
          </a:p>
          <a:p>
            <a:pPr indent="0" lvl="0" marL="0" marR="0" rtl="0" algn="l">
              <a:spcBef>
                <a:spcPts val="500"/>
              </a:spcBef>
              <a:spcAft>
                <a:spcPts val="0"/>
              </a:spcAft>
              <a:buNone/>
            </a:pPr>
            <a:r>
              <a:rPr b="1" i="0" lang="en-US" sz="2000" u="none" cap="none" strike="noStrike">
                <a:solidFill>
                  <a:srgbClr val="FFDA91"/>
                </a:solidFill>
                <a:latin typeface="Calibri"/>
                <a:ea typeface="Calibri"/>
                <a:cs typeface="Calibri"/>
                <a:sym typeface="Calibri"/>
              </a:rPr>
              <a:t>Go in peace, glorifying the Lord by your life.</a:t>
            </a:r>
            <a:endParaRPr/>
          </a:p>
          <a:p>
            <a:pPr indent="0" lvl="0" marL="0" marR="0" rtl="0" algn="l">
              <a:spcBef>
                <a:spcPts val="500"/>
              </a:spcBef>
              <a:spcAft>
                <a:spcPts val="0"/>
              </a:spcAft>
              <a:buNone/>
            </a:pPr>
            <a:r>
              <a:rPr b="1" i="0" lang="en-US" sz="2000" u="none" cap="none" strike="noStrike">
                <a:solidFill>
                  <a:srgbClr val="FAF8F4"/>
                </a:solidFill>
                <a:latin typeface="Calibri"/>
                <a:ea typeface="Calibri"/>
                <a:cs typeface="Calibri"/>
                <a:sym typeface="Calibri"/>
              </a:rPr>
              <a:t>Thanks be to God.</a:t>
            </a:r>
            <a:endParaRPr/>
          </a:p>
        </p:txBody>
      </p:sp>
      <p:sp>
        <p:nvSpPr>
          <p:cNvPr id="633" name="Google Shape;633;p78"/>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Final Blessing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37" name="Shape 637"/>
        <p:cNvGrpSpPr/>
        <p:nvPr/>
      </p:nvGrpSpPr>
      <p:grpSpPr>
        <a:xfrm>
          <a:off x="0" y="0"/>
          <a:ext cx="0" cy="0"/>
          <a:chOff x="0" y="0"/>
          <a:chExt cx="0" cy="0"/>
        </a:xfrm>
      </p:grpSpPr>
      <p:pic>
        <p:nvPicPr>
          <p:cNvPr descr="community_logo.png" id="638" name="Google Shape;638;p79"/>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639" name="Google Shape;639;p79"/>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640" name="Google Shape;640;p79"/>
          <p:cNvSpPr txBox="1"/>
          <p:nvPr/>
        </p:nvSpPr>
        <p:spPr>
          <a:xfrm>
            <a:off x="685800" y="1417320"/>
            <a:ext cx="16916400" cy="77724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3400" u="none" cap="none" strike="noStrike">
                <a:solidFill>
                  <a:srgbClr val="FFCC4D"/>
                </a:solidFill>
                <a:latin typeface="Georgia"/>
                <a:ea typeface="Georgia"/>
                <a:cs typeface="Georgia"/>
                <a:sym typeface="Georgia"/>
              </a:rPr>
              <a:t>Go Make a Difference</a:t>
            </a:r>
            <a:endParaRPr/>
          </a:p>
        </p:txBody>
      </p:sp>
      <p:sp>
        <p:nvSpPr>
          <p:cNvPr id="641" name="Google Shape;641;p79"/>
          <p:cNvSpPr txBox="1"/>
          <p:nvPr/>
        </p:nvSpPr>
        <p:spPr>
          <a:xfrm>
            <a:off x="685800" y="2331720"/>
            <a:ext cx="16916400" cy="70866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GO MAKE A DIFFERENCE;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WE CAN MAKE A DIFFERENCE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IN THE NAME OF THE LORD.</a:t>
            </a:r>
            <a:endParaRPr/>
          </a:p>
        </p:txBody>
      </p:sp>
      <p:sp>
        <p:nvSpPr>
          <p:cNvPr id="642" name="Google Shape;642;p79"/>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Recessional</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46" name="Shape 646"/>
        <p:cNvGrpSpPr/>
        <p:nvPr/>
      </p:nvGrpSpPr>
      <p:grpSpPr>
        <a:xfrm>
          <a:off x="0" y="0"/>
          <a:ext cx="0" cy="0"/>
          <a:chOff x="0" y="0"/>
          <a:chExt cx="0" cy="0"/>
        </a:xfrm>
      </p:grpSpPr>
      <p:pic>
        <p:nvPicPr>
          <p:cNvPr descr="community_logo.png" id="647" name="Google Shape;647;p80"/>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648" name="Google Shape;648;p80"/>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649" name="Google Shape;649;p80"/>
          <p:cNvSpPr txBox="1"/>
          <p:nvPr/>
        </p:nvSpPr>
        <p:spPr>
          <a:xfrm>
            <a:off x="685800" y="1417320"/>
            <a:ext cx="16916400" cy="80010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WE ARE SENT IN THE POWER OF LOVE,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BEARING PEACE LIKE A PURE, HOLY DOVE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TO EVERY NATION, EVERY LAND.</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GO MAKE A DIFFERENCE.</a:t>
            </a:r>
            <a:endParaRPr/>
          </a:p>
        </p:txBody>
      </p:sp>
      <p:sp>
        <p:nvSpPr>
          <p:cNvPr id="650" name="Google Shape;650;p80"/>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Recessional</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54" name="Shape 654"/>
        <p:cNvGrpSpPr/>
        <p:nvPr/>
      </p:nvGrpSpPr>
      <p:grpSpPr>
        <a:xfrm>
          <a:off x="0" y="0"/>
          <a:ext cx="0" cy="0"/>
          <a:chOff x="0" y="0"/>
          <a:chExt cx="0" cy="0"/>
        </a:xfrm>
      </p:grpSpPr>
      <p:pic>
        <p:nvPicPr>
          <p:cNvPr descr="community_logo.png" id="655" name="Google Shape;655;p81"/>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656" name="Google Shape;656;p81"/>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657" name="Google Shape;657;p81"/>
          <p:cNvSpPr txBox="1"/>
          <p:nvPr/>
        </p:nvSpPr>
        <p:spPr>
          <a:xfrm>
            <a:off x="685800" y="1417320"/>
            <a:ext cx="16916400" cy="80010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GO MAKE A DIFFERENCE;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WE CAN MAKE A DIFFERENCE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IN THE NAME OF THE LORD.</a:t>
            </a:r>
            <a:endParaRPr/>
          </a:p>
        </p:txBody>
      </p:sp>
      <p:sp>
        <p:nvSpPr>
          <p:cNvPr id="658" name="Google Shape;658;p81"/>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Recessional</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62" name="Shape 662"/>
        <p:cNvGrpSpPr/>
        <p:nvPr/>
      </p:nvGrpSpPr>
      <p:grpSpPr>
        <a:xfrm>
          <a:off x="0" y="0"/>
          <a:ext cx="0" cy="0"/>
          <a:chOff x="0" y="0"/>
          <a:chExt cx="0" cy="0"/>
        </a:xfrm>
      </p:grpSpPr>
      <p:pic>
        <p:nvPicPr>
          <p:cNvPr descr="community_logo.png" id="663" name="Google Shape;663;p82"/>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664" name="Google Shape;664;p82"/>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665" name="Google Shape;665;p82"/>
          <p:cNvSpPr txBox="1"/>
          <p:nvPr/>
        </p:nvSpPr>
        <p:spPr>
          <a:xfrm>
            <a:off x="685800" y="1417320"/>
            <a:ext cx="16916400" cy="80010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WE ARE THE SALT OF THE EARTH,</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CALLED TO GIVE THE WORLD A NEW TASTE: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LOVE, JUSTICE, MERCY, AND PRAISE.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GO MAKE A DIFFERENCE.</a:t>
            </a:r>
            <a:endParaRPr/>
          </a:p>
        </p:txBody>
      </p:sp>
      <p:sp>
        <p:nvSpPr>
          <p:cNvPr id="666" name="Google Shape;666;p82"/>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Recessional</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70" name="Shape 670"/>
        <p:cNvGrpSpPr/>
        <p:nvPr/>
      </p:nvGrpSpPr>
      <p:grpSpPr>
        <a:xfrm>
          <a:off x="0" y="0"/>
          <a:ext cx="0" cy="0"/>
          <a:chOff x="0" y="0"/>
          <a:chExt cx="0" cy="0"/>
        </a:xfrm>
      </p:grpSpPr>
      <p:pic>
        <p:nvPicPr>
          <p:cNvPr descr="community_logo.png" id="671" name="Google Shape;671;p83"/>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672" name="Google Shape;672;p83"/>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673" name="Google Shape;673;p83"/>
          <p:cNvSpPr txBox="1"/>
          <p:nvPr/>
        </p:nvSpPr>
        <p:spPr>
          <a:xfrm>
            <a:off x="685800" y="1417320"/>
            <a:ext cx="16916400" cy="80010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GO MAKE A DIFFERENCE;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WE CAN MAKE A DIFFERENCE</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IN THE NAME OF THE LORD.</a:t>
            </a:r>
            <a:endParaRPr/>
          </a:p>
        </p:txBody>
      </p:sp>
      <p:sp>
        <p:nvSpPr>
          <p:cNvPr id="674" name="Google Shape;674;p83"/>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Recessional</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78" name="Shape 678"/>
        <p:cNvGrpSpPr/>
        <p:nvPr/>
      </p:nvGrpSpPr>
      <p:grpSpPr>
        <a:xfrm>
          <a:off x="0" y="0"/>
          <a:ext cx="0" cy="0"/>
          <a:chOff x="0" y="0"/>
          <a:chExt cx="0" cy="0"/>
        </a:xfrm>
      </p:grpSpPr>
      <p:pic>
        <p:nvPicPr>
          <p:cNvPr descr="community_logo.png" id="679" name="Google Shape;679;p84"/>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680" name="Google Shape;680;p84"/>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Gwangju Catholic Church Community</a:t>
            </a:r>
            <a:endParaRPr/>
          </a:p>
        </p:txBody>
      </p:sp>
      <p:sp>
        <p:nvSpPr>
          <p:cNvPr id="681" name="Google Shape;681;p84"/>
          <p:cNvSpPr txBox="1"/>
          <p:nvPr/>
        </p:nvSpPr>
        <p:spPr>
          <a:xfrm>
            <a:off x="685800" y="1417320"/>
            <a:ext cx="16916400" cy="8001000"/>
          </a:xfrm>
          <a:prstGeom prst="rect">
            <a:avLst/>
          </a:prstGeom>
          <a:noFill/>
          <a:ln>
            <a:noFill/>
          </a:ln>
        </p:spPr>
        <p:txBody>
          <a:bodyPr anchorCtr="0" anchor="ctr" bIns="73150" lIns="109725" spcFirstLastPara="1" rIns="109725" wrap="square" tIns="73150">
            <a:noAutofit/>
          </a:bodyPr>
          <a:lstStyle/>
          <a:p>
            <a:pPr indent="0" lvl="0" marL="0" marR="0" rtl="0" algn="ctr">
              <a:lnSpc>
                <a:spcPct val="105000"/>
              </a:lnSpc>
              <a:spcBef>
                <a:spcPts val="0"/>
              </a:spcBef>
              <a:spcAft>
                <a:spcPts val="0"/>
              </a:spcAft>
              <a:buNone/>
            </a:pPr>
            <a:r>
              <a:rPr b="1" i="0" lang="en-US" sz="3800" u="none" cap="none" strike="noStrike">
                <a:solidFill>
                  <a:srgbClr val="FFFFFF"/>
                </a:solidFill>
                <a:latin typeface="Arial Black"/>
                <a:ea typeface="Arial Black"/>
                <a:cs typeface="Arial Black"/>
                <a:sym typeface="Arial Black"/>
              </a:rPr>
              <a:t>WE ARE A LIGHT ON THE HILL,</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MAY OUR GOOD DEEDS SHINE, LORD, UNTIL</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ALL KNOW YOUR KINGDOM IS NEAR.</a:t>
            </a:r>
            <a:endParaRPr/>
          </a:p>
          <a:p>
            <a:pPr indent="0" lvl="0" marL="0" marR="0" rtl="0" algn="ctr">
              <a:lnSpc>
                <a:spcPct val="105000"/>
              </a:lnSpc>
              <a:spcBef>
                <a:spcPts val="1000"/>
              </a:spcBef>
              <a:spcAft>
                <a:spcPts val="0"/>
              </a:spcAft>
              <a:buNone/>
            </a:pPr>
            <a:r>
              <a:rPr b="1" i="0" lang="en-US" sz="3800" u="none" cap="none" strike="noStrike">
                <a:solidFill>
                  <a:srgbClr val="FFFFFF"/>
                </a:solidFill>
                <a:latin typeface="Arial Black"/>
                <a:ea typeface="Arial Black"/>
                <a:cs typeface="Arial Black"/>
                <a:sym typeface="Arial Black"/>
              </a:rPr>
              <a:t>GO MAKE A DIFFERENCE.</a:t>
            </a:r>
            <a:endParaRPr/>
          </a:p>
        </p:txBody>
      </p:sp>
      <p:sp>
        <p:nvSpPr>
          <p:cNvPr id="682" name="Google Shape;682;p84"/>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8C8C91"/>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CC4D"/>
                </a:solidFill>
                <a:latin typeface="Calibri"/>
                <a:ea typeface="Calibri"/>
                <a:cs typeface="Calibri"/>
                <a:sym typeface="Calibri"/>
              </a:rPr>
              <a:t>Recessional</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686" name="Shape 686"/>
        <p:cNvGrpSpPr/>
        <p:nvPr/>
      </p:nvGrpSpPr>
      <p:grpSpPr>
        <a:xfrm>
          <a:off x="0" y="0"/>
          <a:ext cx="0" cy="0"/>
          <a:chOff x="0" y="0"/>
          <a:chExt cx="0" cy="0"/>
        </a:xfrm>
      </p:grpSpPr>
      <p:pic>
        <p:nvPicPr>
          <p:cNvPr descr="community_logo.png" id="687" name="Google Shape;687;p85"/>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688" name="Google Shape;688;p85"/>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689" name="Google Shape;689;p85"/>
          <p:cNvSpPr txBox="1"/>
          <p:nvPr/>
        </p:nvSpPr>
        <p:spPr>
          <a:xfrm>
            <a:off x="685800" y="1737360"/>
            <a:ext cx="16916400" cy="594360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2100" u="none" cap="none" strike="noStrike">
                <a:solidFill>
                  <a:srgbClr val="FFDA91"/>
                </a:solidFill>
                <a:latin typeface="Calibri"/>
                <a:ea typeface="Calibri"/>
                <a:cs typeface="Calibri"/>
                <a:sym typeface="Calibri"/>
              </a:rPr>
              <a:t>MASS CELEBRANT:</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Divino Gabriel</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Gwangju</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Catholic</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Church</a:t>
            </a:r>
            <a:br>
              <a:rPr b="0" i="0" lang="en-US" sz="2100" u="none" cap="none" strike="noStrike">
                <a:solidFill>
                  <a:srgbClr val="FAF8F4"/>
                </a:solidFill>
                <a:latin typeface="Calibri"/>
                <a:ea typeface="Calibri"/>
                <a:cs typeface="Calibri"/>
                <a:sym typeface="Calibri"/>
              </a:rPr>
            </a:br>
            <a:r>
              <a:rPr b="0" i="0" lang="en-US" sz="2100" u="none" cap="none" strike="noStrike">
                <a:solidFill>
                  <a:srgbClr val="FAF8F4"/>
                </a:solidFill>
                <a:latin typeface="Calibri"/>
                <a:ea typeface="Calibri"/>
                <a:cs typeface="Calibri"/>
                <a:sym typeface="Calibri"/>
              </a:rPr>
              <a:t>Community</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Gospel (John 20:19-23)</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“Receive the Holy Spirit!”</a:t>
            </a:r>
            <a:endParaRPr/>
          </a:p>
          <a:p>
            <a:pPr indent="0" lvl="0" marL="0" marR="0" rtl="0" algn="l">
              <a:spcBef>
                <a:spcPts val="300"/>
              </a:spcBef>
              <a:spcAft>
                <a:spcPts val="0"/>
              </a:spcAft>
              <a:buNone/>
            </a:pPr>
            <a:r>
              <a:t/>
            </a:r>
            <a:endParaRPr b="0" i="0" sz="2100" u="none" cap="none" strike="noStrike">
              <a:solidFill>
                <a:srgbClr val="FAF8F4"/>
              </a:solidFill>
              <a:latin typeface="Calibri"/>
              <a:ea typeface="Calibri"/>
              <a:cs typeface="Calibri"/>
              <a:sym typeface="Calibri"/>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YEAR A</a:t>
            </a:r>
            <a:endParaRPr/>
          </a:p>
          <a:p>
            <a:pPr indent="0" lvl="0" marL="0" marR="0" rtl="0" algn="l">
              <a:spcBef>
                <a:spcPts val="300"/>
              </a:spcBef>
              <a:spcAft>
                <a:spcPts val="0"/>
              </a:spcAft>
              <a:buNone/>
            </a:pPr>
            <a:r>
              <a:rPr b="0" i="0" lang="en-US" sz="2100" u="none" cap="none" strike="noStrike">
                <a:solidFill>
                  <a:srgbClr val="FAF8F4"/>
                </a:solidFill>
                <a:latin typeface="Calibri"/>
                <a:ea typeface="Calibri"/>
                <a:cs typeface="Calibri"/>
                <a:sym typeface="Calibri"/>
              </a:rPr>
              <a:t>2026-05-24 · Eastertide</a:t>
            </a:r>
            <a:endParaRPr/>
          </a:p>
        </p:txBody>
      </p:sp>
      <p:sp>
        <p:nvSpPr>
          <p:cNvPr id="690" name="Google Shape;690;p85"/>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Mass poster / divider</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pic>
        <p:nvPicPr>
          <p:cNvPr descr="GCCC24May2026_Eastertide_16x9.png" id="695" name="Google Shape;695;p86"/>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2222"/>
        </a:solidFill>
      </p:bgPr>
    </p:bg>
    <p:spTree>
      <p:nvGrpSpPr>
        <p:cNvPr id="699" name="Shape 699"/>
        <p:cNvGrpSpPr/>
        <p:nvPr/>
      </p:nvGrpSpPr>
      <p:grpSpPr>
        <a:xfrm>
          <a:off x="0" y="0"/>
          <a:ext cx="0" cy="0"/>
          <a:chOff x="0" y="0"/>
          <a:chExt cx="0" cy="0"/>
        </a:xfrm>
      </p:grpSpPr>
      <p:pic>
        <p:nvPicPr>
          <p:cNvPr descr="community_logo.png" id="700" name="Google Shape;700;p87"/>
          <p:cNvPicPr preferRelativeResize="0"/>
          <p:nvPr/>
        </p:nvPicPr>
        <p:blipFill rotWithShape="1">
          <a:blip r:embed="rId3">
            <a:alphaModFix/>
          </a:blip>
          <a:srcRect b="0" l="0" r="0" t="0"/>
          <a:stretch/>
        </p:blipFill>
        <p:spPr>
          <a:xfrm>
            <a:off x="685800" y="256032"/>
            <a:ext cx="387682" cy="384048"/>
          </a:xfrm>
          <a:prstGeom prst="rect">
            <a:avLst/>
          </a:prstGeom>
          <a:noFill/>
          <a:ln>
            <a:noFill/>
          </a:ln>
        </p:spPr>
      </p:pic>
      <p:sp>
        <p:nvSpPr>
          <p:cNvPr id="701" name="Google Shape;701;p87"/>
          <p:cNvSpPr txBox="1"/>
          <p:nvPr/>
        </p:nvSpPr>
        <p:spPr>
          <a:xfrm>
            <a:off x="1201498" y="256032"/>
            <a:ext cx="16400702" cy="384048"/>
          </a:xfrm>
          <a:prstGeom prst="rect">
            <a:avLst/>
          </a:prstGeom>
          <a:noFill/>
          <a:ln>
            <a:noFill/>
          </a:ln>
        </p:spPr>
        <p:txBody>
          <a:bodyPr anchorCtr="0" anchor="ctr" bIns="73150" lIns="109725" spcFirstLastPara="1" rIns="109725" wrap="square" tIns="73150">
            <a:noAutofit/>
          </a:bodyPr>
          <a:lstStyle/>
          <a:p>
            <a:pPr indent="0" lvl="0" marL="0" marR="0" rtl="0" algn="l">
              <a:spcBef>
                <a:spcPts val="0"/>
              </a:spcBef>
              <a:spcAft>
                <a:spcPts val="0"/>
              </a:spcAft>
              <a:buNone/>
            </a:pPr>
            <a:r>
              <a:rPr b="1" i="0" lang="en-US" sz="1500" u="none" cap="none" strike="noStrike">
                <a:solidFill>
                  <a:srgbClr val="FAF8F4"/>
                </a:solidFill>
                <a:latin typeface="Calibri"/>
                <a:ea typeface="Calibri"/>
                <a:cs typeface="Calibri"/>
                <a:sym typeface="Calibri"/>
              </a:rPr>
              <a:t>Gwangju Catholic Church Community</a:t>
            </a:r>
            <a:endParaRPr/>
          </a:p>
        </p:txBody>
      </p:sp>
      <p:sp>
        <p:nvSpPr>
          <p:cNvPr id="702" name="Google Shape;702;p87"/>
          <p:cNvSpPr txBox="1"/>
          <p:nvPr/>
        </p:nvSpPr>
        <p:spPr>
          <a:xfrm>
            <a:off x="685800" y="1417320"/>
            <a:ext cx="16916400" cy="78638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0" i="1" lang="en-US" sz="1500" u="none" cap="none" strike="noStrike">
                <a:solidFill>
                  <a:srgbClr val="FFDA91"/>
                </a:solidFill>
                <a:latin typeface="Calibri"/>
                <a:ea typeface="Calibri"/>
                <a:cs typeface="Calibri"/>
                <a:sym typeface="Calibri"/>
              </a:rPr>
              <a:t>Below: World English Bible (WEB) fallback — verify NABRE on bible.usccb.org.</a:t>
            </a:r>
            <a:endParaRPr/>
          </a:p>
        </p:txBody>
      </p:sp>
      <p:sp>
        <p:nvSpPr>
          <p:cNvPr id="703" name="Google Shape;703;p87"/>
          <p:cNvSpPr txBox="1"/>
          <p:nvPr/>
        </p:nvSpPr>
        <p:spPr>
          <a:xfrm>
            <a:off x="685800" y="9418320"/>
            <a:ext cx="169164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rPr b="1" i="0" lang="en-US" sz="1300" u="none" cap="none" strike="noStrike">
                <a:solidFill>
                  <a:srgbClr val="BCBAC6"/>
                </a:solidFill>
                <a:latin typeface="Calibri"/>
                <a:ea typeface="Calibri"/>
                <a:cs typeface="Calibri"/>
                <a:sym typeface="Calibri"/>
              </a:rPr>
              <a:t>Gwangju Catholic Church Community</a:t>
            </a:r>
            <a:endParaRPr/>
          </a:p>
          <a:p>
            <a:pPr indent="0" lvl="0" marL="0" marR="0" rtl="0" algn="l">
              <a:spcBef>
                <a:spcPts val="200"/>
              </a:spcBef>
              <a:spcAft>
                <a:spcPts val="0"/>
              </a:spcAft>
              <a:buNone/>
            </a:pPr>
            <a:r>
              <a:rPr b="0" i="0" lang="en-US" sz="1200" u="none" cap="none" strike="noStrike">
                <a:solidFill>
                  <a:srgbClr val="FFDA91"/>
                </a:solidFill>
                <a:latin typeface="Calibri"/>
                <a:ea typeface="Calibri"/>
                <a:cs typeface="Calibri"/>
                <a:sym typeface="Calibri"/>
              </a:rPr>
              <a:t>Scripture note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