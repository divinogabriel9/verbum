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323"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324"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325" r:id="rId74"/>
    <p:sldId id="294" r:id="rId41"/>
    <p:sldId id="295" r:id="rId42"/>
    <p:sldId id="296" r:id="rId43"/>
    <p:sldId id="297" r:id="rId44"/>
    <p:sldId id="298" r:id="rId45"/>
    <p:sldId id="299" r:id="rId46"/>
    <p:sldId id="321" r:id="rId47"/>
    <p:sldId id="322"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8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59"/>
  </p:normalViewPr>
  <p:slideViewPr>
    <p:cSldViewPr snapToGrid="0" snapToObjects="1">
      <p:cViewPr varScale="1">
        <p:scale>
          <a:sx n="64" d="100"/>
          <a:sy n="64" d="100"/>
        </p:scale>
        <p:origin x="1064" y="4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slide" Target="slides/slide50.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53.xml"/><Relationship Id="rId54" Type="http://schemas.openxmlformats.org/officeDocument/2006/relationships/slide" Target="slides/slide54.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0.xml"/><Relationship Id="rId61" Type="http://schemas.openxmlformats.org/officeDocument/2006/relationships/slide" Target="slides/slide61.xml"/><Relationship Id="rId62" Type="http://schemas.openxmlformats.org/officeDocument/2006/relationships/slide" Target="slides/slide62.xml"/><Relationship Id="rId63" Type="http://schemas.openxmlformats.org/officeDocument/2006/relationships/slide" Target="slides/slide63.xml"/><Relationship Id="rId64" Type="http://schemas.openxmlformats.org/officeDocument/2006/relationships/slide" Target="slides/slide64.xml"/><Relationship Id="rId65" Type="http://schemas.openxmlformats.org/officeDocument/2006/relationships/slide" Target="slides/slide65.xml"/><Relationship Id="rId66"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 Id="rId74"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solidFill>
                  <a:srgbClr val="000000"/>
                </a:solidFill>
              </a:defRPr>
            </a:pPr>
            <a:r>
              <a:rPr lang="en-US" sz="5500" b="1" u="none" strike="noStrike" cap="none" dirty="0">
                <a:latin typeface="Arial" panose="020B0604020202020204" pitchFamily="34" charset="0"/>
                <a:ea typeface="Calibri"/>
                <a:cs typeface="Arial" panose="020B0604020202020204" pitchFamily="34" charset="0"/>
                <a:sym typeface="Calibri"/>
                <a:solidFill>
                  <a:srgbClr val="000000"/>
                </a:solidFill>
              </a:rPr>
              <a:t>PUT YOUR CELLPHONE ON SILENT MODE DURING THE MASS.</a:t>
            </a:r>
            <a:endParaRPr sz="5500" b="1" dirty="0">
              <a:latin typeface="Arial" panose="020B0604020202020204" pitchFamily="34" charset="0"/>
              <a:cs typeface="Arial" panose="020B0604020202020204" pitchFamily="34" charset="0"/>
              <a:solidFill>
                <a:srgbClr val="000000"/>
              </a:solidFill>
            </a:endParaRP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solidFill>
                  <a:srgbClr val="000000"/>
                </a:solidFill>
              </a:defRPr>
            </a:pPr>
            <a:r>
              <a:rPr lang="en-US" sz="6000" b="1" i="1" dirty="0">
                <a:latin typeface="Arial" panose="020B0604020202020204" pitchFamily="34" charset="0"/>
                <a:ea typeface="Calibri"/>
                <a:cs typeface="Arial" panose="020B0604020202020204" pitchFamily="34" charset="0"/>
                <a:sym typeface="Calibri"/>
                <a:solidFill>
                  <a:srgbClr val="000000"/>
                </a:solidFill>
              </a:rPr>
              <a:t>Thank you.</a:t>
            </a:r>
            <a:endParaRPr lang="en-US" sz="6000" b="1" i="1" dirty="0">
              <a:latin typeface="Arial" panose="020B0604020202020204" pitchFamily="34" charset="0"/>
              <a:cs typeface="Arial" panose="020B0604020202020204" pitchFamily="34" charset="0"/>
              <a:solidFill>
                <a:srgbClr val="000000"/>
              </a:solidFill>
            </a:endParaRPr>
          </a:p>
        </p:txBody>
      </p:sp>
      <p:sp>
        <p:nvSpPr>
          <p:cNvPr id="88" name="TextBox 87"/>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Pre-Mass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000000"/>
                </a:solidFill>
              </a:defRPr>
            </a:pPr>
            <a:r>
              <a:rPr>
                <a:solidFill>
                  <a:srgbClr val="000000"/>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000000"/>
                </a:solidFill>
              </a:defRPr>
            </a:pPr>
            <a:r>
              <a:rPr>
                <a:solidFill>
                  <a:srgbClr val="000000"/>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000000"/>
                </a:solidFill>
              </a:defRPr>
            </a:pPr>
            <a:r>
              <a:rPr>
                <a:solidFill>
                  <a:srgbClr val="000000"/>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000000"/>
                </a:solidFill>
              </a:defRPr>
            </a:pPr>
            <a:r>
              <a:rPr>
                <a:solidFill>
                  <a:srgbClr val="000000"/>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000000"/>
                </a:solidFill>
              </a:defRPr>
            </a:pPr>
            <a:r>
              <a:rPr dirty="0">
                <a:solidFill>
                  <a:srgbClr val="000000"/>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000000"/>
                </a:solidFill>
              </a:defRPr>
            </a:pPr>
            <a:r>
              <a:rPr>
                <a:solidFill>
                  <a:srgbClr val="000000"/>
                </a:solidFill>
              </a:rPr>
              <a:t>12th Sunday in Ordinary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000000"/>
                </a:solidFill>
              </a:defRPr>
            </a:pPr>
            <a:r>
              <a:rPr sz="3600" b="1" u="sng">
                <a:latin typeface="Georgia"/>
                <a:solidFill>
                  <a:srgbClr val="000000"/>
                </a:solidFill>
              </a:rPr>
              <a:t>Sing a New Song</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6600" b="1" i="1">
                <a:latin typeface="Poppins"/>
                <a:solidFill>
                  <a:srgbClr val="000000"/>
                </a:solidFill>
              </a:rPr>
              <a:t>SING A NEW SONG UNTO THE LORD;</a:t>
            </a:r>
          </a:p>
          <a:p>
            <a:pPr algn="ctr">
              <a:lnSpc>
                <a:spcPct val="70000"/>
              </a:lnSpc>
              <a:defRPr>
                <a:solidFill>
                  <a:srgbClr val="000000"/>
                </a:solidFill>
              </a:defRPr>
            </a:pPr>
            <a:r>
              <a:rPr sz="6600" b="1" i="1">
                <a:latin typeface="Poppins"/>
                <a:solidFill>
                  <a:srgbClr val="000000"/>
                </a:solidFill>
              </a:rPr>
              <a:t>LET YOUR SONG BE SUNG FROM MOUNTAINS HIGH</a:t>
            </a:r>
          </a:p>
          <a:p>
            <a:pPr algn="ctr">
              <a:lnSpc>
                <a:spcPct val="70000"/>
              </a:lnSpc>
              <a:defRPr>
                <a:solidFill>
                  <a:srgbClr val="000000"/>
                </a:solidFill>
              </a:defRPr>
            </a:pPr>
            <a:r>
              <a:rPr sz="6600" b="1" i="1">
                <a:latin typeface="Poppins"/>
                <a:solidFill>
                  <a:srgbClr val="000000"/>
                </a:solidFill>
              </a:rPr>
              <a:t>SING A NEW SONG UNTO THE LORD</a:t>
            </a:r>
          </a:p>
          <a:p>
            <a:pPr algn="ctr">
              <a:lnSpc>
                <a:spcPct val="70000"/>
              </a:lnSpc>
              <a:defRPr>
                <a:solidFill>
                  <a:srgbClr val="000000"/>
                </a:solidFill>
              </a:defRPr>
            </a:pPr>
            <a:r>
              <a:rPr sz="6600" b="1" i="1">
                <a:latin typeface="Poppins"/>
                <a:solidFill>
                  <a:srgbClr val="000000"/>
                </a:solidFill>
              </a:rPr>
              <a:t>SINGING ALLELUIA</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0">
                <a:latin typeface="Poppins"/>
                <a:solidFill>
                  <a:srgbClr val="000000"/>
                </a:solidFill>
              </a:rPr>
              <a:t>YAHWEH'S PEOPLE DANCE FOR JOY</a:t>
            </a:r>
          </a:p>
          <a:p>
            <a:pPr algn="ctr">
              <a:lnSpc>
                <a:spcPct val="70000"/>
              </a:lnSpc>
              <a:defRPr>
                <a:solidFill>
                  <a:srgbClr val="000000"/>
                </a:solidFill>
              </a:defRPr>
            </a:pPr>
            <a:r>
              <a:rPr sz="7500" b="1" i="0">
                <a:latin typeface="Poppins"/>
                <a:solidFill>
                  <a:srgbClr val="000000"/>
                </a:solidFill>
              </a:rPr>
              <a:t>O COME BEFORE THE LORD</a:t>
            </a:r>
          </a:p>
          <a:p>
            <a:pPr algn="ctr">
              <a:lnSpc>
                <a:spcPct val="70000"/>
              </a:lnSpc>
              <a:defRPr>
                <a:solidFill>
                  <a:srgbClr val="000000"/>
                </a:solidFill>
              </a:defRPr>
            </a:pPr>
            <a:r>
              <a:rPr sz="7500" b="1" i="0">
                <a:latin typeface="Poppins"/>
                <a:solidFill>
                  <a:srgbClr val="000000"/>
                </a:solidFill>
              </a:rPr>
              <a:t>AND PLAY FOR HIM ON GLAD TAMBOURINES</a:t>
            </a:r>
          </a:p>
          <a:p>
            <a:pPr algn="ctr">
              <a:lnSpc>
                <a:spcPct val="70000"/>
              </a:lnSpc>
              <a:defRPr>
                <a:solidFill>
                  <a:srgbClr val="000000"/>
                </a:solidFill>
              </a:defRPr>
            </a:pPr>
            <a:r>
              <a:rPr sz="7500" b="1" i="0">
                <a:latin typeface="Poppins"/>
                <a:solidFill>
                  <a:srgbClr val="000000"/>
                </a:solidFill>
              </a:rPr>
              <a:t>AND LET YOUR TRUMPET SOUND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Entrance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6600" b="1" i="1">
                <a:latin typeface="Poppins"/>
                <a:solidFill>
                  <a:srgbClr val="000000"/>
                </a:solidFill>
              </a:rPr>
              <a:t>SING A NEW SONG UNTO THE LORD;</a:t>
            </a:r>
          </a:p>
          <a:p>
            <a:pPr algn="ctr">
              <a:lnSpc>
                <a:spcPct val="70000"/>
              </a:lnSpc>
              <a:defRPr>
                <a:solidFill>
                  <a:srgbClr val="000000"/>
                </a:solidFill>
              </a:defRPr>
            </a:pPr>
            <a:r>
              <a:rPr sz="6600" b="1" i="1">
                <a:latin typeface="Poppins"/>
                <a:solidFill>
                  <a:srgbClr val="000000"/>
                </a:solidFill>
              </a:rPr>
              <a:t>LET YOUR SONG BE SUNG FROM MOUNTAINS HIGH</a:t>
            </a:r>
          </a:p>
          <a:p>
            <a:pPr algn="ctr">
              <a:lnSpc>
                <a:spcPct val="70000"/>
              </a:lnSpc>
              <a:defRPr>
                <a:solidFill>
                  <a:srgbClr val="000000"/>
                </a:solidFill>
              </a:defRPr>
            </a:pPr>
            <a:r>
              <a:rPr sz="6600" b="1" i="1">
                <a:latin typeface="Poppins"/>
                <a:solidFill>
                  <a:srgbClr val="000000"/>
                </a:solidFill>
              </a:rPr>
              <a:t>SING A NEW SONG UNTO THE LORD</a:t>
            </a:r>
          </a:p>
          <a:p>
            <a:pPr algn="ctr">
              <a:lnSpc>
                <a:spcPct val="70000"/>
              </a:lnSpc>
              <a:defRPr>
                <a:solidFill>
                  <a:srgbClr val="000000"/>
                </a:solidFill>
              </a:defRPr>
            </a:pPr>
            <a:r>
              <a:rPr sz="6600" b="1" i="1">
                <a:latin typeface="Poppins"/>
                <a:solidFill>
                  <a:srgbClr val="000000"/>
                </a:solidFill>
              </a:rPr>
              <a:t>SINGING ALLELUIA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0">
                <a:latin typeface="Poppins"/>
                <a:solidFill>
                  <a:srgbClr val="000000"/>
                </a:solidFill>
              </a:rPr>
              <a:t>RISE, O CHILDREN, FROM YOUR SLEEP;</a:t>
            </a:r>
          </a:p>
          <a:p>
            <a:pPr algn="ctr">
              <a:lnSpc>
                <a:spcPct val="70000"/>
              </a:lnSpc>
              <a:defRPr>
                <a:solidFill>
                  <a:srgbClr val="000000"/>
                </a:solidFill>
              </a:defRPr>
            </a:pPr>
            <a:r>
              <a:rPr sz="7500" b="1" i="0">
                <a:latin typeface="Poppins"/>
                <a:solidFill>
                  <a:srgbClr val="000000"/>
                </a:solidFill>
              </a:rPr>
              <a:t>YOUR SAVIOR NOW HAS COME</a:t>
            </a:r>
          </a:p>
          <a:p>
            <a:pPr algn="ctr">
              <a:lnSpc>
                <a:spcPct val="70000"/>
              </a:lnSpc>
              <a:defRPr>
                <a:solidFill>
                  <a:srgbClr val="000000"/>
                </a:solidFill>
              </a:defRPr>
            </a:pPr>
            <a:r>
              <a:rPr sz="7500" b="1" i="0">
                <a:latin typeface="Poppins"/>
                <a:solidFill>
                  <a:srgbClr val="000000"/>
                </a:solidFill>
              </a:rPr>
              <a:t>HE HAS TURNED YOUR SORROW TO JOY</a:t>
            </a:r>
          </a:p>
          <a:p>
            <a:pPr algn="ctr">
              <a:lnSpc>
                <a:spcPct val="70000"/>
              </a:lnSpc>
              <a:defRPr>
                <a:solidFill>
                  <a:srgbClr val="000000"/>
                </a:solidFill>
              </a:defRPr>
            </a:pPr>
            <a:r>
              <a:rPr sz="7500" b="1" i="0">
                <a:latin typeface="Poppins"/>
                <a:solidFill>
                  <a:srgbClr val="000000"/>
                </a:solidFill>
              </a:rPr>
              <a:t>AND FILLED YOUR SOUL WITH SONG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Entrance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defRPr>
                <a:solidFill>
                  <a:srgbClr val="000000"/>
                </a:solidFill>
              </a:defRPr>
            </a:pPr>
            <a:r>
              <a:rPr sz="6600" b="1" i="1">
                <a:latin typeface="Poppins"/>
                <a:solidFill>
                  <a:srgbClr val="000000"/>
                </a:solidFill>
              </a:rPr>
              <a:t>SING A NEW SONG UNTO THE LORD;</a:t>
            </a:r>
          </a:p>
          <a:p>
            <a:pPr algn="ctr">
              <a:lnSpc>
                <a:spcPct val="70000"/>
              </a:lnSpc>
              <a:defRPr>
                <a:solidFill>
                  <a:srgbClr val="000000"/>
                </a:solidFill>
              </a:defRPr>
            </a:pPr>
            <a:r>
              <a:rPr sz="6600" b="1" i="1">
                <a:latin typeface="Poppins"/>
                <a:solidFill>
                  <a:srgbClr val="000000"/>
                </a:solidFill>
              </a:rPr>
              <a:t>LET YOUR SONG BE SUNG FROM MOUNTAINS HIGH</a:t>
            </a:r>
          </a:p>
          <a:p>
            <a:pPr algn="ctr">
              <a:lnSpc>
                <a:spcPct val="70000"/>
              </a:lnSpc>
              <a:defRPr>
                <a:solidFill>
                  <a:srgbClr val="000000"/>
                </a:solidFill>
              </a:defRPr>
            </a:pPr>
            <a:r>
              <a:rPr sz="6600" b="1" i="1">
                <a:latin typeface="Poppins"/>
                <a:solidFill>
                  <a:srgbClr val="000000"/>
                </a:solidFill>
              </a:rPr>
              <a:t>SING A NEW SONG UNTO THE LORD</a:t>
            </a:r>
          </a:p>
          <a:p>
            <a:pPr algn="ctr">
              <a:lnSpc>
                <a:spcPct val="70000"/>
              </a:lnSpc>
              <a:defRPr>
                <a:solidFill>
                  <a:srgbClr val="000000"/>
                </a:solidFill>
              </a:defRPr>
            </a:pPr>
            <a:r>
              <a:rPr sz="6600" b="1" i="1">
                <a:latin typeface="Poppins"/>
                <a:solidFill>
                  <a:srgbClr val="000000"/>
                </a:solidFill>
              </a:rPr>
              <a:t>SINGING ALLELUIA</a:t>
            </a:r>
          </a:p>
          <a:p>
            <a:pPr algn="ctr">
              <a:lnSpc>
                <a:spcPct val="70000"/>
              </a:lnSpc>
              <a:defRPr>
                <a:solidFill>
                  <a:srgbClr val="000000"/>
                </a:solidFill>
              </a:defRPr>
            </a:pPr>
            <a:r>
              <a:rPr sz="6600" b="1" i="1">
                <a:latin typeface="Poppins"/>
                <a:solidFill>
                  <a:srgbClr val="000000"/>
                </a:solidFill>
              </a:rPr>
              <a:t>SINGING ALLELUIA</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Entrance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000000"/>
                </a:solidFill>
              </a:defRPr>
            </a:pPr>
            <a:r>
              <a:rPr>
                <a:solidFill>
                  <a:srgbClr val="000000"/>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000000"/>
                </a:solidFill>
              </a:defRPr>
            </a:pPr>
            <a:r>
              <a:rPr>
                <a:solidFill>
                  <a:srgbClr val="000000"/>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000000"/>
                </a:solidFill>
              </a:defRPr>
            </a:pPr>
            <a:r>
              <a:rPr>
                <a:solidFill>
                  <a:srgbClr val="000000"/>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000000"/>
                </a:solidFill>
              </a:defRPr>
            </a:pPr>
            <a:r>
              <a:rPr>
                <a:solidFill>
                  <a:srgbClr val="000000"/>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000000"/>
                </a:solidFill>
              </a:defRPr>
            </a:pPr>
            <a:r>
              <a:rPr>
                <a:solidFill>
                  <a:srgbClr val="000000"/>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000000"/>
                </a:solidFill>
              </a:defRPr>
            </a:pPr>
            <a:r>
              <a:rPr>
                <a:solidFill>
                  <a:srgbClr val="000000"/>
                </a:solidFill>
              </a:rPr>
              <a:t>12th Sunday in Ordinary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sz="6500" dirty="0">
                <a:latin typeface="Arial" panose="020B0604020202020204" pitchFamily="34" charset="0"/>
                <a:cs typeface="Arial" panose="020B0604020202020204" pitchFamily="34" charset="0"/>
                <a:solidFill>
                  <a:srgbClr val="000000"/>
                </a:solidFill>
              </a:rPr>
              <a:t>Priest:</a:t>
            </a:r>
            <a:r>
              <a:rPr lang="en-US" sz="6500" dirty="0">
                <a:latin typeface="Arial" panose="020B0604020202020204" pitchFamily="34" charset="0"/>
                <a:cs typeface="Arial" panose="020B0604020202020204" pitchFamily="34" charset="0"/>
                <a:solidFill>
                  <a:srgbClr val="000000"/>
                </a:solidFill>
              </a:rPr>
              <a:t> </a:t>
            </a:r>
            <a:r>
              <a:rPr sz="6500" i="1" dirty="0">
                <a:latin typeface="Arial" panose="020B0604020202020204" pitchFamily="34" charset="0"/>
                <a:cs typeface="Arial" panose="020B0604020202020204" pitchFamily="34" charset="0"/>
                <a:solidFill>
                  <a:srgbClr val="000000"/>
                </a:solidFill>
              </a:rPr>
              <a:t>In the Name of the Father, and of the Son, and of the Holy Spirit.</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7500" b="1" dirty="0">
                <a:latin typeface="Arial" panose="020B0604020202020204" pitchFamily="34" charset="0"/>
                <a:cs typeface="Arial" panose="020B0604020202020204" pitchFamily="34" charset="0"/>
                <a:solidFill>
                  <a:srgbClr val="000000"/>
                </a:solidFill>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6500" b="1" dirty="0">
                <a:latin typeface="Arial" panose="020B0604020202020204" pitchFamily="34" charset="0"/>
                <a:cs typeface="Arial" panose="020B0604020202020204" pitchFamily="34" charset="0"/>
                <a:solidFill>
                  <a:srgbClr val="000000"/>
                </a:solidFill>
              </a:rPr>
              <a:t>Priest:</a:t>
            </a:r>
            <a:r>
              <a:rPr lang="en-US" sz="6500" b="1" dirty="0">
                <a:latin typeface="Arial" panose="020B0604020202020204" pitchFamily="34" charset="0"/>
                <a:cs typeface="Arial" panose="020B0604020202020204" pitchFamily="34" charset="0"/>
                <a:solidFill>
                  <a:srgbClr val="000000"/>
                </a:solidFill>
              </a:rPr>
              <a:t> </a:t>
            </a:r>
            <a:r>
              <a:rPr lang="en-US" sz="6500" b="1" i="1" dirty="0">
                <a:latin typeface="Arial" panose="020B0604020202020204" pitchFamily="34" charset="0"/>
                <a:cs typeface="Arial" panose="020B0604020202020204" pitchFamily="34" charset="0"/>
                <a:solidFill>
                  <a:srgbClr val="000000"/>
                </a:solidFill>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7500" b="1" dirty="0">
                <a:latin typeface="Arial" panose="020B0604020202020204" pitchFamily="34" charset="0"/>
                <a:cs typeface="Arial" panose="020B0604020202020204" pitchFamily="34" charset="0"/>
                <a:solidFill>
                  <a:srgbClr val="000000"/>
                </a:solidFill>
              </a:rPr>
              <a:t>All: And with your spirit.</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Introductory Rites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8F29298-29AE-3C57-6458-CA98781A3BA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33140839-3FB4-468F-2D63-56197B90282F}"/>
              </a:ext>
            </a:extLst>
          </p:cNvPr>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3" name="Rounded Rectangle 2">
            <a:extLst>
              <a:ext uri="{FF2B5EF4-FFF2-40B4-BE49-F238E27FC236}">
                <a16:creationId xmlns:a16="http://schemas.microsoft.com/office/drawing/2014/main" id="{734FFEFB-28B4-131A-C28C-4A19973A5C73}"/>
              </a:ext>
            </a:extLst>
          </p:cNvPr>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4" name="TextBox 3">
            <a:extLst>
              <a:ext uri="{FF2B5EF4-FFF2-40B4-BE49-F238E27FC236}">
                <a16:creationId xmlns:a16="http://schemas.microsoft.com/office/drawing/2014/main" id="{838CF9F5-72D6-BC17-99F3-AA762E4BDE43}"/>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000000"/>
                </a:solidFill>
              </a:defRPr>
            </a:pPr>
            <a:r>
              <a:rPr>
                <a:solidFill>
                  <a:srgbClr val="000000"/>
                </a:solidFill>
              </a:rPr>
              <a:t>MASS CELEBRANT:</a:t>
            </a:r>
          </a:p>
        </p:txBody>
      </p:sp>
      <p:sp>
        <p:nvSpPr>
          <p:cNvPr id="5" name="TextBox 4">
            <a:extLst>
              <a:ext uri="{FF2B5EF4-FFF2-40B4-BE49-F238E27FC236}">
                <a16:creationId xmlns:a16="http://schemas.microsoft.com/office/drawing/2014/main" id="{3744C80C-7E00-865D-75D6-7CB15A712CBC}"/>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000000"/>
                </a:solidFill>
              </a:defRPr>
            </a:pPr>
            <a:r>
              <a:rPr>
                <a:solidFill>
                  <a:srgbClr val="000000"/>
                </a:solidFill>
              </a:rPr>
              <a:t>Rev. Fr. Jonrey Lauron, RCJ</a:t>
            </a:r>
          </a:p>
        </p:txBody>
      </p:sp>
      <p:sp>
        <p:nvSpPr>
          <p:cNvPr id="6" name="TextBox 5">
            <a:extLst>
              <a:ext uri="{FF2B5EF4-FFF2-40B4-BE49-F238E27FC236}">
                <a16:creationId xmlns:a16="http://schemas.microsoft.com/office/drawing/2014/main" id="{44577D4B-DDE7-B574-3E33-873BA7FA05B7}"/>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000000"/>
                </a:solidFill>
              </a:defRPr>
            </a:pPr>
            <a:r>
              <a:rPr>
                <a:solidFill>
                  <a:srgbClr val="000000"/>
                </a:solidFill>
              </a:rPr>
              <a:t>YEAR A · 21 JUNE 2026</a:t>
            </a:r>
          </a:p>
        </p:txBody>
      </p:sp>
      <p:sp>
        <p:nvSpPr>
          <p:cNvPr id="7" name="TextBox 6">
            <a:extLst>
              <a:ext uri="{FF2B5EF4-FFF2-40B4-BE49-F238E27FC236}">
                <a16:creationId xmlns:a16="http://schemas.microsoft.com/office/drawing/2014/main" id="{0C42645D-06CF-BCBB-D1A0-E4042ECF0A75}"/>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000000"/>
                </a:solidFill>
              </a:defRPr>
            </a:pPr>
            <a:r>
              <a:rPr>
                <a:solidFill>
                  <a:srgbClr val="000000"/>
                </a:solidFill>
              </a:rPr>
              <a:t>“Fear no one.”</a:t>
            </a:r>
          </a:p>
        </p:txBody>
      </p:sp>
      <p:sp>
        <p:nvSpPr>
          <p:cNvPr id="8" name="TextBox 7">
            <a:extLst>
              <a:ext uri="{FF2B5EF4-FFF2-40B4-BE49-F238E27FC236}">
                <a16:creationId xmlns:a16="http://schemas.microsoft.com/office/drawing/2014/main" id="{78BAD6ED-E55F-BA48-BE21-93621DB268FD}"/>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000000"/>
                </a:solidFill>
              </a:defRPr>
            </a:pPr>
            <a:r>
              <a:rPr>
                <a:solidFill>
                  <a:srgbClr val="000000"/>
                </a:solidFill>
              </a:rPr>
              <a:t>GOSPEL (MATTHEW 10:26–33)</a:t>
            </a:r>
          </a:p>
        </p:txBody>
      </p:sp>
      <p:sp>
        <p:nvSpPr>
          <p:cNvPr id="9" name="TextBox 8">
            <a:extLst>
              <a:ext uri="{FF2B5EF4-FFF2-40B4-BE49-F238E27FC236}">
                <a16:creationId xmlns:a16="http://schemas.microsoft.com/office/drawing/2014/main" id="{36A37744-8BC8-A862-6970-076D353C8443}"/>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000000"/>
                </a:solidFill>
              </a:defRPr>
            </a:pPr>
            <a:r>
              <a:rPr>
                <a:solidFill>
                  <a:srgbClr val="000000"/>
                </a:solidFill>
              </a:rPr>
              <a:t>12th Sunday in Ordinary Time</a:t>
            </a:r>
          </a:p>
        </p:txBody>
      </p:sp>
    </p:spTree>
    <p:extLst>
      <p:ext uri="{BB962C8B-B14F-4D97-AF65-F5344CB8AC3E}">
        <p14:creationId xmlns:p14="http://schemas.microsoft.com/office/powerpoint/2010/main" val="4155473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solidFill>
                  <a:srgbClr val="000000"/>
                </a:solidFill>
              </a:defRPr>
            </a:pPr>
            <a:r>
              <a:rPr lang="en-US" sz="7000" b="1" dirty="0">
                <a:latin typeface="Arial" panose="020B0604020202020204" pitchFamily="34" charset="0"/>
                <a:ea typeface="Calibri"/>
                <a:cs typeface="Arial" panose="020B0604020202020204" pitchFamily="34" charset="0"/>
                <a:sym typeface="Calibri"/>
                <a:solidFill>
                  <a:srgbClr val="000000"/>
                </a:solidFill>
              </a:rPr>
              <a:t>Priest: </a:t>
            </a:r>
            <a:r>
              <a:rPr lang="en-US" sz="7000" b="1" i="1" u="none" strike="noStrike" cap="none" dirty="0">
                <a:latin typeface="Arial" panose="020B0604020202020204" pitchFamily="34" charset="0"/>
                <a:ea typeface="Calibri"/>
                <a:cs typeface="Arial" panose="020B0604020202020204" pitchFamily="34" charset="0"/>
                <a:sym typeface="Calibri"/>
                <a:solidFill>
                  <a:srgbClr val="000000"/>
                </a:solidFill>
              </a:rPr>
              <a:t>Brethren (brothers and sisters),</a:t>
            </a:r>
            <a:endParaRPr sz="7000" b="1" i="1" dirty="0">
              <a:latin typeface="Arial" panose="020B0604020202020204" pitchFamily="34" charset="0"/>
              <a:ea typeface="Calibri"/>
              <a:cs typeface="Arial" panose="020B0604020202020204" pitchFamily="34" charset="0"/>
              <a:sym typeface="Calibri"/>
              <a:solidFill>
                <a:srgbClr val="000000"/>
              </a:solidFill>
            </a:endParaRPr>
          </a:p>
          <a:p>
            <a:pPr marL="0" marR="0" lvl="0" indent="0" algn="ctr" rtl="0">
              <a:spcBef>
                <a:spcPts val="0"/>
              </a:spcBef>
              <a:spcAft>
                <a:spcPts val="0"/>
              </a:spcAft>
              <a:buNone/>
              <a:defRPr>
                <a:solidFill>
                  <a:srgbClr val="000000"/>
                </a:solidFill>
              </a:defRPr>
            </a:pPr>
            <a:r>
              <a:rPr lang="en-US" sz="7000" b="1" i="1" u="none" strike="noStrike" cap="none" dirty="0">
                <a:latin typeface="Arial" panose="020B0604020202020204" pitchFamily="34" charset="0"/>
                <a:ea typeface="Calibri"/>
                <a:cs typeface="Arial" panose="020B0604020202020204" pitchFamily="34" charset="0"/>
                <a:sym typeface="Calibri"/>
                <a:solidFill>
                  <a:srgbClr val="000000"/>
                </a:solidFill>
              </a:rPr>
              <a:t>let us acknowledge our sins...</a:t>
            </a:r>
            <a:endParaRPr sz="7000" b="1" i="1" dirty="0">
              <a:latin typeface="Arial" panose="020B0604020202020204" pitchFamily="34" charset="0"/>
              <a:ea typeface="Calibri"/>
              <a:cs typeface="Arial" panose="020B0604020202020204" pitchFamily="34" charset="0"/>
              <a:sym typeface="Calibri"/>
              <a:solidFill>
                <a:srgbClr val="000000"/>
              </a:solidFill>
            </a:endParaRPr>
          </a:p>
          <a:p>
            <a:pPr marL="0" marR="0" lvl="0" indent="0" algn="l" rtl="0">
              <a:spcBef>
                <a:spcPts val="500"/>
              </a:spcBef>
              <a:spcAft>
                <a:spcPts val="0"/>
              </a:spcAft>
              <a:buNone/>
              <a:defRPr>
                <a:solidFill>
                  <a:srgbClr val="000000"/>
                </a:solidFill>
              </a:defRPr>
            </a:pPr>
            <a:endParaRPr sz="7000" b="1" dirty="0">
              <a:latin typeface="Arial" panose="020B0604020202020204" pitchFamily="34" charset="0"/>
              <a:cs typeface="Arial" panose="020B0604020202020204" pitchFamily="34" charset="0"/>
              <a:solidFill>
                <a:srgbClr val="000000"/>
              </a:solidFill>
            </a:endParaRPr>
          </a:p>
        </p:txBody>
      </p:sp>
      <p:sp>
        <p:nvSpPr>
          <p:cNvPr id="12" name="TextBox 11"/>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Penitential Act (1/3)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solidFill>
                  <a:srgbClr val="000000"/>
                </a:solidFill>
              </a:defRPr>
            </a:pPr>
            <a:r>
              <a:rPr lang="en-US" sz="5400" b="1" dirty="0">
                <a:latin typeface="Arial" panose="020B0604020202020204" pitchFamily="34" charset="0"/>
                <a:ea typeface="Calibri"/>
                <a:cs typeface="Arial" panose="020B0604020202020204" pitchFamily="34" charset="0"/>
                <a:sym typeface="Calibri"/>
                <a:solidFill>
                  <a:srgbClr val="000000"/>
                </a:solidFill>
              </a:rPr>
              <a:t>All:</a:t>
            </a:r>
          </a:p>
          <a:p>
            <a:pPr lvl="0" algn="ctr">
              <a:defRPr>
                <a:solidFill>
                  <a:srgbClr val="000000"/>
                </a:solidFill>
              </a:defRPr>
            </a:pPr>
            <a:r>
              <a:rPr lang="en-US" sz="5400" b="1" i="1" dirty="0">
                <a:latin typeface="Arial" panose="020B0604020202020204" pitchFamily="34" charset="0"/>
                <a:ea typeface="Calibri"/>
                <a:cs typeface="Arial" panose="020B0604020202020204" pitchFamily="34" charset="0"/>
                <a:sym typeface="Calibri"/>
                <a:solidFill>
                  <a:srgbClr val="000000"/>
                </a:solidFill>
              </a:rPr>
              <a:t>I confess to almighty God</a:t>
            </a:r>
            <a:r>
              <a:rPr lang="en-US" sz="4800" b="1" i="1" dirty="0">
                <a:latin typeface="Arial" panose="020B0604020202020204" pitchFamily="34" charset="0"/>
                <a:cs typeface="Arial" panose="020B0604020202020204" pitchFamily="34" charset="0"/>
                <a:solidFill>
                  <a:srgbClr val="000000"/>
                </a:solidFill>
              </a:rPr>
              <a:t> </a:t>
            </a:r>
            <a:r>
              <a:rPr lang="en-US" sz="5400" b="1" dirty="0">
                <a:latin typeface="Arial" panose="020B0604020202020204" pitchFamily="34" charset="0"/>
                <a:ea typeface="Calibri"/>
                <a:cs typeface="Arial" panose="020B0604020202020204" pitchFamily="34" charset="0"/>
                <a:sym typeface="Calibri"/>
                <a:solidFill>
                  <a:srgbClr val="000000"/>
                </a:solidFill>
              </a:rPr>
              <a:t>and to you, my brothers and sisters,</a:t>
            </a:r>
            <a:r>
              <a:rPr lang="en-US" sz="4800" b="1" dirty="0">
                <a:latin typeface="Arial" panose="020B0604020202020204" pitchFamily="34" charset="0"/>
                <a:ea typeface="Calibri"/>
                <a:cs typeface="Arial" panose="020B0604020202020204" pitchFamily="34" charset="0"/>
                <a:sym typeface="Calibri"/>
                <a:solidFill>
                  <a:srgbClr val="000000"/>
                </a:solidFill>
              </a:rPr>
              <a:t> </a:t>
            </a:r>
            <a:r>
              <a:rPr lang="en-US" sz="5400" b="1" dirty="0">
                <a:latin typeface="Arial" panose="020B0604020202020204" pitchFamily="34" charset="0"/>
                <a:ea typeface="Calibri"/>
                <a:cs typeface="Arial" panose="020B0604020202020204" pitchFamily="34" charset="0"/>
                <a:sym typeface="Calibri"/>
                <a:solidFill>
                  <a:srgbClr val="000000"/>
                </a:solidFill>
              </a:rPr>
              <a:t>that I have greatly sinned,</a:t>
            </a:r>
            <a:r>
              <a:rPr lang="en-US" sz="4800" b="1" dirty="0">
                <a:latin typeface="Arial" panose="020B0604020202020204" pitchFamily="34" charset="0"/>
                <a:cs typeface="Arial" panose="020B0604020202020204" pitchFamily="34" charset="0"/>
                <a:solidFill>
                  <a:srgbClr val="000000"/>
                </a:solidFill>
              </a:rPr>
              <a:t> </a:t>
            </a:r>
            <a:r>
              <a:rPr lang="en-US" sz="5400" b="1" dirty="0">
                <a:latin typeface="Arial" panose="020B0604020202020204" pitchFamily="34" charset="0"/>
                <a:ea typeface="Calibri"/>
                <a:cs typeface="Arial" panose="020B0604020202020204" pitchFamily="34" charset="0"/>
                <a:sym typeface="Calibri"/>
                <a:solidFill>
                  <a:srgbClr val="000000"/>
                </a:solidFill>
              </a:rPr>
              <a:t>in my thoughts and in my words,</a:t>
            </a:r>
            <a:r>
              <a:rPr lang="en-US" sz="4800" b="1" dirty="0">
                <a:latin typeface="Arial" panose="020B0604020202020204" pitchFamily="34" charset="0"/>
                <a:cs typeface="Arial" panose="020B0604020202020204" pitchFamily="34" charset="0"/>
                <a:sym typeface="Calibri"/>
                <a:solidFill>
                  <a:srgbClr val="000000"/>
                </a:solidFill>
              </a:rPr>
              <a:t> </a:t>
            </a:r>
            <a:r>
              <a:rPr lang="en-US" sz="5400" b="1" dirty="0">
                <a:latin typeface="Arial" panose="020B0604020202020204" pitchFamily="34" charset="0"/>
                <a:ea typeface="Calibri"/>
                <a:cs typeface="Arial" panose="020B0604020202020204" pitchFamily="34" charset="0"/>
                <a:sym typeface="Calibri"/>
                <a:solidFill>
                  <a:srgbClr val="000000"/>
                </a:solidFill>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solidFill>
                  <a:srgbClr val="000000"/>
                </a:solidFill>
              </a:defRPr>
            </a:pPr>
            <a:r>
              <a:rPr lang="en-US" sz="5400" b="1" i="1" dirty="0">
                <a:latin typeface="Arial" panose="020B0604020202020204" pitchFamily="34" charset="0"/>
                <a:ea typeface="Calibri"/>
                <a:cs typeface="Arial" panose="020B0604020202020204" pitchFamily="34" charset="0"/>
                <a:sym typeface="Calibri"/>
                <a:solidFill>
                  <a:srgbClr val="000000"/>
                </a:solidFill>
              </a:rPr>
              <a:t>through my fault, through my fault,</a:t>
            </a:r>
            <a:r>
              <a:rPr lang="en-US" sz="4800" b="1" i="1" dirty="0">
                <a:latin typeface="Arial" panose="020B0604020202020204" pitchFamily="34" charset="0"/>
                <a:cs typeface="Arial" panose="020B0604020202020204" pitchFamily="34" charset="0"/>
                <a:solidFill>
                  <a:srgbClr val="000000"/>
                </a:solidFill>
              </a:rPr>
              <a:t> </a:t>
            </a:r>
            <a:r>
              <a:rPr lang="en-US" sz="5400" b="1" i="1" dirty="0">
                <a:latin typeface="Arial" panose="020B0604020202020204" pitchFamily="34" charset="0"/>
                <a:ea typeface="Calibri"/>
                <a:cs typeface="Arial" panose="020B0604020202020204" pitchFamily="34" charset="0"/>
                <a:sym typeface="Calibri"/>
                <a:solidFill>
                  <a:srgbClr val="000000"/>
                </a:solidFill>
              </a:rPr>
              <a:t>through my most grievous fault;</a:t>
            </a:r>
            <a:r>
              <a:rPr lang="en-US" sz="4800" b="1" i="1" dirty="0">
                <a:latin typeface="Arial" panose="020B0604020202020204" pitchFamily="34" charset="0"/>
                <a:cs typeface="Arial" panose="020B0604020202020204" pitchFamily="34" charset="0"/>
                <a:sym typeface="Calibri"/>
                <a:solidFill>
                  <a:srgbClr val="000000"/>
                </a:solidFill>
              </a:rPr>
              <a:t> </a:t>
            </a:r>
            <a:r>
              <a:rPr lang="en-US" sz="5400" b="1" dirty="0">
                <a:latin typeface="Arial" panose="020B0604020202020204" pitchFamily="34" charset="0"/>
                <a:ea typeface="Calibri"/>
                <a:cs typeface="Arial" panose="020B0604020202020204" pitchFamily="34" charset="0"/>
                <a:sym typeface="Calibri"/>
                <a:solidFill>
                  <a:srgbClr val="000000"/>
                </a:solidFill>
              </a:rPr>
              <a:t>therefore I ask blessed Mary ever-Virgin,</a:t>
            </a:r>
            <a:r>
              <a:rPr lang="en-US" sz="4800" b="1" dirty="0">
                <a:latin typeface="Arial" panose="020B0604020202020204" pitchFamily="34" charset="0"/>
                <a:ea typeface="Calibri"/>
                <a:cs typeface="Arial" panose="020B0604020202020204" pitchFamily="34" charset="0"/>
                <a:sym typeface="Calibri"/>
                <a:solidFill>
                  <a:srgbClr val="000000"/>
                </a:solidFill>
              </a:rPr>
              <a:t> </a:t>
            </a:r>
            <a:r>
              <a:rPr lang="en-US" sz="5400" b="1" dirty="0">
                <a:latin typeface="Arial" panose="020B0604020202020204" pitchFamily="34" charset="0"/>
                <a:ea typeface="Calibri"/>
                <a:cs typeface="Arial" panose="020B0604020202020204" pitchFamily="34" charset="0"/>
                <a:sym typeface="Calibri"/>
                <a:solidFill>
                  <a:srgbClr val="000000"/>
                </a:solidFill>
              </a:rPr>
              <a:t>all the Angels and Saints,</a:t>
            </a:r>
            <a:r>
              <a:rPr lang="en-US" sz="4800" b="1" dirty="0">
                <a:latin typeface="Arial" panose="020B0604020202020204" pitchFamily="34" charset="0"/>
                <a:cs typeface="Arial" panose="020B0604020202020204" pitchFamily="34" charset="0"/>
                <a:sym typeface="Calibri"/>
                <a:solidFill>
                  <a:srgbClr val="000000"/>
                </a:solidFill>
              </a:rPr>
              <a:t> </a:t>
            </a:r>
            <a:r>
              <a:rPr lang="en-US" sz="5400" b="1" dirty="0">
                <a:latin typeface="Arial" panose="020B0604020202020204" pitchFamily="34" charset="0"/>
                <a:ea typeface="Calibri"/>
                <a:cs typeface="Arial" panose="020B0604020202020204" pitchFamily="34" charset="0"/>
                <a:sym typeface="Calibri"/>
                <a:solidFill>
                  <a:srgbClr val="000000"/>
                </a:solidFill>
              </a:rPr>
              <a:t>and you, my brothers and sisters,</a:t>
            </a:r>
            <a:r>
              <a:rPr lang="en-US" sz="4800" b="1" dirty="0">
                <a:latin typeface="Arial" panose="020B0604020202020204" pitchFamily="34" charset="0"/>
                <a:cs typeface="Arial" panose="020B0604020202020204" pitchFamily="34" charset="0"/>
                <a:solidFill>
                  <a:srgbClr val="000000"/>
                </a:solidFill>
              </a:rPr>
              <a:t> </a:t>
            </a:r>
            <a:r>
              <a:rPr lang="en-US" sz="5400" b="1" dirty="0">
                <a:latin typeface="Arial" panose="020B0604020202020204" pitchFamily="34" charset="0"/>
                <a:ea typeface="Calibri"/>
                <a:cs typeface="Arial" panose="020B0604020202020204" pitchFamily="34" charset="0"/>
                <a:sym typeface="Calibri"/>
                <a:solidFill>
                  <a:srgbClr val="000000"/>
                </a:solidFill>
              </a:rPr>
              <a:t>to pray for me to the Lord our God.</a:t>
            </a:r>
            <a:endParaRPr lang="en-US" sz="4800" b="1" dirty="0">
              <a:latin typeface="Arial" panose="020B0604020202020204" pitchFamily="34" charset="0"/>
              <a:cs typeface="Arial" panose="020B0604020202020204" pitchFamily="34" charset="0"/>
              <a:solidFill>
                <a:srgbClr val="000000"/>
              </a:solidFill>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solidFill>
                  <a:srgbClr val="000000"/>
                </a:solidFill>
              </a:defRPr>
            </a:pPr>
            <a:r>
              <a:rPr lang="en-US" sz="5400" b="1" i="1" dirty="0">
                <a:latin typeface="Georgia" panose="02040502050405020303" pitchFamily="18" charset="0"/>
                <a:ea typeface="Calibri"/>
                <a:cs typeface="Arial" panose="020B0604020202020204" pitchFamily="34" charset="0"/>
                <a:sym typeface="Calibri"/>
                <a:solidFill>
                  <a:srgbClr val="000000"/>
                </a:solidFill>
              </a:rPr>
              <a:t>(strike chest)</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Penitential Act (2/3)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solidFill>
                  <a:srgbClr val="000000"/>
                </a:solidFill>
              </a:defRPr>
            </a:pPr>
            <a:r>
              <a:rPr lang="en-US" sz="6500" b="1" dirty="0">
                <a:latin typeface="Arial" panose="020B0604020202020204" pitchFamily="34" charset="0"/>
                <a:ea typeface="Calibri"/>
                <a:cs typeface="Arial" panose="020B0604020202020204" pitchFamily="34" charset="0"/>
                <a:sym typeface="Calibri"/>
                <a:solidFill>
                  <a:srgbClr val="000000"/>
                </a:solidFill>
              </a:rPr>
              <a:t>Priest: </a:t>
            </a:r>
            <a:r>
              <a:rPr lang="en-US" sz="6500" b="1" i="1" dirty="0">
                <a:latin typeface="Arial" panose="020B0604020202020204" pitchFamily="34" charset="0"/>
                <a:ea typeface="Calibri"/>
                <a:cs typeface="Arial" panose="020B0604020202020204" pitchFamily="34" charset="0"/>
                <a:sym typeface="Calibri"/>
                <a:solidFill>
                  <a:srgbClr val="000000"/>
                </a:solidFill>
              </a:rPr>
              <a:t>May almighty God have mercy on us,</a:t>
            </a:r>
            <a:endParaRPr sz="6500" b="1" i="1" dirty="0">
              <a:latin typeface="Arial" panose="020B0604020202020204" pitchFamily="34" charset="0"/>
              <a:ea typeface="Calibri"/>
              <a:cs typeface="Arial" panose="020B0604020202020204" pitchFamily="34" charset="0"/>
              <a:sym typeface="Calibri"/>
              <a:solidFill>
                <a:srgbClr val="000000"/>
              </a:solidFill>
            </a:endParaRPr>
          </a:p>
          <a:p>
            <a:pPr marL="0" lvl="0" indent="0" algn="ctr" rtl="0">
              <a:spcBef>
                <a:spcPts val="500"/>
              </a:spcBef>
              <a:spcAft>
                <a:spcPts val="0"/>
              </a:spcAft>
              <a:buClr>
                <a:schemeClr val="dk1"/>
              </a:buClr>
              <a:buFont typeface="Arial"/>
              <a:buNone/>
              <a:defRPr>
                <a:solidFill>
                  <a:srgbClr val="000000"/>
                </a:solidFill>
              </a:defRPr>
            </a:pPr>
            <a:r>
              <a:rPr lang="en-US" sz="6500" b="1" i="1" dirty="0">
                <a:latin typeface="Arial" panose="020B0604020202020204" pitchFamily="34" charset="0"/>
                <a:ea typeface="Calibri"/>
                <a:cs typeface="Arial" panose="020B0604020202020204" pitchFamily="34" charset="0"/>
                <a:sym typeface="Calibri"/>
                <a:solidFill>
                  <a:srgbClr val="000000"/>
                </a:solidFill>
              </a:rPr>
              <a:t>forgive us our sins and bring us to everlasting life</a:t>
            </a:r>
            <a:r>
              <a:rPr lang="en-US" sz="6500" b="1" i="1" dirty="0">
                <a:latin typeface="Arial" panose="020B0604020202020204" pitchFamily="34" charset="0"/>
                <a:ea typeface="Calibri"/>
                <a:cs typeface="Arial" panose="020B0604020202020204" pitchFamily="34" charset="0"/>
                <a:sym typeface="Calibri"/>
                <a:solidFill>
                  <a:srgbClr val="000000"/>
                </a:solidFill>
              </a:rPr>
              <a:t>.</a:t>
            </a:r>
            <a:endParaRPr sz="6500" b="1" i="1" dirty="0">
              <a:latin typeface="Arial" panose="020B0604020202020204" pitchFamily="34" charset="0"/>
              <a:ea typeface="Calibri"/>
              <a:cs typeface="Arial" panose="020B0604020202020204" pitchFamily="34" charset="0"/>
              <a:sym typeface="Calibri"/>
              <a:solidFill>
                <a:srgbClr val="000000"/>
              </a:solidFill>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solidFill>
                  <a:srgbClr val="000000"/>
                </a:solidFill>
              </a:defRPr>
            </a:pPr>
            <a:r>
              <a:rPr lang="en-US" sz="10000" b="1" dirty="0">
                <a:latin typeface="Arial" panose="020B0604020202020204" pitchFamily="34" charset="0"/>
                <a:ea typeface="Calibri"/>
                <a:cs typeface="Arial" panose="020B0604020202020204" pitchFamily="34" charset="0"/>
                <a:sym typeface="Calibri"/>
                <a:solidFill>
                  <a:srgbClr val="000000"/>
                </a:solidFill>
              </a:rPr>
              <a:t>All: AMEN!</a:t>
            </a:r>
            <a:endParaRPr sz="10000" b="1" dirty="0">
              <a:latin typeface="Arial" panose="020B0604020202020204" pitchFamily="34" charset="0"/>
              <a:ea typeface="Calibri"/>
              <a:cs typeface="Arial" panose="020B0604020202020204" pitchFamily="34" charset="0"/>
              <a:sym typeface="Calibri"/>
              <a:solidFill>
                <a:srgbClr val="000000"/>
              </a:solidFill>
            </a:endParaRPr>
          </a:p>
        </p:txBody>
      </p:sp>
      <p:sp>
        <p:nvSpPr>
          <p:cNvPr id="165" name="TextBox 16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Penitential Act (3/3)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solidFill>
                  <a:srgbClr val="000000"/>
                </a:solidFill>
              </a:defRPr>
            </a:pPr>
            <a:r>
              <a:rPr lang="en-US" sz="5600" b="1" spc="148" dirty="0">
                <a:latin typeface="Arial" panose="020B0604020202020204" pitchFamily="34" charset="0"/>
                <a:ea typeface="Poppins Bold"/>
                <a:cs typeface="Arial" panose="020B0604020202020204" pitchFamily="34" charset="0"/>
                <a:sym typeface="Poppins Bold"/>
                <a:solidFill>
                  <a:srgbClr val="000000"/>
                </a:solidFill>
              </a:rPr>
              <a:t>LORD, HAVE MERCY.</a:t>
            </a:r>
          </a:p>
          <a:p>
            <a:pPr algn="l">
              <a:lnSpc>
                <a:spcPts val="5935"/>
              </a:lnSpc>
              <a:defRPr>
                <a:solidFill>
                  <a:srgbClr val="000000"/>
                </a:solidFill>
              </a:defRPr>
            </a:pPr>
            <a:r>
              <a:rPr lang="en-US" sz="5600" b="1" spc="148" dirty="0">
                <a:latin typeface="Arial" panose="020B0604020202020204" pitchFamily="34" charset="0"/>
                <a:ea typeface="Poppins Bold"/>
                <a:cs typeface="Arial" panose="020B0604020202020204" pitchFamily="34" charset="0"/>
                <a:sym typeface="Poppins Bold"/>
                <a:solidFill>
                  <a:srgbClr val="000000"/>
                </a:solidFill>
              </a:rPr>
              <a:t>LORD, HAVE MERCY.</a:t>
            </a:r>
          </a:p>
          <a:p>
            <a:pPr marL="0" lvl="0" indent="0" algn="l">
              <a:lnSpc>
                <a:spcPts val="5935"/>
              </a:lnSpc>
              <a:defRPr>
                <a:solidFill>
                  <a:srgbClr val="000000"/>
                </a:solidFill>
              </a:defRPr>
            </a:pPr>
            <a:r>
              <a:rPr lang="en-US" sz="5600" b="1" spc="148" dirty="0">
                <a:latin typeface="Arial" panose="020B0604020202020204" pitchFamily="34" charset="0"/>
                <a:ea typeface="Poppins Bold"/>
                <a:cs typeface="Arial" panose="020B0604020202020204" pitchFamily="34" charset="0"/>
                <a:sym typeface="Poppins Bold"/>
                <a:solidFill>
                  <a:srgbClr val="000000"/>
                </a:solidFill>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solidFill>
                  <a:srgbClr val="000000"/>
                </a:solidFill>
              </a:defRPr>
            </a:pPr>
            <a:r>
              <a:rPr lang="en-US" sz="5600" b="1" spc="148" dirty="0">
                <a:latin typeface="Arial" panose="020B0604020202020204" pitchFamily="34" charset="0"/>
                <a:ea typeface="Poppins Bold"/>
                <a:cs typeface="Arial" panose="020B0604020202020204" pitchFamily="34" charset="0"/>
                <a:sym typeface="Poppins Bold"/>
                <a:solidFill>
                  <a:srgbClr val="000000"/>
                </a:solidFill>
              </a:rPr>
              <a:t>CHRIST, HAVE MERCY.</a:t>
            </a:r>
          </a:p>
          <a:p>
            <a:pPr algn="l">
              <a:lnSpc>
                <a:spcPts val="5935"/>
              </a:lnSpc>
              <a:defRPr>
                <a:solidFill>
                  <a:srgbClr val="000000"/>
                </a:solidFill>
              </a:defRPr>
            </a:pPr>
            <a:r>
              <a:rPr lang="en-US" sz="5600" b="1" spc="148" dirty="0">
                <a:latin typeface="Arial" panose="020B0604020202020204" pitchFamily="34" charset="0"/>
                <a:ea typeface="Poppins Bold"/>
                <a:cs typeface="Arial" panose="020B0604020202020204" pitchFamily="34" charset="0"/>
                <a:sym typeface="Poppins Bold"/>
                <a:solidFill>
                  <a:srgbClr val="000000"/>
                </a:solidFill>
              </a:rPr>
              <a:t>CHRIST, HAVE MERCY.</a:t>
            </a:r>
          </a:p>
          <a:p>
            <a:pPr marL="0" lvl="0" indent="0" algn="l">
              <a:lnSpc>
                <a:spcPts val="5935"/>
              </a:lnSpc>
              <a:defRPr>
                <a:solidFill>
                  <a:srgbClr val="000000"/>
                </a:solidFill>
              </a:defRPr>
            </a:pPr>
            <a:r>
              <a:rPr lang="en-US" sz="5600" b="1" spc="148" dirty="0">
                <a:latin typeface="Arial" panose="020B0604020202020204" pitchFamily="34" charset="0"/>
                <a:ea typeface="Poppins Bold"/>
                <a:cs typeface="Arial" panose="020B0604020202020204" pitchFamily="34" charset="0"/>
                <a:sym typeface="Poppins Bold"/>
                <a:solidFill>
                  <a:srgbClr val="000000"/>
                </a:solidFill>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solidFill>
                  <a:srgbClr val="000000"/>
                </a:solidFill>
              </a:defRPr>
            </a:pPr>
            <a:r>
              <a:rPr lang="en-US" sz="5600" b="1" spc="148" dirty="0">
                <a:latin typeface="Arial" panose="020B0604020202020204" pitchFamily="34" charset="0"/>
                <a:ea typeface="Poppins Bold"/>
                <a:cs typeface="Arial" panose="020B0604020202020204" pitchFamily="34" charset="0"/>
                <a:sym typeface="Poppins Bold"/>
                <a:solidFill>
                  <a:srgbClr val="000000"/>
                </a:solidFill>
              </a:rPr>
              <a:t>LORD, HAVE MERCY.</a:t>
            </a:r>
          </a:p>
          <a:p>
            <a:pPr algn="l">
              <a:lnSpc>
                <a:spcPts val="5935"/>
              </a:lnSpc>
              <a:defRPr>
                <a:solidFill>
                  <a:srgbClr val="000000"/>
                </a:solidFill>
              </a:defRPr>
            </a:pPr>
            <a:r>
              <a:rPr lang="en-US" sz="5600" b="1" spc="148" dirty="0">
                <a:latin typeface="Arial" panose="020B0604020202020204" pitchFamily="34" charset="0"/>
                <a:ea typeface="Poppins Bold"/>
                <a:cs typeface="Arial" panose="020B0604020202020204" pitchFamily="34" charset="0"/>
                <a:sym typeface="Poppins Bold"/>
                <a:solidFill>
                  <a:srgbClr val="000000"/>
                </a:solidFill>
              </a:rPr>
              <a:t>LORD, HAVE MERCY.</a:t>
            </a:r>
          </a:p>
          <a:p>
            <a:pPr marL="0" lvl="0" indent="0" algn="l">
              <a:lnSpc>
                <a:spcPts val="5935"/>
              </a:lnSpc>
              <a:defRPr>
                <a:solidFill>
                  <a:srgbClr val="000000"/>
                </a:solidFill>
              </a:defRPr>
            </a:pPr>
            <a:r>
              <a:rPr lang="en-US" sz="5600" b="1" spc="148" dirty="0">
                <a:latin typeface="Arial" panose="020B0604020202020204" pitchFamily="34" charset="0"/>
                <a:ea typeface="Poppins Bold"/>
                <a:cs typeface="Arial" panose="020B0604020202020204" pitchFamily="34" charset="0"/>
                <a:sym typeface="Poppins Bold"/>
                <a:solidFill>
                  <a:srgbClr val="000000"/>
                </a:solidFill>
              </a:rPr>
              <a:t>           LORD, HAVE MERCY.</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000000"/>
                </a:solidFill>
              </a:defRPr>
            </a:pPr>
            <a:r>
              <a:rPr lang="en-US" sz="3600" b="1" u="sng" dirty="0">
                <a:latin typeface="Georgia"/>
                <a:solidFill>
                  <a:srgbClr val="000000"/>
                </a:solidFill>
              </a:rPr>
              <a:t>Kyrie Eleison</a:t>
            </a:r>
            <a:endParaRPr sz="3600" b="1" u="sng" dirty="0">
              <a:latin typeface="Georgia"/>
              <a:solidFill>
                <a:srgbClr val="000000"/>
              </a:solidFill>
            </a:endParaRPr>
          </a:p>
        </p:txBody>
      </p:sp>
      <p:sp>
        <p:nvSpPr>
          <p:cNvPr id="9" name="TextBox 8"/>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Kyrie Eleison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solidFill>
                  <a:srgbClr val="000000"/>
                </a:solidFill>
              </a:defRPr>
            </a:pPr>
            <a:r>
              <a:rPr lang="en-US" sz="5802" b="1" dirty="0">
                <a:latin typeface="Arial" panose="020B0604020202020204" pitchFamily="34" charset="0"/>
                <a:ea typeface="Poppins Bold"/>
                <a:cs typeface="Arial" panose="020B0604020202020204" pitchFamily="34" charset="0"/>
                <a:sym typeface="Poppins Bold"/>
                <a:solidFill>
                  <a:srgbClr val="000000"/>
                </a:solidFill>
              </a:rPr>
              <a:t>GLORY TO GOD! GLORY TO GOD!</a:t>
            </a:r>
          </a:p>
          <a:p>
            <a:pPr algn="ctr">
              <a:lnSpc>
                <a:spcPts val="8123"/>
              </a:lnSpc>
              <a:defRPr>
                <a:solidFill>
                  <a:srgbClr val="000000"/>
                </a:solidFill>
              </a:defRPr>
            </a:pPr>
            <a:r>
              <a:rPr lang="en-US" sz="5802" b="1" dirty="0">
                <a:latin typeface="Arial" panose="020B0604020202020204" pitchFamily="34" charset="0"/>
                <a:ea typeface="Poppins Bold"/>
                <a:cs typeface="Arial" panose="020B0604020202020204" pitchFamily="34" charset="0"/>
                <a:sym typeface="Poppins Bold"/>
                <a:solidFill>
                  <a:srgbClr val="000000"/>
                </a:solidFill>
              </a:rPr>
              <a:t>GLORY TO GOD IN THE HIGHEST, </a:t>
            </a:r>
          </a:p>
          <a:p>
            <a:pPr algn="ctr">
              <a:lnSpc>
                <a:spcPts val="8123"/>
              </a:lnSpc>
              <a:defRPr>
                <a:solidFill>
                  <a:srgbClr val="000000"/>
                </a:solidFill>
              </a:defRPr>
            </a:pPr>
            <a:r>
              <a:rPr lang="en-US" sz="5802" b="1" dirty="0">
                <a:latin typeface="Arial" panose="020B0604020202020204" pitchFamily="34" charset="0"/>
                <a:ea typeface="Poppins Bold"/>
                <a:cs typeface="Arial" panose="020B0604020202020204" pitchFamily="34" charset="0"/>
                <a:sym typeface="Poppins Bold"/>
                <a:solidFill>
                  <a:srgbClr val="000000"/>
                </a:solidFill>
              </a:rPr>
              <a:t>AND ON EARTH , PEACE ON EARTH,</a:t>
            </a:r>
          </a:p>
          <a:p>
            <a:pPr marL="0" lvl="0" indent="0" algn="ctr">
              <a:lnSpc>
                <a:spcPts val="8123"/>
              </a:lnSpc>
              <a:spcBef>
                <a:spcPct val="0"/>
              </a:spcBef>
              <a:defRPr>
                <a:solidFill>
                  <a:srgbClr val="000000"/>
                </a:solidFill>
              </a:defRPr>
            </a:pPr>
            <a:r>
              <a:rPr lang="en-US" sz="5802" b="1" dirty="0">
                <a:latin typeface="Arial" panose="020B0604020202020204" pitchFamily="34" charset="0"/>
                <a:ea typeface="Poppins Bold"/>
                <a:cs typeface="Arial" panose="020B0604020202020204" pitchFamily="34" charset="0"/>
                <a:sym typeface="Poppins Bold"/>
                <a:solidFill>
                  <a:srgbClr val="000000"/>
                </a:solidFill>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solidFill>
                  <a:srgbClr val="000000"/>
                </a:solidFill>
              </a:defRPr>
            </a:pPr>
            <a:r>
              <a:rPr lang="en-US" sz="5699" b="1" dirty="0">
                <a:latin typeface="Arial" panose="020B0604020202020204" pitchFamily="34" charset="0"/>
                <a:ea typeface="Poppins Bold"/>
                <a:cs typeface="Arial" panose="020B0604020202020204" pitchFamily="34" charset="0"/>
                <a:sym typeface="Poppins Bold"/>
                <a:solidFill>
                  <a:srgbClr val="000000"/>
                </a:solidFill>
              </a:rPr>
              <a:t>WE PRAISE YOU, WE BLESS YOU,</a:t>
            </a:r>
          </a:p>
          <a:p>
            <a:pPr algn="ctr">
              <a:lnSpc>
                <a:spcPts val="7979"/>
              </a:lnSpc>
              <a:defRPr>
                <a:solidFill>
                  <a:srgbClr val="000000"/>
                </a:solidFill>
              </a:defRPr>
            </a:pPr>
            <a:r>
              <a:rPr lang="en-US" sz="5699" b="1" dirty="0">
                <a:latin typeface="Arial" panose="020B0604020202020204" pitchFamily="34" charset="0"/>
                <a:ea typeface="Poppins Bold"/>
                <a:cs typeface="Arial" panose="020B0604020202020204" pitchFamily="34" charset="0"/>
                <a:sym typeface="Poppins Bold"/>
                <a:solidFill>
                  <a:srgbClr val="000000"/>
                </a:solidFill>
              </a:rPr>
              <a:t>WE ADORE YOU, WE GLORIFY YOU,</a:t>
            </a:r>
          </a:p>
          <a:p>
            <a:pPr algn="ctr">
              <a:lnSpc>
                <a:spcPts val="7979"/>
              </a:lnSpc>
              <a:defRPr>
                <a:solidFill>
                  <a:srgbClr val="000000"/>
                </a:solidFill>
              </a:defRPr>
            </a:pPr>
            <a:r>
              <a:rPr lang="en-US" sz="5699" b="1" dirty="0">
                <a:latin typeface="Arial" panose="020B0604020202020204" pitchFamily="34" charset="0"/>
                <a:ea typeface="Poppins Bold"/>
                <a:cs typeface="Arial" panose="020B0604020202020204" pitchFamily="34" charset="0"/>
                <a:sym typeface="Poppins Bold"/>
                <a:solidFill>
                  <a:srgbClr val="000000"/>
                </a:solidFill>
              </a:rPr>
              <a:t>WE GIVE YOU THANKS FOR YOUR GREAT GLORY, LORD GOD, HEAVENLY KING,</a:t>
            </a:r>
          </a:p>
          <a:p>
            <a:pPr marL="0" lvl="0" indent="0" algn="ctr">
              <a:lnSpc>
                <a:spcPts val="7979"/>
              </a:lnSpc>
              <a:spcBef>
                <a:spcPct val="0"/>
              </a:spcBef>
              <a:defRPr>
                <a:solidFill>
                  <a:srgbClr val="000000"/>
                </a:solidFill>
              </a:defRPr>
            </a:pPr>
            <a:r>
              <a:rPr lang="en-US" sz="5699" b="1" dirty="0">
                <a:latin typeface="Arial" panose="020B0604020202020204" pitchFamily="34" charset="0"/>
                <a:ea typeface="Poppins Bold"/>
                <a:cs typeface="Arial" panose="020B0604020202020204" pitchFamily="34" charset="0"/>
                <a:sym typeface="Poppins Bold"/>
                <a:solidFill>
                  <a:srgbClr val="000000"/>
                </a:solidFill>
              </a:rPr>
              <a:t>O GOD, ALMIGHTY FATHER. </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000000"/>
                </a:solidFill>
              </a:defRPr>
            </a:pPr>
            <a:r>
              <a:rPr lang="en-US" sz="3600" b="1" u="sng" dirty="0">
                <a:latin typeface="Georgia"/>
                <a:solidFill>
                  <a:srgbClr val="000000"/>
                </a:solidFill>
              </a:rPr>
              <a:t>Gloria</a:t>
            </a:r>
            <a:endParaRPr sz="3600" b="1" u="sng" dirty="0">
              <a:latin typeface="Georgia"/>
              <a:solidFill>
                <a:srgbClr val="000000"/>
              </a:solidFill>
            </a:endParaRP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Gloria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solidFill>
                  <a:srgbClr val="000000"/>
                </a:solidFill>
              </a:defRPr>
            </a:pPr>
            <a:r>
              <a:rPr lang="en-US" sz="5999" b="1" dirty="0">
                <a:latin typeface="Arial" panose="020B0604020202020204" pitchFamily="34" charset="0"/>
                <a:ea typeface="Poppins Bold"/>
                <a:cs typeface="Arial" panose="020B0604020202020204" pitchFamily="34" charset="0"/>
                <a:sym typeface="Poppins Bold"/>
                <a:solidFill>
                  <a:srgbClr val="000000"/>
                </a:solidFill>
              </a:rPr>
              <a:t>LORD JESUS CHRIST, ONLY BEGOTTEN SON, </a:t>
            </a:r>
          </a:p>
          <a:p>
            <a:pPr marL="0" lvl="0" indent="0" algn="ctr">
              <a:lnSpc>
                <a:spcPts val="7259"/>
              </a:lnSpc>
              <a:defRPr>
                <a:solidFill>
                  <a:srgbClr val="000000"/>
                </a:solidFill>
              </a:defRPr>
            </a:pPr>
            <a:r>
              <a:rPr lang="en-US" sz="5999" b="1" dirty="0">
                <a:latin typeface="Arial" panose="020B0604020202020204" pitchFamily="34" charset="0"/>
                <a:ea typeface="Poppins Bold"/>
                <a:cs typeface="Arial" panose="020B0604020202020204" pitchFamily="34" charset="0"/>
                <a:sym typeface="Poppins Bold"/>
                <a:solidFill>
                  <a:srgbClr val="000000"/>
                </a:solidFill>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solidFill>
                  <a:srgbClr val="000000"/>
                </a:solidFill>
              </a:defRPr>
            </a:pPr>
            <a:r>
              <a:rPr lang="en-US" sz="6099" b="1" dirty="0">
                <a:latin typeface="Arial" panose="020B0604020202020204" pitchFamily="34" charset="0"/>
                <a:ea typeface="Poppins Bold"/>
                <a:cs typeface="Arial" panose="020B0604020202020204" pitchFamily="34" charset="0"/>
                <a:sym typeface="Poppins Bold"/>
                <a:solidFill>
                  <a:srgbClr val="000000"/>
                </a:solidFill>
              </a:rPr>
              <a:t>YOU TAKE AWAY THE SINS OF THE WORLD,</a:t>
            </a:r>
          </a:p>
          <a:p>
            <a:pPr algn="ctr">
              <a:lnSpc>
                <a:spcPts val="7380"/>
              </a:lnSpc>
              <a:defRPr>
                <a:solidFill>
                  <a:srgbClr val="000000"/>
                </a:solidFill>
              </a:defRPr>
            </a:pPr>
            <a:r>
              <a:rPr lang="en-US" sz="6099" b="1" dirty="0">
                <a:latin typeface="Arial" panose="020B0604020202020204" pitchFamily="34" charset="0"/>
                <a:ea typeface="Poppins Bold"/>
                <a:cs typeface="Arial" panose="020B0604020202020204" pitchFamily="34" charset="0"/>
                <a:sym typeface="Poppins Bold"/>
                <a:solidFill>
                  <a:srgbClr val="000000"/>
                </a:solidFill>
              </a:rPr>
              <a:t>HAVE MERCY ON US</a:t>
            </a:r>
            <a:r>
              <a:rPr lang="en-US" sz="6099" b="1" dirty="0">
                <a:latin typeface="Arial" panose="020B0604020202020204" pitchFamily="34" charset="0"/>
                <a:ea typeface="Poppins Bold"/>
                <a:cs typeface="Arial" panose="020B0604020202020204" pitchFamily="34" charset="0"/>
                <a:sym typeface="Poppins Bold"/>
                <a:solidFill>
                  <a:srgbClr val="000000"/>
                </a:solidFill>
              </a:rPr>
              <a:t>;</a:t>
            </a:r>
          </a:p>
          <a:p>
            <a:pPr algn="ctr">
              <a:lnSpc>
                <a:spcPts val="7380"/>
              </a:lnSpc>
              <a:defRPr>
                <a:solidFill>
                  <a:srgbClr val="000000"/>
                </a:solidFill>
              </a:defRPr>
            </a:pPr>
            <a:r>
              <a:rPr lang="en-US" sz="6099" b="1" dirty="0">
                <a:latin typeface="Arial" panose="020B0604020202020204" pitchFamily="34" charset="0"/>
                <a:ea typeface="Poppins Bold"/>
                <a:cs typeface="Arial" panose="020B0604020202020204" pitchFamily="34" charset="0"/>
                <a:sym typeface="Poppins Bold"/>
                <a:solidFill>
                  <a:srgbClr val="000000"/>
                </a:solidFill>
              </a:rPr>
              <a:t>YOU TAKE AWAY THE SINS OF THE WORLD,</a:t>
            </a:r>
          </a:p>
          <a:p>
            <a:pPr algn="ctr">
              <a:lnSpc>
                <a:spcPts val="7380"/>
              </a:lnSpc>
              <a:defRPr>
                <a:solidFill>
                  <a:srgbClr val="000000"/>
                </a:solidFill>
              </a:defRPr>
            </a:pPr>
            <a:r>
              <a:rPr lang="en-US" sz="6099" b="1" dirty="0">
                <a:latin typeface="Arial" panose="020B0604020202020204" pitchFamily="34" charset="0"/>
                <a:ea typeface="Poppins Bold"/>
                <a:cs typeface="Arial" panose="020B0604020202020204" pitchFamily="34" charset="0"/>
                <a:sym typeface="Poppins Bold"/>
                <a:solidFill>
                  <a:srgbClr val="000000"/>
                </a:solidFill>
              </a:rPr>
              <a:t>RECEIVE OUR PRAYER</a:t>
            </a:r>
            <a:r>
              <a:rPr lang="en-US" sz="6099" b="1" dirty="0">
                <a:latin typeface="Arial" panose="020B0604020202020204" pitchFamily="34" charset="0"/>
                <a:ea typeface="Poppins Bold"/>
                <a:cs typeface="Arial" panose="020B0604020202020204" pitchFamily="34" charset="0"/>
                <a:sym typeface="Poppins Bold"/>
                <a:solidFill>
                  <a:srgbClr val="000000"/>
                </a:solidFill>
              </a:rPr>
              <a:t>;</a:t>
            </a:r>
          </a:p>
          <a:p>
            <a:pPr algn="ctr">
              <a:lnSpc>
                <a:spcPts val="7380"/>
              </a:lnSpc>
              <a:defRPr>
                <a:solidFill>
                  <a:srgbClr val="000000"/>
                </a:solidFill>
              </a:defRPr>
            </a:pPr>
            <a:r>
              <a:rPr lang="en-US" sz="6099" b="1" dirty="0">
                <a:latin typeface="Arial" panose="020B0604020202020204" pitchFamily="34" charset="0"/>
                <a:ea typeface="Poppins Bold"/>
                <a:cs typeface="Arial" panose="020B0604020202020204" pitchFamily="34" charset="0"/>
                <a:sym typeface="Poppins Bold"/>
                <a:solidFill>
                  <a:srgbClr val="000000"/>
                </a:solidFill>
              </a:rPr>
              <a:t>YOU ARE SEATED AT THE RIGHT HAND,</a:t>
            </a:r>
          </a:p>
          <a:p>
            <a:pPr algn="ctr">
              <a:lnSpc>
                <a:spcPts val="7380"/>
              </a:lnSpc>
              <a:defRPr>
                <a:solidFill>
                  <a:srgbClr val="000000"/>
                </a:solidFill>
              </a:defRPr>
            </a:pPr>
            <a:r>
              <a:rPr lang="en-US" sz="6099" b="1" dirty="0">
                <a:latin typeface="Arial" panose="020B0604020202020204" pitchFamily="34" charset="0"/>
                <a:ea typeface="Poppins Bold"/>
                <a:cs typeface="Arial" panose="020B0604020202020204" pitchFamily="34" charset="0"/>
                <a:sym typeface="Poppins Bold"/>
                <a:solidFill>
                  <a:srgbClr val="000000"/>
                </a:solidFill>
              </a:rPr>
              <a:t>THE RIGHT OF THE FATHER,</a:t>
            </a:r>
          </a:p>
          <a:p>
            <a:pPr marL="0" lvl="0" indent="0" algn="ctr">
              <a:lnSpc>
                <a:spcPts val="7380"/>
              </a:lnSpc>
              <a:defRPr>
                <a:solidFill>
                  <a:srgbClr val="000000"/>
                </a:solidFill>
              </a:defRPr>
            </a:pPr>
            <a:r>
              <a:rPr lang="en-US" sz="6099" b="1" dirty="0">
                <a:latin typeface="Arial" panose="020B0604020202020204" pitchFamily="34" charset="0"/>
                <a:ea typeface="Poppins Bold"/>
                <a:cs typeface="Arial" panose="020B0604020202020204" pitchFamily="34" charset="0"/>
                <a:sym typeface="Poppins Bold"/>
                <a:solidFill>
                  <a:srgbClr val="000000"/>
                </a:solidFill>
              </a:rPr>
              <a:t>HAVE MERCY ON US</a:t>
            </a:r>
            <a:r>
              <a:rPr lang="en-US" sz="6099" b="1" dirty="0">
                <a:latin typeface="Arial" panose="020B0604020202020204" pitchFamily="34" charset="0"/>
                <a:ea typeface="Poppins Bold"/>
                <a:cs typeface="Arial" panose="020B0604020202020204" pitchFamily="34" charset="0"/>
                <a:sym typeface="Poppins Bold"/>
                <a:solidFill>
                  <a:srgbClr val="000000"/>
                </a:solidFill>
              </a:rPr>
              <a:t>. </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Gloria (2/4)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solidFill>
                  <a:srgbClr val="000000"/>
                </a:solidFill>
              </a:defRPr>
            </a:pPr>
            <a:r>
              <a:rPr lang="en-US" sz="5999" b="1" dirty="0">
                <a:latin typeface="Arial" panose="020B0604020202020204" pitchFamily="34" charset="0"/>
                <a:ea typeface="Poppins Bold"/>
                <a:cs typeface="Arial" panose="020B0604020202020204" pitchFamily="34" charset="0"/>
                <a:sym typeface="Poppins Bold"/>
                <a:solidFill>
                  <a:srgbClr val="000000"/>
                </a:solidFill>
              </a:rPr>
              <a:t>FOR YOU ALONE ARE THE HOLY ONE, </a:t>
            </a:r>
          </a:p>
          <a:p>
            <a:pPr algn="ctr">
              <a:lnSpc>
                <a:spcPts val="7259"/>
              </a:lnSpc>
              <a:defRPr>
                <a:solidFill>
                  <a:srgbClr val="000000"/>
                </a:solidFill>
              </a:defRPr>
            </a:pPr>
            <a:r>
              <a:rPr lang="en-US" sz="5999" b="1" dirty="0">
                <a:latin typeface="Arial" panose="020B0604020202020204" pitchFamily="34" charset="0"/>
                <a:ea typeface="Poppins Bold"/>
                <a:cs typeface="Arial" panose="020B0604020202020204" pitchFamily="34" charset="0"/>
                <a:sym typeface="Poppins Bold"/>
                <a:solidFill>
                  <a:srgbClr val="000000"/>
                </a:solidFill>
              </a:rPr>
              <a:t>YOU ALONE ARE THE LORD,</a:t>
            </a:r>
          </a:p>
          <a:p>
            <a:pPr algn="ctr">
              <a:lnSpc>
                <a:spcPts val="7259"/>
              </a:lnSpc>
              <a:defRPr>
                <a:solidFill>
                  <a:srgbClr val="000000"/>
                </a:solidFill>
              </a:defRPr>
            </a:pPr>
            <a:r>
              <a:rPr lang="en-US" sz="5999" b="1" dirty="0">
                <a:latin typeface="Arial" panose="020B0604020202020204" pitchFamily="34" charset="0"/>
                <a:ea typeface="Poppins Bold"/>
                <a:cs typeface="Arial" panose="020B0604020202020204" pitchFamily="34" charset="0"/>
                <a:sym typeface="Poppins Bold"/>
                <a:solidFill>
                  <a:srgbClr val="000000"/>
                </a:solidFill>
              </a:rPr>
              <a:t>YOU ALONE ARE THE MOST HIGH,</a:t>
            </a:r>
          </a:p>
          <a:p>
            <a:pPr algn="ctr">
              <a:lnSpc>
                <a:spcPts val="7259"/>
              </a:lnSpc>
              <a:defRPr>
                <a:solidFill>
                  <a:srgbClr val="000000"/>
                </a:solidFill>
              </a:defRPr>
            </a:pPr>
            <a:r>
              <a:rPr lang="en-US" sz="5999" b="1" dirty="0">
                <a:latin typeface="Arial" panose="020B0604020202020204" pitchFamily="34" charset="0"/>
                <a:ea typeface="Poppins Bold"/>
                <a:cs typeface="Arial" panose="020B0604020202020204" pitchFamily="34" charset="0"/>
                <a:sym typeface="Poppins Bold"/>
                <a:solidFill>
                  <a:srgbClr val="000000"/>
                </a:solidFill>
              </a:rPr>
              <a:t>JESUS CHRIST, WITH THE HOLY SPIRIT,</a:t>
            </a:r>
          </a:p>
          <a:p>
            <a:pPr marL="0" lvl="0" indent="0" algn="ctr">
              <a:lnSpc>
                <a:spcPts val="7259"/>
              </a:lnSpc>
              <a:defRPr>
                <a:solidFill>
                  <a:srgbClr val="000000"/>
                </a:solidFill>
              </a:defRPr>
            </a:pPr>
            <a:r>
              <a:rPr lang="en-US" sz="5999" b="1" dirty="0">
                <a:latin typeface="Arial" panose="020B0604020202020204" pitchFamily="34" charset="0"/>
                <a:ea typeface="Poppins Bold"/>
                <a:cs typeface="Arial" panose="020B0604020202020204" pitchFamily="34" charset="0"/>
                <a:sym typeface="Poppins Bold"/>
                <a:solidFill>
                  <a:srgbClr val="000000"/>
                </a:solidFill>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solidFill>
                  <a:srgbClr val="000000"/>
                </a:solidFill>
              </a:defRPr>
            </a:pPr>
            <a:r>
              <a:rPr lang="en-US" sz="6002" b="1" dirty="0">
                <a:latin typeface="Arial" panose="020B0604020202020204" pitchFamily="34" charset="0"/>
                <a:ea typeface="Poppins Bold"/>
                <a:cs typeface="Arial" panose="020B0604020202020204" pitchFamily="34" charset="0"/>
                <a:sym typeface="Poppins Bold"/>
                <a:solidFill>
                  <a:srgbClr val="000000"/>
                </a:solidFill>
              </a:rPr>
              <a:t>GLORY TO GOD! GLORY TO GOD!</a:t>
            </a:r>
          </a:p>
          <a:p>
            <a:pPr algn="ctr">
              <a:lnSpc>
                <a:spcPts val="8403"/>
              </a:lnSpc>
              <a:defRPr>
                <a:solidFill>
                  <a:srgbClr val="000000"/>
                </a:solidFill>
              </a:defRPr>
            </a:pPr>
            <a:r>
              <a:rPr lang="en-US" sz="6002" b="1" dirty="0">
                <a:latin typeface="Arial" panose="020B0604020202020204" pitchFamily="34" charset="0"/>
                <a:ea typeface="Poppins Bold"/>
                <a:cs typeface="Arial" panose="020B0604020202020204" pitchFamily="34" charset="0"/>
                <a:sym typeface="Poppins Bold"/>
                <a:solidFill>
                  <a:srgbClr val="000000"/>
                </a:solidFill>
              </a:rPr>
              <a:t>GLORY TO GOD IN THE HIGHEST, </a:t>
            </a:r>
          </a:p>
          <a:p>
            <a:pPr algn="ctr">
              <a:lnSpc>
                <a:spcPts val="8403"/>
              </a:lnSpc>
              <a:defRPr>
                <a:solidFill>
                  <a:srgbClr val="000000"/>
                </a:solidFill>
              </a:defRPr>
            </a:pPr>
            <a:r>
              <a:rPr lang="en-US" sz="6002" b="1" dirty="0">
                <a:latin typeface="Arial" panose="020B0604020202020204" pitchFamily="34" charset="0"/>
                <a:ea typeface="Poppins Bold"/>
                <a:cs typeface="Arial" panose="020B0604020202020204" pitchFamily="34" charset="0"/>
                <a:sym typeface="Poppins Bold"/>
                <a:solidFill>
                  <a:srgbClr val="000000"/>
                </a:solidFill>
              </a:rPr>
              <a:t>AND ON EARTH , PEACE ON EARTH,</a:t>
            </a:r>
          </a:p>
          <a:p>
            <a:pPr marL="0" lvl="0" indent="0" algn="ctr">
              <a:lnSpc>
                <a:spcPts val="8403"/>
              </a:lnSpc>
              <a:spcBef>
                <a:spcPct val="0"/>
              </a:spcBef>
              <a:defRPr>
                <a:solidFill>
                  <a:srgbClr val="000000"/>
                </a:solidFill>
              </a:defRPr>
            </a:pPr>
            <a:r>
              <a:rPr lang="en-US" sz="6002" b="1" dirty="0">
                <a:latin typeface="Arial" panose="020B0604020202020204" pitchFamily="34" charset="0"/>
                <a:ea typeface="Poppins Bold"/>
                <a:cs typeface="Arial" panose="020B0604020202020204" pitchFamily="34" charset="0"/>
                <a:sym typeface="Poppins Bold"/>
                <a:solidFill>
                  <a:srgbClr val="000000"/>
                </a:solidFill>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Gloria (3/4)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solidFill>
                  <a:srgbClr val="000000"/>
                </a:solidFill>
              </a:defRPr>
            </a:pPr>
            <a:r>
              <a:rPr lang="en-US" sz="8699" b="1" dirty="0">
                <a:latin typeface="Arial" panose="020B0604020202020204" pitchFamily="34" charset="0"/>
                <a:ea typeface="Poppins Bold"/>
                <a:cs typeface="Arial" panose="020B0604020202020204" pitchFamily="34" charset="0"/>
                <a:sym typeface="Poppins Bold"/>
                <a:solidFill>
                  <a:srgbClr val="000000"/>
                </a:solidFill>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solidFill>
                  <a:srgbClr val="000000"/>
                </a:solidFill>
              </a:defRPr>
            </a:pPr>
            <a:r>
              <a:rPr lang="en-US" sz="7202" b="1" dirty="0">
                <a:latin typeface="Arial" panose="020B0604020202020204" pitchFamily="34" charset="0"/>
                <a:ea typeface="Poppins Bold"/>
                <a:cs typeface="Arial" panose="020B0604020202020204" pitchFamily="34" charset="0"/>
                <a:sym typeface="Poppins Bold"/>
                <a:solidFill>
                  <a:srgbClr val="000000"/>
                </a:solidFill>
              </a:rPr>
              <a:t>GLORY TO GOD! GLORY TO GOD!</a:t>
            </a:r>
          </a:p>
          <a:p>
            <a:pPr algn="ctr">
              <a:lnSpc>
                <a:spcPts val="10083"/>
              </a:lnSpc>
              <a:defRPr>
                <a:solidFill>
                  <a:srgbClr val="000000"/>
                </a:solidFill>
              </a:defRPr>
            </a:pPr>
            <a:r>
              <a:rPr lang="en-US" sz="7202" b="1" dirty="0">
                <a:latin typeface="Arial" panose="020B0604020202020204" pitchFamily="34" charset="0"/>
                <a:ea typeface="Poppins Bold"/>
                <a:cs typeface="Arial" panose="020B0604020202020204" pitchFamily="34" charset="0"/>
                <a:sym typeface="Poppins Bold"/>
                <a:solidFill>
                  <a:srgbClr val="000000"/>
                </a:solidFill>
              </a:rPr>
              <a:t>GLORY TO GOD IN THE HIGHEST, </a:t>
            </a:r>
          </a:p>
          <a:p>
            <a:pPr algn="ctr">
              <a:lnSpc>
                <a:spcPts val="10083"/>
              </a:lnSpc>
              <a:defRPr>
                <a:solidFill>
                  <a:srgbClr val="000000"/>
                </a:solidFill>
              </a:defRPr>
            </a:pPr>
            <a:r>
              <a:rPr lang="en-US" sz="7202" b="1" dirty="0">
                <a:latin typeface="Arial" panose="020B0604020202020204" pitchFamily="34" charset="0"/>
                <a:ea typeface="Poppins Bold"/>
                <a:cs typeface="Arial" panose="020B0604020202020204" pitchFamily="34" charset="0"/>
                <a:sym typeface="Poppins Bold"/>
                <a:solidFill>
                  <a:srgbClr val="000000"/>
                </a:solidFill>
              </a:rPr>
              <a:t>AND ON EARTH , PEACE ON EARTH,</a:t>
            </a:r>
          </a:p>
          <a:p>
            <a:pPr marL="0" lvl="0" indent="0" algn="ctr">
              <a:lnSpc>
                <a:spcPts val="10083"/>
              </a:lnSpc>
              <a:spcBef>
                <a:spcPct val="0"/>
              </a:spcBef>
              <a:defRPr>
                <a:solidFill>
                  <a:srgbClr val="000000"/>
                </a:solidFill>
              </a:defRPr>
            </a:pPr>
            <a:r>
              <a:rPr lang="en-US" sz="7202" b="1" dirty="0">
                <a:latin typeface="Arial" panose="020B0604020202020204" pitchFamily="34" charset="0"/>
                <a:ea typeface="Poppins Bold"/>
                <a:cs typeface="Arial" panose="020B0604020202020204" pitchFamily="34" charset="0"/>
                <a:sym typeface="Poppins Bold"/>
                <a:solidFill>
                  <a:srgbClr val="000000"/>
                </a:solidFill>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Gloria (4/4)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latin typeface="Inter"/>
                <a:solidFill>
                  <a:srgbClr val="000000"/>
                </a:solidFill>
              </a:defRPr>
            </a:pPr>
            <a:r>
              <a:rPr sz="6500" dirty="0">
                <a:latin typeface="Arial" panose="020B0604020202020204" pitchFamily="34" charset="0"/>
                <a:cs typeface="Arial" panose="020B0604020202020204" pitchFamily="34" charset="0"/>
                <a:solidFill>
                  <a:srgbClr val="000000"/>
                </a:solidFill>
              </a:rPr>
              <a:t>Priest:</a:t>
            </a:r>
            <a:r>
              <a:rPr lang="en-US" sz="6500" dirty="0">
                <a:latin typeface="Arial" panose="020B0604020202020204" pitchFamily="34" charset="0"/>
                <a:cs typeface="Arial" panose="020B0604020202020204" pitchFamily="34" charset="0"/>
                <a:solidFill>
                  <a:srgbClr val="000000"/>
                </a:solidFill>
              </a:rPr>
              <a:t> </a:t>
            </a:r>
            <a:r>
              <a:rPr sz="6500" i="1" dirty="0">
                <a:latin typeface="Arial" panose="020B0604020202020204" pitchFamily="34" charset="0"/>
                <a:cs typeface="Arial" panose="020B0604020202020204" pitchFamily="34" charset="0"/>
                <a:solidFill>
                  <a:srgbClr val="000000"/>
                </a:solidFill>
              </a:rPr>
              <a:t>Let us pray.</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10000" dirty="0">
                <a:latin typeface="Arial" panose="020B0604020202020204" pitchFamily="34" charset="0"/>
                <a:cs typeface="Arial" panose="020B0604020202020204" pitchFamily="34" charset="0"/>
                <a:solidFill>
                  <a:srgbClr val="000000"/>
                </a:solidFill>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000000"/>
                </a:solidFill>
              </a:defRPr>
            </a:pPr>
            <a:r>
              <a:rPr lang="en-US" sz="5000" b="1" u="sng" dirty="0">
                <a:latin typeface="Georgia"/>
                <a:solidFill>
                  <a:srgbClr val="000000"/>
                </a:solidFill>
              </a:rPr>
              <a:t>Liturgy Of The Word</a:t>
            </a:r>
            <a:endParaRPr sz="5000" b="1" u="sng" dirty="0">
              <a:latin typeface="Georgia"/>
              <a:solidFill>
                <a:srgbClr val="000000"/>
              </a:solidFill>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Word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tw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Word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latin typeface="Georgia"/>
                <a:solidFill>
                  <a:srgbClr val="000000"/>
                </a:solidFill>
              </a:defRPr>
            </a:pPr>
            <a:r>
              <a:rPr>
                <a:solidFill>
                  <a:srgbClr val="000000"/>
                </a:solidFill>
              </a:rPr>
              <a:t>Liturgy of the Word</a:t>
            </a:r>
          </a:p>
        </p:txBody>
      </p:sp>
      <p:sp>
        <p:nvSpPr>
          <p:cNvPr id="3" name="TextBox 2"/>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latin typeface="Arial"/>
                <a:solidFill>
                  <a:srgbClr val="000000"/>
                </a:solidFill>
              </a:defRPr>
            </a:pPr>
            <a:r>
              <a:rPr sz="6000" dirty="0">
                <a:solidFill>
                  <a:srgbClr val="000000"/>
                </a:solidFill>
              </a:rPr>
              <a:t>First Reading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Word</a:t>
            </a:r>
          </a:p>
        </p:txBody>
      </p:sp>
      <p:sp>
        <p:nvSpPr>
          <p:cNvPr id="5" name="TextBox 4">
            <a:extLst>
              <a:ext uri="{FF2B5EF4-FFF2-40B4-BE49-F238E27FC236}">
                <a16:creationId xmlns:a16="http://schemas.microsoft.com/office/drawing/2014/main" id="{ED11F322-F618-3AF9-1A95-114FB2F300B6}"/>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latin typeface="Arial"/>
                <a:solidFill>
                  <a:srgbClr val="000000"/>
                </a:solidFill>
              </a:defRPr>
            </a:pPr>
            <a:r>
              <a:rPr lang="en-US" sz="6600" dirty="0">
                <a:solidFill>
                  <a:srgbClr val="000000"/>
                </a:solidFill>
              </a:rPr>
              <a:t>Jeremiah 20:10-13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latin typeface="Georgia"/>
                <a:solidFill>
                  <a:srgbClr val="000000"/>
                </a:solidFill>
              </a:defRPr>
            </a:pPr>
            <a:r>
              <a:rPr>
                <a:solidFill>
                  <a:srgbClr val="000000"/>
                </a:solidFill>
              </a:rPr>
              <a:t>Liturgy of the Word</a:t>
            </a:r>
          </a:p>
        </p:txBody>
      </p:sp>
      <p:sp>
        <p:nvSpPr>
          <p:cNvPr id="3" name="TextBox 2"/>
          <p:cNvSpPr txBox="1"/>
          <p:nvPr/>
        </p:nvSpPr>
        <p:spPr>
          <a:xfrm>
            <a:off x="914400" y="2220004"/>
            <a:ext cx="16459200" cy="1775526"/>
          </a:xfrm>
          <a:prstGeom prst="rect">
            <a:avLst/>
          </a:prstGeom>
          <a:noFill/>
        </p:spPr>
        <p:txBody>
          <a:bodyPr wrap="square" lIns="109728" tIns="73152" rIns="109728" bIns="73152" anchor="ctr">
            <a:noAutofit/>
          </a:bodyPr>
          <a:lstStyle/>
          <a:p>
            <a:pPr algn="ctr">
              <a:spcAft>
                <a:spcPts val="1200"/>
              </a:spcAft>
              <a:defRPr sz="5500" b="1" i="0" u="none">
                <a:latin typeface="Arial"/>
                <a:solidFill>
                  <a:srgbClr val="000000"/>
                </a:solidFill>
              </a:defRPr>
            </a:pPr>
            <a:r>
              <a:rPr dirty="0">
                <a:solidFill>
                  <a:srgbClr val="000000"/>
                </a:solidFill>
              </a:rPr>
              <a:t>Responsorial Psalm</a:t>
            </a:r>
            <a:br>
              <a:rPr dirty="0"/>
            </a:br>
            <a:r>
              <a:rPr dirty="0">
                <a:solidFill>
                  <a:srgbClr val="000000"/>
                </a:solidFill>
              </a:rPr>
              <a:t>(</a:t>
            </a:r>
            <a:r>
              <a:rPr i="1" dirty="0">
                <a:solidFill>
                  <a:srgbClr val="000000"/>
                </a:solidFill>
              </a:rPr>
              <a:t>Psalm 69:8-10, 14, 17, 33-35</a:t>
            </a:r>
            <a:r>
              <a:rPr dirty="0">
                <a:solidFill>
                  <a:srgbClr val="000000"/>
                </a:solidFill>
              </a:rPr>
              <a: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Word</a:t>
            </a:r>
          </a:p>
        </p:txBody>
      </p:sp>
      <p:sp>
        <p:nvSpPr>
          <p:cNvPr id="5" name="TextBox 4">
            <a:extLst>
              <a:ext uri="{FF2B5EF4-FFF2-40B4-BE49-F238E27FC236}">
                <a16:creationId xmlns:a16="http://schemas.microsoft.com/office/drawing/2014/main" id="{2423FBB6-3147-28D7-6387-19BCE557DD74}"/>
              </a:ext>
            </a:extLst>
          </p:cNvPr>
          <p:cNvSpPr txBox="1"/>
          <p:nvPr/>
        </p:nvSpPr>
        <p:spPr>
          <a:xfrm>
            <a:off x="0" y="4625672"/>
            <a:ext cx="18288000" cy="1775526"/>
          </a:xfrm>
          <a:prstGeom prst="rect">
            <a:avLst/>
          </a:prstGeom>
          <a:noFill/>
        </p:spPr>
        <p:txBody>
          <a:bodyPr wrap="square" lIns="109728" tIns="73152" rIns="109728" bIns="73152" anchor="ctr">
            <a:noAutofit/>
          </a:bodyPr>
          <a:lstStyle/>
          <a:p>
            <a:pPr algn="ctr">
              <a:spcAft>
                <a:spcPts val="800"/>
              </a:spcAft>
              <a:defRPr sz="5500" b="0" i="0" u="none">
                <a:latin typeface="Arial"/>
                <a:solidFill>
                  <a:srgbClr val="000000"/>
                </a:solidFill>
              </a:defRPr>
            </a:pPr>
            <a:r>
              <a:rPr lang="en-US" sz="6000" b="1" dirty="0">
                <a:latin typeface="Arial Black" panose="020B0604020202020204" pitchFamily="34" charset="0"/>
                <a:cs typeface="Arial Black" panose="020B0604020202020204" pitchFamily="34" charset="0"/>
                <a:solidFill>
                  <a:srgbClr val="000000"/>
                </a:solidFill>
              </a:rPr>
              <a:t>LORD, IN YOUR GREAT LOVE, ANSWER 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0E29EB3-EC37-542C-9703-F819AB3A52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B1C7CD-6C6A-15FA-88FD-77344BBF7CC6}"/>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latin typeface="Georgia"/>
                <a:solidFill>
                  <a:srgbClr val="000000"/>
                </a:solidFill>
              </a:defRPr>
            </a:pPr>
            <a:r>
              <a:rPr>
                <a:solidFill>
                  <a:srgbClr val="000000"/>
                </a:solidFill>
              </a:rPr>
              <a:t>Liturgy of the Word</a:t>
            </a:r>
          </a:p>
        </p:txBody>
      </p:sp>
      <p:sp>
        <p:nvSpPr>
          <p:cNvPr id="3" name="TextBox 2">
            <a:extLst>
              <a:ext uri="{FF2B5EF4-FFF2-40B4-BE49-F238E27FC236}">
                <a16:creationId xmlns:a16="http://schemas.microsoft.com/office/drawing/2014/main" id="{2FDAF354-60C2-0C1C-7FC8-C9F8BB38D0C9}"/>
              </a:ext>
            </a:extLst>
          </p:cNvPr>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latin typeface="Arial"/>
                <a:solidFill>
                  <a:srgbClr val="000000"/>
                </a:solidFill>
              </a:defRPr>
            </a:pPr>
            <a:r>
              <a:rPr lang="en-US" sz="6000" dirty="0">
                <a:solidFill>
                  <a:srgbClr val="000000"/>
                </a:solidFill>
              </a:rPr>
              <a:t>Second</a:t>
            </a:r>
            <a:r>
              <a:rPr sz="6000" dirty="0">
                <a:solidFill>
                  <a:srgbClr val="000000"/>
                </a:solidFill>
              </a:rPr>
              <a:t> Reading</a:t>
            </a:r>
          </a:p>
        </p:txBody>
      </p:sp>
      <p:sp>
        <p:nvSpPr>
          <p:cNvPr id="4" name="TextBox 3">
            <a:extLst>
              <a:ext uri="{FF2B5EF4-FFF2-40B4-BE49-F238E27FC236}">
                <a16:creationId xmlns:a16="http://schemas.microsoft.com/office/drawing/2014/main" id="{8A7B6A6A-D0BD-99E3-93D3-C1B0153075C0}"/>
              </a:ext>
            </a:extLst>
          </p:cNvPr>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Word</a:t>
            </a:r>
          </a:p>
        </p:txBody>
      </p:sp>
      <p:sp>
        <p:nvSpPr>
          <p:cNvPr id="5" name="TextBox 4">
            <a:extLst>
              <a:ext uri="{FF2B5EF4-FFF2-40B4-BE49-F238E27FC236}">
                <a16:creationId xmlns:a16="http://schemas.microsoft.com/office/drawing/2014/main" id="{4974E577-906C-25DF-48F4-D8E7CAA24E0B}"/>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latin typeface="Arial"/>
                <a:solidFill>
                  <a:srgbClr val="000000"/>
                </a:solidFill>
              </a:defRPr>
            </a:pPr>
            <a:r>
              <a:rPr lang="en-US" sz="6600" dirty="0">
                <a:solidFill>
                  <a:srgbClr val="000000"/>
                </a:solidFill>
              </a:rPr>
              <a:t>Romans 5:12-15</a:t>
            </a:r>
          </a:p>
        </p:txBody>
      </p:sp>
    </p:spTree>
    <p:extLst>
      <p:ext uri="{BB962C8B-B14F-4D97-AF65-F5344CB8AC3E}">
        <p14:creationId xmlns:p14="http://schemas.microsoft.com/office/powerpoint/2010/main" val="3927176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0" y="2602230"/>
            <a:ext cx="18288000" cy="4892041"/>
          </a:xfrm>
          <a:prstGeom prst="rect">
            <a:avLst/>
          </a:prstGeom>
        </p:spPr>
        <p:txBody>
          <a:bodyPr lIns="0" tIns="0" rIns="0" bIns="0" rtlCol="0" anchor="t">
            <a:noAutofit/>
          </a:bodyPr>
          <a:lstStyle/>
          <a:p>
            <a:pPr algn="ctr">
              <a:lnSpc>
                <a:spcPts val="9659"/>
              </a:lnSpc>
              <a:defRPr>
                <a:solidFill>
                  <a:srgbClr val="000000"/>
                </a:solidFill>
              </a:defRPr>
            </a:pPr>
            <a:r>
              <a:rPr lang="en-US" sz="6900" b="1">
                <a:latin typeface="Arial"/>
                <a:ea typeface="Poppins Bold"/>
                <a:cs typeface="Poppins Bold"/>
                <a:sym typeface="Poppins Bold"/>
                <a:solidFill>
                  <a:srgbClr val="000000"/>
                </a:solidFill>
              </a:rPr>
              <a:t>ALLELUIA! ALLELUIA!</a:t>
            </a:r>
          </a:p>
          <a:p>
            <a:pPr algn="ctr">
              <a:lnSpc>
                <a:spcPts val="9659"/>
              </a:lnSpc>
              <a:defRPr>
                <a:solidFill>
                  <a:srgbClr val="000000"/>
                </a:solidFill>
              </a:defRPr>
            </a:pPr>
            <a:r>
              <a:rPr lang="en-US" sz="6900" b="1">
                <a:latin typeface="Arial"/>
                <a:ea typeface="Poppins Bold"/>
                <a:cs typeface="Poppins Bold"/>
                <a:sym typeface="Poppins Bold"/>
                <a:solidFill>
                  <a:srgbClr val="000000"/>
                </a:solidFill>
              </a:rPr>
              <a:t>ALLELUIA! ALLELUIA!</a:t>
            </a:r>
          </a:p>
          <a:p>
            <a:pPr algn="ctr">
              <a:lnSpc>
                <a:spcPts val="9659"/>
              </a:lnSpc>
              <a:defRPr>
                <a:solidFill>
                  <a:srgbClr val="000000"/>
                </a:solidFill>
              </a:defRPr>
            </a:pPr>
            <a:r>
              <a:rPr lang="en-US" sz="6900" b="1">
                <a:latin typeface="Arial"/>
                <a:ea typeface="Poppins Bold"/>
                <a:cs typeface="Poppins Bold"/>
                <a:sym typeface="Poppins Bold"/>
                <a:solidFill>
                  <a:srgbClr val="000000"/>
                </a:solidFill>
              </a:rPr>
              <a:t>ALLELUIA! ALLELUIA!</a:t>
            </a:r>
          </a:p>
          <a:p>
            <a:pPr marL="0" lvl="0" indent="0" algn="ctr">
              <a:lnSpc>
                <a:spcPts val="9659"/>
              </a:lnSpc>
              <a:spcBef>
                <a:spcPct val="0"/>
              </a:spcBef>
              <a:defRPr>
                <a:solidFill>
                  <a:srgbClr val="000000"/>
                </a:solidFill>
              </a:defRPr>
            </a:pPr>
            <a:r>
              <a:rPr lang="en-US" sz="6900" b="1">
                <a:latin typeface="Arial"/>
                <a:ea typeface="Poppins Bold"/>
                <a:cs typeface="Poppins Bold"/>
                <a:sym typeface="Poppins Bold"/>
                <a:solidFill>
                  <a:srgbClr val="000000"/>
                </a:solidFill>
              </a:rPr>
              <a:t>ALLELUIA! ALLELUIA!</a:t>
            </a:r>
          </a:p>
        </p:txBody>
      </p:sp>
      <p:sp>
        <p:nvSpPr>
          <p:cNvPr id="3" name="TextBox 3"/>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solidFill>
                  <a:srgbClr val="000000"/>
                </a:solidFill>
              </a:defRPr>
            </a:pPr>
            <a:r>
              <a:rPr lang="en-US" sz="3600" b="1" i="0" u="sng">
                <a:latin typeface="Georgia"/>
                <a:ea typeface="Recoleta"/>
                <a:cs typeface="Recoleta"/>
                <a:sym typeface="Recoleta"/>
                <a:solidFill>
                  <a:srgbClr val="000000"/>
                </a:solidFill>
              </a:rPr>
              <a:t>Gospel Acclamation</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Gospel Acclamation (1/2)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2741394" y="2126857"/>
            <a:ext cx="12101674" cy="1227455"/>
          </a:xfrm>
          <a:prstGeom prst="rect">
            <a:avLst/>
          </a:prstGeom>
        </p:spPr>
        <p:txBody>
          <a:bodyPr lIns="0" tIns="0" rIns="0" bIns="0" rtlCol="0" anchor="t">
            <a:noAutofit/>
          </a:bodyPr>
          <a:lstStyle/>
          <a:p>
            <a:pPr marL="0" lvl="0" indent="0" algn="l">
              <a:lnSpc>
                <a:spcPts val="9520"/>
              </a:lnSpc>
              <a:spcBef>
                <a:spcPct val="0"/>
              </a:spcBef>
              <a:defRPr>
                <a:solidFill>
                  <a:srgbClr val="000000"/>
                </a:solidFill>
              </a:defRPr>
            </a:pPr>
            <a:r>
              <a:rPr sz="6900" b="1" i="0">
                <a:latin typeface="Arial"/>
                <a:solidFill>
                  <a:srgbClr val="000000"/>
                </a:solidFill>
              </a:rPr>
              <a:t>Priest: </a:t>
            </a:r>
            <a:r>
              <a:rPr sz="6900" b="1" i="0">
                <a:latin typeface="Arial"/>
                <a:solidFill>
                  <a:srgbClr val="000000"/>
                </a:solidFill>
              </a:rPr>
              <a:t>The Lord be with you.</a:t>
            </a:r>
          </a:p>
        </p:txBody>
      </p:sp>
      <p:sp>
        <p:nvSpPr>
          <p:cNvPr id="3" name="TextBox 3"/>
          <p:cNvSpPr txBox="1"/>
          <p:nvPr/>
        </p:nvSpPr>
        <p:spPr>
          <a:xfrm>
            <a:off x="2741394" y="5586337"/>
            <a:ext cx="14802275" cy="1860423"/>
          </a:xfrm>
          <a:prstGeom prst="rect">
            <a:avLst/>
          </a:prstGeom>
        </p:spPr>
        <p:txBody>
          <a:bodyPr lIns="0" tIns="0" rIns="0" bIns="0" rtlCol="0" anchor="t">
            <a:noAutofit/>
          </a:bodyPr>
          <a:lstStyle/>
          <a:p>
            <a:pPr algn="l">
              <a:lnSpc>
                <a:spcPts val="6936"/>
              </a:lnSpc>
              <a:defRPr>
                <a:solidFill>
                  <a:srgbClr val="000000"/>
                </a:solidFill>
              </a:defRPr>
            </a:pPr>
            <a:r>
              <a:rPr sz="6900" b="1" i="0">
                <a:latin typeface="Arial"/>
                <a:solidFill>
                  <a:srgbClr val="000000"/>
                </a:solidFill>
              </a:rPr>
              <a:t>Priest: </a:t>
            </a:r>
            <a:r>
              <a:rPr sz="6900" b="1" i="0">
                <a:latin typeface="Arial"/>
                <a:solidFill>
                  <a:srgbClr val="000000"/>
                </a:solidFill>
              </a:rPr>
              <a:t>A reading from the holy</a:t>
            </a:r>
          </a:p>
          <a:p>
            <a:pPr>
              <a:defRPr>
                <a:solidFill>
                  <a:srgbClr val="000000"/>
                </a:solidFill>
              </a:defRPr>
            </a:pPr>
            <a:r>
              <a:rPr sz="6900" b="1" i="0">
                <a:latin typeface="Arial"/>
                <a:solidFill>
                  <a:srgbClr val="000000"/>
                </a:solidFill>
              </a:rPr>
              <a:t>Gospel according to </a:t>
            </a:r>
            <a:r>
              <a:rPr sz="6900" b="1" i="1">
                <a:latin typeface="Arial"/>
                <a:solidFill>
                  <a:srgbClr val="000000"/>
                </a:solidFill>
              </a:rPr>
              <a:t>Matthew</a:t>
            </a:r>
            <a:r>
              <a:rPr sz="6900" b="1" i="0">
                <a:latin typeface="Arial"/>
                <a:solidFill>
                  <a:srgbClr val="000000"/>
                </a:solidFill>
              </a:rPr>
              <a:t>.</a:t>
            </a:r>
          </a:p>
        </p:txBody>
      </p:sp>
      <p:sp>
        <p:nvSpPr>
          <p:cNvPr id="4" name="TextBox 4"/>
          <p:cNvSpPr txBox="1"/>
          <p:nvPr/>
        </p:nvSpPr>
        <p:spPr>
          <a:xfrm>
            <a:off x="2741394" y="3725787"/>
            <a:ext cx="12168662" cy="1250950"/>
          </a:xfrm>
          <a:prstGeom prst="rect">
            <a:avLst/>
          </a:prstGeom>
        </p:spPr>
        <p:txBody>
          <a:bodyPr lIns="0" tIns="0" rIns="0" bIns="0" rtlCol="0" anchor="t">
            <a:noAutofit/>
          </a:bodyPr>
          <a:lstStyle/>
          <a:p>
            <a:pPr marL="0" lvl="0" indent="0" algn="l">
              <a:lnSpc>
                <a:spcPts val="9799"/>
              </a:lnSpc>
              <a:spcBef>
                <a:spcPct val="0"/>
              </a:spcBef>
              <a:defRPr>
                <a:solidFill>
                  <a:srgbClr val="000000"/>
                </a:solidFill>
              </a:defRPr>
            </a:pPr>
            <a:r>
              <a:rPr sz="6900" b="1" i="0">
                <a:latin typeface="Arial"/>
                <a:solidFill>
                  <a:srgbClr val="000000"/>
                </a:solidFill>
              </a:rPr>
              <a:t>All: And with your spirit.</a:t>
            </a:r>
          </a:p>
        </p:txBody>
      </p:sp>
      <p:sp>
        <p:nvSpPr>
          <p:cNvPr id="5" name="TextBox 5"/>
          <p:cNvSpPr txBox="1"/>
          <p:nvPr/>
        </p:nvSpPr>
        <p:spPr>
          <a:xfrm>
            <a:off x="2741394" y="7913485"/>
            <a:ext cx="12002049" cy="1250950"/>
          </a:xfrm>
          <a:prstGeom prst="rect">
            <a:avLst/>
          </a:prstGeom>
        </p:spPr>
        <p:txBody>
          <a:bodyPr lIns="0" tIns="0" rIns="0" bIns="0" rtlCol="0" anchor="t">
            <a:noAutofit/>
          </a:bodyPr>
          <a:lstStyle/>
          <a:p>
            <a:pPr marL="0" lvl="0" indent="0" algn="l">
              <a:lnSpc>
                <a:spcPts val="9799"/>
              </a:lnSpc>
              <a:spcBef>
                <a:spcPct val="0"/>
              </a:spcBef>
              <a:defRPr>
                <a:solidFill>
                  <a:srgbClr val="000000"/>
                </a:solidFill>
              </a:defRPr>
            </a:pPr>
            <a:r>
              <a:rPr sz="6900" b="1" i="0">
                <a:latin typeface="Arial"/>
                <a:solidFill>
                  <a:srgbClr val="000000"/>
                </a:solidFill>
              </a:rPr>
              <a:t>All: Glory to you, O Lord!</a:t>
            </a:r>
          </a:p>
        </p:txBody>
      </p:sp>
      <p:sp>
        <p:nvSpPr>
          <p:cNvPr id="6" name="TextBox 6"/>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solidFill>
                  <a:srgbClr val="000000"/>
                </a:solidFill>
              </a:defRPr>
            </a:pPr>
            <a:r>
              <a:rPr lang="en-US" sz="3600" b="1" i="0" u="sng">
                <a:latin typeface="Georgia"/>
                <a:ea typeface="Recoleta"/>
                <a:cs typeface="Recoleta"/>
                <a:sym typeface="Recoleta"/>
                <a:solidFill>
                  <a:srgbClr val="000000"/>
                </a:solidFill>
              </a:rPr>
              <a:t>Gospel Acclamation</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Gospel Acclamation (2/2)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sz="6500" b="1" dirty="0">
                <a:latin typeface="Arial" panose="020B0604020202020204" pitchFamily="34" charset="0"/>
                <a:cs typeface="Arial" panose="020B0604020202020204" pitchFamily="34" charset="0"/>
                <a:solidFill>
                  <a:srgbClr val="000000"/>
                </a:solidFill>
              </a:rPr>
              <a:t>Priest:</a:t>
            </a:r>
            <a:r>
              <a:rPr sz="6500" b="1" dirty="0">
                <a:latin typeface="Arial" panose="020B0604020202020204" pitchFamily="34" charset="0"/>
                <a:cs typeface="Arial" panose="020B0604020202020204" pitchFamily="34" charset="0"/>
                <a:solidFill>
                  <a:srgbClr val="000000"/>
                </a:solidFill>
              </a:rPr>
              <a:t> </a:t>
            </a:r>
            <a:r>
              <a:rPr sz="6500" b="1" i="1" dirty="0">
                <a:latin typeface="Arial" panose="020B0604020202020204" pitchFamily="34" charset="0"/>
                <a:cs typeface="Arial" panose="020B0604020202020204" pitchFamily="34" charset="0"/>
                <a:solidFill>
                  <a:srgbClr val="000000"/>
                </a:solidFill>
              </a:rPr>
              <a:t>The Gospel of the Lord.</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latin typeface="Inter"/>
                <a:solidFill>
                  <a:srgbClr val="000000"/>
                </a:solidFill>
              </a:defRPr>
            </a:pPr>
            <a:r>
              <a:rPr lang="en-US" sz="10000" b="1" dirty="0">
                <a:latin typeface="Arial" panose="020B0604020202020204" pitchFamily="34" charset="0"/>
                <a:cs typeface="Arial" panose="020B0604020202020204" pitchFamily="34" charset="0"/>
                <a:solidFill>
                  <a:srgbClr val="000000"/>
                </a:solidFill>
              </a:rPr>
              <a:t>All: Praise to you, Lord</a:t>
            </a:r>
          </a:p>
          <a:p>
            <a:pPr algn="ctr">
              <a:defRPr sz="5500" b="1" i="0" u="none">
                <a:latin typeface="Inter"/>
                <a:solidFill>
                  <a:srgbClr val="000000"/>
                </a:solidFill>
              </a:defRPr>
            </a:pPr>
            <a:r>
              <a:rPr lang="en-US" sz="10000" b="1" dirty="0">
                <a:latin typeface="Arial" panose="020B0604020202020204" pitchFamily="34" charset="0"/>
                <a:cs typeface="Arial" panose="020B0604020202020204" pitchFamily="34" charset="0"/>
                <a:solidFill>
                  <a:srgbClr val="000000"/>
                </a:solidFill>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000000"/>
                </a:solidFill>
              </a:defRPr>
            </a:pPr>
            <a:r>
              <a:rPr lang="en-US" sz="3600" b="1" u="sng" dirty="0">
                <a:latin typeface="Georgia"/>
                <a:solidFill>
                  <a:srgbClr val="000000"/>
                </a:solidFill>
              </a:rPr>
              <a:t>Gospel Acclamation</a:t>
            </a:r>
            <a:endParaRPr sz="3600" b="1" u="sng" dirty="0">
              <a:latin typeface="Georgia"/>
              <a:solidFill>
                <a:srgbClr val="000000"/>
              </a:solidFill>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Gospel Acclamation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000000"/>
                </a:solidFill>
              </a:defRPr>
            </a:pPr>
            <a:r>
              <a:rPr dirty="0">
                <a:solidFill>
                  <a:srgbClr val="000000"/>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000000"/>
                </a:solidFill>
              </a:defRPr>
            </a:pPr>
            <a:r>
              <a:rPr>
                <a:solidFill>
                  <a:srgbClr val="000000"/>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000000"/>
                </a:solidFill>
              </a:defRPr>
            </a:pPr>
            <a:r>
              <a:rPr>
                <a:solidFill>
                  <a:srgbClr val="000000"/>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000000"/>
                </a:solidFill>
              </a:defRPr>
            </a:pPr>
            <a:r>
              <a:rPr>
                <a:solidFill>
                  <a:srgbClr val="000000"/>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000000"/>
                </a:solidFill>
              </a:defRPr>
            </a:pPr>
            <a:r>
              <a:rPr>
                <a:solidFill>
                  <a:srgbClr val="000000"/>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000000"/>
                </a:solidFill>
              </a:defRPr>
            </a:pPr>
            <a:r>
              <a:rPr>
                <a:solidFill>
                  <a:srgbClr val="000000"/>
                </a:solidFill>
              </a:rPr>
              <a:t>12th Sunday in Ordinary Time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defRPr>
                <a:solidFill>
                  <a:srgbClr val="000000"/>
                </a:solidFill>
              </a:defRPr>
            </a:pPr>
            <a:r>
              <a:rPr lang="en-US" sz="5199" b="1" spc="83" dirty="0">
                <a:latin typeface="Arial" panose="020B0604020202020204" pitchFamily="34" charset="0"/>
                <a:ea typeface="Poppins Bold"/>
                <a:cs typeface="Arial" panose="020B0604020202020204" pitchFamily="34" charset="0"/>
                <a:sym typeface="Poppins Bold"/>
                <a:solidFill>
                  <a:srgbClr val="000000"/>
                </a:solidFill>
              </a:rPr>
              <a:t>All:</a:t>
            </a:r>
          </a:p>
          <a:p>
            <a:pPr marL="0" lvl="0" indent="0" algn="ctr">
              <a:lnSpc>
                <a:spcPts val="6343"/>
              </a:lnSpc>
              <a:defRPr>
                <a:solidFill>
                  <a:srgbClr val="000000"/>
                </a:solidFill>
              </a:defRPr>
            </a:pPr>
            <a:r>
              <a:rPr lang="en-US" sz="5199" b="1" i="1" spc="83" dirty="0">
                <a:latin typeface="Arial" panose="020B0604020202020204" pitchFamily="34" charset="0"/>
                <a:ea typeface="Poppins Bold"/>
                <a:cs typeface="Arial" panose="020B0604020202020204" pitchFamily="34" charset="0"/>
                <a:sym typeface="Poppins Bold"/>
                <a:solidFill>
                  <a:srgbClr val="000000"/>
                </a:solidFill>
              </a:rPr>
              <a:t>I believe in one God</a:t>
            </a:r>
            <a:r>
              <a:rPr lang="en-US" sz="5199" b="1" spc="83" dirty="0">
                <a:latin typeface="Arial" panose="020B0604020202020204" pitchFamily="34" charset="0"/>
                <a:ea typeface="Poppins Bold"/>
                <a:cs typeface="Arial" panose="020B0604020202020204" pitchFamily="34" charset="0"/>
                <a:sym typeface="Poppins Bold"/>
                <a:solidFill>
                  <a:srgbClr val="000000"/>
                </a:solidFill>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defRPr>
                <a:solidFill>
                  <a:srgbClr val="000000"/>
                </a:solidFill>
              </a:defRPr>
            </a:pPr>
            <a:r>
              <a:rPr lang="en-US" sz="5199" b="1" dirty="0">
                <a:latin typeface="Arial" panose="020B0604020202020204" pitchFamily="34" charset="0"/>
                <a:ea typeface="Poppins Bold"/>
                <a:cs typeface="Arial" panose="020B0604020202020204" pitchFamily="34" charset="0"/>
                <a:sym typeface="Poppins Bold"/>
                <a:solidFill>
                  <a:srgbClr val="000000"/>
                </a:solidFill>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000000"/>
                </a:solidFill>
              </a:defRPr>
            </a:pPr>
            <a:r>
              <a:rPr lang="en-US" sz="3600" b="1" u="sng" dirty="0">
                <a:latin typeface="Georgia"/>
                <a:solidFill>
                  <a:srgbClr val="000000"/>
                </a:solidFill>
              </a:rPr>
              <a:t>Nicene Creed</a:t>
            </a:r>
            <a:endParaRPr sz="3600" b="1" u="sng" dirty="0">
              <a:latin typeface="Georgia"/>
              <a:solidFill>
                <a:srgbClr val="000000"/>
              </a:solidFill>
            </a:endParaRP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Nicene Creed (1/4)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defRPr>
                <a:solidFill>
                  <a:srgbClr val="000000"/>
                </a:solidFill>
              </a:defRPr>
            </a:pPr>
            <a:r>
              <a:rPr lang="en-US" sz="5502" b="1" spc="88" dirty="0">
                <a:latin typeface="Arial" panose="020B0604020202020204" pitchFamily="34" charset="0"/>
                <a:ea typeface="Poppins Bold"/>
                <a:cs typeface="Arial" panose="020B0604020202020204" pitchFamily="34" charset="0"/>
                <a:sym typeface="Poppins Bold"/>
                <a:solidFill>
                  <a:srgbClr val="000000"/>
                </a:solidFill>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defRPr>
                <a:solidFill>
                  <a:srgbClr val="000000"/>
                </a:solidFill>
              </a:defRPr>
            </a:pPr>
            <a:r>
              <a:rPr lang="en-US" sz="5000" i="1" dirty="0">
                <a:latin typeface="Georgia" panose="02040502050405020303" pitchFamily="18" charset="0"/>
                <a:ea typeface="ITC Zapf Chancery Italics"/>
                <a:cs typeface="ITC Zapf Chancery Italics"/>
                <a:sym typeface="ITC Zapf Chancery Italics"/>
                <a:solidFill>
                  <a:srgbClr val="000000"/>
                </a:solidFill>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defRPr>
                <a:solidFill>
                  <a:srgbClr val="000000"/>
                </a:solidFill>
              </a:defRPr>
            </a:pPr>
            <a:r>
              <a:rPr lang="en-US" sz="5502" b="1" i="1" spc="88" dirty="0">
                <a:latin typeface="Arial" panose="020B0604020202020204" pitchFamily="34" charset="0"/>
                <a:ea typeface="Poppins Bold Italics"/>
                <a:cs typeface="Arial" panose="020B0604020202020204" pitchFamily="34" charset="0"/>
                <a:sym typeface="Poppins Bold Italics"/>
                <a:solidFill>
                  <a:srgbClr val="000000"/>
                </a:solidFill>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defRPr>
                <a:solidFill>
                  <a:srgbClr val="000000"/>
                </a:solidFill>
              </a:defRPr>
            </a:pPr>
            <a:r>
              <a:rPr lang="en-US" sz="5502" b="1" spc="88" dirty="0">
                <a:latin typeface="Arial" panose="020B0604020202020204" pitchFamily="34" charset="0"/>
                <a:ea typeface="Poppins Bold"/>
                <a:cs typeface="Arial" panose="020B0604020202020204" pitchFamily="34" charset="0"/>
                <a:sym typeface="Poppins Bold"/>
                <a:solidFill>
                  <a:srgbClr val="000000"/>
                </a:solidFill>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Nicene Creed (2/4)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defRPr>
                <a:solidFill>
                  <a:srgbClr val="000000"/>
                </a:solidFill>
              </a:defRPr>
            </a:pPr>
            <a:r>
              <a:rPr lang="en-US" sz="5499" b="1" spc="87" dirty="0">
                <a:latin typeface="Arial" panose="020B0604020202020204" pitchFamily="34" charset="0"/>
                <a:ea typeface="Poppins Bold"/>
                <a:cs typeface="Arial" panose="020B0604020202020204" pitchFamily="34" charset="0"/>
                <a:sym typeface="Poppins Bold"/>
                <a:solidFill>
                  <a:srgbClr val="000000"/>
                </a:solidFill>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defRPr>
                <a:solidFill>
                  <a:srgbClr val="000000"/>
                </a:solidFill>
              </a:defRPr>
            </a:pPr>
            <a:r>
              <a:rPr lang="en-US" sz="5499" b="1" spc="87" dirty="0">
                <a:latin typeface="Arial" panose="020B0604020202020204" pitchFamily="34" charset="0"/>
                <a:ea typeface="Poppins Bold"/>
                <a:cs typeface="Arial" panose="020B0604020202020204" pitchFamily="34" charset="0"/>
                <a:sym typeface="Poppins Bold"/>
                <a:solidFill>
                  <a:srgbClr val="000000"/>
                </a:solidFill>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Nicene Creed (3/4)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defRPr>
                <a:solidFill>
                  <a:srgbClr val="000000"/>
                </a:solidFill>
              </a:defRPr>
            </a:pPr>
            <a:r>
              <a:rPr lang="en-US" sz="6300" b="1" spc="41" dirty="0">
                <a:latin typeface="Arial" panose="020B0604020202020204" pitchFamily="34" charset="0"/>
                <a:ea typeface="Poppins Bold"/>
                <a:cs typeface="Arial" panose="020B0604020202020204" pitchFamily="34" charset="0"/>
                <a:sym typeface="Poppins Bold"/>
                <a:solidFill>
                  <a:srgbClr val="000000"/>
                </a:solidFill>
              </a:rPr>
              <a:t>I believe in one, holy, catholic,</a:t>
            </a:r>
          </a:p>
          <a:p>
            <a:pPr algn="ctr">
              <a:lnSpc>
                <a:spcPts val="7162"/>
              </a:lnSpc>
              <a:defRPr>
                <a:solidFill>
                  <a:srgbClr val="000000"/>
                </a:solidFill>
              </a:defRPr>
            </a:pPr>
            <a:r>
              <a:rPr lang="en-US" sz="6300" b="1" spc="41" dirty="0">
                <a:latin typeface="Arial" panose="020B0604020202020204" pitchFamily="34" charset="0"/>
                <a:ea typeface="Poppins Bold"/>
                <a:cs typeface="Arial" panose="020B0604020202020204" pitchFamily="34" charset="0"/>
                <a:sym typeface="Poppins Bold"/>
                <a:solidFill>
                  <a:srgbClr val="000000"/>
                </a:solidFill>
              </a:rPr>
              <a:t>and apostolic Church.</a:t>
            </a:r>
          </a:p>
          <a:p>
            <a:pPr algn="ctr">
              <a:lnSpc>
                <a:spcPts val="7162"/>
              </a:lnSpc>
              <a:defRPr>
                <a:solidFill>
                  <a:srgbClr val="000000"/>
                </a:solidFill>
              </a:defRPr>
            </a:pPr>
            <a:r>
              <a:rPr lang="en-US" sz="6300" b="1" spc="41" dirty="0">
                <a:latin typeface="Arial" panose="020B0604020202020204" pitchFamily="34" charset="0"/>
                <a:ea typeface="Poppins Bold"/>
                <a:cs typeface="Arial" panose="020B0604020202020204" pitchFamily="34" charset="0"/>
                <a:sym typeface="Poppins Bold"/>
                <a:solidFill>
                  <a:srgbClr val="000000"/>
                </a:solidFill>
              </a:rPr>
              <a:t>I confess one Baptism for the forgiveness of sins and I look forward to the resurrection</a:t>
            </a:r>
          </a:p>
          <a:p>
            <a:pPr marL="0" lvl="0" indent="0" algn="ctr">
              <a:lnSpc>
                <a:spcPts val="7162"/>
              </a:lnSpc>
              <a:defRPr>
                <a:solidFill>
                  <a:srgbClr val="000000"/>
                </a:solidFill>
              </a:defRPr>
            </a:pPr>
            <a:r>
              <a:rPr lang="en-US" sz="6300" b="1" spc="41" dirty="0">
                <a:latin typeface="Arial" panose="020B0604020202020204" pitchFamily="34" charset="0"/>
                <a:ea typeface="Poppins Bold"/>
                <a:cs typeface="Arial" panose="020B0604020202020204" pitchFamily="34" charset="0"/>
                <a:sym typeface="Poppins Bold"/>
                <a:solidFill>
                  <a:srgbClr val="000000"/>
                </a:solidFill>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defRPr>
                <a:solidFill>
                  <a:srgbClr val="000000"/>
                </a:solidFill>
              </a:defRPr>
            </a:pPr>
            <a:r>
              <a:rPr lang="en-US" sz="9832" b="1" spc="68" dirty="0">
                <a:latin typeface="Arial" panose="020B0604020202020204" pitchFamily="34" charset="0"/>
                <a:ea typeface="Poppins Bold"/>
                <a:cs typeface="Arial" panose="020B0604020202020204" pitchFamily="34" charset="0"/>
                <a:sym typeface="Poppins Bold"/>
                <a:solidFill>
                  <a:srgbClr val="000000"/>
                </a:solidFill>
              </a:rPr>
              <a:t>Amen</a:t>
            </a:r>
            <a:endParaRPr lang="en-US" sz="9832" b="1" spc="68" dirty="0">
              <a:latin typeface="Arial" panose="020B0604020202020204" pitchFamily="34" charset="0"/>
              <a:ea typeface="Poppins Bold"/>
              <a:cs typeface="Arial" panose="020B0604020202020204" pitchFamily="34" charset="0"/>
              <a:sym typeface="Poppins Bold"/>
              <a:solidFill>
                <a:srgbClr val="000000"/>
              </a:solidFill>
            </a:endParaRP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Nicene Creed (4/4)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000000"/>
                </a:solidFill>
              </a:defRPr>
            </a:pPr>
            <a:r>
              <a:rPr>
                <a:solidFill>
                  <a:srgbClr val="000000"/>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000000"/>
                </a:solidFill>
              </a:defRPr>
            </a:pPr>
            <a:r>
              <a:rPr>
                <a:solidFill>
                  <a:srgbClr val="000000"/>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000000"/>
                </a:solidFill>
              </a:defRPr>
            </a:pPr>
            <a:r>
              <a:rPr>
                <a:solidFill>
                  <a:srgbClr val="000000"/>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000000"/>
                </a:solidFill>
              </a:defRPr>
            </a:pPr>
            <a:r>
              <a:rPr>
                <a:solidFill>
                  <a:srgbClr val="000000"/>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000000"/>
                </a:solidFill>
              </a:defRPr>
            </a:pPr>
            <a:r>
              <a:rPr>
                <a:solidFill>
                  <a:srgbClr val="000000"/>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000000"/>
                </a:solidFill>
              </a:defRPr>
            </a:pPr>
            <a:r>
              <a:rPr>
                <a:solidFill>
                  <a:srgbClr val="000000"/>
                </a:solidFill>
              </a:rPr>
              <a:t>12th Sunday in Ordinary Time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10000" b="1" dirty="0">
                <a:latin typeface="Arial" panose="020B0604020202020204" pitchFamily="34" charset="0"/>
                <a:cs typeface="Arial" panose="020B0604020202020204" pitchFamily="34" charset="0"/>
                <a:solidFill>
                  <a:srgbClr val="000000"/>
                </a:solidFill>
              </a:rPr>
              <a:t>All: Lord, hear our prayer.</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000000"/>
                </a:solidFill>
              </a:defRPr>
            </a:pPr>
            <a:r>
              <a:rPr lang="en-US" sz="5000" b="1" u="sng" dirty="0">
                <a:latin typeface="Georgia"/>
                <a:solidFill>
                  <a:srgbClr val="000000"/>
                </a:solidFill>
              </a:rPr>
              <a:t>Prayer of the Faithful</a:t>
            </a:r>
            <a:endParaRPr sz="5000" b="1" u="sng" dirty="0">
              <a:latin typeface="Georgia"/>
              <a:solidFill>
                <a:srgbClr val="000000"/>
              </a:solidFill>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Prayer of the Faithful (1/2)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sz="10000" b="1" dirty="0">
                <a:latin typeface="Arial" panose="020B0604020202020204" pitchFamily="34" charset="0"/>
                <a:cs typeface="Arial" panose="020B0604020202020204" pitchFamily="34" charset="0"/>
                <a:solidFill>
                  <a:srgbClr val="000000"/>
                </a:solidFill>
              </a:rPr>
              <a:t>All: Amen.</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latin typeface="Inter"/>
                <a:solidFill>
                  <a:srgbClr val="000000"/>
                </a:solidFill>
              </a:defRPr>
            </a:pPr>
            <a:r>
              <a:rPr lang="en-US" sz="6500" b="1" dirty="0">
                <a:latin typeface="Arial" panose="020B0604020202020204" pitchFamily="34" charset="0"/>
                <a:cs typeface="Arial" panose="020B0604020202020204" pitchFamily="34" charset="0"/>
                <a:solidFill>
                  <a:srgbClr val="000000"/>
                </a:solidFill>
              </a:rPr>
              <a:t>Priest:</a:t>
            </a:r>
            <a:r>
              <a:rPr lang="en-US" sz="6500" b="1" dirty="0">
                <a:latin typeface="Arial" panose="020B0604020202020204" pitchFamily="34" charset="0"/>
                <a:cs typeface="Arial" panose="020B0604020202020204" pitchFamily="34" charset="0"/>
                <a:solidFill>
                  <a:srgbClr val="000000"/>
                </a:solidFill>
              </a:rPr>
              <a:t> </a:t>
            </a:r>
            <a:r>
              <a:rPr lang="en-US" sz="6500" b="1" i="1" dirty="0">
                <a:latin typeface="Arial" panose="020B0604020202020204" pitchFamily="34" charset="0"/>
                <a:cs typeface="Arial" panose="020B0604020202020204" pitchFamily="34" charset="0"/>
                <a:solidFill>
                  <a:srgbClr val="000000"/>
                </a:solidFill>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000000"/>
                </a:solidFill>
              </a:defRPr>
            </a:pPr>
            <a:r>
              <a:rPr lang="en-US" sz="5000" b="1" u="sng" dirty="0">
                <a:latin typeface="Georgia"/>
                <a:solidFill>
                  <a:srgbClr val="000000"/>
                </a:solidFill>
              </a:rPr>
              <a:t>Prayer of the Faithful</a:t>
            </a:r>
            <a:endParaRPr sz="5000" b="1" u="sng" dirty="0">
              <a:latin typeface="Georgia"/>
              <a:solidFill>
                <a:srgbClr val="000000"/>
              </a:solidFill>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Prayer of the Faithful (2/2)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000000"/>
                </a:solidFill>
              </a:defRPr>
            </a:pPr>
            <a:r>
              <a:rPr>
                <a:solidFill>
                  <a:srgbClr val="000000"/>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000000"/>
                </a:solidFill>
              </a:defRPr>
            </a:pPr>
            <a:r>
              <a:rPr>
                <a:solidFill>
                  <a:srgbClr val="000000"/>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000000"/>
                </a:solidFill>
              </a:defRPr>
            </a:pPr>
            <a:r>
              <a:rPr>
                <a:solidFill>
                  <a:srgbClr val="000000"/>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000000"/>
                </a:solidFill>
              </a:defRPr>
            </a:pPr>
            <a:r>
              <a:rPr>
                <a:solidFill>
                  <a:srgbClr val="000000"/>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000000"/>
                </a:solidFill>
              </a:defRPr>
            </a:pPr>
            <a:r>
              <a:rPr>
                <a:solidFill>
                  <a:srgbClr val="000000"/>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000000"/>
                </a:solidFill>
              </a:defRPr>
            </a:pPr>
            <a:r>
              <a:rPr>
                <a:solidFill>
                  <a:srgbClr val="000000"/>
                </a:solidFill>
              </a:rPr>
              <a:t>12th Sunday in Ordinary Time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000000"/>
                </a:solidFill>
              </a:defRPr>
            </a:pPr>
            <a:r>
              <a:rPr sz="3850" b="1" u="sng">
                <a:latin typeface="Georgia"/>
                <a:solidFill>
                  <a:srgbClr val="000000"/>
                </a:solidFill>
              </a:rPr>
              <a:t>Gift of Finest Wheat</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0">
                <a:latin typeface="Poppins"/>
                <a:solidFill>
                  <a:srgbClr val="000000"/>
                </a:solidFill>
              </a:rPr>
              <a:t>YOU SATISFY THE HUNGRY HEART</a:t>
            </a:r>
          </a:p>
          <a:p>
            <a:pPr algn="ctr">
              <a:lnSpc>
                <a:spcPct val="70000"/>
              </a:lnSpc>
              <a:defRPr>
                <a:solidFill>
                  <a:srgbClr val="000000"/>
                </a:solidFill>
              </a:defRPr>
            </a:pPr>
            <a:r>
              <a:rPr sz="7500" b="1" i="0">
                <a:latin typeface="Poppins"/>
                <a:solidFill>
                  <a:srgbClr val="000000"/>
                </a:solidFill>
              </a:rPr>
              <a:t>WITH GIFT OF FINEST WHEAT,</a:t>
            </a:r>
          </a:p>
          <a:p>
            <a:pPr algn="ctr">
              <a:lnSpc>
                <a:spcPct val="70000"/>
              </a:lnSpc>
              <a:defRPr>
                <a:solidFill>
                  <a:srgbClr val="000000"/>
                </a:solidFill>
              </a:defRPr>
            </a:pPr>
            <a:r>
              <a:rPr sz="7500" b="1" i="0">
                <a:latin typeface="Poppins"/>
                <a:solidFill>
                  <a:srgbClr val="000000"/>
                </a:solidFill>
              </a:rPr>
              <a:t>COME GIVE TO US, O SAVING LORD,</a:t>
            </a:r>
          </a:p>
          <a:p>
            <a:pPr algn="ctr">
              <a:lnSpc>
                <a:spcPct val="70000"/>
              </a:lnSpc>
              <a:defRPr>
                <a:solidFill>
                  <a:srgbClr val="000000"/>
                </a:solidFill>
              </a:defRPr>
            </a:pPr>
            <a:r>
              <a:rPr sz="7500" b="1" i="0">
                <a:latin typeface="Poppins"/>
                <a:solidFill>
                  <a:srgbClr val="000000"/>
                </a:solidFill>
              </a:rPr>
              <a:t>THE BREAD OF LIFE TO EAT.</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1">
                <a:latin typeface="Poppins"/>
                <a:solidFill>
                  <a:srgbClr val="000000"/>
                </a:solidFill>
              </a:rPr>
              <a:t>AS WHEN THE GRAIN BY SAINTS BELIEVED</a:t>
            </a:r>
          </a:p>
          <a:p>
            <a:pPr algn="ctr">
              <a:lnSpc>
                <a:spcPct val="70000"/>
              </a:lnSpc>
              <a:defRPr>
                <a:solidFill>
                  <a:srgbClr val="000000"/>
                </a:solidFill>
              </a:defRPr>
            </a:pPr>
            <a:r>
              <a:rPr sz="7500" b="1" i="1">
                <a:latin typeface="Poppins"/>
                <a:solidFill>
                  <a:srgbClr val="000000"/>
                </a:solidFill>
              </a:rPr>
              <a:t>WAS BLESSED AND BROKEN, LORD,</a:t>
            </a:r>
          </a:p>
          <a:p>
            <a:pPr algn="ctr">
              <a:lnSpc>
                <a:spcPct val="70000"/>
              </a:lnSpc>
              <a:defRPr>
                <a:solidFill>
                  <a:srgbClr val="000000"/>
                </a:solidFill>
              </a:defRPr>
            </a:pPr>
            <a:r>
              <a:rPr sz="7500" b="1" i="1">
                <a:latin typeface="Poppins"/>
                <a:solidFill>
                  <a:srgbClr val="000000"/>
                </a:solidFill>
              </a:rPr>
              <a:t>SO MAY YOUR CHURCH IN LANDS TODAY</a:t>
            </a:r>
          </a:p>
          <a:p>
            <a:pPr algn="ctr">
              <a:lnSpc>
                <a:spcPct val="70000"/>
              </a:lnSpc>
              <a:defRPr>
                <a:solidFill>
                  <a:srgbClr val="000000"/>
                </a:solidFill>
              </a:defRPr>
            </a:pPr>
            <a:r>
              <a:rPr sz="7500" b="1" i="1">
                <a:latin typeface="Poppins"/>
                <a:solidFill>
                  <a:srgbClr val="000000"/>
                </a:solidFill>
              </a:rPr>
              <a:t>BE FED, YOUR PRAISE RESTORED.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Offertory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0">
                <a:latin typeface="Poppins"/>
                <a:solidFill>
                  <a:srgbClr val="000000"/>
                </a:solidFill>
              </a:rPr>
              <a:t>O LORD OF HARVEST, GRANT THAT WE</a:t>
            </a:r>
          </a:p>
          <a:p>
            <a:pPr algn="ctr">
              <a:lnSpc>
                <a:spcPct val="70000"/>
              </a:lnSpc>
              <a:defRPr>
                <a:solidFill>
                  <a:srgbClr val="000000"/>
                </a:solidFill>
              </a:defRPr>
            </a:pPr>
            <a:r>
              <a:rPr sz="7500" b="1" i="0">
                <a:latin typeface="Poppins"/>
                <a:solidFill>
                  <a:srgbClr val="000000"/>
                </a:solidFill>
              </a:rPr>
              <a:t>WHO SHARE THIS MYSTERY HERE</a:t>
            </a:r>
          </a:p>
          <a:p>
            <a:pPr algn="ctr">
              <a:lnSpc>
                <a:spcPct val="70000"/>
              </a:lnSpc>
              <a:defRPr>
                <a:solidFill>
                  <a:srgbClr val="000000"/>
                </a:solidFill>
              </a:defRPr>
            </a:pPr>
            <a:r>
              <a:rPr sz="7500" b="1" i="0">
                <a:latin typeface="Poppins"/>
                <a:solidFill>
                  <a:srgbClr val="000000"/>
                </a:solidFill>
              </a:rPr>
              <a:t>MAY FOLLOW YOU UNCEASINGLY</a:t>
            </a:r>
          </a:p>
          <a:p>
            <a:pPr algn="ctr">
              <a:lnSpc>
                <a:spcPct val="70000"/>
              </a:lnSpc>
              <a:defRPr>
                <a:solidFill>
                  <a:srgbClr val="000000"/>
                </a:solidFill>
              </a:defRPr>
            </a:pPr>
            <a:r>
              <a:rPr sz="7500" b="1" i="0">
                <a:latin typeface="Poppins"/>
                <a:solidFill>
                  <a:srgbClr val="000000"/>
                </a:solidFill>
              </a:rPr>
              <a:t>IN PRAISE, IN LOVE, IN FEAR.</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400" b="1" i="1">
                <a:latin typeface="Poppins"/>
                <a:solidFill>
                  <a:srgbClr val="000000"/>
                </a:solidFill>
              </a:rPr>
              <a:t>ONE BREAD, ONE CUP, ONE LIFE, ONE LORD—</a:t>
            </a:r>
          </a:p>
          <a:p>
            <a:pPr algn="ctr">
              <a:lnSpc>
                <a:spcPct val="70000"/>
              </a:lnSpc>
              <a:defRPr>
                <a:solidFill>
                  <a:srgbClr val="000000"/>
                </a:solidFill>
              </a:defRPr>
            </a:pPr>
            <a:r>
              <a:rPr sz="7400" b="1" i="1">
                <a:latin typeface="Poppins"/>
                <a:solidFill>
                  <a:srgbClr val="000000"/>
                </a:solidFill>
              </a:rPr>
              <a:t>WE OFFER, CHRIST, TO YOU;</a:t>
            </a:r>
          </a:p>
          <a:p>
            <a:pPr algn="ctr">
              <a:lnSpc>
                <a:spcPct val="70000"/>
              </a:lnSpc>
              <a:defRPr>
                <a:solidFill>
                  <a:srgbClr val="000000"/>
                </a:solidFill>
              </a:defRPr>
            </a:pPr>
            <a:r>
              <a:rPr sz="7400" b="1" i="1">
                <a:latin typeface="Poppins"/>
                <a:solidFill>
                  <a:srgbClr val="000000"/>
                </a:solidFill>
              </a:rPr>
              <a:t>UNTIL WE SHARE YOUR BANQUET BOARD</a:t>
            </a:r>
          </a:p>
          <a:p>
            <a:pPr algn="ctr">
              <a:lnSpc>
                <a:spcPct val="70000"/>
              </a:lnSpc>
              <a:defRPr>
                <a:solidFill>
                  <a:srgbClr val="000000"/>
                </a:solidFill>
              </a:defRPr>
            </a:pPr>
            <a:r>
              <a:rPr sz="7400" b="1" i="1">
                <a:latin typeface="Poppins"/>
                <a:solidFill>
                  <a:srgbClr val="000000"/>
                </a:solidFill>
              </a:rPr>
              <a:t>WHERE ALL THE WORLD IS NEW.</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Offertory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Eucharist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sz="6500" dirty="0">
                <a:latin typeface="Arial" panose="020B0604020202020204" pitchFamily="34" charset="0"/>
                <a:cs typeface="Arial" panose="020B0604020202020204" pitchFamily="34" charset="0"/>
                <a:solidFill>
                  <a:srgbClr val="000000"/>
                </a:solidFill>
              </a:rPr>
              <a:t>Priest:</a:t>
            </a:r>
            <a:r>
              <a:rPr sz="6500" dirty="0">
                <a:latin typeface="Arial" panose="020B0604020202020204" pitchFamily="34" charset="0"/>
                <a:cs typeface="Arial" panose="020B0604020202020204" pitchFamily="34" charset="0"/>
                <a:solidFill>
                  <a:srgbClr val="000000"/>
                </a:solidFill>
              </a:rPr>
              <a:t> </a:t>
            </a:r>
            <a:r>
              <a:rPr sz="6500" i="1" dirty="0">
                <a:latin typeface="Arial" panose="020B0604020202020204" pitchFamily="34" charset="0"/>
                <a:cs typeface="Arial" panose="020B0604020202020204" pitchFamily="34" charset="0"/>
                <a:solidFill>
                  <a:srgbClr val="000000"/>
                </a:solidFill>
              </a:rPr>
              <a:t>Pray, brethren, that my sacrifice and yours may be acceptable to God,</a:t>
            </a:r>
            <a:endParaRPr lang="en-US" sz="6500" i="1" dirty="0">
              <a:latin typeface="Arial" panose="020B0604020202020204" pitchFamily="34" charset="0"/>
              <a:cs typeface="Arial" panose="020B0604020202020204" pitchFamily="34" charset="0"/>
              <a:solidFill>
                <a:srgbClr val="000000"/>
              </a:solidFill>
            </a:endParaRPr>
          </a:p>
          <a:p>
            <a:pPr algn="ctr">
              <a:spcBef>
                <a:spcPts val="400"/>
              </a:spcBef>
              <a:spcAft>
                <a:spcPts val="500"/>
              </a:spcAft>
              <a:defRPr sz="5500" b="1" i="0" u="none">
                <a:latin typeface="Inter"/>
                <a:solidFill>
                  <a:srgbClr val="000000"/>
                </a:solidFill>
              </a:defRPr>
            </a:pPr>
            <a:r>
              <a:rPr sz="6500" i="1" dirty="0">
                <a:latin typeface="Arial" panose="020B0604020202020204" pitchFamily="34" charset="0"/>
                <a:cs typeface="Arial" panose="020B0604020202020204" pitchFamily="34" charset="0"/>
                <a:solidFill>
                  <a:srgbClr val="000000"/>
                </a:solidFill>
              </a:rPr>
              <a:t>the almighty Father.</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7500" dirty="0">
                <a:latin typeface="Arial" panose="020B0604020202020204" pitchFamily="34" charset="0"/>
                <a:cs typeface="Arial" panose="020B0604020202020204" pitchFamily="34" charset="0"/>
                <a:solidFill>
                  <a:srgbClr val="000000"/>
                </a:solidFill>
              </a:rP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Eucharist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Eucharist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sz="6500" dirty="0">
                <a:latin typeface="Arial" panose="020B0604020202020204" pitchFamily="34" charset="0"/>
                <a:cs typeface="Arial" panose="020B0604020202020204" pitchFamily="34" charset="0"/>
                <a:solidFill>
                  <a:srgbClr val="000000"/>
                </a:solidFill>
              </a:rPr>
              <a:t>Priest:</a:t>
            </a:r>
            <a:r>
              <a:rPr sz="6500" dirty="0">
                <a:latin typeface="Arial" panose="020B0604020202020204" pitchFamily="34" charset="0"/>
                <a:cs typeface="Arial" panose="020B0604020202020204" pitchFamily="34" charset="0"/>
                <a:solidFill>
                  <a:srgbClr val="000000"/>
                </a:solidFill>
              </a:rPr>
              <a:t> </a:t>
            </a:r>
            <a:r>
              <a:rPr sz="6500" i="1" dirty="0">
                <a:latin typeface="Arial" panose="020B0604020202020204" pitchFamily="34" charset="0"/>
                <a:cs typeface="Arial" panose="020B0604020202020204" pitchFamily="34" charset="0"/>
                <a:solidFill>
                  <a:srgbClr val="000000"/>
                </a:solidFill>
              </a:rPr>
              <a:t>The Lord be with you.</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6500" dirty="0">
                <a:latin typeface="Arial" panose="020B0604020202020204" pitchFamily="34" charset="0"/>
                <a:cs typeface="Arial" panose="020B0604020202020204" pitchFamily="34" charset="0"/>
                <a:solidFill>
                  <a:srgbClr val="000000"/>
                </a:solidFill>
              </a:rPr>
              <a:t>Priest:</a:t>
            </a:r>
            <a:r>
              <a:rPr lang="en-US" sz="6500" dirty="0">
                <a:latin typeface="Arial" panose="020B0604020202020204" pitchFamily="34" charset="0"/>
                <a:cs typeface="Arial" panose="020B0604020202020204" pitchFamily="34" charset="0"/>
                <a:solidFill>
                  <a:srgbClr val="000000"/>
                </a:solidFill>
              </a:rPr>
              <a:t> </a:t>
            </a:r>
            <a:r>
              <a:rPr lang="en-US" sz="6500" i="1" dirty="0">
                <a:latin typeface="Arial" panose="020B0604020202020204" pitchFamily="34" charset="0"/>
                <a:cs typeface="Arial" panose="020B0604020202020204" pitchFamily="34" charset="0"/>
                <a:solidFill>
                  <a:srgbClr val="000000"/>
                </a:solidFill>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latin typeface="Inter"/>
                <a:solidFill>
                  <a:srgbClr val="000000"/>
                </a:solidFill>
              </a:defRPr>
            </a:pPr>
            <a:r>
              <a:rPr lang="en-US" sz="6500" dirty="0">
                <a:latin typeface="Arial" panose="020B0604020202020204" pitchFamily="34" charset="0"/>
                <a:cs typeface="Arial" panose="020B0604020202020204" pitchFamily="34" charset="0"/>
                <a:solidFill>
                  <a:srgbClr val="000000"/>
                </a:solidFill>
              </a:rPr>
              <a:t>Priest:</a:t>
            </a:r>
            <a:r>
              <a:rPr lang="en-US" sz="6500" dirty="0">
                <a:latin typeface="Arial" panose="020B0604020202020204" pitchFamily="34" charset="0"/>
                <a:cs typeface="Arial" panose="020B0604020202020204" pitchFamily="34" charset="0"/>
                <a:solidFill>
                  <a:srgbClr val="000000"/>
                </a:solidFill>
              </a:rPr>
              <a:t> </a:t>
            </a:r>
            <a:r>
              <a:rPr lang="en-US" sz="6500" i="1" dirty="0">
                <a:latin typeface="Arial" panose="020B0604020202020204" pitchFamily="34" charset="0"/>
                <a:cs typeface="Arial" panose="020B0604020202020204" pitchFamily="34" charset="0"/>
                <a:solidFill>
                  <a:srgbClr val="000000"/>
                </a:solidFill>
              </a:rPr>
              <a:t>Let us give thanks to the</a:t>
            </a:r>
          </a:p>
          <a:p>
            <a:pPr algn="ctr">
              <a:defRPr sz="5500" b="1" i="0" u="none">
                <a:latin typeface="Inter"/>
                <a:solidFill>
                  <a:srgbClr val="000000"/>
                </a:solidFill>
              </a:defRPr>
            </a:pPr>
            <a:r>
              <a:rPr lang="en-US" sz="6500" i="1" dirty="0">
                <a:latin typeface="Arial" panose="020B0604020202020204" pitchFamily="34" charset="0"/>
                <a:cs typeface="Arial" panose="020B0604020202020204" pitchFamily="34" charset="0"/>
                <a:solidFill>
                  <a:srgbClr val="000000"/>
                </a:solidFill>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7500" dirty="0">
                <a:latin typeface="Arial" panose="020B0604020202020204" pitchFamily="34" charset="0"/>
                <a:cs typeface="Arial" panose="020B0604020202020204" pitchFamily="34" charset="0"/>
                <a:solidFill>
                  <a:srgbClr val="000000"/>
                </a:solidFill>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7500" dirty="0">
                <a:latin typeface="Arial" panose="020B0604020202020204" pitchFamily="34" charset="0"/>
                <a:cs typeface="Arial" panose="020B0604020202020204" pitchFamily="34" charset="0"/>
                <a:solidFill>
                  <a:srgbClr val="000000"/>
                </a:solidFill>
              </a:rPr>
              <a:t>All: We lift them up to the Lord.</a:t>
            </a: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Eucharist</a:t>
            </a:r>
          </a:p>
        </p:txBody>
      </p:sp>
      <p:sp>
        <p:nvSpPr>
          <p:cNvPr id="3" name="TextBox 2">
            <a:extLst>
              <a:ext uri="{FF2B5EF4-FFF2-40B4-BE49-F238E27FC236}">
                <a16:creationId xmlns:a16="http://schemas.microsoft.com/office/drawing/2014/main" id="{CA37E2CD-6598-89D4-6A8B-8276F41A0DBB}"/>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7500" dirty="0">
                <a:latin typeface="Arial" panose="020B0604020202020204" pitchFamily="34" charset="0"/>
                <a:cs typeface="Arial" panose="020B0604020202020204" pitchFamily="34" charset="0"/>
                <a:solidFill>
                  <a:srgbClr val="000000"/>
                </a:solidFill>
              </a:rPr>
              <a:t>All: It is right and just.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Eucharist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defRPr>
                <a:solidFill>
                  <a:srgbClr val="000000"/>
                </a:solidFill>
              </a:defRPr>
            </a:pPr>
            <a:r>
              <a:rPr lang="en-US" sz="6000" b="1" dirty="0">
                <a:latin typeface="Arial" panose="020B0604020202020204" pitchFamily="34" charset="0"/>
                <a:cs typeface="Arial" panose="020B0604020202020204" pitchFamily="34" charset="0"/>
                <a:solidFill>
                  <a:srgbClr val="000000"/>
                </a:solidFill>
              </a:rPr>
              <a:t>HOLY, HOLY, HOLY</a:t>
            </a:r>
          </a:p>
          <a:p>
            <a:pPr algn="ctr">
              <a:defRPr>
                <a:solidFill>
                  <a:srgbClr val="000000"/>
                </a:solidFill>
              </a:defRPr>
            </a:pPr>
            <a:r>
              <a:rPr lang="en-US" sz="6000" b="1" dirty="0">
                <a:latin typeface="Arial" panose="020B0604020202020204" pitchFamily="34" charset="0"/>
                <a:cs typeface="Arial" panose="020B0604020202020204" pitchFamily="34" charset="0"/>
                <a:solidFill>
                  <a:srgbClr val="000000"/>
                </a:solidFill>
              </a:rPr>
              <a:t>LORD GOD OF HOST. </a:t>
            </a:r>
          </a:p>
          <a:p>
            <a:pPr algn="ctr">
              <a:defRPr>
                <a:solidFill>
                  <a:srgbClr val="000000"/>
                </a:solidFill>
              </a:defRPr>
            </a:pPr>
            <a:r>
              <a:rPr lang="en-US" sz="6000" b="1" dirty="0">
                <a:latin typeface="Arial" panose="020B0604020202020204" pitchFamily="34" charset="0"/>
                <a:cs typeface="Arial" panose="020B0604020202020204" pitchFamily="34" charset="0"/>
                <a:solidFill>
                  <a:srgbClr val="000000"/>
                </a:solidFill>
              </a:rPr>
              <a:t>HEAVEN AND EARTH ARE</a:t>
            </a:r>
          </a:p>
          <a:p>
            <a:pPr algn="ctr">
              <a:defRPr>
                <a:solidFill>
                  <a:srgbClr val="000000"/>
                </a:solidFill>
              </a:defRPr>
            </a:pPr>
            <a:r>
              <a:rPr lang="en-US" sz="6000" b="1" dirty="0">
                <a:latin typeface="Arial" panose="020B0604020202020204" pitchFamily="34" charset="0"/>
                <a:cs typeface="Arial" panose="020B0604020202020204" pitchFamily="34" charset="0"/>
                <a:solidFill>
                  <a:srgbClr val="000000"/>
                </a:solidFill>
              </a:rPr>
              <a:t>FULL OF YOUR GLORY,</a:t>
            </a:r>
          </a:p>
          <a:p>
            <a:pPr algn="ctr">
              <a:defRPr>
                <a:solidFill>
                  <a:srgbClr val="000000"/>
                </a:solidFill>
              </a:defRPr>
            </a:pPr>
            <a:r>
              <a:rPr lang="en-US" sz="6000" b="1" dirty="0">
                <a:latin typeface="Arial" panose="020B0604020202020204" pitchFamily="34" charset="0"/>
                <a:cs typeface="Arial" panose="020B0604020202020204" pitchFamily="34" charset="0"/>
                <a:solidFill>
                  <a:srgbClr val="000000"/>
                </a:solidFill>
              </a:rPr>
              <a:t>FULL OF YOUR GLORY.</a:t>
            </a:r>
          </a:p>
          <a:p>
            <a:pPr algn="ctr">
              <a:defRPr>
                <a:solidFill>
                  <a:srgbClr val="000000"/>
                </a:solidFill>
              </a:defRPr>
            </a:pPr>
            <a:r>
              <a:rPr lang="en-US" sz="6000" b="1" i="1" dirty="0">
                <a:latin typeface="Arial" panose="020B0604020202020204" pitchFamily="34" charset="0"/>
                <a:cs typeface="Arial" panose="020B0604020202020204" pitchFamily="34" charset="0"/>
                <a:solidFill>
                  <a:srgbClr val="000000"/>
                </a:solidFill>
              </a:rPr>
              <a:t>HOSANNA IN THE HIGHEST(2X)</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defRPr>
                <a:solidFill>
                  <a:srgbClr val="000000"/>
                </a:solidFill>
              </a:defRPr>
            </a:pPr>
            <a:r>
              <a:rPr lang="en-US" sz="6000" b="1" dirty="0">
                <a:latin typeface="Arial" panose="020B0604020202020204" pitchFamily="34" charset="0"/>
                <a:cs typeface="Arial" panose="020B0604020202020204" pitchFamily="34" charset="0"/>
                <a:solidFill>
                  <a:srgbClr val="000000"/>
                </a:solidFill>
              </a:rPr>
              <a:t>BLESSED IS HE WHO COMES</a:t>
            </a:r>
          </a:p>
          <a:p>
            <a:pPr algn="ctr">
              <a:defRPr>
                <a:solidFill>
                  <a:srgbClr val="000000"/>
                </a:solidFill>
              </a:defRPr>
            </a:pPr>
            <a:r>
              <a:rPr lang="en-US" sz="6000" b="1" dirty="0">
                <a:latin typeface="Arial" panose="020B0604020202020204" pitchFamily="34" charset="0"/>
                <a:cs typeface="Arial" panose="020B0604020202020204" pitchFamily="34" charset="0"/>
                <a:solidFill>
                  <a:srgbClr val="000000"/>
                </a:solidFill>
              </a:rPr>
              <a:t>IN THE NAME OF THE LORD.</a:t>
            </a:r>
          </a:p>
          <a:p>
            <a:pPr algn="ctr">
              <a:defRPr>
                <a:solidFill>
                  <a:srgbClr val="000000"/>
                </a:solidFill>
              </a:defRPr>
            </a:pPr>
            <a:r>
              <a:rPr lang="en-US" sz="6000" b="1" i="1" dirty="0">
                <a:latin typeface="Arial" panose="020B0604020202020204" pitchFamily="34" charset="0"/>
                <a:cs typeface="Arial" panose="020B0604020202020204" pitchFamily="34" charset="0"/>
                <a:solidFill>
                  <a:srgbClr val="000000"/>
                </a:solidFill>
              </a:rPr>
              <a:t>HOSANNA IN THE HIGHEST(4X)</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Sanctus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Eucharist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6000" b="1" dirty="0">
                <a:latin typeface="Arial" panose="020B0604020202020204" pitchFamily="34" charset="0"/>
                <a:cs typeface="Arial" panose="020B0604020202020204" pitchFamily="34" charset="0"/>
                <a:solidFill>
                  <a:srgbClr val="000000"/>
                </a:solidFill>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solidFill>
                <a:srgbClr val="000000"/>
              </a:solidFill>
            </a:endParaRP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000000"/>
                </a:solidFill>
              </a:defRPr>
            </a:pPr>
            <a:r>
              <a:rPr lang="en-US" sz="5000" b="1" u="sng" dirty="0">
                <a:latin typeface="Georgia"/>
                <a:solidFill>
                  <a:srgbClr val="000000"/>
                </a:solidFill>
              </a:rPr>
              <a:t>The Mystery Of Faith</a:t>
            </a:r>
            <a:endParaRPr sz="5000" b="1" u="sng" dirty="0">
              <a:latin typeface="Georgia"/>
              <a:solidFill>
                <a:srgbClr val="000000"/>
              </a:solidFill>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The Eucharistic Prayer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Liturgy of the Eucharist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000000"/>
                </a:solidFill>
              </a:defRPr>
            </a:pPr>
            <a:r>
              <a:rPr lang="en-US" sz="8000" dirty="0">
                <a:latin typeface="Arial" panose="020B0604020202020204" pitchFamily="34" charset="0"/>
                <a:cs typeface="Arial" panose="020B0604020202020204" pitchFamily="34" charset="0"/>
                <a:solidFill>
                  <a:srgbClr val="000000"/>
                </a:solidFill>
              </a:rPr>
              <a:t>AMEN AMEN AMEN AMEN</a:t>
            </a:r>
          </a:p>
          <a:p>
            <a:pPr algn="ctr">
              <a:spcBef>
                <a:spcPts val="400"/>
              </a:spcBef>
              <a:spcAft>
                <a:spcPts val="500"/>
              </a:spcAft>
              <a:defRPr sz="5500" b="1" i="0" u="none">
                <a:latin typeface="Inter"/>
                <a:solidFill>
                  <a:srgbClr val="000000"/>
                </a:solidFill>
              </a:defRPr>
            </a:pPr>
            <a:r>
              <a:rPr lang="en-US" sz="8000" dirty="0">
                <a:latin typeface="Arial" panose="020B0604020202020204" pitchFamily="34" charset="0"/>
                <a:cs typeface="Arial" panose="020B0604020202020204" pitchFamily="34" charset="0"/>
                <a:solidFill>
                  <a:srgbClr val="000000"/>
                </a:solidFill>
              </a:rPr>
              <a:t>AMEN AMEN AMEN AMEN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Great Amen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3600" b="1" i="0" u="sng">
                <a:latin typeface="Georgia"/>
                <a:solidFill>
                  <a:srgbClr val="000000"/>
                </a:solidFill>
              </a:defRPr>
            </a:pPr>
            <a:r>
              <a:rPr>
                <a:solidFill>
                  <a:srgbClr val="000000"/>
                </a:solidFill>
              </a:rPr>
              <a:t>Our Father</a:t>
            </a:r>
          </a:p>
        </p:txBody>
      </p:sp>
      <p:sp>
        <p:nvSpPr>
          <p:cNvPr id="3" name="TextBox 2"/>
          <p:cNvSpPr txBox="1"/>
          <p:nvPr/>
        </p:nvSpPr>
        <p:spPr>
          <a:xfrm>
            <a:off x="0" y="849034"/>
            <a:ext cx="18288000" cy="4067687"/>
          </a:xfrm>
          <a:prstGeom prst="rect">
            <a:avLst/>
          </a:prstGeom>
          <a:noFill/>
        </p:spPr>
        <p:txBody>
          <a:bodyPr wrap="square" lIns="109728" tIns="73152" rIns="109728" bIns="73152" anchor="ctr">
            <a:noAutofit/>
          </a:bodyPr>
          <a:lstStyle/>
          <a:p>
            <a:pPr algn="ctr">
              <a:lnSpc>
                <a:spcPts val="5500"/>
              </a:lnSpc>
              <a:spcBef>
                <a:spcPts val="400"/>
              </a:spcBef>
              <a:defRPr sz="2600" b="1" i="0" u="none">
                <a:latin typeface="Arial"/>
                <a:solidFill>
                  <a:srgbClr val="000000"/>
                </a:solidFill>
              </a:defRPr>
            </a:pPr>
            <a:r>
              <a:rPr lang="en-US" sz="7000" b="1" dirty="0">
                <a:latin typeface="Arial" panose="020B0604020202020204" pitchFamily="34" charset="0"/>
                <a:cs typeface="Arial" panose="020B0604020202020204" pitchFamily="34" charset="0"/>
                <a:solidFill>
                  <a:srgbClr val="000000"/>
                </a:solidFill>
              </a:rPr>
              <a:t>OUR FATHER, WHO ART IN HEAVEN,</a:t>
            </a:r>
          </a:p>
          <a:p>
            <a:pPr algn="ctr">
              <a:lnSpc>
                <a:spcPts val="5500"/>
              </a:lnSpc>
              <a:defRPr sz="2600" b="0" i="0" u="none">
                <a:latin typeface="Arial"/>
                <a:solidFill>
                  <a:srgbClr val="000000"/>
                </a:solidFill>
              </a:defRPr>
            </a:pPr>
            <a:r>
              <a:rPr lang="en-US" sz="7000" b="1" dirty="0">
                <a:latin typeface="Arial" panose="020B0604020202020204" pitchFamily="34" charset="0"/>
                <a:cs typeface="Arial" panose="020B0604020202020204" pitchFamily="34" charset="0"/>
                <a:solidFill>
                  <a:srgbClr val="000000"/>
                </a:solidFill>
              </a:rPr>
              <a:t>HALLOWED BE YOUR NAME;</a:t>
            </a:r>
          </a:p>
          <a:p>
            <a:pPr algn="ctr">
              <a:lnSpc>
                <a:spcPts val="5500"/>
              </a:lnSpc>
              <a:defRPr sz="2600" b="0" i="0" u="none">
                <a:latin typeface="Arial"/>
                <a:solidFill>
                  <a:srgbClr val="000000"/>
                </a:solidFill>
              </a:defRPr>
            </a:pPr>
            <a:r>
              <a:rPr lang="en-US" sz="7000" b="1" dirty="0">
                <a:latin typeface="Arial" panose="020B0604020202020204" pitchFamily="34" charset="0"/>
                <a:cs typeface="Arial" panose="020B0604020202020204" pitchFamily="34" charset="0"/>
                <a:solidFill>
                  <a:srgbClr val="000000"/>
                </a:solidFill>
              </a:rPr>
              <a:t>YOUR KINGDOM COME,</a:t>
            </a:r>
          </a:p>
          <a:p>
            <a:pPr algn="ctr">
              <a:lnSpc>
                <a:spcPts val="5500"/>
              </a:lnSpc>
              <a:defRPr sz="2600" b="0" i="0" u="none">
                <a:latin typeface="Arial"/>
                <a:solidFill>
                  <a:srgbClr val="000000"/>
                </a:solidFill>
              </a:defRPr>
            </a:pPr>
            <a:r>
              <a:rPr lang="en-US" sz="7000" b="1" dirty="0">
                <a:latin typeface="Arial" panose="020B0604020202020204" pitchFamily="34" charset="0"/>
                <a:cs typeface="Arial" panose="020B0604020202020204" pitchFamily="34" charset="0"/>
                <a:solidFill>
                  <a:srgbClr val="000000"/>
                </a:solidFill>
              </a:rPr>
              <a:t>YOUR WILL BE DONE,</a:t>
            </a:r>
          </a:p>
          <a:p>
            <a:pPr algn="ctr">
              <a:lnSpc>
                <a:spcPts val="5500"/>
              </a:lnSpc>
              <a:defRPr sz="2600" b="0" i="0" u="none">
                <a:latin typeface="Arial"/>
                <a:solidFill>
                  <a:srgbClr val="000000"/>
                </a:solidFill>
              </a:defRPr>
            </a:pPr>
            <a:r>
              <a:rPr lang="en-US" sz="7000" b="1" dirty="0">
                <a:latin typeface="Arial" panose="020B0604020202020204" pitchFamily="34" charset="0"/>
                <a:cs typeface="Arial" panose="020B0604020202020204" pitchFamily="34" charset="0"/>
                <a:solidFill>
                  <a:srgbClr val="000000"/>
                </a:solidFill>
              </a:rPr>
              <a:t>ON EARTH AS IT IS IN HEAVEN.</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Our Father</a:t>
            </a:r>
          </a:p>
        </p:txBody>
      </p:sp>
      <p:sp>
        <p:nvSpPr>
          <p:cNvPr id="5" name="TextBox 4">
            <a:extLst>
              <a:ext uri="{FF2B5EF4-FFF2-40B4-BE49-F238E27FC236}">
                <a16:creationId xmlns:a16="http://schemas.microsoft.com/office/drawing/2014/main" id="{B0E41674-432D-59B5-74C3-4778FD3C73E2}"/>
              </a:ext>
            </a:extLst>
          </p:cNvPr>
          <p:cNvSpPr txBox="1"/>
          <p:nvPr/>
        </p:nvSpPr>
        <p:spPr>
          <a:xfrm>
            <a:off x="0" y="4787347"/>
            <a:ext cx="18288000" cy="5499653"/>
          </a:xfrm>
          <a:prstGeom prst="rect">
            <a:avLst/>
          </a:prstGeom>
          <a:noFill/>
        </p:spPr>
        <p:txBody>
          <a:bodyPr wrap="square" lIns="109728" tIns="73152" rIns="109728" bIns="73152" anchor="ctr">
            <a:noAutofit/>
          </a:bodyPr>
          <a:lstStyle/>
          <a:p>
            <a:pPr algn="ctr">
              <a:lnSpc>
                <a:spcPts val="5500"/>
              </a:lnSpc>
              <a:defRPr sz="2600" b="0" i="0" u="none">
                <a:latin typeface="Arial"/>
                <a:solidFill>
                  <a:srgbClr val="000000"/>
                </a:solidFill>
              </a:defRPr>
            </a:pPr>
            <a:r>
              <a:rPr lang="en-US" sz="7000" b="1" i="1" dirty="0">
                <a:latin typeface="Arial" panose="020B0604020202020204" pitchFamily="34" charset="0"/>
                <a:cs typeface="Arial" panose="020B0604020202020204" pitchFamily="34" charset="0"/>
                <a:solidFill>
                  <a:srgbClr val="000000"/>
                </a:solidFill>
              </a:rPr>
              <a:t>GIVE US THIS DAY OUR DAILY BREAD;</a:t>
            </a:r>
          </a:p>
          <a:p>
            <a:pPr algn="ctr">
              <a:lnSpc>
                <a:spcPts val="5500"/>
              </a:lnSpc>
              <a:defRPr sz="2600" b="0" i="0" u="none">
                <a:latin typeface="Arial"/>
                <a:solidFill>
                  <a:srgbClr val="000000"/>
                </a:solidFill>
              </a:defRPr>
            </a:pPr>
            <a:r>
              <a:rPr lang="en-US" sz="7000" b="1" i="1" dirty="0">
                <a:latin typeface="Arial" panose="020B0604020202020204" pitchFamily="34" charset="0"/>
                <a:cs typeface="Arial" panose="020B0604020202020204" pitchFamily="34" charset="0"/>
                <a:solidFill>
                  <a:srgbClr val="000000"/>
                </a:solidFill>
              </a:rPr>
              <a:t>AND FORGIVE US OUR TRESPASSES,</a:t>
            </a:r>
          </a:p>
          <a:p>
            <a:pPr algn="ctr">
              <a:lnSpc>
                <a:spcPts val="5500"/>
              </a:lnSpc>
              <a:defRPr sz="2600" b="0" i="0" u="none">
                <a:latin typeface="Arial"/>
                <a:solidFill>
                  <a:srgbClr val="000000"/>
                </a:solidFill>
              </a:defRPr>
            </a:pPr>
            <a:r>
              <a:rPr lang="en-US" sz="7000" b="1" i="1" dirty="0">
                <a:latin typeface="Arial" panose="020B0604020202020204" pitchFamily="34" charset="0"/>
                <a:cs typeface="Arial" panose="020B0604020202020204" pitchFamily="34" charset="0"/>
                <a:solidFill>
                  <a:srgbClr val="000000"/>
                </a:solidFill>
              </a:rPr>
              <a:t>AS WE FORGIVE THOSE WHO TRESPASS AGAINST US;</a:t>
            </a:r>
          </a:p>
          <a:p>
            <a:pPr algn="ctr">
              <a:lnSpc>
                <a:spcPts val="5500"/>
              </a:lnSpc>
              <a:defRPr sz="2600" b="0" i="0" u="none">
                <a:latin typeface="Arial"/>
                <a:solidFill>
                  <a:srgbClr val="000000"/>
                </a:solidFill>
              </a:defRPr>
            </a:pPr>
            <a:r>
              <a:rPr lang="en-US" sz="7000" b="1" i="1" dirty="0">
                <a:latin typeface="Arial" panose="020B0604020202020204" pitchFamily="34" charset="0"/>
                <a:cs typeface="Arial" panose="020B0604020202020204" pitchFamily="34" charset="0"/>
                <a:solidFill>
                  <a:srgbClr val="000000"/>
                </a:solidFill>
              </a:rPr>
              <a:t>AND LEAD US NOT INTO TEMPTATION,</a:t>
            </a:r>
          </a:p>
          <a:p>
            <a:pPr algn="ctr">
              <a:lnSpc>
                <a:spcPts val="5500"/>
              </a:lnSpc>
              <a:defRPr sz="2600" b="0" i="0" u="none">
                <a:latin typeface="Arial"/>
                <a:solidFill>
                  <a:srgbClr val="000000"/>
                </a:solidFill>
              </a:defRPr>
            </a:pPr>
            <a:r>
              <a:rPr lang="en-US" sz="7000" b="1" i="1" dirty="0">
                <a:latin typeface="Arial" panose="020B0604020202020204" pitchFamily="34" charset="0"/>
                <a:cs typeface="Arial" panose="020B0604020202020204" pitchFamily="34" charset="0"/>
                <a:solidFill>
                  <a:srgbClr val="000000"/>
                </a:solidFill>
              </a:rPr>
              <a:t>BUT DELIVER US, DELIVER US FROM EVIL.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2515F25-89C0-68BC-7278-A98A7A5A37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D65447-56D1-6AD8-3118-EE39D1BF6F6E}"/>
              </a:ext>
            </a:extLst>
          </p:cNvPr>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364"/>
              </a:spcAft>
              <a:defRPr sz="2600" b="1" i="0" u="none">
                <a:latin typeface="Arial"/>
                <a:solidFill>
                  <a:srgbClr val="000000"/>
                </a:solidFill>
              </a:defRPr>
            </a:pPr>
            <a:r>
              <a:rPr lang="en-US" sz="6600" dirty="0">
                <a:solidFill>
                  <a:srgbClr val="000000"/>
                </a:solidFill>
              </a:rPr>
              <a:t>Priest: </a:t>
            </a:r>
            <a:r>
              <a:rPr lang="en-US" sz="6600" i="1" dirty="0">
                <a:solidFill>
                  <a:srgbClr val="000000"/>
                </a:solidFill>
              </a:rPr>
              <a:t>Deliver us, Lord, we pray, from every evil, graciously grant peace in our days, that, by the help of your mercy, we may be always free from sin and safe from all distress, as we await the blessed hope and the coming of our Savior, Jesus Christ.</a:t>
            </a:r>
          </a:p>
        </p:txBody>
      </p:sp>
      <p:sp>
        <p:nvSpPr>
          <p:cNvPr id="4" name="TextBox 3">
            <a:extLst>
              <a:ext uri="{FF2B5EF4-FFF2-40B4-BE49-F238E27FC236}">
                <a16:creationId xmlns:a16="http://schemas.microsoft.com/office/drawing/2014/main" id="{C83B6D49-0276-47EA-F501-801DC099DAB5}"/>
              </a:ext>
            </a:extLst>
          </p:cNvPr>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Our Father</a:t>
            </a:r>
          </a:p>
        </p:txBody>
      </p:sp>
    </p:spTree>
    <p:extLst>
      <p:ext uri="{BB962C8B-B14F-4D97-AF65-F5344CB8AC3E}">
        <p14:creationId xmlns:p14="http://schemas.microsoft.com/office/powerpoint/2010/main" val="31773978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A70BB96-1621-B75C-C170-F0292C152C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8D2707-7756-A8E3-CBF5-4BA3F8BE583B}"/>
              </a:ext>
            </a:extLst>
          </p:cNvPr>
          <p:cNvSpPr txBox="1"/>
          <p:nvPr/>
        </p:nvSpPr>
        <p:spPr>
          <a:xfrm>
            <a:off x="914400" y="1444753"/>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latin typeface="Arial"/>
                <a:solidFill>
                  <a:srgbClr val="000000"/>
                </a:solidFill>
              </a:defRPr>
            </a:pPr>
            <a:r>
              <a:rPr lang="en-US" sz="7000" dirty="0">
                <a:solidFill>
                  <a:srgbClr val="000000"/>
                </a:solidFill>
              </a:rPr>
              <a:t>FOR THE KINGDOM, THE POWER, AND THE GLORY ARE YOURS NOW AND FOR EVER.</a:t>
            </a:r>
          </a:p>
        </p:txBody>
      </p:sp>
      <p:sp>
        <p:nvSpPr>
          <p:cNvPr id="4" name="TextBox 3">
            <a:extLst>
              <a:ext uri="{FF2B5EF4-FFF2-40B4-BE49-F238E27FC236}">
                <a16:creationId xmlns:a16="http://schemas.microsoft.com/office/drawing/2014/main" id="{0C066AAD-9F1E-AF40-0CD7-E0AA688E9B67}"/>
              </a:ext>
            </a:extLst>
          </p:cNvPr>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Our Father</a:t>
            </a:r>
          </a:p>
        </p:txBody>
      </p:sp>
      <p:sp>
        <p:nvSpPr>
          <p:cNvPr id="5" name="TextBox 4">
            <a:extLst>
              <a:ext uri="{FF2B5EF4-FFF2-40B4-BE49-F238E27FC236}">
                <a16:creationId xmlns:a16="http://schemas.microsoft.com/office/drawing/2014/main" id="{D3483208-BA5E-930E-3B94-EA7431D41750}"/>
              </a:ext>
            </a:extLst>
          </p:cNvPr>
          <p:cNvSpPr txBox="1"/>
          <p:nvPr/>
        </p:nvSpPr>
        <p:spPr>
          <a:xfrm>
            <a:off x="914400" y="5143500"/>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latin typeface="Arial"/>
                <a:solidFill>
                  <a:srgbClr val="000000"/>
                </a:solidFill>
              </a:defRPr>
            </a:pPr>
            <a:r>
              <a:rPr lang="en-US" sz="9000" i="1" dirty="0">
                <a:solidFill>
                  <a:srgbClr val="000000"/>
                </a:solidFill>
              </a:rPr>
              <a:t>AMEN, AMEN, AMEN.</a:t>
            </a:r>
          </a:p>
        </p:txBody>
      </p:sp>
    </p:spTree>
    <p:extLst>
      <p:ext uri="{BB962C8B-B14F-4D97-AF65-F5344CB8AC3E}">
        <p14:creationId xmlns:p14="http://schemas.microsoft.com/office/powerpoint/2010/main" val="479939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000000"/>
                </a:solidFill>
              </a:defRPr>
            </a:pPr>
            <a:r>
              <a:rPr>
                <a:solidFill>
                  <a:srgbClr val="000000"/>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000000"/>
                </a:solidFill>
              </a:defRPr>
            </a:pPr>
            <a:r>
              <a:rPr>
                <a:solidFill>
                  <a:srgbClr val="000000"/>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000000"/>
                </a:solidFill>
              </a:defRPr>
            </a:pPr>
            <a:r>
              <a:rPr>
                <a:solidFill>
                  <a:srgbClr val="000000"/>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000000"/>
                </a:solidFill>
              </a:defRPr>
            </a:pPr>
            <a:r>
              <a:rPr>
                <a:solidFill>
                  <a:srgbClr val="000000"/>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000000"/>
                </a:solidFill>
              </a:defRPr>
            </a:pPr>
            <a:r>
              <a:rPr>
                <a:solidFill>
                  <a:srgbClr val="000000"/>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000000"/>
                </a:solidFill>
              </a:defRPr>
            </a:pPr>
            <a:r>
              <a:rPr>
                <a:solidFill>
                  <a:srgbClr val="000000"/>
                </a:solidFill>
              </a:rPr>
              <a:t>12th Sunday in Ordinary Time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solidFill>
                  <a:srgbClr val="000000"/>
                </a:solidFill>
              </a:defRPr>
            </a:pPr>
            <a:r>
              <a:rPr lang="en-US" sz="6500" b="1" dirty="0">
                <a:latin typeface="Arial" panose="020B0604020202020204" pitchFamily="34" charset="0"/>
                <a:ea typeface="Poppins Semi-Bold"/>
                <a:cs typeface="Arial" panose="020B0604020202020204" pitchFamily="34" charset="0"/>
                <a:sym typeface="Poppins Semi-Bold"/>
                <a:solidFill>
                  <a:srgbClr val="000000"/>
                </a:solidFill>
              </a:rPr>
              <a:t>Priest</a:t>
            </a:r>
            <a:r>
              <a:rPr lang="en-US" sz="6500" b="1" dirty="0">
                <a:latin typeface="Arial" panose="020B0604020202020204" pitchFamily="34" charset="0"/>
                <a:ea typeface="Poppins Semi-Bold"/>
                <a:cs typeface="Arial" panose="020B0604020202020204" pitchFamily="34" charset="0"/>
                <a:sym typeface="Poppins Semi-Bold"/>
                <a:solidFill>
                  <a:srgbClr val="000000"/>
                </a:solidFill>
              </a:rPr>
              <a:t>: </a:t>
            </a:r>
            <a:r>
              <a:rPr lang="en-US" sz="6500" b="1" i="1" dirty="0">
                <a:latin typeface="Arial" panose="020B0604020202020204" pitchFamily="34" charset="0"/>
                <a:ea typeface="Poppins Semi-Bold"/>
                <a:cs typeface="Arial" panose="020B0604020202020204" pitchFamily="34" charset="0"/>
                <a:sym typeface="Poppins Semi-Bold"/>
                <a:solidFill>
                  <a:srgbClr val="000000"/>
                </a:solidFill>
              </a:rPr>
              <a:t>The peace of the Lord</a:t>
            </a:r>
          </a:p>
          <a:p>
            <a:pPr marL="0" lvl="0" indent="0" algn="ctr">
              <a:lnSpc>
                <a:spcPts val="8228"/>
              </a:lnSpc>
              <a:defRPr>
                <a:solidFill>
                  <a:srgbClr val="000000"/>
                </a:solidFill>
              </a:defRPr>
            </a:pPr>
            <a:r>
              <a:rPr lang="en-US" sz="6500" b="1" i="1" dirty="0">
                <a:latin typeface="Arial" panose="020B0604020202020204" pitchFamily="34" charset="0"/>
                <a:ea typeface="Poppins Semi-Bold"/>
                <a:cs typeface="Arial" panose="020B0604020202020204" pitchFamily="34" charset="0"/>
                <a:sym typeface="Poppins Semi-Bold"/>
                <a:solidFill>
                  <a:srgbClr val="000000"/>
                </a:solidFill>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solidFill>
                  <a:srgbClr val="000000"/>
                </a:solidFill>
              </a:defRPr>
            </a:pPr>
            <a:r>
              <a:rPr lang="en-US" sz="8000" b="1" dirty="0">
                <a:latin typeface="Arial" panose="020B0604020202020204" pitchFamily="34" charset="0"/>
                <a:ea typeface="Poppins Bold"/>
                <a:cs typeface="Arial" panose="020B0604020202020204" pitchFamily="34" charset="0"/>
                <a:sym typeface="Poppins Bold"/>
                <a:solidFill>
                  <a:srgbClr val="000000"/>
                </a:solidFill>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solidFill>
                  <a:srgbClr val="000000"/>
                </a:solidFill>
              </a:defRPr>
            </a:pPr>
            <a:r>
              <a:rPr lang="en-US" sz="6500" b="1" dirty="0">
                <a:latin typeface="Arial" panose="020B0604020202020204" pitchFamily="34" charset="0"/>
                <a:ea typeface="Poppins Semi-Bold"/>
                <a:cs typeface="Arial" panose="020B0604020202020204" pitchFamily="34" charset="0"/>
                <a:sym typeface="Poppins Semi-Bold"/>
                <a:solidFill>
                  <a:srgbClr val="000000"/>
                </a:solidFill>
              </a:rPr>
              <a:t>Priest</a:t>
            </a:r>
            <a:r>
              <a:rPr lang="en-US" sz="6500" b="1" dirty="0">
                <a:latin typeface="Arial" panose="020B0604020202020204" pitchFamily="34" charset="0"/>
                <a:ea typeface="Poppins Semi-Bold"/>
                <a:cs typeface="Arial" panose="020B0604020202020204" pitchFamily="34" charset="0"/>
                <a:sym typeface="Poppins Semi-Bold"/>
                <a:solidFill>
                  <a:srgbClr val="000000"/>
                </a:solidFill>
              </a:rPr>
              <a:t>: </a:t>
            </a:r>
            <a:r>
              <a:rPr lang="en-US" sz="6500" b="1" i="1" dirty="0">
                <a:latin typeface="Arial" panose="020B0604020202020204" pitchFamily="34" charset="0"/>
                <a:ea typeface="Poppins Semi-Bold"/>
                <a:cs typeface="Arial" panose="020B0604020202020204" pitchFamily="34" charset="0"/>
                <a:sym typeface="Poppins Semi-Bold"/>
                <a:solidFill>
                  <a:srgbClr val="000000"/>
                </a:solidFill>
              </a:rPr>
              <a:t>Let us offer each other</a:t>
            </a:r>
          </a:p>
          <a:p>
            <a:pPr marL="0" lvl="0" indent="0" algn="ctr">
              <a:lnSpc>
                <a:spcPts val="8228"/>
              </a:lnSpc>
              <a:defRPr>
                <a:solidFill>
                  <a:srgbClr val="000000"/>
                </a:solidFill>
              </a:defRPr>
            </a:pPr>
            <a:r>
              <a:rPr lang="en-US" sz="6500" b="1" i="1" dirty="0">
                <a:latin typeface="Arial" panose="020B0604020202020204" pitchFamily="34" charset="0"/>
                <a:ea typeface="Poppins Semi-Bold"/>
                <a:cs typeface="Arial" panose="020B0604020202020204" pitchFamily="34" charset="0"/>
                <a:sym typeface="Poppins Semi-Bold"/>
                <a:solidFill>
                  <a:srgbClr val="000000"/>
                </a:solidFill>
              </a:rPr>
              <a:t>the sign of peace. </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000000"/>
                </a:solidFill>
              </a:defRPr>
            </a:pPr>
            <a:r>
              <a:rPr lang="en-US" sz="5000" b="1" u="sng" dirty="0">
                <a:latin typeface="Georgia"/>
                <a:solidFill>
                  <a:srgbClr val="000000"/>
                </a:solidFill>
              </a:rPr>
              <a:t>Sign of Peace</a:t>
            </a:r>
            <a:endParaRPr sz="5000" b="1" u="sng" dirty="0">
              <a:latin typeface="Georgia"/>
              <a:solidFill>
                <a:srgbClr val="000000"/>
              </a:solidFill>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solidFill>
                  <a:srgbClr val="000000"/>
                </a:solidFill>
              </a:defRPr>
            </a:pPr>
            <a:r>
              <a:rPr lang="en-US" sz="8000" b="1" dirty="0">
                <a:latin typeface="Arial" panose="020B0604020202020204" pitchFamily="34" charset="0"/>
                <a:ea typeface="Poppins Bold"/>
                <a:cs typeface="Arial" panose="020B0604020202020204" pitchFamily="34" charset="0"/>
                <a:sym typeface="Poppins Bold"/>
                <a:solidFill>
                  <a:srgbClr val="000000"/>
                </a:solidFill>
              </a:rPr>
              <a:t>All: And with your spirit.</a:t>
            </a:r>
          </a:p>
        </p:txBody>
      </p:sp>
      <p:sp>
        <p:nvSpPr>
          <p:cNvPr id="9" name="TextBox 8"/>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Sign of Peace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solidFill>
                  <a:srgbClr val="000000"/>
                </a:solidFill>
              </a:defRPr>
            </a:pPr>
            <a:r>
              <a:rPr lang="en-US" sz="5500" b="1" dirty="0">
                <a:latin typeface="Arial" panose="020B0604020202020204" pitchFamily="34" charset="0"/>
                <a:ea typeface="Poppins Bold"/>
                <a:cs typeface="Arial" panose="020B0604020202020204" pitchFamily="34" charset="0"/>
                <a:sym typeface="Poppins Bold"/>
                <a:solidFill>
                  <a:srgbClr val="000000"/>
                </a:solidFill>
              </a:rPr>
              <a:t>LAMB OF GOD</a:t>
            </a:r>
          </a:p>
          <a:p>
            <a:pPr algn="ctr">
              <a:lnSpc>
                <a:spcPts val="6608"/>
              </a:lnSpc>
              <a:defRPr>
                <a:solidFill>
                  <a:srgbClr val="000000"/>
                </a:solidFill>
              </a:defRPr>
            </a:pPr>
            <a:r>
              <a:rPr lang="en-US" sz="5500" b="1" dirty="0">
                <a:latin typeface="Arial" panose="020B0604020202020204" pitchFamily="34" charset="0"/>
                <a:ea typeface="Poppins Bold"/>
                <a:cs typeface="Arial" panose="020B0604020202020204" pitchFamily="34" charset="0"/>
                <a:sym typeface="Poppins Bold"/>
                <a:solidFill>
                  <a:srgbClr val="000000"/>
                </a:solidFill>
              </a:rPr>
              <a:t>YOU TAKE AWAY THE SINS OF THE WORLD</a:t>
            </a:r>
          </a:p>
          <a:p>
            <a:pPr marL="0" lvl="0" indent="0" algn="ctr">
              <a:lnSpc>
                <a:spcPts val="6608"/>
              </a:lnSpc>
              <a:defRPr>
                <a:solidFill>
                  <a:srgbClr val="000000"/>
                </a:solidFill>
              </a:defRPr>
            </a:pPr>
            <a:r>
              <a:rPr lang="en-US" sz="5500" b="1" dirty="0">
                <a:latin typeface="Arial" panose="020B0604020202020204" pitchFamily="34" charset="0"/>
                <a:ea typeface="Poppins Bold"/>
                <a:cs typeface="Arial" panose="020B0604020202020204" pitchFamily="34" charset="0"/>
                <a:sym typeface="Poppins Bold"/>
                <a:solidFill>
                  <a:srgbClr val="000000"/>
                </a:solidFill>
              </a:rPr>
              <a:t>HAVE MERCY</a:t>
            </a:r>
            <a:r>
              <a:rPr lang="en-US" sz="5500" b="1" dirty="0">
                <a:latin typeface="Arial" panose="020B0604020202020204" pitchFamily="34" charset="0"/>
                <a:ea typeface="Poppins Bold"/>
                <a:cs typeface="Arial" panose="020B0604020202020204" pitchFamily="34" charset="0"/>
                <a:sym typeface="Poppins Bold"/>
                <a:solidFill>
                  <a:srgbClr val="000000"/>
                </a:solidFill>
              </a:rPr>
              <a:t>, </a:t>
            </a:r>
            <a:r>
              <a:rPr lang="en-US" sz="5500" b="1" dirty="0">
                <a:latin typeface="Arial" panose="020B0604020202020204" pitchFamily="34" charset="0"/>
                <a:ea typeface="Poppins Bold"/>
                <a:cs typeface="Arial" panose="020B0604020202020204" pitchFamily="34" charset="0"/>
                <a:sym typeface="Poppins Bold"/>
                <a:solidFill>
                  <a:srgbClr val="000000"/>
                </a:solidFill>
              </a:rPr>
              <a:t>HAVE MERCY ON US</a:t>
            </a:r>
            <a:r>
              <a:rPr lang="en-US" sz="5500" b="1" dirty="0">
                <a:latin typeface="Arial" panose="020B0604020202020204" pitchFamily="34" charset="0"/>
                <a:ea typeface="Poppins Bold"/>
                <a:cs typeface="Arial" panose="020B0604020202020204" pitchFamily="34" charset="0"/>
                <a:sym typeface="Poppins Bold"/>
                <a:solidFill>
                  <a:srgbClr val="000000"/>
                </a:solidFill>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solidFill>
                  <a:srgbClr val="000000"/>
                </a:solidFill>
              </a:defRPr>
            </a:pPr>
            <a:r>
              <a:rPr lang="en-US" sz="5500" b="1" dirty="0">
                <a:latin typeface="Arial" panose="020B0604020202020204" pitchFamily="34" charset="0"/>
                <a:ea typeface="Poppins Bold"/>
                <a:cs typeface="Arial" panose="020B0604020202020204" pitchFamily="34" charset="0"/>
                <a:sym typeface="Poppins Bold"/>
                <a:solidFill>
                  <a:srgbClr val="000000"/>
                </a:solidFill>
              </a:rPr>
              <a:t>LAMB OF GOD</a:t>
            </a:r>
          </a:p>
          <a:p>
            <a:pPr algn="ctr">
              <a:lnSpc>
                <a:spcPts val="6608"/>
              </a:lnSpc>
              <a:defRPr>
                <a:solidFill>
                  <a:srgbClr val="000000"/>
                </a:solidFill>
              </a:defRPr>
            </a:pPr>
            <a:r>
              <a:rPr lang="en-US" sz="5500" b="1" dirty="0">
                <a:latin typeface="Arial" panose="020B0604020202020204" pitchFamily="34" charset="0"/>
                <a:ea typeface="Poppins Bold"/>
                <a:cs typeface="Arial" panose="020B0604020202020204" pitchFamily="34" charset="0"/>
                <a:sym typeface="Poppins Bold"/>
                <a:solidFill>
                  <a:srgbClr val="000000"/>
                </a:solidFill>
              </a:rPr>
              <a:t>YOU TAKE AWAY THE SINS OF THE WORLD,</a:t>
            </a:r>
          </a:p>
          <a:p>
            <a:pPr marL="0" lvl="0" indent="0" algn="ctr">
              <a:lnSpc>
                <a:spcPts val="6608"/>
              </a:lnSpc>
              <a:defRPr>
                <a:solidFill>
                  <a:srgbClr val="000000"/>
                </a:solidFill>
              </a:defRPr>
            </a:pPr>
            <a:r>
              <a:rPr lang="en-US" sz="5500" b="1" dirty="0">
                <a:latin typeface="Arial" panose="020B0604020202020204" pitchFamily="34" charset="0"/>
                <a:ea typeface="Poppins Bold"/>
                <a:cs typeface="Arial" panose="020B0604020202020204" pitchFamily="34" charset="0"/>
                <a:sym typeface="Poppins Bold"/>
                <a:solidFill>
                  <a:srgbClr val="000000"/>
                </a:solidFill>
              </a:rPr>
              <a:t>GRANT US PEACE</a:t>
            </a:r>
            <a:r>
              <a:rPr lang="en-US" sz="5500" b="1" dirty="0">
                <a:latin typeface="Arial" panose="020B0604020202020204" pitchFamily="34" charset="0"/>
                <a:ea typeface="Poppins Bold"/>
                <a:cs typeface="Arial" panose="020B0604020202020204" pitchFamily="34" charset="0"/>
                <a:sym typeface="Poppins Bold"/>
                <a:solidFill>
                  <a:srgbClr val="000000"/>
                </a:solidFill>
              </a:rPr>
              <a:t>, </a:t>
            </a:r>
            <a:r>
              <a:rPr lang="en-US" sz="5500" b="1" dirty="0">
                <a:latin typeface="Arial" panose="020B0604020202020204" pitchFamily="34" charset="0"/>
                <a:ea typeface="Poppins Bold"/>
                <a:cs typeface="Arial" panose="020B0604020202020204" pitchFamily="34" charset="0"/>
                <a:sym typeface="Poppins Bold"/>
                <a:solidFill>
                  <a:srgbClr val="000000"/>
                </a:solidFill>
              </a:rPr>
              <a:t>GRANT US PEACE</a:t>
            </a:r>
            <a:r>
              <a:rPr lang="en-US" sz="5500" b="1" dirty="0">
                <a:latin typeface="Arial" panose="020B0604020202020204" pitchFamily="34" charset="0"/>
                <a:ea typeface="Poppins Bold"/>
                <a:cs typeface="Arial" panose="020B0604020202020204" pitchFamily="34" charset="0"/>
                <a:sym typeface="Poppins Bold"/>
                <a:solidFill>
                  <a:srgbClr val="000000"/>
                </a:solidFill>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solidFill>
                  <a:srgbClr val="000000"/>
                </a:solidFill>
              </a:defRPr>
            </a:pPr>
            <a:r>
              <a:rPr lang="en-US" sz="5500" b="1" dirty="0">
                <a:latin typeface="Arial" panose="020B0604020202020204" pitchFamily="34" charset="0"/>
                <a:ea typeface="Poppins Bold"/>
                <a:cs typeface="Arial" panose="020B0604020202020204" pitchFamily="34" charset="0"/>
                <a:sym typeface="Poppins Bold"/>
                <a:solidFill>
                  <a:srgbClr val="000000"/>
                </a:solidFill>
              </a:rPr>
              <a:t>LAMB OF GOD</a:t>
            </a:r>
          </a:p>
          <a:p>
            <a:pPr algn="ctr">
              <a:lnSpc>
                <a:spcPts val="6608"/>
              </a:lnSpc>
              <a:defRPr>
                <a:solidFill>
                  <a:srgbClr val="000000"/>
                </a:solidFill>
              </a:defRPr>
            </a:pPr>
            <a:r>
              <a:rPr lang="en-US" sz="5500" b="1" dirty="0">
                <a:latin typeface="Arial" panose="020B0604020202020204" pitchFamily="34" charset="0"/>
                <a:ea typeface="Poppins Bold"/>
                <a:cs typeface="Arial" panose="020B0604020202020204" pitchFamily="34" charset="0"/>
                <a:sym typeface="Poppins Bold"/>
                <a:solidFill>
                  <a:srgbClr val="000000"/>
                </a:solidFill>
              </a:rPr>
              <a:t>YOU TAKE AWAY THE SINS OF THE WORLD</a:t>
            </a:r>
          </a:p>
          <a:p>
            <a:pPr marL="0" lvl="0" indent="0" algn="ctr">
              <a:lnSpc>
                <a:spcPts val="6608"/>
              </a:lnSpc>
              <a:defRPr>
                <a:solidFill>
                  <a:srgbClr val="000000"/>
                </a:solidFill>
              </a:defRPr>
            </a:pPr>
            <a:r>
              <a:rPr lang="en-US" sz="5500" b="1" dirty="0">
                <a:latin typeface="Arial" panose="020B0604020202020204" pitchFamily="34" charset="0"/>
                <a:ea typeface="Poppins Bold"/>
                <a:cs typeface="Arial" panose="020B0604020202020204" pitchFamily="34" charset="0"/>
                <a:sym typeface="Poppins Bold"/>
                <a:solidFill>
                  <a:srgbClr val="000000"/>
                </a:solidFill>
              </a:rPr>
              <a:t>HAVE MERCY</a:t>
            </a:r>
            <a:r>
              <a:rPr lang="en-US" sz="5500" b="1" dirty="0">
                <a:latin typeface="Arial" panose="020B0604020202020204" pitchFamily="34" charset="0"/>
                <a:ea typeface="Poppins Bold"/>
                <a:cs typeface="Arial" panose="020B0604020202020204" pitchFamily="34" charset="0"/>
                <a:sym typeface="Poppins Bold"/>
                <a:solidFill>
                  <a:srgbClr val="000000"/>
                </a:solidFill>
              </a:rPr>
              <a:t>, </a:t>
            </a:r>
            <a:r>
              <a:rPr lang="en-US" sz="5500" b="1" dirty="0">
                <a:latin typeface="Arial" panose="020B0604020202020204" pitchFamily="34" charset="0"/>
                <a:ea typeface="Poppins Bold"/>
                <a:cs typeface="Arial" panose="020B0604020202020204" pitchFamily="34" charset="0"/>
                <a:sym typeface="Poppins Bold"/>
                <a:solidFill>
                  <a:srgbClr val="000000"/>
                </a:solidFill>
              </a:rPr>
              <a:t>HAVE MERCY ON US</a:t>
            </a:r>
            <a:r>
              <a:rPr lang="en-US" sz="5500" b="1" dirty="0">
                <a:latin typeface="Arial" panose="020B0604020202020204" pitchFamily="34" charset="0"/>
                <a:ea typeface="Poppins Bold"/>
                <a:cs typeface="Arial" panose="020B0604020202020204" pitchFamily="34" charset="0"/>
                <a:sym typeface="Poppins Bold"/>
                <a:solidFill>
                  <a:srgbClr val="000000"/>
                </a:solidFill>
              </a:rPr>
              <a:t>.</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000000"/>
                </a:solidFill>
              </a:defRPr>
            </a:pPr>
            <a:r>
              <a:rPr lang="en-US" sz="3600" b="1" u="sng" dirty="0">
                <a:latin typeface="Georgia"/>
                <a:solidFill>
                  <a:srgbClr val="000000"/>
                </a:solidFill>
              </a:rPr>
              <a:t>Lamb of God</a:t>
            </a:r>
            <a:endParaRPr sz="3600" b="1" u="sng" dirty="0">
              <a:latin typeface="Georgia"/>
              <a:solidFill>
                <a:srgbClr val="000000"/>
              </a:solidFill>
            </a:endParaRP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Lamb of God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defRPr>
                <a:solidFill>
                  <a:srgbClr val="000000"/>
                </a:solidFill>
              </a:defRPr>
            </a:pPr>
            <a:r>
              <a:rPr sz="8000" b="1" dirty="0">
                <a:latin typeface="Arial" panose="020B0604020202020204" pitchFamily="34" charset="0"/>
                <a:cs typeface="Arial" panose="020B0604020202020204" pitchFamily="34" charset="0"/>
                <a:solidFill>
                  <a:srgbClr val="000000"/>
                </a:solidFill>
              </a:rPr>
              <a:t>All:</a:t>
            </a:r>
            <a:endParaRPr lang="en-US" sz="8000" b="1" dirty="0">
              <a:latin typeface="Arial" panose="020B0604020202020204" pitchFamily="34" charset="0"/>
              <a:cs typeface="Arial" panose="020B0604020202020204" pitchFamily="34" charset="0"/>
              <a:solidFill>
                <a:srgbClr val="000000"/>
              </a:solidFill>
            </a:endParaRPr>
          </a:p>
          <a:p>
            <a:pPr algn="ctr" fontAlgn="ctr">
              <a:defRPr>
                <a:solidFill>
                  <a:srgbClr val="000000"/>
                </a:solidFill>
              </a:defRPr>
            </a:pPr>
            <a:r>
              <a:rPr sz="8000" b="1" dirty="0">
                <a:latin typeface="Arial" panose="020B0604020202020204" pitchFamily="34" charset="0"/>
                <a:cs typeface="Arial" panose="020B0604020202020204" pitchFamily="34" charset="0"/>
                <a:solidFill>
                  <a:srgbClr val="000000"/>
                </a:solidFill>
              </a:rPr>
              <a:t>Lord, I am not worthy that you should enter under my roof, but only say the word and my soul shall be healed.</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defRPr>
                <a:solidFill>
                  <a:srgbClr val="000000"/>
                </a:solidFill>
              </a:defRPr>
            </a:pPr>
            <a:r>
              <a:rPr lang="en-US" sz="5500" b="1" dirty="0">
                <a:latin typeface="Arial" panose="020B0604020202020204" pitchFamily="34" charset="0"/>
                <a:cs typeface="Arial" panose="020B0604020202020204" pitchFamily="34" charset="0"/>
                <a:solidFill>
                  <a:srgbClr val="000000"/>
                </a:solidFill>
              </a:rPr>
              <a:t>Priest: </a:t>
            </a:r>
            <a:r>
              <a:rPr lang="en-US" sz="5500" b="1" i="1" dirty="0">
                <a:latin typeface="Arial" panose="020B0604020202020204" pitchFamily="34" charset="0"/>
                <a:cs typeface="Arial" panose="020B0604020202020204" pitchFamily="34" charset="0"/>
                <a:solidFill>
                  <a:srgbClr val="000000"/>
                </a:solidFill>
              </a:rPr>
              <a:t>Behold the Lamb of God, behold him who takes away the sins of the world. Blessed are those called to the supper of the Lamb.</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The Communion Rite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000000"/>
                </a:solidFill>
              </a:defRPr>
            </a:pPr>
            <a:r>
              <a:rPr>
                <a:solidFill>
                  <a:srgbClr val="000000"/>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000000"/>
                </a:solidFill>
              </a:defRPr>
            </a:pPr>
            <a:r>
              <a:rPr>
                <a:solidFill>
                  <a:srgbClr val="000000"/>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000000"/>
                </a:solidFill>
              </a:defRPr>
            </a:pPr>
            <a:r>
              <a:rPr>
                <a:solidFill>
                  <a:srgbClr val="000000"/>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000000"/>
                </a:solidFill>
              </a:defRPr>
            </a:pPr>
            <a:r>
              <a:rPr>
                <a:solidFill>
                  <a:srgbClr val="000000"/>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000000"/>
                </a:solidFill>
              </a:defRPr>
            </a:pPr>
            <a:r>
              <a:rPr>
                <a:solidFill>
                  <a:srgbClr val="000000"/>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000000"/>
                </a:solidFill>
              </a:defRPr>
            </a:pPr>
            <a:r>
              <a:rPr>
                <a:solidFill>
                  <a:srgbClr val="000000"/>
                </a:solidFill>
              </a:rPr>
              <a:t>12th Sunday in Ordinary Time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000000"/>
                </a:solidFill>
              </a:defRPr>
            </a:pPr>
            <a:r>
              <a:rPr sz="3850" b="1" u="sng">
                <a:latin typeface="Georgia"/>
                <a:solidFill>
                  <a:srgbClr val="000000"/>
                </a:solidFill>
              </a:rPr>
              <a:t>Manalig Ka</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200" b="1" i="0">
                <a:latin typeface="Poppins"/>
                <a:solidFill>
                  <a:srgbClr val="000000"/>
                </a:solidFill>
              </a:rPr>
              <a:t>ILUOM LAHAT NG TAKOT SA IYONG DAMDAMIN</a:t>
            </a:r>
          </a:p>
          <a:p>
            <a:pPr algn="ctr">
              <a:lnSpc>
                <a:spcPct val="70000"/>
              </a:lnSpc>
              <a:defRPr>
                <a:solidFill>
                  <a:srgbClr val="000000"/>
                </a:solidFill>
              </a:defRPr>
            </a:pPr>
            <a:r>
              <a:rPr sz="7200" b="1" i="0">
                <a:latin typeface="Poppins"/>
                <a:solidFill>
                  <a:srgbClr val="000000"/>
                </a:solidFill>
              </a:rPr>
              <a:t>ANG PANGALAN N'YA LAGI ANG TAWAGIN</a:t>
            </a:r>
          </a:p>
          <a:p>
            <a:pPr algn="ctr">
              <a:lnSpc>
                <a:spcPct val="70000"/>
              </a:lnSpc>
              <a:defRPr>
                <a:solidFill>
                  <a:srgbClr val="000000"/>
                </a:solidFill>
              </a:defRPr>
            </a:pPr>
            <a:r>
              <a:rPr sz="7200" b="1" i="0">
                <a:latin typeface="Poppins"/>
                <a:solidFill>
                  <a:srgbClr val="000000"/>
                </a:solidFill>
              </a:rPr>
              <a:t>AT SIYA'Y NAKIKINIG</a:t>
            </a:r>
          </a:p>
          <a:p>
            <a:pPr algn="ctr">
              <a:lnSpc>
                <a:spcPct val="70000"/>
              </a:lnSpc>
              <a:defRPr>
                <a:solidFill>
                  <a:srgbClr val="000000"/>
                </a:solidFill>
              </a:defRPr>
            </a:pPr>
            <a:r>
              <a:rPr sz="7200" b="1" i="0">
                <a:latin typeface="Poppins"/>
                <a:solidFill>
                  <a:srgbClr val="000000"/>
                </a:solidFill>
              </a:rPr>
              <a:t>SA BAWAT HINAING</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6800" b="1" i="1">
                <a:latin typeface="Poppins"/>
                <a:solidFill>
                  <a:srgbClr val="000000"/>
                </a:solidFill>
              </a:rPr>
              <a:t>MAGMASID</a:t>
            </a:r>
          </a:p>
          <a:p>
            <a:pPr algn="ctr">
              <a:lnSpc>
                <a:spcPct val="70000"/>
              </a:lnSpc>
              <a:defRPr>
                <a:solidFill>
                  <a:srgbClr val="000000"/>
                </a:solidFill>
              </a:defRPr>
            </a:pPr>
            <a:r>
              <a:rPr sz="6800" b="1" i="1">
                <a:latin typeface="Poppins"/>
                <a:solidFill>
                  <a:srgbClr val="000000"/>
                </a:solidFill>
              </a:rPr>
              <a:t>AT MAMULAT SA KANYANG KAPANGYARIHAN</a:t>
            </a:r>
          </a:p>
          <a:p>
            <a:pPr algn="ctr">
              <a:lnSpc>
                <a:spcPct val="70000"/>
              </a:lnSpc>
              <a:defRPr>
                <a:solidFill>
                  <a:srgbClr val="000000"/>
                </a:solidFill>
              </a:defRPr>
            </a:pPr>
            <a:r>
              <a:rPr sz="6800" b="1" i="1">
                <a:latin typeface="Poppins"/>
                <a:solidFill>
                  <a:srgbClr val="000000"/>
                </a:solidFill>
              </a:rPr>
              <a:t>NABATID MO BA NA SIYA'Y NAGLALAAN</a:t>
            </a:r>
          </a:p>
          <a:p>
            <a:pPr algn="ctr">
              <a:lnSpc>
                <a:spcPct val="70000"/>
              </a:lnSpc>
              <a:defRPr>
                <a:solidFill>
                  <a:srgbClr val="000000"/>
                </a:solidFill>
              </a:defRPr>
            </a:pPr>
            <a:r>
              <a:rPr sz="6800" b="1" i="1">
                <a:latin typeface="Poppins"/>
                <a:solidFill>
                  <a:srgbClr val="000000"/>
                </a:solidFill>
              </a:rPr>
              <a:t>PATULOY NA NAGHAHATID NG TUNAY NA KALAYAAN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Communion (1)</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400" b="1" i="1">
                <a:latin typeface="Poppins"/>
                <a:solidFill>
                  <a:srgbClr val="000000"/>
                </a:solidFill>
              </a:rPr>
              <a:t>MANALIG KA</a:t>
            </a:r>
          </a:p>
          <a:p>
            <a:pPr algn="ctr">
              <a:lnSpc>
                <a:spcPct val="70000"/>
              </a:lnSpc>
              <a:defRPr>
                <a:solidFill>
                  <a:srgbClr val="000000"/>
                </a:solidFill>
              </a:defRPr>
            </a:pPr>
            <a:r>
              <a:rPr sz="7400" b="1" i="1">
                <a:latin typeface="Poppins"/>
                <a:solidFill>
                  <a:srgbClr val="000000"/>
                </a:solidFill>
              </a:rPr>
              <a:t>TUYUIN ANG LUHA SA MGA MATA</a:t>
            </a:r>
          </a:p>
          <a:p>
            <a:pPr algn="ctr">
              <a:lnSpc>
                <a:spcPct val="70000"/>
              </a:lnSpc>
              <a:defRPr>
                <a:solidFill>
                  <a:srgbClr val="000000"/>
                </a:solidFill>
              </a:defRPr>
            </a:pPr>
            <a:r>
              <a:rPr sz="7400" b="1" i="1">
                <a:latin typeface="Poppins"/>
                <a:solidFill>
                  <a:srgbClr val="000000"/>
                </a:solidFill>
              </a:rPr>
              <a:t>HINDI SIYA PANAGINIP</a:t>
            </a:r>
          </a:p>
          <a:p>
            <a:pPr algn="ctr">
              <a:lnSpc>
                <a:spcPct val="70000"/>
              </a:lnSpc>
              <a:defRPr>
                <a:solidFill>
                  <a:srgbClr val="000000"/>
                </a:solidFill>
              </a:defRPr>
            </a:pPr>
            <a:r>
              <a:rPr sz="7400" b="1" i="1">
                <a:latin typeface="Poppins"/>
                <a:solidFill>
                  <a:srgbClr val="000000"/>
                </a:solidFill>
              </a:rPr>
              <a:t>HINDI SIYA ISANG PANGARAP</a:t>
            </a:r>
          </a:p>
          <a:p>
            <a:pPr algn="ctr">
              <a:lnSpc>
                <a:spcPct val="70000"/>
              </a:lnSpc>
              <a:defRPr>
                <a:solidFill>
                  <a:srgbClr val="000000"/>
                </a:solidFill>
              </a:defRPr>
            </a:pPr>
            <a:r>
              <a:rPr sz="7400" b="1" i="1">
                <a:latin typeface="Poppins"/>
                <a:solidFill>
                  <a:srgbClr val="000000"/>
                </a:solidFill>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6200" b="1" i="0">
                <a:latin typeface="Poppins"/>
                <a:solidFill>
                  <a:srgbClr val="000000"/>
                </a:solidFill>
              </a:rPr>
              <a:t>ANG NGAYON TILA WALANG MARARATING NA BUKAS</a:t>
            </a:r>
          </a:p>
          <a:p>
            <a:pPr algn="ctr">
              <a:lnSpc>
                <a:spcPct val="70000"/>
              </a:lnSpc>
              <a:defRPr>
                <a:solidFill>
                  <a:srgbClr val="000000"/>
                </a:solidFill>
              </a:defRPr>
            </a:pPr>
            <a:r>
              <a:rPr sz="6200" b="1" i="0">
                <a:latin typeface="Poppins"/>
                <a:solidFill>
                  <a:srgbClr val="000000"/>
                </a:solidFill>
              </a:rPr>
              <a:t>NGUNIT KUNG SIYA ANG ATING HAYAANG MAGLANDAS</a:t>
            </a:r>
          </a:p>
          <a:p>
            <a:pPr algn="ctr">
              <a:lnSpc>
                <a:spcPct val="70000"/>
              </a:lnSpc>
              <a:defRPr>
                <a:solidFill>
                  <a:srgbClr val="000000"/>
                </a:solidFill>
              </a:defRPr>
            </a:pPr>
            <a:r>
              <a:rPr sz="6200" b="1" i="0">
                <a:latin typeface="Poppins"/>
                <a:solidFill>
                  <a:srgbClr val="000000"/>
                </a:solidFill>
              </a:rPr>
              <a:t>PAG-ASA AY MULING MABIBIGKAS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Communion (1)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400" b="1" i="1">
                <a:latin typeface="Poppins"/>
                <a:solidFill>
                  <a:srgbClr val="000000"/>
                </a:solidFill>
              </a:rPr>
              <a:t>MANALIG KA</a:t>
            </a:r>
          </a:p>
          <a:p>
            <a:pPr algn="ctr">
              <a:lnSpc>
                <a:spcPct val="70000"/>
              </a:lnSpc>
              <a:defRPr>
                <a:solidFill>
                  <a:srgbClr val="000000"/>
                </a:solidFill>
              </a:defRPr>
            </a:pPr>
            <a:r>
              <a:rPr sz="7400" b="1" i="1">
                <a:latin typeface="Poppins"/>
                <a:solidFill>
                  <a:srgbClr val="000000"/>
                </a:solidFill>
              </a:rPr>
              <a:t>TUYUIN ANG LUHA SA MGA MATA</a:t>
            </a:r>
          </a:p>
          <a:p>
            <a:pPr algn="ctr">
              <a:lnSpc>
                <a:spcPct val="70000"/>
              </a:lnSpc>
              <a:defRPr>
                <a:solidFill>
                  <a:srgbClr val="000000"/>
                </a:solidFill>
              </a:defRPr>
            </a:pPr>
            <a:r>
              <a:rPr sz="7400" b="1" i="1">
                <a:latin typeface="Poppins"/>
                <a:solidFill>
                  <a:srgbClr val="000000"/>
                </a:solidFill>
              </a:rPr>
              <a:t>HINDI SIYA PANAGINIP</a:t>
            </a:r>
          </a:p>
          <a:p>
            <a:pPr algn="ctr">
              <a:lnSpc>
                <a:spcPct val="70000"/>
              </a:lnSpc>
              <a:defRPr>
                <a:solidFill>
                  <a:srgbClr val="000000"/>
                </a:solidFill>
              </a:defRPr>
            </a:pPr>
            <a:r>
              <a:rPr sz="7400" b="1" i="1">
                <a:latin typeface="Poppins"/>
                <a:solidFill>
                  <a:srgbClr val="000000"/>
                </a:solidFill>
              </a:rPr>
              <a:t>HINDI SIYA ISANG PANGARAP</a:t>
            </a:r>
          </a:p>
          <a:p>
            <a:pPr algn="ctr">
              <a:lnSpc>
                <a:spcPct val="70000"/>
              </a:lnSpc>
              <a:defRPr>
                <a:solidFill>
                  <a:srgbClr val="000000"/>
                </a:solidFill>
              </a:defRPr>
            </a:pPr>
            <a:r>
              <a:rPr sz="7400" b="1" i="1">
                <a:latin typeface="Poppins"/>
                <a:solidFill>
                  <a:srgbClr val="000000"/>
                </a:solidFill>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200" b="1" i="0">
                <a:latin typeface="Poppins"/>
                <a:solidFill>
                  <a:srgbClr val="000000"/>
                </a:solidFill>
              </a:rPr>
              <a:t>MANALIG KA</a:t>
            </a:r>
          </a:p>
          <a:p>
            <a:pPr algn="ctr">
              <a:lnSpc>
                <a:spcPct val="70000"/>
              </a:lnSpc>
              <a:defRPr>
                <a:solidFill>
                  <a:srgbClr val="000000"/>
                </a:solidFill>
              </a:defRPr>
            </a:pPr>
            <a:r>
              <a:rPr sz="7200" b="1" i="0">
                <a:latin typeface="Poppins"/>
                <a:solidFill>
                  <a:srgbClr val="000000"/>
                </a:solidFill>
              </a:rPr>
              <a:t>TUYUIN ANG LUHA SA MGA MATA</a:t>
            </a:r>
          </a:p>
          <a:p>
            <a:pPr algn="ctr">
              <a:lnSpc>
                <a:spcPct val="70000"/>
              </a:lnSpc>
              <a:defRPr>
                <a:solidFill>
                  <a:srgbClr val="000000"/>
                </a:solidFill>
              </a:defRPr>
            </a:pPr>
            <a:r>
              <a:rPr sz="7200" b="1" i="0">
                <a:latin typeface="Poppins"/>
                <a:solidFill>
                  <a:srgbClr val="000000"/>
                </a:solidFill>
              </a:rPr>
              <a:t>HINDI SIYA NATUTULOG</a:t>
            </a:r>
          </a:p>
          <a:p>
            <a:pPr algn="ctr">
              <a:lnSpc>
                <a:spcPct val="70000"/>
              </a:lnSpc>
              <a:defRPr>
                <a:solidFill>
                  <a:srgbClr val="000000"/>
                </a:solidFill>
              </a:defRPr>
            </a:pPr>
            <a:r>
              <a:rPr sz="7200" b="1" i="0">
                <a:latin typeface="Poppins"/>
                <a:solidFill>
                  <a:srgbClr val="000000"/>
                </a:solidFill>
              </a:rPr>
              <a:t>HINDI NAKAKALIMOT</a:t>
            </a:r>
          </a:p>
          <a:p>
            <a:pPr algn="ctr">
              <a:lnSpc>
                <a:spcPct val="70000"/>
              </a:lnSpc>
              <a:defRPr>
                <a:solidFill>
                  <a:srgbClr val="000000"/>
                </a:solidFill>
              </a:defRPr>
            </a:pPr>
            <a:r>
              <a:rPr sz="7200" b="1" i="0">
                <a:latin typeface="Poppins"/>
                <a:solidFill>
                  <a:srgbClr val="000000"/>
                </a:solidFill>
              </a:rPr>
              <a:t>KAY HESUS MANALIG KA</a:t>
            </a:r>
          </a:p>
          <a:p>
            <a:pPr algn="ctr">
              <a:lnSpc>
                <a:spcPct val="70000"/>
              </a:lnSpc>
              <a:defRPr>
                <a:solidFill>
                  <a:srgbClr val="000000"/>
                </a:solidFill>
              </a:defRPr>
            </a:pPr>
            <a:r>
              <a:rPr sz="7200" b="1" i="0">
                <a:latin typeface="Poppins"/>
                <a:solidFill>
                  <a:srgbClr val="000000"/>
                </a:solidFill>
              </a:rPr>
              <a:t>KAY HESUS MANALIG KA</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Communion (1)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000000"/>
                </a:solidFill>
              </a:defRPr>
            </a:pPr>
            <a:r>
              <a:rPr sz="3850" b="1" u="sng">
                <a:latin typeface="Georgia"/>
                <a:solidFill>
                  <a:srgbClr val="000000"/>
                </a:solidFill>
              </a:rPr>
              <a:t>Isang Bansa</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0">
                <a:latin typeface="Poppins"/>
                <a:solidFill>
                  <a:srgbClr val="000000"/>
                </a:solidFill>
              </a:rPr>
              <a:t>OH KAY GANDA NG ATING BUHAY</a:t>
            </a:r>
          </a:p>
          <a:p>
            <a:pPr algn="ctr">
              <a:lnSpc>
                <a:spcPct val="70000"/>
              </a:lnSpc>
              <a:defRPr>
                <a:solidFill>
                  <a:srgbClr val="000000"/>
                </a:solidFill>
              </a:defRPr>
            </a:pPr>
            <a:r>
              <a:rPr sz="7500" b="1" i="0">
                <a:latin typeface="Poppins"/>
                <a:solidFill>
                  <a:srgbClr val="000000"/>
                </a:solidFill>
              </a:rPr>
              <a:t>NAPUPUSPOS NG PAGPAPALA</a:t>
            </a:r>
          </a:p>
          <a:p>
            <a:pPr algn="ctr">
              <a:lnSpc>
                <a:spcPct val="70000"/>
              </a:lnSpc>
              <a:defRPr>
                <a:solidFill>
                  <a:srgbClr val="000000"/>
                </a:solidFill>
              </a:defRPr>
            </a:pPr>
            <a:r>
              <a:rPr sz="7500" b="1" i="0">
                <a:latin typeface="Poppins"/>
                <a:solidFill>
                  <a:srgbClr val="000000"/>
                </a:solidFill>
              </a:rPr>
              <a:t>NG SAKRAMENTONG MAHIWAGA</a:t>
            </a:r>
          </a:p>
          <a:p>
            <a:pPr algn="ctr">
              <a:lnSpc>
                <a:spcPct val="70000"/>
              </a:lnSpc>
              <a:defRPr>
                <a:solidFill>
                  <a:srgbClr val="000000"/>
                </a:solidFill>
              </a:defRPr>
            </a:pPr>
            <a:r>
              <a:rPr sz="7500" b="1" i="0">
                <a:latin typeface="Poppins"/>
                <a:solidFill>
                  <a:srgbClr val="000000"/>
                </a:solidFill>
              </a:rPr>
              <a:t>KALOOB NI HESUS SA’TING GABAY</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1">
                <a:latin typeface="Poppins"/>
                <a:solidFill>
                  <a:srgbClr val="000000"/>
                </a:solidFill>
              </a:rPr>
              <a:t>OH KAY TAMIS NG PAGSASAMA</a:t>
            </a:r>
          </a:p>
          <a:p>
            <a:pPr algn="ctr">
              <a:lnSpc>
                <a:spcPct val="70000"/>
              </a:lnSpc>
              <a:defRPr>
                <a:solidFill>
                  <a:srgbClr val="000000"/>
                </a:solidFill>
              </a:defRPr>
            </a:pPr>
            <a:r>
              <a:rPr sz="7500" b="1" i="1">
                <a:latin typeface="Poppins"/>
                <a:solidFill>
                  <a:srgbClr val="000000"/>
                </a:solidFill>
              </a:rPr>
              <a:t>NAGMUMULA SA PAGKAKAISA</a:t>
            </a:r>
          </a:p>
          <a:p>
            <a:pPr algn="ctr">
              <a:lnSpc>
                <a:spcPct val="70000"/>
              </a:lnSpc>
              <a:defRPr>
                <a:solidFill>
                  <a:srgbClr val="000000"/>
                </a:solidFill>
              </a:defRPr>
            </a:pPr>
            <a:r>
              <a:rPr sz="7500" b="1" i="1">
                <a:latin typeface="Poppins"/>
                <a:solidFill>
                  <a:srgbClr val="000000"/>
                </a:solidFill>
              </a:rPr>
              <a:t>BUMUBUKAL SA PAGSASALO</a:t>
            </a:r>
          </a:p>
          <a:p>
            <a:pPr algn="ctr">
              <a:lnSpc>
                <a:spcPct val="70000"/>
              </a:lnSpc>
              <a:defRPr>
                <a:solidFill>
                  <a:srgbClr val="000000"/>
                </a:solidFill>
              </a:defRPr>
            </a:pPr>
            <a:r>
              <a:rPr sz="7500" b="1" i="1">
                <a:latin typeface="Poppins"/>
                <a:solidFill>
                  <a:srgbClr val="000000"/>
                </a:solidFill>
              </a:rPr>
              <a:t>SA IISANG HAPAG AY DUMALO</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Communion (2)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0">
                <a:latin typeface="Poppins"/>
                <a:solidFill>
                  <a:srgbClr val="000000"/>
                </a:solidFill>
              </a:rPr>
              <a:t>PURIHIN SI HESUS SA SAKRAMENTO</a:t>
            </a:r>
          </a:p>
          <a:p>
            <a:pPr algn="ctr">
              <a:lnSpc>
                <a:spcPct val="70000"/>
              </a:lnSpc>
              <a:defRPr>
                <a:solidFill>
                  <a:srgbClr val="000000"/>
                </a:solidFill>
              </a:defRPr>
            </a:pPr>
            <a:r>
              <a:rPr sz="7500" b="1" i="0">
                <a:latin typeface="Poppins"/>
                <a:solidFill>
                  <a:srgbClr val="000000"/>
                </a:solidFill>
              </a:rPr>
              <a:t>PURIHIN NG LAHAT NG TAO</a:t>
            </a:r>
          </a:p>
          <a:p>
            <a:pPr algn="ctr">
              <a:lnSpc>
                <a:spcPct val="70000"/>
              </a:lnSpc>
              <a:defRPr>
                <a:solidFill>
                  <a:srgbClr val="000000"/>
                </a:solidFill>
              </a:defRPr>
            </a:pPr>
            <a:r>
              <a:rPr sz="7500" b="1" i="0">
                <a:latin typeface="Poppins"/>
                <a:solidFill>
                  <a:srgbClr val="000000"/>
                </a:solidFill>
              </a:rPr>
              <a:t>PURIHIN SIYA NG PILIPINO</a:t>
            </a:r>
          </a:p>
          <a:p>
            <a:pPr algn="ctr">
              <a:lnSpc>
                <a:spcPct val="70000"/>
              </a:lnSpc>
              <a:defRPr>
                <a:solidFill>
                  <a:srgbClr val="000000"/>
                </a:solidFill>
              </a:defRPr>
            </a:pPr>
            <a:r>
              <a:rPr sz="7500" b="1" i="0">
                <a:latin typeface="Poppins"/>
                <a:solidFill>
                  <a:srgbClr val="000000"/>
                </a:solidFill>
              </a:rPr>
              <a:t>SA PAGKAKAISA’Y LINGAPIN MO</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Communion (2)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defRPr>
                <a:solidFill>
                  <a:srgbClr val="000000"/>
                </a:solidFill>
              </a:defRPr>
            </a:pPr>
            <a:r>
              <a:rPr sz="6500" b="1" dirty="0">
                <a:latin typeface="Arial" panose="020B0604020202020204" pitchFamily="34" charset="0"/>
                <a:cs typeface="Arial" panose="020B0604020202020204" pitchFamily="34" charset="0"/>
                <a:solidFill>
                  <a:srgbClr val="000000"/>
                </a:solidFill>
              </a:rPr>
              <a:t>Priest: </a:t>
            </a:r>
            <a:r>
              <a:rPr sz="6500" b="1" i="1" dirty="0">
                <a:latin typeface="Arial" panose="020B0604020202020204" pitchFamily="34" charset="0"/>
                <a:cs typeface="Arial" panose="020B0604020202020204" pitchFamily="34" charset="0"/>
                <a:solidFill>
                  <a:srgbClr val="000000"/>
                </a:solidFill>
              </a:rPr>
              <a:t>Let us pray.</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defRPr>
                <a:solidFill>
                  <a:srgbClr val="000000"/>
                </a:solidFill>
              </a:defRPr>
            </a:pPr>
            <a:r>
              <a:rPr lang="en-US" sz="9000" b="1" dirty="0">
                <a:latin typeface="Arial" panose="020B0604020202020204" pitchFamily="34" charset="0"/>
                <a:cs typeface="Arial" panose="020B0604020202020204" pitchFamily="34" charset="0"/>
                <a:solidFill>
                  <a:srgbClr val="000000"/>
                </a:solidFill>
              </a:rPr>
              <a:t>All: Amen.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The Communion Rite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000000"/>
                </a:solidFill>
              </a:defRPr>
            </a:pPr>
            <a:r>
              <a:rPr>
                <a:solidFill>
                  <a:srgbClr val="000000"/>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000000"/>
                </a:solidFill>
              </a:defRPr>
            </a:pPr>
            <a:r>
              <a:rPr>
                <a:solidFill>
                  <a:srgbClr val="000000"/>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000000"/>
                </a:solidFill>
              </a:defRPr>
            </a:pPr>
            <a:r>
              <a:rPr>
                <a:solidFill>
                  <a:srgbClr val="000000"/>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000000"/>
                </a:solidFill>
              </a:defRPr>
            </a:pPr>
            <a:r>
              <a:rPr>
                <a:solidFill>
                  <a:srgbClr val="000000"/>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000000"/>
                </a:solidFill>
              </a:defRPr>
            </a:pPr>
            <a:r>
              <a:rPr>
                <a:solidFill>
                  <a:srgbClr val="000000"/>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000000"/>
                </a:solidFill>
              </a:defRPr>
            </a:pPr>
            <a:r>
              <a:rPr>
                <a:solidFill>
                  <a:srgbClr val="000000"/>
                </a:solidFill>
              </a:rPr>
              <a:t>12th Sunday in Ordinary Time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Welcoming Newcomers</a:t>
            </a:r>
          </a:p>
        </p:txBody>
      </p:sp>
      <p:sp>
        <p:nvSpPr>
          <p:cNvPr id="4" name="TextBox 3">
            <a:extLst>
              <a:ext uri="{FF2B5EF4-FFF2-40B4-BE49-F238E27FC236}">
                <a16:creationId xmlns:a16="http://schemas.microsoft.com/office/drawing/2014/main" id="{3FE251BE-6C37-A4D1-32D9-85B08A94C476}"/>
              </a:ext>
            </a:extLst>
          </p:cNvPr>
          <p:cNvSpPr txBox="1"/>
          <p:nvPr/>
        </p:nvSpPr>
        <p:spPr>
          <a:xfrm>
            <a:off x="914400" y="1499417"/>
            <a:ext cx="16459200" cy="5040530"/>
          </a:xfrm>
          <a:prstGeom prst="rect">
            <a:avLst/>
          </a:prstGeom>
          <a:noFill/>
        </p:spPr>
        <p:txBody>
          <a:bodyPr wrap="square" lIns="109728" tIns="73152" rIns="109728" bIns="73152" anchor="ctr">
            <a:noAutofit/>
          </a:bodyPr>
          <a:lstStyle/>
          <a:p>
            <a:pPr algn="ctr">
              <a:spcAft>
                <a:spcPts val="500"/>
              </a:spcAft>
              <a:defRPr sz="5500" b="1" i="0" u="none">
                <a:latin typeface="Inter"/>
                <a:solidFill>
                  <a:srgbClr val="000000"/>
                </a:solidFill>
              </a:defRPr>
            </a:pPr>
            <a:r>
              <a:rPr sz="10000" dirty="0">
                <a:latin typeface="Georgia" panose="02040502050405020303" pitchFamily="18" charset="0"/>
                <a:solidFill>
                  <a:srgbClr val="000000"/>
                </a:solidFill>
              </a:rPr>
              <a:t>Welcome newcomers!</a:t>
            </a:r>
            <a:endParaRPr lang="en-US" sz="10000" dirty="0">
              <a:latin typeface="Georgia" panose="02040502050405020303" pitchFamily="18" charset="0"/>
              <a:solidFill>
                <a:srgbClr val="000000"/>
              </a:solidFill>
            </a:endParaRPr>
          </a:p>
          <a:p>
            <a:pPr algn="ctr">
              <a:spcAft>
                <a:spcPts val="500"/>
              </a:spcAft>
              <a:defRPr sz="5500" b="1" i="0" u="none">
                <a:latin typeface="Inter"/>
                <a:solidFill>
                  <a:srgbClr val="000000"/>
                </a:solidFill>
              </a:defRPr>
            </a:pPr>
            <a:r>
              <a:rPr lang="en-KR" sz="10000" dirty="0">
                <a:latin typeface="Georgia" panose="02040502050405020303" pitchFamily="18" charset="0"/>
                <a:solidFill>
                  <a:srgbClr val="000000"/>
                </a:solidFill>
              </a:rPr>
              <a:t>to</a:t>
            </a:r>
            <a:br>
              <a:rPr lang="en-KR" sz="10000" dirty="0">
                <a:latin typeface="Georgia" panose="02040502050405020303" pitchFamily="18" charset="0"/>
              </a:rPr>
            </a:br>
            <a:r>
              <a:rPr lang="en-KR" sz="10000" dirty="0">
                <a:latin typeface="Georgia" panose="02040502050405020303" pitchFamily="18" charset="0"/>
                <a:solidFill>
                  <a:srgbClr val="000000"/>
                </a:solidFill>
              </a:rPr>
              <a:t>[insert church name]</a:t>
            </a:r>
            <a:endParaRPr sz="10000" dirty="0">
              <a:latin typeface="Georgia" panose="02040502050405020303" pitchFamily="18" charset="0"/>
              <a:solidFill>
                <a:srgbClr val="00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latin typeface="Georgia"/>
                <a:solidFill>
                  <a:srgbClr val="000000"/>
                </a:solidFill>
              </a:defRPr>
            </a:pPr>
            <a:r>
              <a:rPr>
                <a:solidFill>
                  <a:srgbClr val="000000"/>
                </a:solidFill>
              </a:rPr>
              <a:t>Mass Collection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Mass Collection</a:t>
            </a:r>
          </a:p>
        </p:txBody>
      </p:sp>
      <p:sp>
        <p:nvSpPr>
          <p:cNvPr id="6" name="TextBox 5">
            <a:extLst>
              <a:ext uri="{FF2B5EF4-FFF2-40B4-BE49-F238E27FC236}">
                <a16:creationId xmlns:a16="http://schemas.microsoft.com/office/drawing/2014/main" id="{5E6D80AC-E9BA-7C1C-81C5-AA192C66B850}"/>
              </a:ext>
            </a:extLst>
          </p:cNvPr>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latin typeface="Inter"/>
                <a:solidFill>
                  <a:srgbClr val="000000"/>
                </a:solidFill>
              </a:defRPr>
            </a:pPr>
            <a:r>
              <a:rPr lang="en-US" sz="10000" b="1" dirty="0">
                <a:latin typeface="Arial Black" panose="020B0604020202020204" pitchFamily="34" charset="0"/>
                <a:cs typeface="Arial Black" panose="020B0604020202020204" pitchFamily="34" charset="0"/>
                <a:solidFill>
                  <a:srgbClr val="000000"/>
                </a:solidFill>
              </a:rPr>
              <a:t>[ENTER AMOUNT]</a:t>
            </a:r>
            <a:endParaRPr sz="10000" b="1" dirty="0">
              <a:latin typeface="Arial Black" panose="020B0604020202020204" pitchFamily="34" charset="0"/>
              <a:cs typeface="Arial Black" panose="020B0604020202020204" pitchFamily="34" charset="0"/>
              <a:solidFill>
                <a:srgbClr val="000000"/>
              </a:solidFill>
            </a:endParaRPr>
          </a:p>
        </p:txBody>
      </p:sp>
      <p:sp>
        <p:nvSpPr>
          <p:cNvPr id="8" name="TextBox 7">
            <a:extLst>
              <a:ext uri="{FF2B5EF4-FFF2-40B4-BE49-F238E27FC236}">
                <a16:creationId xmlns:a16="http://schemas.microsoft.com/office/drawing/2014/main" id="{5EE7C7ED-ADC2-17BC-18D0-2CD24423D0BC}"/>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latin typeface="Inter"/>
                <a:solidFill>
                  <a:srgbClr val="000000"/>
                </a:solidFill>
              </a:defRPr>
            </a:pPr>
            <a:r>
              <a:rPr lang="en-US" sz="5000" b="1" i="1" dirty="0">
                <a:latin typeface="Arial" panose="020B0604020202020204" pitchFamily="34" charset="0"/>
                <a:cs typeface="Arial" panose="020B0604020202020204" pitchFamily="34" charset="0"/>
                <a:solidFill>
                  <a:srgbClr val="000000"/>
                </a:solidFill>
              </a:rPr>
              <a:t>[DATE]</a:t>
            </a:r>
            <a:endParaRPr sz="5000" b="1" i="1" dirty="0">
              <a:latin typeface="Arial" panose="020B0604020202020204" pitchFamily="34" charset="0"/>
              <a:cs typeface="Arial" panose="020B0604020202020204" pitchFamily="34" charset="0"/>
              <a:solidFill>
                <a:srgbClr val="000000"/>
              </a:solidFill>
            </a:endParaRPr>
          </a:p>
        </p:txBody>
      </p:sp>
      <p:sp>
        <p:nvSpPr>
          <p:cNvPr id="12" name="TextBox 11">
            <a:extLst>
              <a:ext uri="{FF2B5EF4-FFF2-40B4-BE49-F238E27FC236}">
                <a16:creationId xmlns:a16="http://schemas.microsoft.com/office/drawing/2014/main" id="{B582F665-B508-1D17-B03C-850BD389EC3F}"/>
              </a:ext>
            </a:extLst>
          </p:cNvPr>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latin typeface="Inter"/>
                <a:solidFill>
                  <a:srgbClr val="000000"/>
                </a:solidFill>
              </a:defRPr>
            </a:pPr>
            <a:r>
              <a:rPr sz="5000" b="1" dirty="0">
                <a:latin typeface="Arial" panose="020B0604020202020204" pitchFamily="34" charset="0"/>
                <a:cs typeface="Arial" panose="020B0604020202020204" pitchFamily="34" charset="0"/>
                <a:solidFill>
                  <a:srgbClr val="000000"/>
                </a:solidFill>
              </a:rPr>
              <a:t>Thank you for your generosity.</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latin typeface="Inter"/>
                <a:solidFill>
                  <a:srgbClr val="000000"/>
                </a:solidFill>
              </a:defRPr>
            </a:pPr>
            <a:r>
              <a:rPr dirty="0">
                <a:solidFill>
                  <a:srgbClr val="000000"/>
                </a:solidFill>
              </a:rPr>
              <a:t>Sacrament of Confession</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latin typeface="Inter"/>
                <a:solidFill>
                  <a:srgbClr val="000000"/>
                </a:solidFill>
              </a:defRPr>
            </a:pPr>
            <a:r>
              <a:rPr lang="en-US" u="sng" dirty="0">
                <a:latin typeface="Georgia" panose="02040502050405020303" pitchFamily="18" charset="0"/>
                <a:solidFill>
                  <a:srgbClr val="000000"/>
                </a:solidFill>
              </a:rPr>
              <a:t>Sacrament of Confession</a:t>
            </a:r>
            <a:endParaRPr u="sng" dirty="0">
              <a:latin typeface="Georgia" panose="02040502050405020303" pitchFamily="18" charset="0"/>
              <a:solidFill>
                <a:srgbClr val="000000"/>
              </a:solidFill>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Announcements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defRPr>
                <a:solidFill>
                  <a:srgbClr val="000000"/>
                </a:solidFill>
              </a:defRPr>
            </a:pPr>
            <a:r>
              <a:rPr sz="6500" b="1" dirty="0">
                <a:latin typeface="Arial" panose="020B0604020202020204" pitchFamily="34" charset="0"/>
                <a:cs typeface="Arial" panose="020B0604020202020204" pitchFamily="34" charset="0"/>
                <a:solidFill>
                  <a:srgbClr val="000000"/>
                </a:solidFill>
              </a:rPr>
              <a:t>Priest: </a:t>
            </a:r>
            <a:r>
              <a:rPr sz="6500" b="1" i="1" dirty="0">
                <a:latin typeface="Arial" panose="020B0604020202020204" pitchFamily="34" charset="0"/>
                <a:cs typeface="Arial" panose="020B0604020202020204" pitchFamily="34" charset="0"/>
                <a:solidFill>
                  <a:srgbClr val="000000"/>
                </a:solidFill>
              </a:rPr>
              <a:t>The Lord be with you.</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defRPr>
                <a:solidFill>
                  <a:srgbClr val="000000"/>
                </a:solidFill>
              </a:defRPr>
            </a:pPr>
            <a:r>
              <a:rPr lang="en-US" sz="6500" b="1" dirty="0">
                <a:latin typeface="Arial" panose="020B0604020202020204" pitchFamily="34" charset="0"/>
                <a:cs typeface="Arial" panose="020B0604020202020204" pitchFamily="34" charset="0"/>
                <a:solidFill>
                  <a:srgbClr val="000000"/>
                </a:solidFill>
              </a:rPr>
              <a:t>Priest: </a:t>
            </a:r>
            <a:r>
              <a:rPr lang="en-US" sz="6500" b="1" i="1" dirty="0">
                <a:latin typeface="Arial" panose="020B0604020202020204" pitchFamily="34" charset="0"/>
                <a:cs typeface="Arial" panose="020B0604020202020204" pitchFamily="34" charset="0"/>
                <a:solidFill>
                  <a:srgbClr val="000000"/>
                </a:solidFill>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defRPr>
                <a:solidFill>
                  <a:srgbClr val="000000"/>
                </a:solidFill>
              </a:defRPr>
            </a:pPr>
            <a:r>
              <a:rPr lang="en-US" sz="6500" b="1" dirty="0">
                <a:latin typeface="Arial" panose="020B0604020202020204" pitchFamily="34" charset="0"/>
                <a:cs typeface="Arial" panose="020B0604020202020204" pitchFamily="34" charset="0"/>
                <a:solidFill>
                  <a:srgbClr val="000000"/>
                </a:solidFill>
              </a:rPr>
              <a:t>Priest: </a:t>
            </a:r>
            <a:r>
              <a:rPr lang="en-US" sz="6500" b="1" i="1" dirty="0">
                <a:latin typeface="Arial" panose="020B0604020202020204" pitchFamily="34" charset="0"/>
                <a:cs typeface="Arial" panose="020B0604020202020204" pitchFamily="34" charset="0"/>
                <a:solidFill>
                  <a:srgbClr val="000000"/>
                </a:solidFill>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defRPr>
                <a:solidFill>
                  <a:srgbClr val="000000"/>
                </a:solidFill>
              </a:defRPr>
            </a:pPr>
            <a:r>
              <a:rPr lang="en-US" sz="7500" b="1" dirty="0">
                <a:latin typeface="Arial" panose="020B0604020202020204" pitchFamily="34" charset="0"/>
                <a:cs typeface="Arial" panose="020B0604020202020204" pitchFamily="34" charset="0"/>
                <a:solidFill>
                  <a:srgbClr val="000000"/>
                </a:solidFill>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defRPr>
                <a:solidFill>
                  <a:srgbClr val="000000"/>
                </a:solidFill>
              </a:defRPr>
            </a:pPr>
            <a:r>
              <a:rPr lang="en-US" sz="7500" b="1" dirty="0">
                <a:latin typeface="Arial" panose="020B0604020202020204" pitchFamily="34" charset="0"/>
                <a:cs typeface="Arial" panose="020B0604020202020204" pitchFamily="34" charset="0"/>
                <a:solidFill>
                  <a:srgbClr val="000000"/>
                </a:solidFill>
              </a:rPr>
              <a:t>All: Amen.</a:t>
            </a: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lgn="l">
              <a:spcBef>
                <a:spcPts val="200"/>
              </a:spcBef>
              <a:defRPr sz="1200" b="0" i="0" u="none">
                <a:latin typeface="Arial"/>
                <a:solidFill>
                  <a:srgbClr val="000000"/>
                </a:solidFill>
              </a:defRPr>
            </a:pPr>
            <a:r>
              <a:rPr>
                <a:solidFill>
                  <a:srgbClr val="000000"/>
                </a:solidFill>
              </a:rPr>
              <a:t>Final Blessing</a:t>
            </a:r>
          </a:p>
        </p:txBody>
      </p:sp>
      <p:sp>
        <p:nvSpPr>
          <p:cNvPr id="3" name="TextBox 2">
            <a:extLst>
              <a:ext uri="{FF2B5EF4-FFF2-40B4-BE49-F238E27FC236}">
                <a16:creationId xmlns:a16="http://schemas.microsoft.com/office/drawing/2014/main" id="{8CC358AF-482B-E6E8-416B-DB6A83AAF1FE}"/>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defRPr>
                <a:solidFill>
                  <a:srgbClr val="000000"/>
                </a:solidFill>
              </a:defRPr>
            </a:pPr>
            <a:r>
              <a:rPr lang="en-US" sz="7500" b="1" dirty="0">
                <a:latin typeface="Arial" panose="020B0604020202020204" pitchFamily="34" charset="0"/>
                <a:cs typeface="Arial" panose="020B0604020202020204" pitchFamily="34" charset="0"/>
                <a:solidFill>
                  <a:srgbClr val="000000"/>
                </a:solidFill>
              </a:rPr>
              <a:t>All: Thanks be to God.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000000"/>
                </a:solidFill>
              </a:defRPr>
            </a:pPr>
            <a:r>
              <a:rPr sz="3850" b="1" u="sng">
                <a:latin typeface="Georgia"/>
                <a:solidFill>
                  <a:srgbClr val="000000"/>
                </a:solidFill>
              </a:rPr>
              <a:t>We Are Called</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0">
                <a:latin typeface="Poppins"/>
                <a:solidFill>
                  <a:srgbClr val="000000"/>
                </a:solidFill>
              </a:rPr>
              <a:t>WE ARE CALLED TO ACT WITH JUSTICE,</a:t>
            </a:r>
          </a:p>
          <a:p>
            <a:pPr algn="ctr">
              <a:lnSpc>
                <a:spcPct val="70000"/>
              </a:lnSpc>
              <a:defRPr>
                <a:solidFill>
                  <a:srgbClr val="000000"/>
                </a:solidFill>
              </a:defRPr>
            </a:pPr>
            <a:r>
              <a:rPr sz="7500" b="1" i="0">
                <a:latin typeface="Poppins"/>
                <a:solidFill>
                  <a:srgbClr val="000000"/>
                </a:solidFill>
              </a:rPr>
              <a:t>WE ARE CALLED TO LOVE TENDERLY;</a:t>
            </a:r>
          </a:p>
          <a:p>
            <a:pPr algn="ctr">
              <a:lnSpc>
                <a:spcPct val="70000"/>
              </a:lnSpc>
              <a:defRPr>
                <a:solidFill>
                  <a:srgbClr val="000000"/>
                </a:solidFill>
              </a:defRPr>
            </a:pPr>
            <a:r>
              <a:rPr sz="7500" b="1" i="0">
                <a:latin typeface="Poppins"/>
                <a:solidFill>
                  <a:srgbClr val="000000"/>
                </a:solidFill>
              </a:rPr>
              <a:t>WE ARE CALLED TO SERVE ONE ANOTHER,</a:t>
            </a:r>
          </a:p>
          <a:p>
            <a:pPr algn="ctr">
              <a:lnSpc>
                <a:spcPct val="70000"/>
              </a:lnSpc>
              <a:defRPr>
                <a:solidFill>
                  <a:srgbClr val="000000"/>
                </a:solidFill>
              </a:defRPr>
            </a:pPr>
            <a:r>
              <a:rPr sz="7500" b="1" i="0">
                <a:latin typeface="Poppins"/>
                <a:solidFill>
                  <a:srgbClr val="000000"/>
                </a:solidFill>
              </a:rPr>
              <a:t>TO WALK HUMBLY WITH GOD.</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6600" b="1" i="1">
                <a:latin typeface="Poppins"/>
                <a:solidFill>
                  <a:srgbClr val="000000"/>
                </a:solidFill>
              </a:rPr>
              <a:t>COME! LIVE IN THE LIGHT!</a:t>
            </a:r>
          </a:p>
          <a:p>
            <a:pPr algn="ctr">
              <a:lnSpc>
                <a:spcPct val="70000"/>
              </a:lnSpc>
              <a:defRPr>
                <a:solidFill>
                  <a:srgbClr val="000000"/>
                </a:solidFill>
              </a:defRPr>
            </a:pPr>
            <a:r>
              <a:rPr sz="6600" b="1" i="1">
                <a:latin typeface="Poppins"/>
                <a:solidFill>
                  <a:srgbClr val="000000"/>
                </a:solidFill>
              </a:rPr>
              <a:t>SHINE WITH THE JOY AND THE LOVE OF THE LORD!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Recessional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0">
                <a:latin typeface="Poppins"/>
                <a:solidFill>
                  <a:srgbClr val="000000"/>
                </a:solidFill>
              </a:rPr>
              <a:t>GOD OF DAYBREAK, GOD OF SHADOW,</a:t>
            </a:r>
          </a:p>
          <a:p>
            <a:pPr algn="ctr">
              <a:lnSpc>
                <a:spcPct val="70000"/>
              </a:lnSpc>
              <a:defRPr>
                <a:solidFill>
                  <a:srgbClr val="000000"/>
                </a:solidFill>
              </a:defRPr>
            </a:pPr>
            <a:r>
              <a:rPr sz="7500" b="1" i="0">
                <a:latin typeface="Poppins"/>
                <a:solidFill>
                  <a:srgbClr val="000000"/>
                </a:solidFill>
              </a:rPr>
              <a:t>COME INTO OUR RESTLESS LIVES;</a:t>
            </a:r>
          </a:p>
          <a:p>
            <a:pPr algn="ctr">
              <a:lnSpc>
                <a:spcPct val="70000"/>
              </a:lnSpc>
              <a:defRPr>
                <a:solidFill>
                  <a:srgbClr val="000000"/>
                </a:solidFill>
              </a:defRPr>
            </a:pPr>
            <a:r>
              <a:rPr sz="7500" b="1" i="0">
                <a:latin typeface="Poppins"/>
                <a:solidFill>
                  <a:srgbClr val="000000"/>
                </a:solidFill>
              </a:rPr>
              <a:t>LIFT FROM US THE FEAR OF SHADOWS,</a:t>
            </a:r>
          </a:p>
          <a:p>
            <a:pPr algn="ctr">
              <a:lnSpc>
                <a:spcPct val="70000"/>
              </a:lnSpc>
              <a:defRPr>
                <a:solidFill>
                  <a:srgbClr val="000000"/>
                </a:solidFill>
              </a:defRPr>
            </a:pPr>
            <a:r>
              <a:rPr sz="7500" b="1" i="0">
                <a:latin typeface="Poppins"/>
                <a:solidFill>
                  <a:srgbClr val="000000"/>
                </a:solidFill>
              </a:rPr>
              <a:t>THAT WE MAY ARISE WITH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1">
                <a:latin typeface="Poppins"/>
                <a:solidFill>
                  <a:srgbClr val="000000"/>
                </a:solidFill>
              </a:rPr>
              <a:t>WE ARE CALLED TO ACT WITH JUSTICE...</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Recessional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0">
                <a:latin typeface="Poppins"/>
                <a:solidFill>
                  <a:srgbClr val="000000"/>
                </a:solidFill>
              </a:rPr>
              <a:t>COME! LIVE IN THE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400" b="1" i="1">
                <a:latin typeface="Poppins"/>
                <a:solidFill>
                  <a:srgbClr val="000000"/>
                </a:solidFill>
              </a:rPr>
              <a:t>GOD OF NEWNESS, GOD OF FRESHNESS,</a:t>
            </a:r>
          </a:p>
          <a:p>
            <a:pPr algn="ctr">
              <a:lnSpc>
                <a:spcPct val="70000"/>
              </a:lnSpc>
              <a:defRPr>
                <a:solidFill>
                  <a:srgbClr val="000000"/>
                </a:solidFill>
              </a:defRPr>
            </a:pPr>
            <a:r>
              <a:rPr sz="7400" b="1" i="1">
                <a:latin typeface="Poppins"/>
                <a:solidFill>
                  <a:srgbClr val="000000"/>
                </a:solidFill>
              </a:rPr>
              <a:t>COME INTO OUR MORNING SONG:</a:t>
            </a:r>
          </a:p>
          <a:p>
            <a:pPr algn="ctr">
              <a:lnSpc>
                <a:spcPct val="70000"/>
              </a:lnSpc>
              <a:defRPr>
                <a:solidFill>
                  <a:srgbClr val="000000"/>
                </a:solidFill>
              </a:defRPr>
            </a:pPr>
            <a:r>
              <a:rPr sz="7400" b="1" i="1">
                <a:latin typeface="Poppins"/>
                <a:solidFill>
                  <a:srgbClr val="000000"/>
                </a:solidFill>
              </a:rPr>
              <a:t>GIVE TO US A NEW BEGINNING,</a:t>
            </a:r>
          </a:p>
          <a:p>
            <a:pPr algn="ctr">
              <a:lnSpc>
                <a:spcPct val="70000"/>
              </a:lnSpc>
              <a:defRPr>
                <a:solidFill>
                  <a:srgbClr val="000000"/>
                </a:solidFill>
              </a:defRPr>
            </a:pPr>
            <a:r>
              <a:rPr sz="7400" b="1" i="1">
                <a:latin typeface="Poppins"/>
                <a:solidFill>
                  <a:srgbClr val="000000"/>
                </a:solidFill>
              </a:rPr>
              <a:t>SEND US FORTH WITH HEARTS MADE STRONG.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Recessional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0">
                <a:latin typeface="Poppins"/>
                <a:solidFill>
                  <a:srgbClr val="000000"/>
                </a:solidFill>
              </a:rPr>
              <a:t>WE ARE CALLED TO ACT WITH JUSTICE...</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000000"/>
                </a:solidFill>
              </a:defRPr>
            </a:pPr>
            <a:r>
              <a:rPr sz="7500" b="1" i="1">
                <a:latin typeface="Poppins"/>
                <a:solidFill>
                  <a:srgbClr val="000000"/>
                </a:solidFill>
              </a:rPr>
              <a:t>COME! LIVE IN THE LIGHT!...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000000"/>
                </a:solidFill>
              </a:defRPr>
            </a:pPr>
            <a:endParaRPr>
              <a:solidFill>
                <a:srgbClr val="000000"/>
              </a:solidFill>
            </a:endParaRPr>
          </a:p>
          <a:p>
            <a:pPr>
              <a:spcBef>
                <a:spcPts val="200"/>
              </a:spcBef>
              <a:defRPr sz="1200" b="0" i="0" u="none">
                <a:latin typeface="Arial"/>
                <a:solidFill>
                  <a:srgbClr val="000000"/>
                </a:solidFill>
              </a:defRPr>
            </a:pPr>
            <a:r>
              <a:rPr>
                <a:solidFill>
                  <a:srgbClr val="000000"/>
                </a:solidFill>
              </a:rPr>
              <a:t>Recessional</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00000"/>
                </a:solidFill>
              </a:defRPr>
            </a:pPr>
            <a:endParaRPr>
              <a:solidFill>
                <a:srgbClr val="000000"/>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000000"/>
                </a:solidFill>
              </a:defRPr>
            </a:pPr>
            <a:r>
              <a:rPr>
                <a:solidFill>
                  <a:srgbClr val="000000"/>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000000"/>
                </a:solidFill>
              </a:defRPr>
            </a:pPr>
            <a:r>
              <a:rPr>
                <a:solidFill>
                  <a:srgbClr val="000000"/>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000000"/>
                </a:solidFill>
              </a:defRPr>
            </a:pPr>
            <a:r>
              <a:rPr>
                <a:solidFill>
                  <a:srgbClr val="000000"/>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000000"/>
                </a:solidFill>
              </a:defRPr>
            </a:pPr>
            <a:r>
              <a:rPr>
                <a:solidFill>
                  <a:srgbClr val="000000"/>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000000"/>
                </a:solidFill>
              </a:defRPr>
            </a:pPr>
            <a:r>
              <a:rPr>
                <a:solidFill>
                  <a:srgbClr val="000000"/>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000000"/>
                </a:solidFill>
              </a:defRPr>
            </a:pPr>
            <a:r>
              <a:rPr>
                <a:solidFill>
                  <a:srgbClr val="000000"/>
                </a:solidFill>
              </a:rPr>
              <a:t>12th Sunday in Ordinary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540</TotalTime>
  <Words>2585</Words>
  <Application>Microsoft Macintosh PowerPoint</Application>
  <PresentationFormat>Custom</PresentationFormat>
  <Paragraphs>452</Paragraphs>
  <Slides>68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Arial Black</vt:lpstr>
      <vt:lpstr>Calibri</vt:lpstr>
      <vt:lpstr>Georgia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divinogabriel78@gmail.com</cp:lastModifiedBy>
  <cp:revision>2</cp:revision>
  <dcterms:created xsi:type="dcterms:W3CDTF">2013-01-27T09:14:16Z</dcterms:created>
  <dcterms:modified xsi:type="dcterms:W3CDTF">2026-06-21T04:57:13Z</dcterms:modified>
  <cp:category/>
</cp:coreProperties>
</file>