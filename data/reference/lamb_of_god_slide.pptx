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Poppins Bold" charset="1" panose="00000800000000000000"/>
      <p:regular r:id="rId7"/>
    </p:embeddedFont>
    <p:embeddedFont>
      <p:font typeface="Recoleta" charset="1" panose="00000500000000000000"/>
      <p:regular r:id="rId8"/>
    </p:embeddedFont>
    <p:embeddedFont>
      <p:font typeface="Alegreya Sans SC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45772" y="1447327"/>
            <a:ext cx="14598201" cy="257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8"/>
              </a:lnSpc>
            </a:pPr>
            <a:r>
              <a:rPr lang="en-US" sz="5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LAMB OF GOD</a:t>
            </a:r>
          </a:p>
          <a:p>
            <a:pPr algn="l">
              <a:lnSpc>
                <a:spcPts val="6608"/>
              </a:lnSpc>
            </a:pPr>
            <a:r>
              <a:rPr lang="en-US" sz="5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 TAKE AWAY THE SINS OF THE WORLD</a:t>
            </a:r>
          </a:p>
          <a:p>
            <a:pPr algn="l" marL="0" indent="0" lvl="0">
              <a:lnSpc>
                <a:spcPts val="6608"/>
              </a:lnSpc>
            </a:pP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HAVE MERCY</a:t>
            </a:r>
            <a:r>
              <a:rPr lang="en-US" b="true" sz="5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</a:t>
            </a: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AVE MERCY ON US</a:t>
            </a:r>
            <a:r>
              <a:rPr lang="en-US" b="true" sz="5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45772" y="7118506"/>
            <a:ext cx="14757999" cy="257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8"/>
              </a:lnSpc>
            </a:pPr>
            <a:r>
              <a:rPr lang="en-US" sz="5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LAMB OF GOD</a:t>
            </a:r>
          </a:p>
          <a:p>
            <a:pPr algn="l">
              <a:lnSpc>
                <a:spcPts val="6608"/>
              </a:lnSpc>
            </a:pPr>
            <a:r>
              <a:rPr lang="en-US" sz="5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 TAKE AWAY THE SINS OF THE WORLD,</a:t>
            </a:r>
          </a:p>
          <a:p>
            <a:pPr algn="l" marL="0" indent="0" lvl="0">
              <a:lnSpc>
                <a:spcPts val="6608"/>
              </a:lnSpc>
            </a:pP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GRANT US PEACE</a:t>
            </a:r>
            <a:r>
              <a:rPr lang="en-US" b="true" sz="5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</a:t>
            </a: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GR</a:t>
            </a: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ANT US PEACE</a:t>
            </a:r>
            <a:r>
              <a:rPr lang="en-US" b="true" sz="5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45772" y="4284882"/>
            <a:ext cx="14598201" cy="257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8"/>
              </a:lnSpc>
            </a:pPr>
            <a:r>
              <a:rPr lang="en-US" sz="5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LAMB OF GOD</a:t>
            </a:r>
          </a:p>
          <a:p>
            <a:pPr algn="l">
              <a:lnSpc>
                <a:spcPts val="6608"/>
              </a:lnSpc>
            </a:pPr>
            <a:r>
              <a:rPr lang="en-US" sz="5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 TAKE AWAY THE SINS OF THE WORLD</a:t>
            </a:r>
          </a:p>
          <a:p>
            <a:pPr algn="l" marL="0" indent="0" lvl="0">
              <a:lnSpc>
                <a:spcPts val="6608"/>
              </a:lnSpc>
            </a:pP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HAVE MERCY</a:t>
            </a:r>
            <a:r>
              <a:rPr lang="en-US" b="true" sz="5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</a:t>
            </a: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5600">
                <a:solidFill>
                  <a:srgbClr val="F8B300"/>
                </a:solidFill>
                <a:latin typeface="Poppins Bold"/>
                <a:ea typeface="Poppins Bold"/>
                <a:cs typeface="Poppins Bold"/>
                <a:sym typeface="Poppins Bold"/>
              </a:rPr>
              <a:t>AVE MERCY ON US</a:t>
            </a:r>
            <a:r>
              <a:rPr lang="en-US" b="true" sz="5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6296" y="226228"/>
            <a:ext cx="14995409" cy="105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75"/>
              </a:lnSpc>
              <a:spcBef>
                <a:spcPct val="0"/>
              </a:spcBef>
            </a:pPr>
            <a:r>
              <a:rPr lang="en-US" sz="7299">
                <a:solidFill>
                  <a:srgbClr val="FFB800"/>
                </a:solidFill>
                <a:latin typeface="Recoleta"/>
                <a:ea typeface="Recoleta"/>
                <a:cs typeface="Recoleta"/>
                <a:sym typeface="Recoleta"/>
              </a:rPr>
              <a:t>Lamb of God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50277"/>
            <a:ext cx="10541533" cy="66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1"/>
              </a:lnSpc>
              <a:spcBef>
                <a:spcPct val="0"/>
              </a:spcBef>
            </a:pPr>
          </a:p>
          <a:p>
            <a:pPr algn="l">
              <a:lnSpc>
                <a:spcPts val="1651"/>
              </a:lnSpc>
              <a:spcBef>
                <a:spcPct val="0"/>
              </a:spcBef>
            </a:pPr>
            <a:r>
              <a:rPr lang="en-US" sz="1399">
                <a:solidFill>
                  <a:srgbClr val="FFFF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LAMB OF GOD</a:t>
            </a:r>
          </a:p>
          <a:p>
            <a:pPr algn="l">
              <a:lnSpc>
                <a:spcPts val="16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DAHHcSi9TGo</dc:identifier>
  <dcterms:modified xsi:type="dcterms:W3CDTF">2011-08-01T06:04:30Z</dcterms:modified>
  <cp:revision>1</cp:revision>
  <dc:title>GFCC_26APRIL2026</dc:title>
</cp:coreProperties>
</file>