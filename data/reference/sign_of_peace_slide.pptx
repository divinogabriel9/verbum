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 Semi-Bold" charset="1" panose="00000700000000000000"/>
      <p:regular r:id="rId7"/>
    </p:embeddedFont>
    <p:embeddedFont>
      <p:font typeface="Recoleta" charset="1" panose="00000500000000000000"/>
      <p:regular r:id="rId8"/>
    </p:embeddedFont>
    <p:embeddedFont>
      <p:font typeface="Poppins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5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7842" y="1531619"/>
            <a:ext cx="12432316" cy="214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228"/>
              </a:lnSpc>
            </a:pPr>
            <a:r>
              <a:rPr lang="en-US" b="true" sz="6800">
                <a:solidFill>
                  <a:srgbClr val="F8B3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Priest</a:t>
            </a:r>
            <a:r>
              <a:rPr lang="en-US" b="true" sz="6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The peace of the Lord be with you.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46296" y="226228"/>
            <a:ext cx="14995409" cy="105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75"/>
              </a:lnSpc>
              <a:spcBef>
                <a:spcPct val="0"/>
              </a:spcBef>
            </a:pPr>
            <a:r>
              <a:rPr lang="en-US" sz="7299">
                <a:solidFill>
                  <a:srgbClr val="FFB800"/>
                </a:solidFill>
                <a:latin typeface="Recoleta"/>
                <a:ea typeface="Recoleta"/>
                <a:cs typeface="Recoleta"/>
                <a:sym typeface="Recoleta"/>
              </a:rPr>
              <a:t>Sign Of Peace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7842" y="3637533"/>
            <a:ext cx="12432316" cy="112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All: And with your spirit.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27842" y="8124190"/>
            <a:ext cx="12432316" cy="112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9"/>
              </a:lnSpc>
            </a:pPr>
            <a:r>
              <a:rPr lang="en-US" b="true" sz="6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All: Peace be with you.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7842" y="5932826"/>
            <a:ext cx="12432316" cy="214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28"/>
              </a:lnSpc>
            </a:pPr>
            <a:r>
              <a:rPr lang="en-US" b="true" sz="6800">
                <a:solidFill>
                  <a:srgbClr val="F8B3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Priest</a:t>
            </a:r>
            <a:r>
              <a:rPr lang="en-US" b="true" sz="68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 Let us offer each other the sign of peace.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DAHHcSi9TGo</dc:identifier>
  <dcterms:modified xsi:type="dcterms:W3CDTF">2011-08-01T06:04:30Z</dcterms:modified>
  <cp:revision>1</cp:revision>
  <dc:title>GFCC_26APRIL2026</dc:title>
</cp:coreProperties>
</file>