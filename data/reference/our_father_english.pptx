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99" r:id="rId46"/>
    <p:sldId id="321" r:id="rId47"/>
    <p:sldId id="322" r:id="rId48"/>
  </p:sldIdLst>
  <p:sldSz cx="18288000" cy="10287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B8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52"/>
    <p:restoredTop sz="94659"/>
  </p:normalViewPr>
  <p:slideViewPr>
    <p:cSldViewPr snapToGrid="0" snapToObjects="1">
      <p:cViewPr varScale="1">
        <p:scale>
          <a:sx n="64" d="100"/>
          <a:sy n="64" d="100"/>
        </p:scale>
        <p:origin x="1064" y="48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presProps" Target="presProps.xml"/><Relationship Id="rId71" Type="http://schemas.openxmlformats.org/officeDocument/2006/relationships/viewProps" Target="viewProps.xml"/><Relationship Id="rId72" Type="http://schemas.openxmlformats.org/officeDocument/2006/relationships/theme" Target="theme/theme1.xml"/><Relationship Id="rId73"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87" name="Google Shape;87;p13"/>
          <p:cNvSpPr txBox="1"/>
          <p:nvPr/>
        </p:nvSpPr>
        <p:spPr>
          <a:xfrm>
            <a:off x="0" y="2990446"/>
            <a:ext cx="18288000" cy="1840500"/>
          </a:xfrm>
          <a:prstGeom prst="rect">
            <a:avLst/>
          </a:prstGeom>
          <a:noFill/>
          <a:ln>
            <a:noFill/>
          </a:ln>
          <a:effectLst>
            <a:outerShdw blurRad="57150" dist="19050" dir="5400000" algn="bl" rotWithShape="0">
              <a:srgbClr val="000000">
                <a:alpha val="50000"/>
              </a:srgbClr>
            </a:outerShdw>
          </a:effectLst>
        </p:spPr>
        <p:txBody>
          <a:bodyPr spcFirstLastPara="1" wrap="square" lIns="109725" tIns="73150" rIns="109725" bIns="73150" anchor="t" anchorCtr="0">
            <a:spAutoFit/>
          </a:bodyPr>
          <a:lstStyle/>
          <a:p>
            <a:pPr marL="0" marR="0" lvl="0" indent="0" algn="ctr" rtl="0">
              <a:spcBef>
                <a:spcPts val="0"/>
              </a:spcBef>
              <a:spcAft>
                <a:spcPts val="0"/>
              </a:spcAft>
              <a:buNone/>
              <a:defRPr/>
            </a:pPr>
            <a:r>
              <a:rPr lang="en-US" sz="5500" b="1" u="none" strike="noStrike" cap="none" dirty="0">
                <a:solidFill>
                  <a:srgbClr val="FFB800"/>
                </a:solidFill>
                <a:latin typeface="Arial" panose="020B0604020202020204" pitchFamily="34" charset="0"/>
                <a:ea typeface="Calibri"/>
                <a:cs typeface="Arial" panose="020B0604020202020204" pitchFamily="34" charset="0"/>
                <a:sym typeface="Calibri"/>
              </a:rPr>
              <a:t>PUT YOUR CELLPHONE ON SILENT MODE DURING THE MASS.</a:t>
            </a:r>
            <a:endParaRPr sz="5500" b="1" dirty="0">
              <a:latin typeface="Arial" panose="020B0604020202020204" pitchFamily="34" charset="0"/>
              <a:cs typeface="Arial" panose="020B0604020202020204" pitchFamily="34" charset="0"/>
            </a:endParaRPr>
          </a:p>
        </p:txBody>
      </p:sp>
      <p:sp>
        <p:nvSpPr>
          <p:cNvPr id="3" name="Google Shape;87;p13">
            <a:extLst>
              <a:ext uri="{FF2B5EF4-FFF2-40B4-BE49-F238E27FC236}">
                <a16:creationId xmlns:a16="http://schemas.microsoft.com/office/drawing/2014/main" id="{8C5BC4BB-A7D0-077D-48C7-021F6B7E4547}"/>
              </a:ext>
            </a:extLst>
          </p:cNvPr>
          <p:cNvSpPr txBox="1"/>
          <p:nvPr/>
        </p:nvSpPr>
        <p:spPr>
          <a:xfrm>
            <a:off x="685800" y="5529464"/>
            <a:ext cx="16916400" cy="1135179"/>
          </a:xfrm>
          <a:prstGeom prst="rect">
            <a:avLst/>
          </a:prstGeom>
          <a:noFill/>
          <a:ln>
            <a:noFill/>
          </a:ln>
          <a:effectLst>
            <a:outerShdw blurRad="57150" dist="19050" dir="5400000" algn="bl" rotWithShape="0">
              <a:srgbClr val="000000">
                <a:alpha val="50000"/>
              </a:srgbClr>
            </a:outerShdw>
          </a:effectLst>
        </p:spPr>
        <p:txBody>
          <a:bodyPr spcFirstLastPara="1" wrap="square" lIns="109725" tIns="73150" rIns="109725" bIns="73150" anchor="t" anchorCtr="0">
            <a:spAutoFit/>
          </a:bodyPr>
          <a:lstStyle/>
          <a:p>
            <a:pPr lvl="0" algn="ctr">
              <a:spcBef>
                <a:spcPts val="500"/>
              </a:spcBef>
              <a:defRPr/>
            </a:pPr>
            <a:r>
              <a:rPr lang="en-US" sz="6000" b="1" i="1" dirty="0">
                <a:solidFill>
                  <a:srgbClr val="F0FDF4"/>
                </a:solidFill>
                <a:latin typeface="Arial" panose="020B0604020202020204" pitchFamily="34" charset="0"/>
                <a:ea typeface="Calibri"/>
                <a:cs typeface="Arial" panose="020B0604020202020204" pitchFamily="34" charset="0"/>
                <a:sym typeface="Calibri"/>
              </a:rPr>
              <a:t>Thank you.</a:t>
            </a:r>
            <a:endParaRPr lang="en-US" sz="6000" b="1" i="1" dirty="0">
              <a:solidFill>
                <a:schemeClr val="bg1"/>
              </a:solidFill>
              <a:latin typeface="Arial" panose="020B0604020202020204" pitchFamily="34" charset="0"/>
              <a:cs typeface="Arial" panose="020B0604020202020204" pitchFamily="34" charset="0"/>
            </a:endParaRPr>
          </a:p>
        </p:txBody>
      </p:sp>
      <p:sp>
        <p:nvSpPr>
          <p:cNvPr id="88" name="TextBox 87"/>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Pre-Mass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A13"/>
            </a:gs>
            <a:gs pos="100000">
              <a:srgbClr val="689474"/>
            </a:gs>
          </a:gsLst>
          <a:lin ang="0" scaled="0"/>
        </a:gradFill>
        <a:effectLst/>
      </p:bgPr>
    </p:bg>
    <p:spTree>
      <p:nvGrpSpPr>
        <p:cNvPr id="1" name=""/>
        <p:cNvGrpSpPr/>
        <p:nvPr/>
      </p:nvGrpSpPr>
      <p:grpSpPr>
        <a:xfrm>
          <a:off x="0" y="0"/>
          <a:ext cx="0" cy="0"/>
          <a:chOff x="0" y="0"/>
          <a:chExt cx="0" cy="0"/>
        </a:xfrm>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FFEABF"/>
                </a:solidFill>
                <a:latin typeface="Arial"/>
              </a:defRPr>
            </a:pPr>
            <a:r>
              <a:t>MASS CELEBRANT:</a:t>
            </a:r>
          </a:p>
        </p:txBody>
      </p:sp>
      <p:sp>
        <p:nvSpPr>
          <p:cNvPr id="5" name="TextBox 4"/>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AF8F4"/>
                </a:solidFill>
                <a:latin typeface="Arial"/>
              </a:defRPr>
            </a:pPr>
            <a:r>
              <a:t>Rev. Fr. Jonrey Lauron, RCJ</a:t>
            </a:r>
          </a:p>
        </p:txBody>
      </p:sp>
      <p:sp>
        <p:nvSpPr>
          <p:cNvPr id="6" name="TextBox 5"/>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solidFill>
                  <a:srgbClr val="FAF8F4"/>
                </a:solidFill>
                <a:latin typeface="Arial"/>
              </a:defRPr>
            </a:pPr>
            <a:r>
              <a:t>YEAR A · 21 JUNE 2026</a:t>
            </a:r>
          </a:p>
        </p:txBody>
      </p:sp>
      <p:sp>
        <p:nvSpPr>
          <p:cNvPr id="7" name="TextBox 6"/>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solidFill>
                  <a:srgbClr val="EFEDEC"/>
                </a:solidFill>
                <a:latin typeface="Arial"/>
              </a:defRPr>
            </a:pPr>
            <a:r>
              <a:t>“Fear no one.”</a:t>
            </a:r>
          </a:p>
        </p:txBody>
      </p:sp>
      <p:sp>
        <p:nvSpPr>
          <p:cNvPr id="8" name="TextBox 7"/>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solidFill>
                  <a:srgbClr val="FFDE9E"/>
                </a:solidFill>
                <a:latin typeface="Arial"/>
              </a:defRPr>
            </a:pPr>
            <a:r>
              <a:rPr dirty="0"/>
              <a:t>GOSPEL (MATTHEW 10:26–33)</a:t>
            </a:r>
          </a:p>
        </p:txBody>
      </p:sp>
      <p:sp>
        <p:nvSpPr>
          <p:cNvPr id="9" name="TextBox 8"/>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solidFill>
                  <a:srgbClr val="FAF8F4"/>
                </a:solidFill>
                <a:latin typeface="Arial"/>
              </a:defRPr>
            </a:pPr>
            <a:r>
              <a:t>12th Sunday in Ordinary Time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914400" y="109728"/>
            <a:ext cx="16459200" cy="868680"/>
          </a:xfrm>
          <a:prstGeom prst="rect">
            <a:avLst/>
          </a:prstGeom>
          <a:noFill/>
        </p:spPr>
        <p:txBody>
          <a:bodyPr wrap="square" lIns="109728" tIns="73152" rIns="109728" bIns="73152">
            <a:noAutofit/>
          </a:bodyPr>
          <a:lstStyle/>
          <a:p>
            <a:pPr algn="ctr"/>
            <a:r>
              <a:rPr sz="3600" b="1" u="sng">
                <a:solidFill>
                  <a:srgbClr val="FFB800"/>
                </a:solidFill>
                <a:latin typeface="Georgia"/>
              </a:rPr>
              <a:t>Sing a New Song</a:t>
            </a:r>
          </a:p>
        </p:txBody>
      </p:sp>
      <p:sp>
        <p:nvSpPr>
          <p:cNvPr id="3" name="TextBox 2"/>
          <p:cNvSpPr txBox="1"/>
          <p:nvPr/>
        </p:nvSpPr>
        <p:spPr>
          <a:xfrm>
            <a:off x="0" y="823874"/>
            <a:ext cx="18288000" cy="4797856"/>
          </a:xfrm>
          <a:prstGeom prst="rect">
            <a:avLst/>
          </a:prstGeom>
          <a:noFill/>
        </p:spPr>
        <p:txBody>
          <a:bodyPr wrap="square" lIns="0" tIns="73152" rIns="0" bIns="73152" anchor="ctr">
            <a:noAutofit/>
          </a:bodyPr>
          <a:lstStyle/>
          <a:p>
            <a:pPr algn="ctr">
              <a:lnSpc>
                <a:spcPct val="70000"/>
              </a:lnSpc>
            </a:pPr>
            <a:r>
              <a:rPr sz="6600" b="1" i="1">
                <a:solidFill>
                  <a:srgbClr val="FFB800"/>
                </a:solidFill>
                <a:latin typeface="Poppins"/>
              </a:rPr>
              <a:t>SING A NEW SONG UNTO THE LORD;</a:t>
            </a:r>
          </a:p>
          <a:p>
            <a:pPr algn="ctr">
              <a:lnSpc>
                <a:spcPct val="70000"/>
              </a:lnSpc>
            </a:pPr>
            <a:r>
              <a:rPr sz="6600" b="1" i="1">
                <a:solidFill>
                  <a:srgbClr val="FFB800"/>
                </a:solidFill>
                <a:latin typeface="Poppins"/>
              </a:rPr>
              <a:t>LET YOUR SONG BE SUNG FROM MOUNTAINS HIGH</a:t>
            </a:r>
          </a:p>
          <a:p>
            <a:pPr algn="ctr">
              <a:lnSpc>
                <a:spcPct val="70000"/>
              </a:lnSpc>
            </a:pPr>
            <a:r>
              <a:rPr sz="6600" b="1" i="1">
                <a:solidFill>
                  <a:srgbClr val="FFB800"/>
                </a:solidFill>
                <a:latin typeface="Poppins"/>
              </a:rPr>
              <a:t>SING A NEW SONG UNTO THE LORD</a:t>
            </a:r>
          </a:p>
          <a:p>
            <a:pPr algn="ctr">
              <a:lnSpc>
                <a:spcPct val="70000"/>
              </a:lnSpc>
            </a:pPr>
            <a:r>
              <a:rPr sz="6600" b="1" i="1">
                <a:solidFill>
                  <a:srgbClr val="FFB800"/>
                </a:solidFill>
                <a:latin typeface="Poppins"/>
              </a:rPr>
              <a:t>SINGING ALLELUIA</a:t>
            </a:r>
          </a:p>
        </p:txBody>
      </p:sp>
      <p:sp>
        <p:nvSpPr>
          <p:cNvPr id="4" name="TextBox 3"/>
          <p:cNvSpPr txBox="1"/>
          <p:nvPr/>
        </p:nvSpPr>
        <p:spPr>
          <a:xfrm>
            <a:off x="0" y="5471769"/>
            <a:ext cx="18288000" cy="4797856"/>
          </a:xfrm>
          <a:prstGeom prst="rect">
            <a:avLst/>
          </a:prstGeom>
          <a:noFill/>
        </p:spPr>
        <p:txBody>
          <a:bodyPr wrap="square" lIns="0" tIns="73152" rIns="0" bIns="73152" anchor="ctr">
            <a:noAutofit/>
          </a:bodyPr>
          <a:lstStyle/>
          <a:p>
            <a:pPr algn="ctr">
              <a:lnSpc>
                <a:spcPct val="70000"/>
              </a:lnSpc>
            </a:pPr>
            <a:r>
              <a:rPr sz="7500" b="1" i="0">
                <a:solidFill>
                  <a:srgbClr val="FFFFFF"/>
                </a:solidFill>
                <a:latin typeface="Poppins"/>
              </a:rPr>
              <a:t>YAHWEH'S PEOPLE DANCE FOR JOY</a:t>
            </a:r>
          </a:p>
          <a:p>
            <a:pPr algn="ctr">
              <a:lnSpc>
                <a:spcPct val="70000"/>
              </a:lnSpc>
            </a:pPr>
            <a:r>
              <a:rPr sz="7500" b="1" i="0">
                <a:solidFill>
                  <a:srgbClr val="FFFFFF"/>
                </a:solidFill>
                <a:latin typeface="Poppins"/>
              </a:rPr>
              <a:t>O COME BEFORE THE LORD</a:t>
            </a:r>
          </a:p>
          <a:p>
            <a:pPr algn="ctr">
              <a:lnSpc>
                <a:spcPct val="70000"/>
              </a:lnSpc>
            </a:pPr>
            <a:r>
              <a:rPr sz="7500" b="1" i="0">
                <a:solidFill>
                  <a:srgbClr val="FFFFFF"/>
                </a:solidFill>
                <a:latin typeface="Poppins"/>
              </a:rPr>
              <a:t>AND PLAY FOR HIM ON GLAD TAMBOURINES</a:t>
            </a:r>
          </a:p>
          <a:p>
            <a:pPr algn="ctr">
              <a:lnSpc>
                <a:spcPct val="70000"/>
              </a:lnSpc>
            </a:pPr>
            <a:r>
              <a:rPr sz="7500" b="1" i="0">
                <a:solidFill>
                  <a:srgbClr val="FFFFFF"/>
                </a:solidFill>
                <a:latin typeface="Poppins"/>
              </a:rPr>
              <a:t>AND LET YOUR TRUMPET SOUND</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a:p>
          <a:p>
            <a:pPr>
              <a:spcBef>
                <a:spcPts val="200"/>
              </a:spcBef>
              <a:defRPr sz="1200" b="0" i="0" u="none">
                <a:solidFill>
                  <a:srgbClr val="FFB800"/>
                </a:solidFill>
                <a:latin typeface="Arial"/>
              </a:defRPr>
            </a:pPr>
            <a:r>
              <a:t>Entrance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442569"/>
            <a:ext cx="18288000" cy="4797856"/>
          </a:xfrm>
          <a:prstGeom prst="rect">
            <a:avLst/>
          </a:prstGeom>
          <a:noFill/>
        </p:spPr>
        <p:txBody>
          <a:bodyPr wrap="square" lIns="0" tIns="73152" rIns="0" bIns="73152" anchor="ctr">
            <a:noAutofit/>
          </a:bodyPr>
          <a:lstStyle/>
          <a:p>
            <a:pPr algn="ctr">
              <a:lnSpc>
                <a:spcPct val="70000"/>
              </a:lnSpc>
            </a:pPr>
            <a:r>
              <a:rPr sz="6600" b="1" i="1">
                <a:solidFill>
                  <a:srgbClr val="FFB800"/>
                </a:solidFill>
                <a:latin typeface="Poppins"/>
              </a:rPr>
              <a:t>SING A NEW SONG UNTO THE LORD;</a:t>
            </a:r>
          </a:p>
          <a:p>
            <a:pPr algn="ctr">
              <a:lnSpc>
                <a:spcPct val="70000"/>
              </a:lnSpc>
            </a:pPr>
            <a:r>
              <a:rPr sz="6600" b="1" i="1">
                <a:solidFill>
                  <a:srgbClr val="FFB800"/>
                </a:solidFill>
                <a:latin typeface="Poppins"/>
              </a:rPr>
              <a:t>LET YOUR SONG BE SUNG FROM MOUNTAINS HIGH</a:t>
            </a:r>
          </a:p>
          <a:p>
            <a:pPr algn="ctr">
              <a:lnSpc>
                <a:spcPct val="70000"/>
              </a:lnSpc>
            </a:pPr>
            <a:r>
              <a:rPr sz="6600" b="1" i="1">
                <a:solidFill>
                  <a:srgbClr val="FFB800"/>
                </a:solidFill>
                <a:latin typeface="Poppins"/>
              </a:rPr>
              <a:t>SING A NEW SONG UNTO THE LORD</a:t>
            </a:r>
          </a:p>
          <a:p>
            <a:pPr algn="ctr">
              <a:lnSpc>
                <a:spcPct val="70000"/>
              </a:lnSpc>
            </a:pPr>
            <a:r>
              <a:rPr sz="6600" b="1" i="1">
                <a:solidFill>
                  <a:srgbClr val="FFB800"/>
                </a:solidFill>
                <a:latin typeface="Poppins"/>
              </a:rPr>
              <a:t>SINGING ALLELUIA</a:t>
            </a:r>
          </a:p>
        </p:txBody>
      </p:sp>
      <p:sp>
        <p:nvSpPr>
          <p:cNvPr id="3" name="TextBox 2"/>
          <p:cNvSpPr txBox="1"/>
          <p:nvPr/>
        </p:nvSpPr>
        <p:spPr>
          <a:xfrm>
            <a:off x="0" y="5091379"/>
            <a:ext cx="18288000" cy="4797856"/>
          </a:xfrm>
          <a:prstGeom prst="rect">
            <a:avLst/>
          </a:prstGeom>
          <a:noFill/>
        </p:spPr>
        <p:txBody>
          <a:bodyPr wrap="square" lIns="0" tIns="73152" rIns="0" bIns="73152" anchor="ctr">
            <a:noAutofit/>
          </a:bodyPr>
          <a:lstStyle/>
          <a:p>
            <a:pPr algn="ctr">
              <a:lnSpc>
                <a:spcPct val="70000"/>
              </a:lnSpc>
            </a:pPr>
            <a:r>
              <a:rPr sz="7500" b="1" i="0">
                <a:solidFill>
                  <a:srgbClr val="FFFFFF"/>
                </a:solidFill>
                <a:latin typeface="Poppins"/>
              </a:rPr>
              <a:t>RISE, O CHILDREN, FROM YOUR SLEEP;</a:t>
            </a:r>
          </a:p>
          <a:p>
            <a:pPr algn="ctr">
              <a:lnSpc>
                <a:spcPct val="70000"/>
              </a:lnSpc>
            </a:pPr>
            <a:r>
              <a:rPr sz="7500" b="1" i="0">
                <a:solidFill>
                  <a:srgbClr val="FFFFFF"/>
                </a:solidFill>
                <a:latin typeface="Poppins"/>
              </a:rPr>
              <a:t>YOUR SAVIOR NOW HAS COME</a:t>
            </a:r>
          </a:p>
          <a:p>
            <a:pPr algn="ctr">
              <a:lnSpc>
                <a:spcPct val="70000"/>
              </a:lnSpc>
            </a:pPr>
            <a:r>
              <a:rPr sz="7500" b="1" i="0">
                <a:solidFill>
                  <a:srgbClr val="FFFFFF"/>
                </a:solidFill>
                <a:latin typeface="Poppins"/>
              </a:rPr>
              <a:t>HE HAS TURNED YOUR SORROW TO JOY</a:t>
            </a:r>
          </a:p>
          <a:p>
            <a:pPr algn="ctr">
              <a:lnSpc>
                <a:spcPct val="70000"/>
              </a:lnSpc>
            </a:pPr>
            <a:r>
              <a:rPr sz="7500" b="1" i="0">
                <a:solidFill>
                  <a:srgbClr val="FFFFFF"/>
                </a:solidFill>
                <a:latin typeface="Poppins"/>
              </a:rPr>
              <a:t>AND FILLED YOUR SOUL WITH SONG</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a:p>
          <a:p>
            <a:pPr>
              <a:spcBef>
                <a:spcPts val="200"/>
              </a:spcBef>
              <a:defRPr sz="1200" b="0" i="0" u="none">
                <a:solidFill>
                  <a:srgbClr val="FFB800"/>
                </a:solidFill>
                <a:latin typeface="Arial"/>
              </a:defRPr>
            </a:pPr>
            <a:r>
              <a:t>Entrance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0"/>
            <a:ext cx="18288000" cy="10287000"/>
          </a:xfrm>
          <a:prstGeom prst="rect">
            <a:avLst/>
          </a:prstGeom>
          <a:noFill/>
        </p:spPr>
        <p:txBody>
          <a:bodyPr wrap="square" lIns="0" tIns="73152" rIns="0" bIns="73152" anchor="ctr">
            <a:noAutofit/>
          </a:bodyPr>
          <a:lstStyle/>
          <a:p>
            <a:pPr algn="ctr">
              <a:lnSpc>
                <a:spcPct val="70000"/>
              </a:lnSpc>
            </a:pPr>
            <a:r>
              <a:rPr sz="6600" b="1" i="1">
                <a:solidFill>
                  <a:srgbClr val="FFB800"/>
                </a:solidFill>
                <a:latin typeface="Poppins"/>
              </a:rPr>
              <a:t>SING A NEW SONG UNTO THE LORD;</a:t>
            </a:r>
          </a:p>
          <a:p>
            <a:pPr algn="ctr">
              <a:lnSpc>
                <a:spcPct val="70000"/>
              </a:lnSpc>
            </a:pPr>
            <a:r>
              <a:rPr sz="6600" b="1" i="1">
                <a:solidFill>
                  <a:srgbClr val="FFB800"/>
                </a:solidFill>
                <a:latin typeface="Poppins"/>
              </a:rPr>
              <a:t>LET YOUR SONG BE SUNG FROM MOUNTAINS HIGH</a:t>
            </a:r>
          </a:p>
          <a:p>
            <a:pPr algn="ctr">
              <a:lnSpc>
                <a:spcPct val="70000"/>
              </a:lnSpc>
            </a:pPr>
            <a:r>
              <a:rPr sz="6600" b="1" i="1">
                <a:solidFill>
                  <a:srgbClr val="FFB800"/>
                </a:solidFill>
                <a:latin typeface="Poppins"/>
              </a:rPr>
              <a:t>SING A NEW SONG UNTO THE LORD</a:t>
            </a:r>
          </a:p>
          <a:p>
            <a:pPr algn="ctr">
              <a:lnSpc>
                <a:spcPct val="70000"/>
              </a:lnSpc>
            </a:pPr>
            <a:r>
              <a:rPr sz="6600" b="1" i="1">
                <a:solidFill>
                  <a:srgbClr val="FFB800"/>
                </a:solidFill>
                <a:latin typeface="Poppins"/>
              </a:rPr>
              <a:t>SINGING ALLELUIA</a:t>
            </a:r>
          </a:p>
          <a:p>
            <a:pPr algn="ctr">
              <a:lnSpc>
                <a:spcPct val="70000"/>
              </a:lnSpc>
            </a:pPr>
            <a:r>
              <a:rPr sz="6600" b="1" i="1">
                <a:solidFill>
                  <a:srgbClr val="FFB800"/>
                </a:solidFill>
                <a:latin typeface="Poppins"/>
              </a:rPr>
              <a:t>SINGING ALLELUIA</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a:p>
          <a:p>
            <a:pPr>
              <a:spcBef>
                <a:spcPts val="200"/>
              </a:spcBef>
              <a:defRPr sz="1200" b="0" i="0" u="none">
                <a:solidFill>
                  <a:srgbClr val="FFB800"/>
                </a:solidFill>
                <a:latin typeface="Arial"/>
              </a:defRPr>
            </a:pPr>
            <a:r>
              <a:t>Entrance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A13"/>
            </a:gs>
            <a:gs pos="100000">
              <a:srgbClr val="689474"/>
            </a:gs>
          </a:gsLst>
          <a:lin ang="0" scaled="0"/>
        </a:gradFill>
        <a:effectLst/>
      </p:bgPr>
    </p:bg>
    <p:spTree>
      <p:nvGrpSpPr>
        <p:cNvPr id="1" name=""/>
        <p:cNvGrpSpPr/>
        <p:nvPr/>
      </p:nvGrpSpPr>
      <p:grpSpPr>
        <a:xfrm>
          <a:off x="0" y="0"/>
          <a:ext cx="0" cy="0"/>
          <a:chOff x="0" y="0"/>
          <a:chExt cx="0" cy="0"/>
        </a:xfrm>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FFEABF"/>
                </a:solidFill>
                <a:latin typeface="Arial"/>
              </a:defRPr>
            </a:pPr>
            <a:r>
              <a:t>MASS CELEBRANT:</a:t>
            </a:r>
          </a:p>
        </p:txBody>
      </p:sp>
      <p:sp>
        <p:nvSpPr>
          <p:cNvPr id="5" name="TextBox 4"/>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AF8F4"/>
                </a:solidFill>
                <a:latin typeface="Arial"/>
              </a:defRPr>
            </a:pPr>
            <a:r>
              <a:t>Rev. Fr. Jonrey Lauron, RCJ</a:t>
            </a:r>
          </a:p>
        </p:txBody>
      </p:sp>
      <p:sp>
        <p:nvSpPr>
          <p:cNvPr id="6" name="TextBox 5"/>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solidFill>
                  <a:srgbClr val="FAF8F4"/>
                </a:solidFill>
                <a:latin typeface="Arial"/>
              </a:defRPr>
            </a:pPr>
            <a:r>
              <a:t>YEAR A · 21 JUNE 2026</a:t>
            </a:r>
          </a:p>
        </p:txBody>
      </p:sp>
      <p:sp>
        <p:nvSpPr>
          <p:cNvPr id="7" name="TextBox 6"/>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solidFill>
                  <a:srgbClr val="EFEDEC"/>
                </a:solidFill>
                <a:latin typeface="Arial"/>
              </a:defRPr>
            </a:pPr>
            <a:r>
              <a:t>“Fear no one.”</a:t>
            </a:r>
          </a:p>
        </p:txBody>
      </p:sp>
      <p:sp>
        <p:nvSpPr>
          <p:cNvPr id="8" name="TextBox 7"/>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solidFill>
                  <a:srgbClr val="FFDE9E"/>
                </a:solidFill>
                <a:latin typeface="Arial"/>
              </a:defRPr>
            </a:pPr>
            <a:r>
              <a:t>GOSPEL (MATTHEW 10:26–33)</a:t>
            </a:r>
          </a:p>
        </p:txBody>
      </p:sp>
      <p:sp>
        <p:nvSpPr>
          <p:cNvPr id="9" name="TextBox 8"/>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solidFill>
                  <a:srgbClr val="FAF8F4"/>
                </a:solidFill>
                <a:latin typeface="Arial"/>
              </a:defRPr>
            </a:pPr>
            <a:r>
              <a:t>12th Sunday in Ordinary Time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1027170"/>
            <a:ext cx="18288000" cy="1929858"/>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86EFAC"/>
                </a:solidFill>
                <a:latin typeface="Inter"/>
              </a:defRPr>
            </a:pPr>
            <a:r>
              <a:rPr sz="6500" dirty="0">
                <a:solidFill>
                  <a:srgbClr val="FFB800"/>
                </a:solidFill>
                <a:latin typeface="Arial" panose="020B0604020202020204" pitchFamily="34" charset="0"/>
                <a:cs typeface="Arial" panose="020B0604020202020204" pitchFamily="34" charset="0"/>
              </a:rPr>
              <a:t>Priest:</a:t>
            </a:r>
            <a:r>
              <a:rPr lang="en-US" sz="6500" dirty="0">
                <a:solidFill>
                  <a:srgbClr val="FFB800"/>
                </a:solidFill>
                <a:latin typeface="Arial" panose="020B0604020202020204" pitchFamily="34" charset="0"/>
                <a:cs typeface="Arial" panose="020B0604020202020204" pitchFamily="34" charset="0"/>
              </a:rPr>
              <a:t> </a:t>
            </a:r>
            <a:r>
              <a:rPr sz="6500" i="1" dirty="0">
                <a:solidFill>
                  <a:srgbClr val="F0FDF4"/>
                </a:solidFill>
                <a:latin typeface="Arial" panose="020B0604020202020204" pitchFamily="34" charset="0"/>
                <a:cs typeface="Arial" panose="020B0604020202020204" pitchFamily="34" charset="0"/>
              </a:rPr>
              <a:t>In the Name of the Father, and of the Son, and of the Holy Spirit.</a:t>
            </a:r>
          </a:p>
        </p:txBody>
      </p:sp>
      <p:sp>
        <p:nvSpPr>
          <p:cNvPr id="4" name="TextBox 3">
            <a:extLst>
              <a:ext uri="{FF2B5EF4-FFF2-40B4-BE49-F238E27FC236}">
                <a16:creationId xmlns:a16="http://schemas.microsoft.com/office/drawing/2014/main" id="{F2BA29CD-6673-C210-9661-67EAF01DB4A7}"/>
              </a:ext>
            </a:extLst>
          </p:cNvPr>
          <p:cNvSpPr txBox="1"/>
          <p:nvPr/>
        </p:nvSpPr>
        <p:spPr>
          <a:xfrm>
            <a:off x="0" y="2963816"/>
            <a:ext cx="18288000" cy="962506"/>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7500" b="1" dirty="0">
                <a:solidFill>
                  <a:srgbClr val="F0FDF4"/>
                </a:solidFill>
                <a:latin typeface="Arial" panose="020B0604020202020204" pitchFamily="34" charset="0"/>
                <a:cs typeface="Arial" panose="020B0604020202020204" pitchFamily="34" charset="0"/>
              </a:rPr>
              <a:t>All: Amen.</a:t>
            </a:r>
          </a:p>
        </p:txBody>
      </p:sp>
      <p:sp>
        <p:nvSpPr>
          <p:cNvPr id="5" name="TextBox 4">
            <a:extLst>
              <a:ext uri="{FF2B5EF4-FFF2-40B4-BE49-F238E27FC236}">
                <a16:creationId xmlns:a16="http://schemas.microsoft.com/office/drawing/2014/main" id="{AD5EAFEA-60CE-1B2C-4644-02EB86A1A050}"/>
              </a:ext>
            </a:extLst>
          </p:cNvPr>
          <p:cNvSpPr txBox="1"/>
          <p:nvPr/>
        </p:nvSpPr>
        <p:spPr>
          <a:xfrm>
            <a:off x="0" y="5143500"/>
            <a:ext cx="18288000" cy="962506"/>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86EFAC"/>
                </a:solidFill>
                <a:latin typeface="Inter"/>
              </a:defRPr>
            </a:pPr>
            <a:r>
              <a:rPr lang="en-US" sz="6500" b="1" dirty="0">
                <a:solidFill>
                  <a:srgbClr val="FFB800"/>
                </a:solidFill>
                <a:latin typeface="Arial" panose="020B0604020202020204" pitchFamily="34" charset="0"/>
                <a:cs typeface="Arial" panose="020B0604020202020204" pitchFamily="34" charset="0"/>
              </a:rPr>
              <a:t>Priest:</a:t>
            </a:r>
            <a:r>
              <a:rPr lang="en-US" sz="6500" b="1" dirty="0">
                <a:solidFill>
                  <a:srgbClr val="F0FDF4"/>
                </a:solidFill>
                <a:latin typeface="Arial" panose="020B0604020202020204" pitchFamily="34" charset="0"/>
                <a:cs typeface="Arial" panose="020B0604020202020204" pitchFamily="34" charset="0"/>
              </a:rPr>
              <a:t> </a:t>
            </a:r>
            <a:r>
              <a:rPr lang="en-US" sz="6500" b="1" i="1" dirty="0">
                <a:solidFill>
                  <a:srgbClr val="F0FDF4"/>
                </a:solidFill>
                <a:latin typeface="Arial" panose="020B0604020202020204" pitchFamily="34" charset="0"/>
                <a:cs typeface="Arial" panose="020B0604020202020204" pitchFamily="34" charset="0"/>
              </a:rPr>
              <a:t>The Lord be with you.</a:t>
            </a:r>
          </a:p>
        </p:txBody>
      </p:sp>
      <p:sp>
        <p:nvSpPr>
          <p:cNvPr id="6" name="TextBox 5">
            <a:extLst>
              <a:ext uri="{FF2B5EF4-FFF2-40B4-BE49-F238E27FC236}">
                <a16:creationId xmlns:a16="http://schemas.microsoft.com/office/drawing/2014/main" id="{DB034C0A-DC0E-095C-FF76-156EA590F78F}"/>
              </a:ext>
            </a:extLst>
          </p:cNvPr>
          <p:cNvSpPr txBox="1"/>
          <p:nvPr/>
        </p:nvSpPr>
        <p:spPr>
          <a:xfrm>
            <a:off x="0" y="6173159"/>
            <a:ext cx="18288000" cy="962507"/>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7500" b="1" dirty="0">
                <a:solidFill>
                  <a:srgbClr val="F0FDF4"/>
                </a:solidFill>
                <a:latin typeface="Arial" panose="020B0604020202020204" pitchFamily="34" charset="0"/>
                <a:cs typeface="Arial" panose="020B0604020202020204" pitchFamily="34" charset="0"/>
              </a:rPr>
              <a:t>All: And with your spirit.</a:t>
            </a:r>
          </a:p>
        </p:txBody>
      </p:sp>
      <p:sp>
        <p:nvSpPr>
          <p:cNvPr id="7" name="TextBox 6"/>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Introductory Rites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A13"/>
            </a:gs>
            <a:gs pos="100000">
              <a:srgbClr val="689474"/>
            </a:gs>
          </a:gsLst>
          <a:lin ang="0" scaled="0"/>
        </a:gradFill>
        <a:effectLst/>
      </p:bgPr>
    </p:bg>
    <p:spTree>
      <p:nvGrpSpPr>
        <p:cNvPr id="1" name="">
          <a:extLst>
            <a:ext uri="{FF2B5EF4-FFF2-40B4-BE49-F238E27FC236}">
              <a16:creationId xmlns:a16="http://schemas.microsoft.com/office/drawing/2014/main" id="{68F29298-29AE-3C57-6458-CA98781A3BA9}"/>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33140839-3FB4-468F-2D63-56197B90282F}"/>
              </a:ext>
            </a:extLst>
          </p:cNvPr>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a:extLst>
              <a:ext uri="{FF2B5EF4-FFF2-40B4-BE49-F238E27FC236}">
                <a16:creationId xmlns:a16="http://schemas.microsoft.com/office/drawing/2014/main" id="{734FFEFB-28B4-131A-C28C-4A19973A5C73}"/>
              </a:ext>
            </a:extLst>
          </p:cNvPr>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838CF9F5-72D6-BC17-99F3-AA762E4BDE43}"/>
              </a:ext>
            </a:extLst>
          </p:cNvPr>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FFEABF"/>
                </a:solidFill>
                <a:latin typeface="Arial"/>
              </a:defRPr>
            </a:pPr>
            <a:r>
              <a:t>MASS CELEBRANT:</a:t>
            </a:r>
          </a:p>
        </p:txBody>
      </p:sp>
      <p:sp>
        <p:nvSpPr>
          <p:cNvPr id="5" name="TextBox 4">
            <a:extLst>
              <a:ext uri="{FF2B5EF4-FFF2-40B4-BE49-F238E27FC236}">
                <a16:creationId xmlns:a16="http://schemas.microsoft.com/office/drawing/2014/main" id="{3744C80C-7E00-865D-75D6-7CB15A712CBC}"/>
              </a:ext>
            </a:extLst>
          </p:cNvPr>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AF8F4"/>
                </a:solidFill>
                <a:latin typeface="Arial"/>
              </a:defRPr>
            </a:pPr>
            <a:r>
              <a:t>Rev. Fr. Jonrey Lauron, RCJ</a:t>
            </a:r>
          </a:p>
        </p:txBody>
      </p:sp>
      <p:sp>
        <p:nvSpPr>
          <p:cNvPr id="6" name="TextBox 5">
            <a:extLst>
              <a:ext uri="{FF2B5EF4-FFF2-40B4-BE49-F238E27FC236}">
                <a16:creationId xmlns:a16="http://schemas.microsoft.com/office/drawing/2014/main" id="{44577D4B-DDE7-B574-3E33-873BA7FA05B7}"/>
              </a:ext>
            </a:extLst>
          </p:cNvPr>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solidFill>
                  <a:srgbClr val="FAF8F4"/>
                </a:solidFill>
                <a:latin typeface="Arial"/>
              </a:defRPr>
            </a:pPr>
            <a:r>
              <a:t>YEAR A · 21 JUNE 2026</a:t>
            </a:r>
          </a:p>
        </p:txBody>
      </p:sp>
      <p:sp>
        <p:nvSpPr>
          <p:cNvPr id="7" name="TextBox 6">
            <a:extLst>
              <a:ext uri="{FF2B5EF4-FFF2-40B4-BE49-F238E27FC236}">
                <a16:creationId xmlns:a16="http://schemas.microsoft.com/office/drawing/2014/main" id="{0C42645D-06CF-BCBB-D1A0-E4042ECF0A75}"/>
              </a:ext>
            </a:extLst>
          </p:cNvPr>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solidFill>
                  <a:srgbClr val="EFEDEC"/>
                </a:solidFill>
                <a:latin typeface="Arial"/>
              </a:defRPr>
            </a:pPr>
            <a:r>
              <a:t>“Fear no one.”</a:t>
            </a:r>
          </a:p>
        </p:txBody>
      </p:sp>
      <p:sp>
        <p:nvSpPr>
          <p:cNvPr id="8" name="TextBox 7">
            <a:extLst>
              <a:ext uri="{FF2B5EF4-FFF2-40B4-BE49-F238E27FC236}">
                <a16:creationId xmlns:a16="http://schemas.microsoft.com/office/drawing/2014/main" id="{78BAD6ED-E55F-BA48-BE21-93621DB268FD}"/>
              </a:ext>
            </a:extLst>
          </p:cNvPr>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solidFill>
                  <a:srgbClr val="FFDE9E"/>
                </a:solidFill>
                <a:latin typeface="Arial"/>
              </a:defRPr>
            </a:pPr>
            <a:r>
              <a:t>GOSPEL (MATTHEW 10:26–33)</a:t>
            </a:r>
          </a:p>
        </p:txBody>
      </p:sp>
      <p:sp>
        <p:nvSpPr>
          <p:cNvPr id="9" name="TextBox 8">
            <a:extLst>
              <a:ext uri="{FF2B5EF4-FFF2-40B4-BE49-F238E27FC236}">
                <a16:creationId xmlns:a16="http://schemas.microsoft.com/office/drawing/2014/main" id="{36A37744-8BC8-A862-6970-076D353C8443}"/>
              </a:ext>
            </a:extLst>
          </p:cNvPr>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solidFill>
                  <a:srgbClr val="FAF8F4"/>
                </a:solidFill>
                <a:latin typeface="Arial"/>
              </a:defRPr>
            </a:pPr>
            <a:r>
              <a:t>12th Sunday in Ordinary Time</a:t>
            </a:r>
          </a:p>
        </p:txBody>
      </p:sp>
    </p:spTree>
    <p:extLst>
      <p:ext uri="{BB962C8B-B14F-4D97-AF65-F5344CB8AC3E}">
        <p14:creationId xmlns:p14="http://schemas.microsoft.com/office/powerpoint/2010/main" val="41554733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1" name="Google Shape;150;p20">
            <a:extLst>
              <a:ext uri="{FF2B5EF4-FFF2-40B4-BE49-F238E27FC236}">
                <a16:creationId xmlns:a16="http://schemas.microsoft.com/office/drawing/2014/main" id="{A04B8061-2618-0C75-728B-269FC8F164FE}"/>
              </a:ext>
            </a:extLst>
          </p:cNvPr>
          <p:cNvSpPr txBox="1"/>
          <p:nvPr/>
        </p:nvSpPr>
        <p:spPr>
          <a:xfrm>
            <a:off x="0" y="3433970"/>
            <a:ext cx="18288000" cy="1709530"/>
          </a:xfrm>
          <a:prstGeom prst="rect">
            <a:avLst/>
          </a:prstGeom>
          <a:noFill/>
          <a:ln>
            <a:noFill/>
          </a:ln>
        </p:spPr>
        <p:txBody>
          <a:bodyPr spcFirstLastPara="1" wrap="square" lIns="109725" tIns="73150" rIns="109725" bIns="73150" anchor="t" anchorCtr="0">
            <a:noAutofit/>
          </a:bodyPr>
          <a:lstStyle/>
          <a:p>
            <a:pPr marL="0" marR="0" lvl="0" indent="0" algn="ctr" rtl="0">
              <a:spcBef>
                <a:spcPts val="0"/>
              </a:spcBef>
              <a:spcAft>
                <a:spcPts val="0"/>
              </a:spcAft>
              <a:buNone/>
              <a:defRPr/>
            </a:pPr>
            <a:r>
              <a:rPr lang="en-US" sz="7000" b="1" dirty="0">
                <a:solidFill>
                  <a:srgbClr val="FFB800"/>
                </a:solidFill>
                <a:latin typeface="Arial" panose="020B0604020202020204" pitchFamily="34" charset="0"/>
                <a:ea typeface="Calibri"/>
                <a:cs typeface="Arial" panose="020B0604020202020204" pitchFamily="34" charset="0"/>
                <a:sym typeface="Calibri"/>
              </a:rPr>
              <a:t>Priest: </a:t>
            </a:r>
            <a:r>
              <a:rPr lang="en-US" sz="7000" b="1" i="1" u="none" strike="noStrike" cap="none" dirty="0">
                <a:solidFill>
                  <a:srgbClr val="F0FDF4"/>
                </a:solidFill>
                <a:latin typeface="Arial" panose="020B0604020202020204" pitchFamily="34" charset="0"/>
                <a:ea typeface="Calibri"/>
                <a:cs typeface="Arial" panose="020B0604020202020204" pitchFamily="34" charset="0"/>
                <a:sym typeface="Calibri"/>
              </a:rPr>
              <a:t>Brethren (brothers and sisters),</a:t>
            </a:r>
            <a:endParaRPr sz="7000" b="1" i="1" dirty="0">
              <a:solidFill>
                <a:schemeClr val="bg1"/>
              </a:solidFill>
              <a:latin typeface="Arial" panose="020B0604020202020204" pitchFamily="34" charset="0"/>
              <a:ea typeface="Calibri"/>
              <a:cs typeface="Arial" panose="020B0604020202020204" pitchFamily="34" charset="0"/>
              <a:sym typeface="Calibri"/>
            </a:endParaRPr>
          </a:p>
          <a:p>
            <a:pPr marL="0" marR="0" lvl="0" indent="0" algn="ctr" rtl="0">
              <a:spcBef>
                <a:spcPts val="0"/>
              </a:spcBef>
              <a:spcAft>
                <a:spcPts val="0"/>
              </a:spcAft>
              <a:buNone/>
              <a:defRPr/>
            </a:pPr>
            <a:r>
              <a:rPr lang="en-US" sz="7000" b="1" i="1" u="none" strike="noStrike" cap="none" dirty="0">
                <a:solidFill>
                  <a:srgbClr val="F0FDF4"/>
                </a:solidFill>
                <a:latin typeface="Arial" panose="020B0604020202020204" pitchFamily="34" charset="0"/>
                <a:ea typeface="Calibri"/>
                <a:cs typeface="Arial" panose="020B0604020202020204" pitchFamily="34" charset="0"/>
                <a:sym typeface="Calibri"/>
              </a:rPr>
              <a:t>let us acknowledge our sins...</a:t>
            </a:r>
            <a:endParaRPr sz="7000" b="1" i="1" dirty="0">
              <a:solidFill>
                <a:schemeClr val="bg1"/>
              </a:solidFill>
              <a:latin typeface="Arial" panose="020B0604020202020204" pitchFamily="34" charset="0"/>
              <a:ea typeface="Calibri"/>
              <a:cs typeface="Arial" panose="020B0604020202020204" pitchFamily="34" charset="0"/>
              <a:sym typeface="Calibri"/>
            </a:endParaRPr>
          </a:p>
          <a:p>
            <a:pPr marL="0" marR="0" lvl="0" indent="0" algn="l" rtl="0">
              <a:spcBef>
                <a:spcPts val="500"/>
              </a:spcBef>
              <a:spcAft>
                <a:spcPts val="0"/>
              </a:spcAft>
              <a:buNone/>
              <a:defRPr>
                <a:solidFill>
                  <a:srgbClr val="F0FDF4"/>
                </a:solidFill>
              </a:defRPr>
            </a:pPr>
            <a:endParaRPr sz="7000" b="1" dirty="0">
              <a:latin typeface="Arial" panose="020B0604020202020204" pitchFamily="34" charset="0"/>
              <a:cs typeface="Arial" panose="020B0604020202020204" pitchFamily="34" charset="0"/>
            </a:endParaRPr>
          </a:p>
        </p:txBody>
      </p:sp>
      <p:sp>
        <p:nvSpPr>
          <p:cNvPr id="12" name="TextBox 11"/>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Penitential Act (1/3)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Google Shape;150;p20">
            <a:extLst>
              <a:ext uri="{FF2B5EF4-FFF2-40B4-BE49-F238E27FC236}">
                <a16:creationId xmlns:a16="http://schemas.microsoft.com/office/drawing/2014/main" id="{092D833F-0B66-C02E-1749-ECB1DEA1586F}"/>
              </a:ext>
            </a:extLst>
          </p:cNvPr>
          <p:cNvSpPr txBox="1"/>
          <p:nvPr/>
        </p:nvSpPr>
        <p:spPr>
          <a:xfrm>
            <a:off x="0" y="230588"/>
            <a:ext cx="18288000" cy="4202264"/>
          </a:xfrm>
          <a:prstGeom prst="rect">
            <a:avLst/>
          </a:prstGeom>
          <a:noFill/>
          <a:ln>
            <a:noFill/>
          </a:ln>
        </p:spPr>
        <p:txBody>
          <a:bodyPr spcFirstLastPara="1" wrap="square" lIns="109725" tIns="73150" rIns="109725" bIns="73150" anchor="t" anchorCtr="0">
            <a:noAutofit/>
          </a:bodyPr>
          <a:lstStyle/>
          <a:p>
            <a:pPr lvl="0" algn="ctr">
              <a:defRPr/>
            </a:pPr>
            <a:r>
              <a:rPr lang="en-US" sz="5400" b="1" dirty="0">
                <a:solidFill>
                  <a:srgbClr val="F0FDF4"/>
                </a:solidFill>
                <a:latin typeface="Arial" panose="020B0604020202020204" pitchFamily="34" charset="0"/>
                <a:ea typeface="Calibri"/>
                <a:cs typeface="Arial" panose="020B0604020202020204" pitchFamily="34" charset="0"/>
                <a:sym typeface="Calibri"/>
              </a:rPr>
              <a:t>All:</a:t>
            </a:r>
          </a:p>
          <a:p>
            <a:pPr lvl="0" algn="ctr">
              <a:defRPr/>
            </a:pPr>
            <a:r>
              <a:rPr lang="en-US" sz="5400" b="1" i="1" dirty="0">
                <a:solidFill>
                  <a:srgbClr val="F0FDF4"/>
                </a:solidFill>
                <a:latin typeface="Arial" panose="020B0604020202020204" pitchFamily="34" charset="0"/>
                <a:ea typeface="Calibri"/>
                <a:cs typeface="Arial" panose="020B0604020202020204" pitchFamily="34" charset="0"/>
                <a:sym typeface="Calibri"/>
              </a:rPr>
              <a:t>I confess to almighty God</a:t>
            </a:r>
            <a:r>
              <a:rPr lang="en-US" sz="4800" b="1" i="1" dirty="0">
                <a:solidFill>
                  <a:srgbClr val="F0FDF4"/>
                </a:solidFill>
                <a:latin typeface="Arial" panose="020B0604020202020204" pitchFamily="34" charset="0"/>
                <a:cs typeface="Arial" panose="020B0604020202020204" pitchFamily="34" charset="0"/>
              </a:rPr>
              <a:t> </a:t>
            </a:r>
            <a:r>
              <a:rPr lang="en-US" sz="5400" b="1" dirty="0">
                <a:solidFill>
                  <a:srgbClr val="F0FDF4"/>
                </a:solidFill>
                <a:latin typeface="Arial" panose="020B0604020202020204" pitchFamily="34" charset="0"/>
                <a:ea typeface="Calibri"/>
                <a:cs typeface="Arial" panose="020B0604020202020204" pitchFamily="34" charset="0"/>
                <a:sym typeface="Calibri"/>
              </a:rPr>
              <a:t>and to you, my brothers and sisters,</a:t>
            </a:r>
            <a:r>
              <a:rPr lang="en-US" sz="4800" b="1" dirty="0">
                <a:solidFill>
                  <a:srgbClr val="F0FDF4"/>
                </a:solidFill>
                <a:latin typeface="Arial" panose="020B0604020202020204" pitchFamily="34" charset="0"/>
                <a:ea typeface="Calibri"/>
                <a:cs typeface="Arial" panose="020B0604020202020204" pitchFamily="34" charset="0"/>
                <a:sym typeface="Calibri"/>
              </a:rPr>
              <a:t> </a:t>
            </a:r>
            <a:r>
              <a:rPr lang="en-US" sz="5400" b="1" dirty="0">
                <a:solidFill>
                  <a:srgbClr val="F0FDF4"/>
                </a:solidFill>
                <a:latin typeface="Arial" panose="020B0604020202020204" pitchFamily="34" charset="0"/>
                <a:ea typeface="Calibri"/>
                <a:cs typeface="Arial" panose="020B0604020202020204" pitchFamily="34" charset="0"/>
                <a:sym typeface="Calibri"/>
              </a:rPr>
              <a:t>that I have greatly sinned,</a:t>
            </a:r>
            <a:r>
              <a:rPr lang="en-US" sz="4800" b="1" dirty="0">
                <a:solidFill>
                  <a:srgbClr val="F0FDF4"/>
                </a:solidFill>
                <a:latin typeface="Arial" panose="020B0604020202020204" pitchFamily="34" charset="0"/>
                <a:cs typeface="Arial" panose="020B0604020202020204" pitchFamily="34" charset="0"/>
              </a:rPr>
              <a:t> </a:t>
            </a:r>
            <a:r>
              <a:rPr lang="en-US" sz="5400" b="1" dirty="0">
                <a:solidFill>
                  <a:srgbClr val="F0FDF4"/>
                </a:solidFill>
                <a:latin typeface="Arial" panose="020B0604020202020204" pitchFamily="34" charset="0"/>
                <a:ea typeface="Calibri"/>
                <a:cs typeface="Arial" panose="020B0604020202020204" pitchFamily="34" charset="0"/>
                <a:sym typeface="Calibri"/>
              </a:rPr>
              <a:t>in my thoughts and in my words,</a:t>
            </a:r>
            <a:r>
              <a:rPr lang="en-US" sz="4800" b="1" dirty="0">
                <a:solidFill>
                  <a:srgbClr val="F0FDF4"/>
                </a:solidFill>
                <a:latin typeface="Arial" panose="020B0604020202020204" pitchFamily="34" charset="0"/>
                <a:cs typeface="Arial" panose="020B0604020202020204" pitchFamily="34" charset="0"/>
                <a:sym typeface="Calibri"/>
              </a:rPr>
              <a:t> </a:t>
            </a:r>
            <a:r>
              <a:rPr lang="en-US" sz="5400" b="1" dirty="0">
                <a:solidFill>
                  <a:srgbClr val="F0FDF4"/>
                </a:solidFill>
                <a:latin typeface="Arial" panose="020B0604020202020204" pitchFamily="34" charset="0"/>
                <a:ea typeface="Calibri"/>
                <a:cs typeface="Arial" panose="020B0604020202020204" pitchFamily="34" charset="0"/>
                <a:sym typeface="Calibri"/>
              </a:rPr>
              <a:t>in what I have done and in what I have failed to do...</a:t>
            </a:r>
          </a:p>
        </p:txBody>
      </p:sp>
      <p:sp>
        <p:nvSpPr>
          <p:cNvPr id="3" name="Google Shape;150;p20">
            <a:extLst>
              <a:ext uri="{FF2B5EF4-FFF2-40B4-BE49-F238E27FC236}">
                <a16:creationId xmlns:a16="http://schemas.microsoft.com/office/drawing/2014/main" id="{A6D56A76-9399-5D42-5B93-9B5E66906F85}"/>
              </a:ext>
            </a:extLst>
          </p:cNvPr>
          <p:cNvSpPr txBox="1"/>
          <p:nvPr/>
        </p:nvSpPr>
        <p:spPr>
          <a:xfrm>
            <a:off x="0" y="5426761"/>
            <a:ext cx="18288000" cy="3346174"/>
          </a:xfrm>
          <a:prstGeom prst="rect">
            <a:avLst/>
          </a:prstGeom>
          <a:noFill/>
          <a:ln>
            <a:noFill/>
          </a:ln>
        </p:spPr>
        <p:txBody>
          <a:bodyPr spcFirstLastPara="1" wrap="square" lIns="109725" tIns="73150" rIns="109725" bIns="73150" anchor="t" anchorCtr="0">
            <a:noAutofit/>
          </a:bodyPr>
          <a:lstStyle/>
          <a:p>
            <a:pPr lvl="0" algn="ctr">
              <a:spcBef>
                <a:spcPts val="500"/>
              </a:spcBef>
              <a:defRPr/>
            </a:pPr>
            <a:r>
              <a:rPr lang="en-US" sz="5400" b="1" i="1" dirty="0">
                <a:solidFill>
                  <a:srgbClr val="FFB800"/>
                </a:solidFill>
                <a:latin typeface="Arial" panose="020B0604020202020204" pitchFamily="34" charset="0"/>
                <a:ea typeface="Calibri"/>
                <a:cs typeface="Arial" panose="020B0604020202020204" pitchFamily="34" charset="0"/>
                <a:sym typeface="Calibri"/>
              </a:rPr>
              <a:t>through my fault, through my fault,</a:t>
            </a:r>
            <a:r>
              <a:rPr lang="en-US" sz="4800" b="1" i="1" dirty="0">
                <a:solidFill>
                  <a:srgbClr val="FFB800"/>
                </a:solidFill>
                <a:latin typeface="Arial" panose="020B0604020202020204" pitchFamily="34" charset="0"/>
                <a:cs typeface="Arial" panose="020B0604020202020204" pitchFamily="34" charset="0"/>
              </a:rPr>
              <a:t> </a:t>
            </a:r>
            <a:r>
              <a:rPr lang="en-US" sz="5400" b="1" i="1" dirty="0">
                <a:solidFill>
                  <a:srgbClr val="FFB800"/>
                </a:solidFill>
                <a:latin typeface="Arial" panose="020B0604020202020204" pitchFamily="34" charset="0"/>
                <a:ea typeface="Calibri"/>
                <a:cs typeface="Arial" panose="020B0604020202020204" pitchFamily="34" charset="0"/>
                <a:sym typeface="Calibri"/>
              </a:rPr>
              <a:t>through my most grievous fault;</a:t>
            </a:r>
            <a:r>
              <a:rPr lang="en-US" sz="4800" b="1" i="1" dirty="0">
                <a:solidFill>
                  <a:srgbClr val="FFB800"/>
                </a:solidFill>
                <a:latin typeface="Arial" panose="020B0604020202020204" pitchFamily="34" charset="0"/>
                <a:cs typeface="Arial" panose="020B0604020202020204" pitchFamily="34" charset="0"/>
                <a:sym typeface="Calibri"/>
              </a:rPr>
              <a:t> </a:t>
            </a:r>
            <a:r>
              <a:rPr lang="en-US" sz="5400" b="1" dirty="0">
                <a:solidFill>
                  <a:srgbClr val="F0FDF4"/>
                </a:solidFill>
                <a:latin typeface="Arial" panose="020B0604020202020204" pitchFamily="34" charset="0"/>
                <a:ea typeface="Calibri"/>
                <a:cs typeface="Arial" panose="020B0604020202020204" pitchFamily="34" charset="0"/>
                <a:sym typeface="Calibri"/>
              </a:rPr>
              <a:t>therefore I ask blessed Mary ever-Virgin,</a:t>
            </a:r>
            <a:r>
              <a:rPr lang="en-US" sz="4800" b="1" dirty="0">
                <a:solidFill>
                  <a:srgbClr val="F0FDF4"/>
                </a:solidFill>
                <a:latin typeface="Arial" panose="020B0604020202020204" pitchFamily="34" charset="0"/>
                <a:ea typeface="Calibri"/>
                <a:cs typeface="Arial" panose="020B0604020202020204" pitchFamily="34" charset="0"/>
                <a:sym typeface="Calibri"/>
              </a:rPr>
              <a:t> </a:t>
            </a:r>
            <a:r>
              <a:rPr lang="en-US" sz="5400" b="1" dirty="0">
                <a:solidFill>
                  <a:srgbClr val="F0FDF4"/>
                </a:solidFill>
                <a:latin typeface="Arial" panose="020B0604020202020204" pitchFamily="34" charset="0"/>
                <a:ea typeface="Calibri"/>
                <a:cs typeface="Arial" panose="020B0604020202020204" pitchFamily="34" charset="0"/>
                <a:sym typeface="Calibri"/>
              </a:rPr>
              <a:t>all the Angels and Saints,</a:t>
            </a:r>
            <a:r>
              <a:rPr lang="en-US" sz="4800" b="1" dirty="0">
                <a:solidFill>
                  <a:srgbClr val="F0FDF4"/>
                </a:solidFill>
                <a:latin typeface="Arial" panose="020B0604020202020204" pitchFamily="34" charset="0"/>
                <a:cs typeface="Arial" panose="020B0604020202020204" pitchFamily="34" charset="0"/>
                <a:sym typeface="Calibri"/>
              </a:rPr>
              <a:t> </a:t>
            </a:r>
            <a:r>
              <a:rPr lang="en-US" sz="5400" b="1" dirty="0">
                <a:solidFill>
                  <a:srgbClr val="F0FDF4"/>
                </a:solidFill>
                <a:latin typeface="Arial" panose="020B0604020202020204" pitchFamily="34" charset="0"/>
                <a:ea typeface="Calibri"/>
                <a:cs typeface="Arial" panose="020B0604020202020204" pitchFamily="34" charset="0"/>
                <a:sym typeface="Calibri"/>
              </a:rPr>
              <a:t>and you, my brothers and sisters,</a:t>
            </a:r>
            <a:r>
              <a:rPr lang="en-US" sz="4800" b="1" dirty="0">
                <a:solidFill>
                  <a:srgbClr val="F0FDF4"/>
                </a:solidFill>
                <a:latin typeface="Arial" panose="020B0604020202020204" pitchFamily="34" charset="0"/>
                <a:cs typeface="Arial" panose="020B0604020202020204" pitchFamily="34" charset="0"/>
              </a:rPr>
              <a:t> </a:t>
            </a:r>
            <a:r>
              <a:rPr lang="en-US" sz="5400" b="1" dirty="0">
                <a:solidFill>
                  <a:srgbClr val="F0FDF4"/>
                </a:solidFill>
                <a:latin typeface="Arial" panose="020B0604020202020204" pitchFamily="34" charset="0"/>
                <a:ea typeface="Calibri"/>
                <a:cs typeface="Arial" panose="020B0604020202020204" pitchFamily="34" charset="0"/>
                <a:sym typeface="Calibri"/>
              </a:rPr>
              <a:t>to pray for me to the Lord our God.</a:t>
            </a:r>
            <a:endParaRPr lang="en-US" sz="4800" b="1" dirty="0">
              <a:solidFill>
                <a:schemeClr val="bg1"/>
              </a:solidFill>
              <a:latin typeface="Arial" panose="020B0604020202020204" pitchFamily="34" charset="0"/>
              <a:cs typeface="Arial" panose="020B0604020202020204" pitchFamily="34" charset="0"/>
            </a:endParaRPr>
          </a:p>
        </p:txBody>
      </p:sp>
      <p:sp>
        <p:nvSpPr>
          <p:cNvPr id="4" name="Google Shape;150;p20">
            <a:extLst>
              <a:ext uri="{FF2B5EF4-FFF2-40B4-BE49-F238E27FC236}">
                <a16:creationId xmlns:a16="http://schemas.microsoft.com/office/drawing/2014/main" id="{A6AABE4C-946D-B425-B087-C6073C4F1E85}"/>
              </a:ext>
            </a:extLst>
          </p:cNvPr>
          <p:cNvSpPr txBox="1"/>
          <p:nvPr/>
        </p:nvSpPr>
        <p:spPr>
          <a:xfrm>
            <a:off x="0" y="4511708"/>
            <a:ext cx="18288000" cy="1133057"/>
          </a:xfrm>
          <a:prstGeom prst="rect">
            <a:avLst/>
          </a:prstGeom>
          <a:noFill/>
          <a:ln>
            <a:noFill/>
          </a:ln>
        </p:spPr>
        <p:txBody>
          <a:bodyPr spcFirstLastPara="1" wrap="square" lIns="109725" tIns="73150" rIns="109725" bIns="73150" anchor="t" anchorCtr="0">
            <a:noAutofit/>
          </a:bodyPr>
          <a:lstStyle/>
          <a:p>
            <a:pPr lvl="0" algn="ctr">
              <a:spcBef>
                <a:spcPts val="500"/>
              </a:spcBef>
              <a:defRPr/>
            </a:pPr>
            <a:r>
              <a:rPr lang="en-US" sz="5400" b="1" i="1" dirty="0">
                <a:solidFill>
                  <a:srgbClr val="FFB800"/>
                </a:solidFill>
                <a:latin typeface="Georgia" panose="02040502050405020303" pitchFamily="18" charset="0"/>
                <a:ea typeface="Calibri"/>
                <a:cs typeface="Arial" panose="020B0604020202020204" pitchFamily="34" charset="0"/>
                <a:sym typeface="Calibri"/>
              </a:rPr>
              <a:t>(strike chest)</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Penitential Act (2/3)</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59" name="Google Shape;159;p21"/>
          <p:cNvSpPr txBox="1"/>
          <p:nvPr/>
        </p:nvSpPr>
        <p:spPr>
          <a:xfrm>
            <a:off x="0" y="1569072"/>
            <a:ext cx="18288000" cy="3276790"/>
          </a:xfrm>
          <a:prstGeom prst="rect">
            <a:avLst/>
          </a:prstGeom>
          <a:noFill/>
          <a:ln>
            <a:noFill/>
          </a:ln>
        </p:spPr>
        <p:txBody>
          <a:bodyPr spcFirstLastPara="1" wrap="square" lIns="109725" tIns="73150" rIns="109725" bIns="73150" anchor="t" anchorCtr="0">
            <a:spAutoFit/>
          </a:bodyPr>
          <a:lstStyle/>
          <a:p>
            <a:pPr marL="0" lvl="0" indent="0" algn="ctr" rtl="0">
              <a:spcBef>
                <a:spcPts val="500"/>
              </a:spcBef>
              <a:spcAft>
                <a:spcPts val="0"/>
              </a:spcAft>
              <a:buNone/>
              <a:defRPr/>
            </a:pPr>
            <a:r>
              <a:rPr lang="en-US" sz="6500" b="1" dirty="0">
                <a:solidFill>
                  <a:srgbClr val="FFB800"/>
                </a:solidFill>
                <a:latin typeface="Arial" panose="020B0604020202020204" pitchFamily="34" charset="0"/>
                <a:ea typeface="Calibri"/>
                <a:cs typeface="Arial" panose="020B0604020202020204" pitchFamily="34" charset="0"/>
                <a:sym typeface="Calibri"/>
              </a:rPr>
              <a:t>Priest: </a:t>
            </a:r>
            <a:r>
              <a:rPr lang="en-US" sz="6500" b="1" i="1" dirty="0">
                <a:solidFill>
                  <a:srgbClr val="F0FDF4"/>
                </a:solidFill>
                <a:latin typeface="Arial" panose="020B0604020202020204" pitchFamily="34" charset="0"/>
                <a:ea typeface="Calibri"/>
                <a:cs typeface="Arial" panose="020B0604020202020204" pitchFamily="34" charset="0"/>
                <a:sym typeface="Calibri"/>
              </a:rPr>
              <a:t>May almighty God have mercy on us,</a:t>
            </a:r>
            <a:endParaRPr sz="6500" b="1" i="1" dirty="0">
              <a:solidFill>
                <a:schemeClr val="lt1"/>
              </a:solidFill>
              <a:latin typeface="Arial" panose="020B0604020202020204" pitchFamily="34" charset="0"/>
              <a:ea typeface="Calibri"/>
              <a:cs typeface="Arial" panose="020B0604020202020204" pitchFamily="34" charset="0"/>
              <a:sym typeface="Calibri"/>
            </a:endParaRPr>
          </a:p>
          <a:p>
            <a:pPr marL="0" lvl="0" indent="0" algn="ctr" rtl="0">
              <a:spcBef>
                <a:spcPts val="500"/>
              </a:spcBef>
              <a:spcAft>
                <a:spcPts val="0"/>
              </a:spcAft>
              <a:buClr>
                <a:schemeClr val="dk1"/>
              </a:buClr>
              <a:buFont typeface="Arial"/>
              <a:buNone/>
              <a:defRPr/>
            </a:pPr>
            <a:r>
              <a:rPr lang="en-US" sz="6500" b="1" i="1" dirty="0">
                <a:solidFill>
                  <a:srgbClr val="F0FDF4"/>
                </a:solidFill>
                <a:latin typeface="Arial" panose="020B0604020202020204" pitchFamily="34" charset="0"/>
                <a:ea typeface="Calibri"/>
                <a:cs typeface="Arial" panose="020B0604020202020204" pitchFamily="34" charset="0"/>
                <a:sym typeface="Calibri"/>
              </a:rPr>
              <a:t>forgive us our sins and bring us to everlasting life</a:t>
            </a:r>
            <a:r>
              <a:rPr lang="en-US" sz="6500" b="1" i="1" dirty="0">
                <a:solidFill>
                  <a:srgbClr val="FFB800"/>
                </a:solidFill>
                <a:latin typeface="Arial" panose="020B0604020202020204" pitchFamily="34" charset="0"/>
                <a:ea typeface="Calibri"/>
                <a:cs typeface="Arial" panose="020B0604020202020204" pitchFamily="34" charset="0"/>
                <a:sym typeface="Calibri"/>
              </a:rPr>
              <a:t>.</a:t>
            </a:r>
            <a:endParaRPr sz="6500" b="1" i="1" dirty="0">
              <a:solidFill>
                <a:srgbClr val="FFDA91"/>
              </a:solidFill>
              <a:latin typeface="Arial" panose="020B0604020202020204" pitchFamily="34" charset="0"/>
              <a:ea typeface="Calibri"/>
              <a:cs typeface="Arial" panose="020B0604020202020204" pitchFamily="34" charset="0"/>
              <a:sym typeface="Calibri"/>
            </a:endParaRPr>
          </a:p>
        </p:txBody>
      </p:sp>
      <p:sp>
        <p:nvSpPr>
          <p:cNvPr id="164" name="Google Shape;164;p21"/>
          <p:cNvSpPr txBox="1"/>
          <p:nvPr/>
        </p:nvSpPr>
        <p:spPr>
          <a:xfrm>
            <a:off x="0" y="6256725"/>
            <a:ext cx="18288000" cy="1750732"/>
          </a:xfrm>
          <a:prstGeom prst="rect">
            <a:avLst/>
          </a:prstGeom>
          <a:noFill/>
          <a:ln>
            <a:noFill/>
          </a:ln>
        </p:spPr>
        <p:txBody>
          <a:bodyPr spcFirstLastPara="1" wrap="square" lIns="109725" tIns="73150" rIns="109725" bIns="73150" anchor="t" anchorCtr="0">
            <a:spAutoFit/>
          </a:bodyPr>
          <a:lstStyle/>
          <a:p>
            <a:pPr marL="0" lvl="0" indent="0" algn="ctr" rtl="0">
              <a:spcBef>
                <a:spcPts val="500"/>
              </a:spcBef>
              <a:spcAft>
                <a:spcPts val="0"/>
              </a:spcAft>
              <a:buNone/>
              <a:defRPr/>
            </a:pPr>
            <a:r>
              <a:rPr lang="en-US" sz="10000" b="1" dirty="0">
                <a:solidFill>
                  <a:srgbClr val="F0FDF4"/>
                </a:solidFill>
                <a:latin typeface="Arial" panose="020B0604020202020204" pitchFamily="34" charset="0"/>
                <a:ea typeface="Calibri"/>
                <a:cs typeface="Arial" panose="020B0604020202020204" pitchFamily="34" charset="0"/>
                <a:sym typeface="Calibri"/>
              </a:rPr>
              <a:t>All: AMEN!</a:t>
            </a:r>
            <a:endParaRPr sz="10000" b="1" dirty="0">
              <a:solidFill>
                <a:schemeClr val="bg1"/>
              </a:solidFill>
              <a:latin typeface="Arial" panose="020B0604020202020204" pitchFamily="34" charset="0"/>
              <a:ea typeface="Calibri"/>
              <a:cs typeface="Arial" panose="020B0604020202020204" pitchFamily="34" charset="0"/>
              <a:sym typeface="Calibri"/>
            </a:endParaRPr>
          </a:p>
        </p:txBody>
      </p:sp>
      <p:sp>
        <p:nvSpPr>
          <p:cNvPr id="165" name="TextBox 164"/>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Penitential Act (3/3)</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4040533" y="1329421"/>
            <a:ext cx="10206933" cy="2269852"/>
          </a:xfrm>
          <a:prstGeom prst="rect">
            <a:avLst/>
          </a:prstGeom>
        </p:spPr>
        <p:txBody>
          <a:bodyPr wrap="square" lIns="0" tIns="0" rIns="0" bIns="0" rtlCol="0" anchor="t">
            <a:spAutoFit/>
          </a:bodyPr>
          <a:lstStyle/>
          <a:p>
            <a:pPr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LORD, HAVE MERCY.</a:t>
            </a:r>
          </a:p>
          <a:p>
            <a:pPr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LORD, HAVE MERCY.</a:t>
            </a:r>
          </a:p>
          <a:p>
            <a:pPr marL="0" lvl="0" indent="0"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           LORD, HAVE MERCY.</a:t>
            </a:r>
          </a:p>
        </p:txBody>
      </p:sp>
      <p:sp>
        <p:nvSpPr>
          <p:cNvPr id="3" name="TextBox 3"/>
          <p:cNvSpPr txBox="1"/>
          <p:nvPr/>
        </p:nvSpPr>
        <p:spPr>
          <a:xfrm>
            <a:off x="4040533" y="4238944"/>
            <a:ext cx="10544863" cy="2269852"/>
          </a:xfrm>
          <a:prstGeom prst="rect">
            <a:avLst/>
          </a:prstGeom>
        </p:spPr>
        <p:txBody>
          <a:bodyPr wrap="square" lIns="0" tIns="0" rIns="0" bIns="0" rtlCol="0" anchor="t">
            <a:spAutoFit/>
          </a:bodyPr>
          <a:lstStyle/>
          <a:p>
            <a:pPr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CHRIST, HAVE MERCY.</a:t>
            </a:r>
          </a:p>
          <a:p>
            <a:pPr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CHRIST, HAVE MERCY.</a:t>
            </a:r>
          </a:p>
          <a:p>
            <a:pPr marL="0" lvl="0" indent="0"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           CHRIST, HAVE MERCY.</a:t>
            </a:r>
          </a:p>
        </p:txBody>
      </p:sp>
      <p:sp>
        <p:nvSpPr>
          <p:cNvPr id="4" name="TextBox 4"/>
          <p:cNvSpPr txBox="1"/>
          <p:nvPr/>
        </p:nvSpPr>
        <p:spPr>
          <a:xfrm>
            <a:off x="4040534" y="7148468"/>
            <a:ext cx="10544862" cy="2269852"/>
          </a:xfrm>
          <a:prstGeom prst="rect">
            <a:avLst/>
          </a:prstGeom>
        </p:spPr>
        <p:txBody>
          <a:bodyPr wrap="square" lIns="0" tIns="0" rIns="0" bIns="0" rtlCol="0" anchor="t">
            <a:spAutoFit/>
          </a:bodyPr>
          <a:lstStyle/>
          <a:p>
            <a:pPr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LORD, HAVE MERCY.</a:t>
            </a:r>
          </a:p>
          <a:p>
            <a:pPr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LORD, HAVE MERCY.</a:t>
            </a:r>
          </a:p>
          <a:p>
            <a:pPr marL="0" lvl="0" indent="0"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           LORD, HAVE MERCY.</a:t>
            </a:r>
          </a:p>
        </p:txBody>
      </p:sp>
      <p:sp>
        <p:nvSpPr>
          <p:cNvPr id="8" name="TextBox 7">
            <a:extLst>
              <a:ext uri="{FF2B5EF4-FFF2-40B4-BE49-F238E27FC236}">
                <a16:creationId xmlns:a16="http://schemas.microsoft.com/office/drawing/2014/main" id="{930F1F71-8092-F45A-9882-366A7F7F0588}"/>
              </a:ext>
            </a:extLst>
          </p:cNvPr>
          <p:cNvSpPr txBox="1"/>
          <p:nvPr/>
        </p:nvSpPr>
        <p:spPr>
          <a:xfrm>
            <a:off x="914400" y="109728"/>
            <a:ext cx="16459200" cy="868680"/>
          </a:xfrm>
          <a:prstGeom prst="rect">
            <a:avLst/>
          </a:prstGeom>
          <a:noFill/>
        </p:spPr>
        <p:txBody>
          <a:bodyPr wrap="square" lIns="109728" tIns="73152" rIns="109728" bIns="73152">
            <a:noAutofit/>
          </a:bodyPr>
          <a:lstStyle/>
          <a:p>
            <a:pPr algn="ctr"/>
            <a:r>
              <a:rPr lang="en-US" sz="3600" b="1" u="sng" dirty="0">
                <a:solidFill>
                  <a:srgbClr val="FFB800"/>
                </a:solidFill>
                <a:latin typeface="Georgia"/>
              </a:rPr>
              <a:t>Kyrie Eleison</a:t>
            </a:r>
            <a:endParaRPr sz="3600" b="1" u="sng" dirty="0">
              <a:solidFill>
                <a:srgbClr val="86EFAC"/>
              </a:solidFill>
              <a:latin typeface="Georgia"/>
            </a:endParaRPr>
          </a:p>
        </p:txBody>
      </p:sp>
      <p:sp>
        <p:nvSpPr>
          <p:cNvPr id="9" name="TextBox 8"/>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Kyrie Eleison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0" y="896938"/>
            <a:ext cx="18288000" cy="4138869"/>
          </a:xfrm>
          <a:prstGeom prst="rect">
            <a:avLst/>
          </a:prstGeom>
        </p:spPr>
        <p:txBody>
          <a:bodyPr lIns="0" tIns="0" rIns="0" bIns="0" rtlCol="0" anchor="t">
            <a:spAutoFit/>
          </a:bodyPr>
          <a:lstStyle/>
          <a:p>
            <a:pPr algn="ctr">
              <a:lnSpc>
                <a:spcPts val="8123"/>
              </a:lnSpc>
              <a:defRPr/>
            </a:pPr>
            <a:r>
              <a:rPr lang="en-US" sz="5802" b="1" dirty="0">
                <a:solidFill>
                  <a:srgbClr val="FFB800"/>
                </a:solidFill>
                <a:latin typeface="Arial" panose="020B0604020202020204" pitchFamily="34" charset="0"/>
                <a:ea typeface="Poppins Bold"/>
                <a:cs typeface="Arial" panose="020B0604020202020204" pitchFamily="34" charset="0"/>
                <a:sym typeface="Poppins Bold"/>
              </a:rPr>
              <a:t>GLORY TO GOD! GLORY TO GOD!</a:t>
            </a:r>
          </a:p>
          <a:p>
            <a:pPr algn="ctr">
              <a:lnSpc>
                <a:spcPts val="8123"/>
              </a:lnSpc>
              <a:defRPr/>
            </a:pPr>
            <a:r>
              <a:rPr lang="en-US" sz="5802" b="1" dirty="0">
                <a:solidFill>
                  <a:srgbClr val="FFB800"/>
                </a:solidFill>
                <a:latin typeface="Arial" panose="020B0604020202020204" pitchFamily="34" charset="0"/>
                <a:ea typeface="Poppins Bold"/>
                <a:cs typeface="Arial" panose="020B0604020202020204" pitchFamily="34" charset="0"/>
                <a:sym typeface="Poppins Bold"/>
              </a:rPr>
              <a:t>GLORY TO GOD IN THE HIGHEST, </a:t>
            </a:r>
          </a:p>
          <a:p>
            <a:pPr algn="ctr">
              <a:lnSpc>
                <a:spcPts val="8123"/>
              </a:lnSpc>
              <a:defRPr/>
            </a:pPr>
            <a:r>
              <a:rPr lang="en-US" sz="5802" b="1" dirty="0">
                <a:solidFill>
                  <a:srgbClr val="FFB800"/>
                </a:solidFill>
                <a:latin typeface="Arial" panose="020B0604020202020204" pitchFamily="34" charset="0"/>
                <a:ea typeface="Poppins Bold"/>
                <a:cs typeface="Arial" panose="020B0604020202020204" pitchFamily="34" charset="0"/>
                <a:sym typeface="Poppins Bold"/>
              </a:rPr>
              <a:t>AND ON EARTH , PEACE ON EARTH,</a:t>
            </a:r>
          </a:p>
          <a:p>
            <a:pPr marL="0" lvl="0" indent="0" algn="ctr">
              <a:lnSpc>
                <a:spcPts val="8123"/>
              </a:lnSpc>
              <a:spcBef>
                <a:spcPct val="0"/>
              </a:spcBef>
              <a:defRPr/>
            </a:pPr>
            <a:r>
              <a:rPr lang="en-US" sz="5802" b="1" dirty="0">
                <a:solidFill>
                  <a:srgbClr val="FFB800"/>
                </a:solidFill>
                <a:latin typeface="Arial" panose="020B0604020202020204" pitchFamily="34" charset="0"/>
                <a:ea typeface="Poppins Bold"/>
                <a:cs typeface="Arial" panose="020B0604020202020204" pitchFamily="34" charset="0"/>
                <a:sym typeface="Poppins Bold"/>
              </a:rPr>
              <a:t>PEACE TO PEOPLE OF GOOD WILL!</a:t>
            </a:r>
          </a:p>
        </p:txBody>
      </p:sp>
      <p:sp>
        <p:nvSpPr>
          <p:cNvPr id="3" name="TextBox 3"/>
          <p:cNvSpPr txBox="1"/>
          <p:nvPr/>
        </p:nvSpPr>
        <p:spPr>
          <a:xfrm>
            <a:off x="0" y="5132070"/>
            <a:ext cx="18288000" cy="5074921"/>
          </a:xfrm>
          <a:prstGeom prst="rect">
            <a:avLst/>
          </a:prstGeom>
        </p:spPr>
        <p:txBody>
          <a:bodyPr lIns="0" tIns="0" rIns="0" bIns="0" rtlCol="0" anchor="t">
            <a:spAutoFit/>
          </a:bodyPr>
          <a:lstStyle/>
          <a:p>
            <a:pPr algn="ctr">
              <a:lnSpc>
                <a:spcPts val="7979"/>
              </a:lnSpc>
              <a:defRPr/>
            </a:pPr>
            <a:r>
              <a:rPr lang="en-US" sz="5699" b="1" dirty="0">
                <a:solidFill>
                  <a:srgbClr val="F0FDF4"/>
                </a:solidFill>
                <a:latin typeface="Arial" panose="020B0604020202020204" pitchFamily="34" charset="0"/>
                <a:ea typeface="Poppins Bold"/>
                <a:cs typeface="Arial" panose="020B0604020202020204" pitchFamily="34" charset="0"/>
                <a:sym typeface="Poppins Bold"/>
              </a:rPr>
              <a:t>WE PRAISE YOU, WE BLESS YOU,</a:t>
            </a:r>
          </a:p>
          <a:p>
            <a:pPr algn="ctr">
              <a:lnSpc>
                <a:spcPts val="7979"/>
              </a:lnSpc>
              <a:defRPr/>
            </a:pPr>
            <a:r>
              <a:rPr lang="en-US" sz="5699" b="1" dirty="0">
                <a:solidFill>
                  <a:srgbClr val="F0FDF4"/>
                </a:solidFill>
                <a:latin typeface="Arial" panose="020B0604020202020204" pitchFamily="34" charset="0"/>
                <a:ea typeface="Poppins Bold"/>
                <a:cs typeface="Arial" panose="020B0604020202020204" pitchFamily="34" charset="0"/>
                <a:sym typeface="Poppins Bold"/>
              </a:rPr>
              <a:t>WE ADORE YOU, WE GLORIFY YOU,</a:t>
            </a:r>
          </a:p>
          <a:p>
            <a:pPr algn="ctr">
              <a:lnSpc>
                <a:spcPts val="7979"/>
              </a:lnSpc>
              <a:defRPr/>
            </a:pPr>
            <a:r>
              <a:rPr lang="en-US" sz="5699" b="1" dirty="0">
                <a:solidFill>
                  <a:srgbClr val="F0FDF4"/>
                </a:solidFill>
                <a:latin typeface="Arial" panose="020B0604020202020204" pitchFamily="34" charset="0"/>
                <a:ea typeface="Poppins Bold"/>
                <a:cs typeface="Arial" panose="020B0604020202020204" pitchFamily="34" charset="0"/>
                <a:sym typeface="Poppins Bold"/>
              </a:rPr>
              <a:t>WE GIVE YOU THANKS FOR YOUR GREAT GLORY, LORD GOD, HEAVENLY KING,</a:t>
            </a:r>
          </a:p>
          <a:p>
            <a:pPr marL="0" lvl="0" indent="0" algn="ctr">
              <a:lnSpc>
                <a:spcPts val="7979"/>
              </a:lnSpc>
              <a:spcBef>
                <a:spcPct val="0"/>
              </a:spcBef>
              <a:defRPr/>
            </a:pPr>
            <a:r>
              <a:rPr lang="en-US" sz="5699" b="1" dirty="0">
                <a:solidFill>
                  <a:srgbClr val="F0FDF4"/>
                </a:solidFill>
                <a:latin typeface="Arial" panose="020B0604020202020204" pitchFamily="34" charset="0"/>
                <a:ea typeface="Poppins Bold"/>
                <a:cs typeface="Arial" panose="020B0604020202020204" pitchFamily="34" charset="0"/>
                <a:sym typeface="Poppins Bold"/>
              </a:rPr>
              <a:t>O GOD, ALMIGHTY FATHER. </a:t>
            </a:r>
          </a:p>
        </p:txBody>
      </p:sp>
      <p:sp>
        <p:nvSpPr>
          <p:cNvPr id="7" name="TextBox 6">
            <a:extLst>
              <a:ext uri="{FF2B5EF4-FFF2-40B4-BE49-F238E27FC236}">
                <a16:creationId xmlns:a16="http://schemas.microsoft.com/office/drawing/2014/main" id="{6BA9F0D8-448F-2511-EAC2-EFC6680FA374}"/>
              </a:ext>
            </a:extLst>
          </p:cNvPr>
          <p:cNvSpPr txBox="1"/>
          <p:nvPr/>
        </p:nvSpPr>
        <p:spPr>
          <a:xfrm>
            <a:off x="914400" y="109728"/>
            <a:ext cx="16459200" cy="868680"/>
          </a:xfrm>
          <a:prstGeom prst="rect">
            <a:avLst/>
          </a:prstGeom>
          <a:noFill/>
        </p:spPr>
        <p:txBody>
          <a:bodyPr wrap="square" lIns="109728" tIns="73152" rIns="109728" bIns="73152">
            <a:noAutofit/>
          </a:bodyPr>
          <a:lstStyle/>
          <a:p>
            <a:pPr algn="ctr"/>
            <a:r>
              <a:rPr lang="en-US" sz="3600" b="1" u="sng" dirty="0">
                <a:solidFill>
                  <a:srgbClr val="FFB800"/>
                </a:solidFill>
                <a:latin typeface="Georgia"/>
              </a:rPr>
              <a:t>Gloria</a:t>
            </a:r>
            <a:endParaRPr sz="3600" b="1" u="sng" dirty="0">
              <a:solidFill>
                <a:srgbClr val="86EFAC"/>
              </a:solidFill>
              <a:latin typeface="Georgia"/>
            </a:endParaRPr>
          </a:p>
        </p:txBody>
      </p:sp>
      <p:sp>
        <p:nvSpPr>
          <p:cNvPr id="8" name="TextBox 7"/>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Gloria (1/4)</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0" y="441462"/>
            <a:ext cx="18288000" cy="2749599"/>
          </a:xfrm>
          <a:prstGeom prst="rect">
            <a:avLst/>
          </a:prstGeom>
        </p:spPr>
        <p:txBody>
          <a:bodyPr lIns="0" tIns="0" rIns="0" bIns="0" rtlCol="0" anchor="t">
            <a:spAutoFit/>
          </a:bodyPr>
          <a:lstStyle/>
          <a:p>
            <a:pPr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LORD JESUS CHRIST, ONLY BEGOTTEN SON, </a:t>
            </a:r>
          </a:p>
          <a:p>
            <a:pPr marL="0" lvl="0" indent="0"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LORD GOD, LAMB OF GOD, SON OF THE FATHER.</a:t>
            </a:r>
          </a:p>
        </p:txBody>
      </p:sp>
      <p:sp>
        <p:nvSpPr>
          <p:cNvPr id="3" name="TextBox 3"/>
          <p:cNvSpPr txBox="1"/>
          <p:nvPr/>
        </p:nvSpPr>
        <p:spPr>
          <a:xfrm>
            <a:off x="0" y="3446070"/>
            <a:ext cx="18288000" cy="6583553"/>
          </a:xfrm>
          <a:prstGeom prst="rect">
            <a:avLst/>
          </a:prstGeom>
        </p:spPr>
        <p:txBody>
          <a:bodyPr wrap="square" lIns="0" tIns="0" rIns="0" bIns="0" rtlCol="0" anchor="t">
            <a:spAutoFit/>
          </a:bodyPr>
          <a:lstStyle/>
          <a:p>
            <a:pPr algn="ctr">
              <a:lnSpc>
                <a:spcPts val="7380"/>
              </a:lnSpc>
              <a:defRPr/>
            </a:pPr>
            <a:r>
              <a:rPr lang="en-US" sz="6099" b="1" dirty="0">
                <a:solidFill>
                  <a:srgbClr val="F0FDF4"/>
                </a:solidFill>
                <a:latin typeface="Arial" panose="020B0604020202020204" pitchFamily="34" charset="0"/>
                <a:ea typeface="Poppins Bold"/>
                <a:cs typeface="Arial" panose="020B0604020202020204" pitchFamily="34" charset="0"/>
                <a:sym typeface="Poppins Bold"/>
              </a:rPr>
              <a:t>YOU TAKE AWAY THE SINS OF THE WORLD,</a:t>
            </a:r>
          </a:p>
          <a:p>
            <a:pPr algn="ctr">
              <a:lnSpc>
                <a:spcPts val="7380"/>
              </a:lnSpc>
              <a:defRPr/>
            </a:pPr>
            <a:r>
              <a:rPr lang="en-US" sz="6099" b="1" dirty="0">
                <a:solidFill>
                  <a:srgbClr val="FFB800"/>
                </a:solidFill>
                <a:latin typeface="Arial" panose="020B0604020202020204" pitchFamily="34" charset="0"/>
                <a:ea typeface="Poppins Bold"/>
                <a:cs typeface="Arial" panose="020B0604020202020204" pitchFamily="34" charset="0"/>
                <a:sym typeface="Poppins Bold"/>
              </a:rPr>
              <a:t>HAVE MERCY ON US</a:t>
            </a:r>
            <a:r>
              <a:rPr lang="en-US" sz="6099" b="1" dirty="0">
                <a:solidFill>
                  <a:srgbClr val="F0FDF4"/>
                </a:solidFill>
                <a:latin typeface="Arial" panose="020B0604020202020204" pitchFamily="34" charset="0"/>
                <a:ea typeface="Poppins Bold"/>
                <a:cs typeface="Arial" panose="020B0604020202020204" pitchFamily="34" charset="0"/>
                <a:sym typeface="Poppins Bold"/>
              </a:rPr>
              <a:t>;</a:t>
            </a:r>
          </a:p>
          <a:p>
            <a:pPr algn="ctr">
              <a:lnSpc>
                <a:spcPts val="7380"/>
              </a:lnSpc>
              <a:defRPr/>
            </a:pPr>
            <a:r>
              <a:rPr lang="en-US" sz="6099" b="1" dirty="0">
                <a:solidFill>
                  <a:srgbClr val="F0FDF4"/>
                </a:solidFill>
                <a:latin typeface="Arial" panose="020B0604020202020204" pitchFamily="34" charset="0"/>
                <a:ea typeface="Poppins Bold"/>
                <a:cs typeface="Arial" panose="020B0604020202020204" pitchFamily="34" charset="0"/>
                <a:sym typeface="Poppins Bold"/>
              </a:rPr>
              <a:t>YOU TAKE AWAY THE SINS OF THE WORLD,</a:t>
            </a:r>
          </a:p>
          <a:p>
            <a:pPr algn="ctr">
              <a:lnSpc>
                <a:spcPts val="7380"/>
              </a:lnSpc>
              <a:defRPr/>
            </a:pPr>
            <a:r>
              <a:rPr lang="en-US" sz="6099" b="1" dirty="0">
                <a:solidFill>
                  <a:srgbClr val="FFB800"/>
                </a:solidFill>
                <a:latin typeface="Arial" panose="020B0604020202020204" pitchFamily="34" charset="0"/>
                <a:ea typeface="Poppins Bold"/>
                <a:cs typeface="Arial" panose="020B0604020202020204" pitchFamily="34" charset="0"/>
                <a:sym typeface="Poppins Bold"/>
              </a:rPr>
              <a:t>RECEIVE OUR PRAYER</a:t>
            </a:r>
            <a:r>
              <a:rPr lang="en-US" sz="6099" b="1" dirty="0">
                <a:solidFill>
                  <a:srgbClr val="F0FDF4"/>
                </a:solidFill>
                <a:latin typeface="Arial" panose="020B0604020202020204" pitchFamily="34" charset="0"/>
                <a:ea typeface="Poppins Bold"/>
                <a:cs typeface="Arial" panose="020B0604020202020204" pitchFamily="34" charset="0"/>
                <a:sym typeface="Poppins Bold"/>
              </a:rPr>
              <a:t>;</a:t>
            </a:r>
          </a:p>
          <a:p>
            <a:pPr algn="ctr">
              <a:lnSpc>
                <a:spcPts val="7380"/>
              </a:lnSpc>
              <a:defRPr/>
            </a:pPr>
            <a:r>
              <a:rPr lang="en-US" sz="6099" b="1" dirty="0">
                <a:solidFill>
                  <a:srgbClr val="F0FDF4"/>
                </a:solidFill>
                <a:latin typeface="Arial" panose="020B0604020202020204" pitchFamily="34" charset="0"/>
                <a:ea typeface="Poppins Bold"/>
                <a:cs typeface="Arial" panose="020B0604020202020204" pitchFamily="34" charset="0"/>
                <a:sym typeface="Poppins Bold"/>
              </a:rPr>
              <a:t>YOU ARE SEATED AT THE RIGHT HAND,</a:t>
            </a:r>
          </a:p>
          <a:p>
            <a:pPr algn="ctr">
              <a:lnSpc>
                <a:spcPts val="7380"/>
              </a:lnSpc>
              <a:defRPr/>
            </a:pPr>
            <a:r>
              <a:rPr lang="en-US" sz="6099" b="1" dirty="0">
                <a:solidFill>
                  <a:srgbClr val="F0FDF4"/>
                </a:solidFill>
                <a:latin typeface="Arial" panose="020B0604020202020204" pitchFamily="34" charset="0"/>
                <a:ea typeface="Poppins Bold"/>
                <a:cs typeface="Arial" panose="020B0604020202020204" pitchFamily="34" charset="0"/>
                <a:sym typeface="Poppins Bold"/>
              </a:rPr>
              <a:t>THE RIGHT OF THE FATHER,</a:t>
            </a:r>
          </a:p>
          <a:p>
            <a:pPr marL="0" lvl="0" indent="0" algn="ctr">
              <a:lnSpc>
                <a:spcPts val="7380"/>
              </a:lnSpc>
              <a:defRPr/>
            </a:pPr>
            <a:r>
              <a:rPr lang="en-US" sz="6099" b="1" dirty="0">
                <a:solidFill>
                  <a:srgbClr val="FFB800"/>
                </a:solidFill>
                <a:latin typeface="Arial" panose="020B0604020202020204" pitchFamily="34" charset="0"/>
                <a:ea typeface="Poppins Bold"/>
                <a:cs typeface="Arial" panose="020B0604020202020204" pitchFamily="34" charset="0"/>
                <a:sym typeface="Poppins Bold"/>
              </a:rPr>
              <a:t>HAVE MERCY ON US</a:t>
            </a:r>
            <a:r>
              <a:rPr lang="en-US" sz="6099" b="1" dirty="0">
                <a:solidFill>
                  <a:srgbClr val="F0FDF4"/>
                </a:solidFill>
                <a:latin typeface="Arial" panose="020B0604020202020204" pitchFamily="34" charset="0"/>
                <a:ea typeface="Poppins Bold"/>
                <a:cs typeface="Arial" panose="020B0604020202020204" pitchFamily="34" charset="0"/>
                <a:sym typeface="Poppins Bold"/>
              </a:rPr>
              <a:t>. </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Gloria (2/4)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0" y="5207256"/>
            <a:ext cx="18288000" cy="4631055"/>
          </a:xfrm>
          <a:prstGeom prst="rect">
            <a:avLst/>
          </a:prstGeom>
        </p:spPr>
        <p:txBody>
          <a:bodyPr lIns="0" tIns="0" rIns="0" bIns="0" rtlCol="0" anchor="t">
            <a:spAutoFit/>
          </a:bodyPr>
          <a:lstStyle/>
          <a:p>
            <a:pPr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FOR YOU ALONE ARE THE HOLY ONE, </a:t>
            </a:r>
          </a:p>
          <a:p>
            <a:pPr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YOU ALONE ARE THE LORD,</a:t>
            </a:r>
          </a:p>
          <a:p>
            <a:pPr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YOU ALONE ARE THE MOST HIGH,</a:t>
            </a:r>
          </a:p>
          <a:p>
            <a:pPr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JESUS CHRIST, WITH THE HOLY SPIRIT,</a:t>
            </a:r>
          </a:p>
          <a:p>
            <a:pPr marL="0" lvl="0" indent="0"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IN THE GLORY OF GOD THE FATHER. </a:t>
            </a:r>
          </a:p>
        </p:txBody>
      </p:sp>
      <p:sp>
        <p:nvSpPr>
          <p:cNvPr id="6" name="TextBox 6"/>
          <p:cNvSpPr txBox="1"/>
          <p:nvPr/>
        </p:nvSpPr>
        <p:spPr>
          <a:xfrm>
            <a:off x="0" y="521018"/>
            <a:ext cx="18288000" cy="4276664"/>
          </a:xfrm>
          <a:prstGeom prst="rect">
            <a:avLst/>
          </a:prstGeom>
        </p:spPr>
        <p:txBody>
          <a:bodyPr lIns="0" tIns="0" rIns="0" bIns="0" rtlCol="0" anchor="t">
            <a:spAutoFit/>
          </a:bodyPr>
          <a:lstStyle/>
          <a:p>
            <a:pPr algn="ctr">
              <a:lnSpc>
                <a:spcPts val="8403"/>
              </a:lnSpc>
              <a:defRPr/>
            </a:pPr>
            <a:r>
              <a:rPr lang="en-US" sz="6002" b="1" dirty="0">
                <a:solidFill>
                  <a:srgbClr val="FFB800"/>
                </a:solidFill>
                <a:latin typeface="Arial" panose="020B0604020202020204" pitchFamily="34" charset="0"/>
                <a:ea typeface="Poppins Bold"/>
                <a:cs typeface="Arial" panose="020B0604020202020204" pitchFamily="34" charset="0"/>
                <a:sym typeface="Poppins Bold"/>
              </a:rPr>
              <a:t>GLORY TO GOD! GLORY TO GOD!</a:t>
            </a:r>
          </a:p>
          <a:p>
            <a:pPr algn="ctr">
              <a:lnSpc>
                <a:spcPts val="8403"/>
              </a:lnSpc>
              <a:defRPr/>
            </a:pPr>
            <a:r>
              <a:rPr lang="en-US" sz="6002" b="1" dirty="0">
                <a:solidFill>
                  <a:srgbClr val="FFB800"/>
                </a:solidFill>
                <a:latin typeface="Arial" panose="020B0604020202020204" pitchFamily="34" charset="0"/>
                <a:ea typeface="Poppins Bold"/>
                <a:cs typeface="Arial" panose="020B0604020202020204" pitchFamily="34" charset="0"/>
                <a:sym typeface="Poppins Bold"/>
              </a:rPr>
              <a:t>GLORY TO GOD IN THE HIGHEST, </a:t>
            </a:r>
          </a:p>
          <a:p>
            <a:pPr algn="ctr">
              <a:lnSpc>
                <a:spcPts val="8403"/>
              </a:lnSpc>
              <a:defRPr/>
            </a:pPr>
            <a:r>
              <a:rPr lang="en-US" sz="6002" b="1" dirty="0">
                <a:solidFill>
                  <a:srgbClr val="FFB800"/>
                </a:solidFill>
                <a:latin typeface="Arial" panose="020B0604020202020204" pitchFamily="34" charset="0"/>
                <a:ea typeface="Poppins Bold"/>
                <a:cs typeface="Arial" panose="020B0604020202020204" pitchFamily="34" charset="0"/>
                <a:sym typeface="Poppins Bold"/>
              </a:rPr>
              <a:t>AND ON EARTH , PEACE ON EARTH,</a:t>
            </a:r>
          </a:p>
          <a:p>
            <a:pPr marL="0" lvl="0" indent="0" algn="ctr">
              <a:lnSpc>
                <a:spcPts val="8403"/>
              </a:lnSpc>
              <a:spcBef>
                <a:spcPct val="0"/>
              </a:spcBef>
              <a:defRPr/>
            </a:pPr>
            <a:r>
              <a:rPr lang="en-US" sz="6002" b="1" dirty="0">
                <a:solidFill>
                  <a:srgbClr val="FFB800"/>
                </a:solidFill>
                <a:latin typeface="Arial" panose="020B0604020202020204" pitchFamily="34" charset="0"/>
                <a:ea typeface="Poppins Bold"/>
                <a:cs typeface="Arial" panose="020B0604020202020204" pitchFamily="34" charset="0"/>
                <a:sym typeface="Poppins Bold"/>
              </a:rPr>
              <a:t>PEACE TO PEOPLE OF GOOD WILL!</a:t>
            </a:r>
          </a:p>
        </p:txBody>
      </p:sp>
      <p:sp>
        <p:nvSpPr>
          <p:cNvPr id="7" name="TextBox 6"/>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Gloria (3/4)</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0" y="7432051"/>
            <a:ext cx="18288000" cy="1263808"/>
          </a:xfrm>
          <a:prstGeom prst="rect">
            <a:avLst/>
          </a:prstGeom>
        </p:spPr>
        <p:txBody>
          <a:bodyPr lIns="0" tIns="0" rIns="0" bIns="0" rtlCol="0" anchor="t">
            <a:spAutoFit/>
          </a:bodyPr>
          <a:lstStyle/>
          <a:p>
            <a:pPr marL="0" lvl="0" indent="0" algn="ctr">
              <a:lnSpc>
                <a:spcPts val="10526"/>
              </a:lnSpc>
              <a:defRPr/>
            </a:pPr>
            <a:r>
              <a:rPr lang="en-US" sz="8699" b="1" dirty="0">
                <a:solidFill>
                  <a:srgbClr val="F0FDF4"/>
                </a:solidFill>
                <a:latin typeface="Arial" panose="020B0604020202020204" pitchFamily="34" charset="0"/>
                <a:ea typeface="Poppins Bold"/>
                <a:cs typeface="Arial" panose="020B0604020202020204" pitchFamily="34" charset="0"/>
                <a:sym typeface="Poppins Bold"/>
              </a:rPr>
              <a:t>AMEN, AMEN, AMEN!</a:t>
            </a:r>
          </a:p>
        </p:txBody>
      </p:sp>
      <p:sp>
        <p:nvSpPr>
          <p:cNvPr id="6" name="TextBox 6"/>
          <p:cNvSpPr txBox="1"/>
          <p:nvPr/>
        </p:nvSpPr>
        <p:spPr>
          <a:xfrm>
            <a:off x="0" y="1724273"/>
            <a:ext cx="18288000" cy="5122485"/>
          </a:xfrm>
          <a:prstGeom prst="rect">
            <a:avLst/>
          </a:prstGeom>
        </p:spPr>
        <p:txBody>
          <a:bodyPr lIns="0" tIns="0" rIns="0" bIns="0" rtlCol="0" anchor="t">
            <a:spAutoFit/>
          </a:bodyPr>
          <a:lstStyle/>
          <a:p>
            <a:pPr algn="ctr">
              <a:lnSpc>
                <a:spcPts val="10083"/>
              </a:lnSpc>
              <a:defRPr/>
            </a:pPr>
            <a:r>
              <a:rPr lang="en-US" sz="7202" b="1" dirty="0">
                <a:solidFill>
                  <a:srgbClr val="FFB800"/>
                </a:solidFill>
                <a:latin typeface="Arial" panose="020B0604020202020204" pitchFamily="34" charset="0"/>
                <a:ea typeface="Poppins Bold"/>
                <a:cs typeface="Arial" panose="020B0604020202020204" pitchFamily="34" charset="0"/>
                <a:sym typeface="Poppins Bold"/>
              </a:rPr>
              <a:t>GLORY TO GOD! GLORY TO GOD!</a:t>
            </a:r>
          </a:p>
          <a:p>
            <a:pPr algn="ctr">
              <a:lnSpc>
                <a:spcPts val="10083"/>
              </a:lnSpc>
              <a:defRPr/>
            </a:pPr>
            <a:r>
              <a:rPr lang="en-US" sz="7202" b="1" dirty="0">
                <a:solidFill>
                  <a:srgbClr val="FFB800"/>
                </a:solidFill>
                <a:latin typeface="Arial" panose="020B0604020202020204" pitchFamily="34" charset="0"/>
                <a:ea typeface="Poppins Bold"/>
                <a:cs typeface="Arial" panose="020B0604020202020204" pitchFamily="34" charset="0"/>
                <a:sym typeface="Poppins Bold"/>
              </a:rPr>
              <a:t>GLORY TO GOD IN THE HIGHEST, </a:t>
            </a:r>
          </a:p>
          <a:p>
            <a:pPr algn="ctr">
              <a:lnSpc>
                <a:spcPts val="10083"/>
              </a:lnSpc>
              <a:defRPr/>
            </a:pPr>
            <a:r>
              <a:rPr lang="en-US" sz="7202" b="1" dirty="0">
                <a:solidFill>
                  <a:srgbClr val="FFB800"/>
                </a:solidFill>
                <a:latin typeface="Arial" panose="020B0604020202020204" pitchFamily="34" charset="0"/>
                <a:ea typeface="Poppins Bold"/>
                <a:cs typeface="Arial" panose="020B0604020202020204" pitchFamily="34" charset="0"/>
                <a:sym typeface="Poppins Bold"/>
              </a:rPr>
              <a:t>AND ON EARTH , PEACE ON EARTH,</a:t>
            </a:r>
          </a:p>
          <a:p>
            <a:pPr marL="0" lvl="0" indent="0" algn="ctr">
              <a:lnSpc>
                <a:spcPts val="10083"/>
              </a:lnSpc>
              <a:spcBef>
                <a:spcPct val="0"/>
              </a:spcBef>
              <a:defRPr/>
            </a:pPr>
            <a:r>
              <a:rPr lang="en-US" sz="7202" b="1" dirty="0">
                <a:solidFill>
                  <a:srgbClr val="FFB800"/>
                </a:solidFill>
                <a:latin typeface="Arial" panose="020B0604020202020204" pitchFamily="34" charset="0"/>
                <a:ea typeface="Poppins Bold"/>
                <a:cs typeface="Arial" panose="020B0604020202020204" pitchFamily="34" charset="0"/>
                <a:sym typeface="Poppins Bold"/>
              </a:rPr>
              <a:t>PEACE TO PEOPLE OF GOOD WILL!</a:t>
            </a:r>
          </a:p>
        </p:txBody>
      </p:sp>
      <p:sp>
        <p:nvSpPr>
          <p:cNvPr id="7" name="TextBox 6"/>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Gloria (4/4)</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91440" y="2514276"/>
            <a:ext cx="18105120" cy="2094875"/>
          </a:xfrm>
          <a:prstGeom prst="rect">
            <a:avLst/>
          </a:prstGeom>
          <a:noFill/>
        </p:spPr>
        <p:txBody>
          <a:bodyPr wrap="square" lIns="109728" tIns="73152" rIns="109728" bIns="73152" anchor="ctr">
            <a:noAutofit/>
          </a:bodyPr>
          <a:lstStyle/>
          <a:p>
            <a:pPr algn="ctr">
              <a:defRPr sz="5500" b="1" i="0" u="none">
                <a:solidFill>
                  <a:srgbClr val="86EFAC"/>
                </a:solidFill>
                <a:latin typeface="Inter"/>
              </a:defRPr>
            </a:pPr>
            <a:r>
              <a:rPr sz="6500" dirty="0">
                <a:solidFill>
                  <a:srgbClr val="FFB800"/>
                </a:solidFill>
                <a:latin typeface="Arial" panose="020B0604020202020204" pitchFamily="34" charset="0"/>
                <a:cs typeface="Arial" panose="020B0604020202020204" pitchFamily="34" charset="0"/>
              </a:rPr>
              <a:t>Priest:</a:t>
            </a:r>
            <a:r>
              <a:rPr lang="en-US" sz="6500" dirty="0">
                <a:solidFill>
                  <a:srgbClr val="FFB800"/>
                </a:solidFill>
                <a:latin typeface="Arial" panose="020B0604020202020204" pitchFamily="34" charset="0"/>
                <a:cs typeface="Arial" panose="020B0604020202020204" pitchFamily="34" charset="0"/>
              </a:rPr>
              <a:t> </a:t>
            </a:r>
            <a:r>
              <a:rPr sz="6500" i="1" dirty="0">
                <a:solidFill>
                  <a:srgbClr val="F0FDF4"/>
                </a:solidFill>
                <a:latin typeface="Arial" panose="020B0604020202020204" pitchFamily="34" charset="0"/>
                <a:cs typeface="Arial" panose="020B0604020202020204" pitchFamily="34" charset="0"/>
              </a:rPr>
              <a:t>Let us pray.</a:t>
            </a:r>
          </a:p>
        </p:txBody>
      </p:sp>
      <p:sp>
        <p:nvSpPr>
          <p:cNvPr id="4" name="TextBox 3">
            <a:extLst>
              <a:ext uri="{FF2B5EF4-FFF2-40B4-BE49-F238E27FC236}">
                <a16:creationId xmlns:a16="http://schemas.microsoft.com/office/drawing/2014/main" id="{D523B40F-D4AE-E410-B93B-DBCE73DFD0DC}"/>
              </a:ext>
            </a:extLst>
          </p:cNvPr>
          <p:cNvSpPr txBox="1"/>
          <p:nvPr/>
        </p:nvSpPr>
        <p:spPr>
          <a:xfrm>
            <a:off x="0" y="5677850"/>
            <a:ext cx="18105120" cy="1075002"/>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10000" dirty="0">
                <a:solidFill>
                  <a:srgbClr val="F0FDF4"/>
                </a:solidFill>
                <a:latin typeface="Arial" panose="020B0604020202020204" pitchFamily="34" charset="0"/>
                <a:cs typeface="Arial" panose="020B0604020202020204" pitchFamily="34" charset="0"/>
              </a:rPr>
              <a:t>All: Amen.</a:t>
            </a:r>
          </a:p>
        </p:txBody>
      </p:sp>
      <p:sp>
        <p:nvSpPr>
          <p:cNvPr id="5" name="TextBox 4">
            <a:extLst>
              <a:ext uri="{FF2B5EF4-FFF2-40B4-BE49-F238E27FC236}">
                <a16:creationId xmlns:a16="http://schemas.microsoft.com/office/drawing/2014/main" id="{DF34FD32-C662-A942-8295-B1C168627E18}"/>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FFB800"/>
                </a:solidFill>
                <a:latin typeface="Georgia"/>
              </a:rPr>
              <a:t>Liturgy Of The Word</a:t>
            </a:r>
            <a:endParaRPr sz="5000" b="1" u="sng" dirty="0">
              <a:solidFill>
                <a:srgbClr val="86EFAC"/>
              </a:solidFill>
              <a:latin typeface="Georgia"/>
            </a:endParaRPr>
          </a:p>
        </p:txBody>
      </p:sp>
      <p:sp>
        <p:nvSpPr>
          <p:cNvPr id="6" name="TextBox 5"/>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Liturgy of the Word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tw1.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Liturgy of the Word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109728"/>
            <a:ext cx="18288000" cy="868680"/>
          </a:xfrm>
          <a:prstGeom prst="rect">
            <a:avLst/>
          </a:prstGeom>
          <a:noFill/>
        </p:spPr>
        <p:txBody>
          <a:bodyPr wrap="square" lIns="109728" tIns="73152" rIns="109728" bIns="73152" anchor="t">
            <a:noAutofit/>
          </a:bodyPr>
          <a:lstStyle/>
          <a:p>
            <a:pPr algn="ctr">
              <a:defRPr sz="5000" b="1" i="0" u="sng">
                <a:solidFill>
                  <a:srgbClr val="FFB800"/>
                </a:solidFill>
                <a:latin typeface="Georgia"/>
              </a:defRPr>
            </a:pPr>
            <a:r>
              <a:t>Liturgy of the Word</a:t>
            </a:r>
          </a:p>
        </p:txBody>
      </p:sp>
      <p:sp>
        <p:nvSpPr>
          <p:cNvPr id="3" name="TextBox 2"/>
          <p:cNvSpPr txBox="1"/>
          <p:nvPr/>
        </p:nvSpPr>
        <p:spPr>
          <a:xfrm>
            <a:off x="914400" y="3273553"/>
            <a:ext cx="16459200" cy="1020152"/>
          </a:xfrm>
          <a:prstGeom prst="rect">
            <a:avLst/>
          </a:prstGeom>
          <a:noFill/>
        </p:spPr>
        <p:txBody>
          <a:bodyPr wrap="square" lIns="109728" tIns="73152" rIns="109728" bIns="73152" anchor="ctr">
            <a:noAutofit/>
          </a:bodyPr>
          <a:lstStyle/>
          <a:p>
            <a:pPr algn="ctr">
              <a:spcAft>
                <a:spcPts val="1600"/>
              </a:spcAft>
              <a:defRPr sz="5500" b="1" i="0" u="none">
                <a:solidFill>
                  <a:srgbClr val="FFB800"/>
                </a:solidFill>
                <a:latin typeface="Arial"/>
              </a:defRPr>
            </a:pPr>
            <a:r>
              <a:rPr sz="6000" dirty="0"/>
              <a:t>First Reading</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Liturgy of the Word</a:t>
            </a:r>
          </a:p>
        </p:txBody>
      </p:sp>
      <p:sp>
        <p:nvSpPr>
          <p:cNvPr id="5" name="TextBox 4">
            <a:extLst>
              <a:ext uri="{FF2B5EF4-FFF2-40B4-BE49-F238E27FC236}">
                <a16:creationId xmlns:a16="http://schemas.microsoft.com/office/drawing/2014/main" id="{ED11F322-F618-3AF9-1A95-114FB2F300B6}"/>
              </a:ext>
            </a:extLst>
          </p:cNvPr>
          <p:cNvSpPr txBox="1"/>
          <p:nvPr/>
        </p:nvSpPr>
        <p:spPr>
          <a:xfrm>
            <a:off x="914400" y="4459623"/>
            <a:ext cx="16459200" cy="1020152"/>
          </a:xfrm>
          <a:prstGeom prst="rect">
            <a:avLst/>
          </a:prstGeom>
          <a:noFill/>
        </p:spPr>
        <p:txBody>
          <a:bodyPr wrap="square" lIns="109728" tIns="73152" rIns="109728" bIns="73152" anchor="ctr">
            <a:noAutofit/>
          </a:bodyPr>
          <a:lstStyle/>
          <a:p>
            <a:pPr algn="ctr">
              <a:defRPr sz="5500" b="0" i="0" u="none">
                <a:solidFill>
                  <a:srgbClr val="F0FDF4"/>
                </a:solidFill>
                <a:latin typeface="Arial"/>
              </a:defRPr>
            </a:pPr>
            <a:r>
              <a:rPr lang="en-US" sz="6600" dirty="0"/>
              <a:t>Jeremiah 20:10-13</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109728"/>
            <a:ext cx="18288000" cy="868680"/>
          </a:xfrm>
          <a:prstGeom prst="rect">
            <a:avLst/>
          </a:prstGeom>
          <a:noFill/>
        </p:spPr>
        <p:txBody>
          <a:bodyPr wrap="square" lIns="109728" tIns="73152" rIns="109728" bIns="73152" anchor="t">
            <a:noAutofit/>
          </a:bodyPr>
          <a:lstStyle/>
          <a:p>
            <a:pPr algn="ctr">
              <a:defRPr sz="5000" b="1" i="0" u="sng">
                <a:solidFill>
                  <a:srgbClr val="FFB800"/>
                </a:solidFill>
                <a:latin typeface="Georgia"/>
              </a:defRPr>
            </a:pPr>
            <a:r>
              <a:t>Liturgy of the Word</a:t>
            </a:r>
          </a:p>
        </p:txBody>
      </p:sp>
      <p:sp>
        <p:nvSpPr>
          <p:cNvPr id="3" name="TextBox 2"/>
          <p:cNvSpPr txBox="1"/>
          <p:nvPr/>
        </p:nvSpPr>
        <p:spPr>
          <a:xfrm>
            <a:off x="914400" y="2220004"/>
            <a:ext cx="16459200" cy="1775526"/>
          </a:xfrm>
          <a:prstGeom prst="rect">
            <a:avLst/>
          </a:prstGeom>
          <a:noFill/>
        </p:spPr>
        <p:txBody>
          <a:bodyPr wrap="square" lIns="109728" tIns="73152" rIns="109728" bIns="73152" anchor="ctr">
            <a:noAutofit/>
          </a:bodyPr>
          <a:lstStyle/>
          <a:p>
            <a:pPr algn="ctr">
              <a:spcAft>
                <a:spcPts val="1200"/>
              </a:spcAft>
              <a:defRPr sz="5500" b="1" i="0" u="none">
                <a:solidFill>
                  <a:srgbClr val="FFB800"/>
                </a:solidFill>
                <a:latin typeface="Arial"/>
              </a:defRPr>
            </a:pPr>
            <a:r>
              <a:rPr dirty="0"/>
              <a:t>Responsorial Psalm</a:t>
            </a:r>
            <a:br>
              <a:rPr dirty="0"/>
            </a:br>
            <a:r>
              <a:rPr dirty="0"/>
              <a:t>(</a:t>
            </a:r>
            <a:r>
              <a:rPr i="1" dirty="0"/>
              <a:t>Psalm 69:8-10, 14, 17, 33-35</a:t>
            </a:r>
            <a:r>
              <a:rPr dirty="0"/>
              <a:t>)</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Liturgy of the Word</a:t>
            </a:r>
          </a:p>
        </p:txBody>
      </p:sp>
      <p:sp>
        <p:nvSpPr>
          <p:cNvPr id="5" name="TextBox 4">
            <a:extLst>
              <a:ext uri="{FF2B5EF4-FFF2-40B4-BE49-F238E27FC236}">
                <a16:creationId xmlns:a16="http://schemas.microsoft.com/office/drawing/2014/main" id="{2423FBB6-3147-28D7-6387-19BCE557DD74}"/>
              </a:ext>
            </a:extLst>
          </p:cNvPr>
          <p:cNvSpPr txBox="1"/>
          <p:nvPr/>
        </p:nvSpPr>
        <p:spPr>
          <a:xfrm>
            <a:off x="0" y="4625672"/>
            <a:ext cx="18288000" cy="1775526"/>
          </a:xfrm>
          <a:prstGeom prst="rect">
            <a:avLst/>
          </a:prstGeom>
          <a:noFill/>
        </p:spPr>
        <p:txBody>
          <a:bodyPr wrap="square" lIns="109728" tIns="73152" rIns="109728" bIns="73152" anchor="ctr">
            <a:noAutofit/>
          </a:bodyPr>
          <a:lstStyle/>
          <a:p>
            <a:pPr algn="ctr">
              <a:spcAft>
                <a:spcPts val="800"/>
              </a:spcAft>
              <a:defRPr sz="5500" b="0" i="0" u="none">
                <a:solidFill>
                  <a:srgbClr val="F0FDF4"/>
                </a:solidFill>
                <a:latin typeface="Arial"/>
              </a:defRPr>
            </a:pPr>
            <a:r>
              <a:rPr lang="en-US" sz="6000" b="1" dirty="0">
                <a:latin typeface="Arial Black" panose="020B0604020202020204" pitchFamily="34" charset="0"/>
                <a:cs typeface="Arial Black" panose="020B0604020202020204" pitchFamily="34" charset="0"/>
              </a:rPr>
              <a:t>LORD, IN YOUR GREAT LOVE, ANSWER ME.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A0E29EB3-EC37-542C-9703-F819AB3A52A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FB1C7CD-6C6A-15FA-88FD-77344BBF7CC6}"/>
              </a:ext>
            </a:extLst>
          </p:cNvPr>
          <p:cNvSpPr txBox="1"/>
          <p:nvPr/>
        </p:nvSpPr>
        <p:spPr>
          <a:xfrm>
            <a:off x="0" y="109728"/>
            <a:ext cx="18288000" cy="868680"/>
          </a:xfrm>
          <a:prstGeom prst="rect">
            <a:avLst/>
          </a:prstGeom>
          <a:noFill/>
        </p:spPr>
        <p:txBody>
          <a:bodyPr wrap="square" lIns="109728" tIns="73152" rIns="109728" bIns="73152" anchor="t">
            <a:noAutofit/>
          </a:bodyPr>
          <a:lstStyle/>
          <a:p>
            <a:pPr algn="ctr">
              <a:defRPr sz="5000" b="1" i="0" u="sng">
                <a:solidFill>
                  <a:srgbClr val="FFB800"/>
                </a:solidFill>
                <a:latin typeface="Georgia"/>
              </a:defRPr>
            </a:pPr>
            <a:r>
              <a:t>Liturgy of the Word</a:t>
            </a:r>
          </a:p>
        </p:txBody>
      </p:sp>
      <p:sp>
        <p:nvSpPr>
          <p:cNvPr id="3" name="TextBox 2">
            <a:extLst>
              <a:ext uri="{FF2B5EF4-FFF2-40B4-BE49-F238E27FC236}">
                <a16:creationId xmlns:a16="http://schemas.microsoft.com/office/drawing/2014/main" id="{2FDAF354-60C2-0C1C-7FC8-C9F8BB38D0C9}"/>
              </a:ext>
            </a:extLst>
          </p:cNvPr>
          <p:cNvSpPr txBox="1"/>
          <p:nvPr/>
        </p:nvSpPr>
        <p:spPr>
          <a:xfrm>
            <a:off x="914400" y="3273553"/>
            <a:ext cx="16459200" cy="1020152"/>
          </a:xfrm>
          <a:prstGeom prst="rect">
            <a:avLst/>
          </a:prstGeom>
          <a:noFill/>
        </p:spPr>
        <p:txBody>
          <a:bodyPr wrap="square" lIns="109728" tIns="73152" rIns="109728" bIns="73152" anchor="ctr">
            <a:noAutofit/>
          </a:bodyPr>
          <a:lstStyle/>
          <a:p>
            <a:pPr algn="ctr">
              <a:spcAft>
                <a:spcPts val="1600"/>
              </a:spcAft>
              <a:defRPr sz="5500" b="1" i="0" u="none">
                <a:solidFill>
                  <a:srgbClr val="FFB800"/>
                </a:solidFill>
                <a:latin typeface="Arial"/>
              </a:defRPr>
            </a:pPr>
            <a:r>
              <a:rPr lang="en-US" sz="6000" dirty="0"/>
              <a:t>Second</a:t>
            </a:r>
            <a:r>
              <a:rPr sz="6000" dirty="0"/>
              <a:t> Reading</a:t>
            </a:r>
          </a:p>
        </p:txBody>
      </p:sp>
      <p:sp>
        <p:nvSpPr>
          <p:cNvPr id="4" name="TextBox 3">
            <a:extLst>
              <a:ext uri="{FF2B5EF4-FFF2-40B4-BE49-F238E27FC236}">
                <a16:creationId xmlns:a16="http://schemas.microsoft.com/office/drawing/2014/main" id="{8A7B6A6A-D0BD-99E3-93D3-C1B0153075C0}"/>
              </a:ext>
            </a:extLst>
          </p:cNvPr>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Liturgy of the Word</a:t>
            </a:r>
          </a:p>
        </p:txBody>
      </p:sp>
      <p:sp>
        <p:nvSpPr>
          <p:cNvPr id="5" name="TextBox 4">
            <a:extLst>
              <a:ext uri="{FF2B5EF4-FFF2-40B4-BE49-F238E27FC236}">
                <a16:creationId xmlns:a16="http://schemas.microsoft.com/office/drawing/2014/main" id="{4974E577-906C-25DF-48F4-D8E7CAA24E0B}"/>
              </a:ext>
            </a:extLst>
          </p:cNvPr>
          <p:cNvSpPr txBox="1"/>
          <p:nvPr/>
        </p:nvSpPr>
        <p:spPr>
          <a:xfrm>
            <a:off x="914400" y="4459623"/>
            <a:ext cx="16459200" cy="1020152"/>
          </a:xfrm>
          <a:prstGeom prst="rect">
            <a:avLst/>
          </a:prstGeom>
          <a:noFill/>
        </p:spPr>
        <p:txBody>
          <a:bodyPr wrap="square" lIns="109728" tIns="73152" rIns="109728" bIns="73152" anchor="ctr">
            <a:noAutofit/>
          </a:bodyPr>
          <a:lstStyle/>
          <a:p>
            <a:pPr algn="ctr">
              <a:defRPr sz="5500" b="0" i="0" u="none">
                <a:solidFill>
                  <a:srgbClr val="F0FDF4"/>
                </a:solidFill>
                <a:latin typeface="Arial"/>
              </a:defRPr>
            </a:pPr>
            <a:r>
              <a:rPr lang="en-US" sz="6600" dirty="0"/>
              <a:t>Romans 5:12-15</a:t>
            </a:r>
          </a:p>
        </p:txBody>
      </p:sp>
    </p:spTree>
    <p:extLst>
      <p:ext uri="{BB962C8B-B14F-4D97-AF65-F5344CB8AC3E}">
        <p14:creationId xmlns:p14="http://schemas.microsoft.com/office/powerpoint/2010/main" val="39271768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0" y="2602230"/>
            <a:ext cx="18288000" cy="4892041"/>
          </a:xfrm>
          <a:prstGeom prst="rect">
            <a:avLst/>
          </a:prstGeom>
        </p:spPr>
        <p:txBody>
          <a:bodyPr lIns="0" tIns="0" rIns="0" bIns="0" rtlCol="0" anchor="t">
            <a:noAutofit/>
          </a:bodyPr>
          <a:lstStyle/>
          <a:p>
            <a:pPr algn="ctr">
              <a:lnSpc>
                <a:spcPts val="9659"/>
              </a:lnSpc>
              <a:defRPr/>
            </a:pPr>
            <a:r>
              <a:rPr lang="en-US" sz="6900" b="1">
                <a:solidFill>
                  <a:srgbClr val="F0FDF4"/>
                </a:solidFill>
                <a:latin typeface="Arial"/>
                <a:ea typeface="Poppins Bold"/>
                <a:cs typeface="Poppins Bold"/>
                <a:sym typeface="Poppins Bold"/>
              </a:rPr>
              <a:t>ALLELUIA! ALLELUIA!</a:t>
            </a:r>
          </a:p>
          <a:p>
            <a:pPr algn="ctr">
              <a:lnSpc>
                <a:spcPts val="9659"/>
              </a:lnSpc>
              <a:defRPr/>
            </a:pPr>
            <a:r>
              <a:rPr lang="en-US" sz="6900" b="1">
                <a:solidFill>
                  <a:srgbClr val="F0FDF4"/>
                </a:solidFill>
                <a:latin typeface="Arial"/>
                <a:ea typeface="Poppins Bold"/>
                <a:cs typeface="Poppins Bold"/>
                <a:sym typeface="Poppins Bold"/>
              </a:rPr>
              <a:t>ALLELUIA! ALLELUIA!</a:t>
            </a:r>
          </a:p>
          <a:p>
            <a:pPr algn="ctr">
              <a:lnSpc>
                <a:spcPts val="9659"/>
              </a:lnSpc>
              <a:defRPr/>
            </a:pPr>
            <a:r>
              <a:rPr lang="en-US" sz="6900" b="1">
                <a:solidFill>
                  <a:srgbClr val="F0FDF4"/>
                </a:solidFill>
                <a:latin typeface="Arial"/>
                <a:ea typeface="Poppins Bold"/>
                <a:cs typeface="Poppins Bold"/>
                <a:sym typeface="Poppins Bold"/>
              </a:rPr>
              <a:t>ALLELUIA! ALLELUIA!</a:t>
            </a:r>
          </a:p>
          <a:p>
            <a:pPr marL="0" lvl="0" indent="0" algn="ctr">
              <a:lnSpc>
                <a:spcPts val="9659"/>
              </a:lnSpc>
              <a:spcBef>
                <a:spcPct val="0"/>
              </a:spcBef>
              <a:defRPr/>
            </a:pPr>
            <a:r>
              <a:rPr lang="en-US" sz="6900" b="1">
                <a:solidFill>
                  <a:srgbClr val="F0FDF4"/>
                </a:solidFill>
                <a:latin typeface="Arial"/>
                <a:ea typeface="Poppins Bold"/>
                <a:cs typeface="Poppins Bold"/>
                <a:sym typeface="Poppins Bold"/>
              </a:rPr>
              <a:t>ALLELUIA! ALLELUIA!</a:t>
            </a:r>
          </a:p>
        </p:txBody>
      </p:sp>
      <p:sp>
        <p:nvSpPr>
          <p:cNvPr id="3" name="TextBox 3"/>
          <p:cNvSpPr txBox="1"/>
          <p:nvPr/>
        </p:nvSpPr>
        <p:spPr>
          <a:xfrm>
            <a:off x="0" y="109728"/>
            <a:ext cx="18288000" cy="868680"/>
          </a:xfrm>
          <a:prstGeom prst="rect">
            <a:avLst/>
          </a:prstGeom>
        </p:spPr>
        <p:txBody>
          <a:bodyPr wrap="square" lIns="0" tIns="0" rIns="0" bIns="0" rtlCol="0" anchor="t">
            <a:noAutofit/>
          </a:bodyPr>
          <a:lstStyle/>
          <a:p>
            <a:pPr marL="0" lvl="0" indent="0" algn="ctr">
              <a:lnSpc>
                <a:spcPts val="8175"/>
              </a:lnSpc>
              <a:spcBef>
                <a:spcPct val="0"/>
              </a:spcBef>
              <a:defRPr/>
            </a:pPr>
            <a:r>
              <a:rPr lang="en-US" sz="3600" b="1" i="0" u="sng">
                <a:solidFill>
                  <a:srgbClr val="FFB800"/>
                </a:solidFill>
                <a:latin typeface="Georgia"/>
                <a:ea typeface="Recoleta"/>
                <a:cs typeface="Recoleta"/>
                <a:sym typeface="Recoleta"/>
              </a:rPr>
              <a:t>Gospel Acclamation</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Gospel Acclamation (1/2)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2741394" y="2126857"/>
            <a:ext cx="12101674" cy="1227455"/>
          </a:xfrm>
          <a:prstGeom prst="rect">
            <a:avLst/>
          </a:prstGeom>
        </p:spPr>
        <p:txBody>
          <a:bodyPr lIns="0" tIns="0" rIns="0" bIns="0" rtlCol="0" anchor="t">
            <a:noAutofit/>
          </a:bodyPr>
          <a:lstStyle/>
          <a:p>
            <a:pPr marL="0" lvl="0" indent="0" algn="l">
              <a:lnSpc>
                <a:spcPts val="9520"/>
              </a:lnSpc>
              <a:spcBef>
                <a:spcPct val="0"/>
              </a:spcBef>
              <a:defRPr/>
            </a:pPr>
            <a:r>
              <a:rPr sz="6900" b="1" i="0">
                <a:solidFill>
                  <a:srgbClr val="FFB800"/>
                </a:solidFill>
                <a:latin typeface="Arial"/>
              </a:rPr>
              <a:t>Priest: </a:t>
            </a:r>
            <a:r>
              <a:rPr sz="6900" b="1" i="0">
                <a:solidFill>
                  <a:srgbClr val="F0FDF4"/>
                </a:solidFill>
                <a:latin typeface="Arial"/>
              </a:rPr>
              <a:t>The Lord be with you.</a:t>
            </a:r>
          </a:p>
        </p:txBody>
      </p:sp>
      <p:sp>
        <p:nvSpPr>
          <p:cNvPr id="3" name="TextBox 3"/>
          <p:cNvSpPr txBox="1"/>
          <p:nvPr/>
        </p:nvSpPr>
        <p:spPr>
          <a:xfrm>
            <a:off x="2741394" y="5586337"/>
            <a:ext cx="14802275" cy="1860423"/>
          </a:xfrm>
          <a:prstGeom prst="rect">
            <a:avLst/>
          </a:prstGeom>
        </p:spPr>
        <p:txBody>
          <a:bodyPr lIns="0" tIns="0" rIns="0" bIns="0" rtlCol="0" anchor="t">
            <a:noAutofit/>
          </a:bodyPr>
          <a:lstStyle/>
          <a:p>
            <a:pPr algn="l">
              <a:lnSpc>
                <a:spcPts val="6936"/>
              </a:lnSpc>
              <a:defRPr/>
            </a:pPr>
            <a:r>
              <a:rPr sz="6900" b="1" i="0">
                <a:solidFill>
                  <a:srgbClr val="FFB800"/>
                </a:solidFill>
                <a:latin typeface="Arial"/>
              </a:rPr>
              <a:t>Priest: </a:t>
            </a:r>
            <a:r>
              <a:rPr sz="6900" b="1" i="0">
                <a:solidFill>
                  <a:srgbClr val="F0FDF4"/>
                </a:solidFill>
                <a:latin typeface="Arial"/>
              </a:rPr>
              <a:t>A reading from the holy</a:t>
            </a:r>
          </a:p>
          <a:p>
            <a:r>
              <a:rPr sz="6900" b="1" i="0">
                <a:solidFill>
                  <a:srgbClr val="F0FDF4"/>
                </a:solidFill>
                <a:latin typeface="Arial"/>
              </a:rPr>
              <a:t>Gospel according to </a:t>
            </a:r>
            <a:r>
              <a:rPr sz="6900" b="1" i="1">
                <a:solidFill>
                  <a:srgbClr val="F0FDF4"/>
                </a:solidFill>
                <a:latin typeface="Arial"/>
              </a:rPr>
              <a:t>Matthew</a:t>
            </a:r>
            <a:r>
              <a:rPr sz="6900" b="1" i="0">
                <a:solidFill>
                  <a:srgbClr val="F0FDF4"/>
                </a:solidFill>
                <a:latin typeface="Arial"/>
              </a:rPr>
              <a:t>.</a:t>
            </a:r>
          </a:p>
        </p:txBody>
      </p:sp>
      <p:sp>
        <p:nvSpPr>
          <p:cNvPr id="4" name="TextBox 4"/>
          <p:cNvSpPr txBox="1"/>
          <p:nvPr/>
        </p:nvSpPr>
        <p:spPr>
          <a:xfrm>
            <a:off x="2741394" y="3725787"/>
            <a:ext cx="12168662" cy="1250950"/>
          </a:xfrm>
          <a:prstGeom prst="rect">
            <a:avLst/>
          </a:prstGeom>
        </p:spPr>
        <p:txBody>
          <a:bodyPr lIns="0" tIns="0" rIns="0" bIns="0" rtlCol="0" anchor="t">
            <a:noAutofit/>
          </a:bodyPr>
          <a:lstStyle/>
          <a:p>
            <a:pPr marL="0" lvl="0" indent="0" algn="l">
              <a:lnSpc>
                <a:spcPts val="9799"/>
              </a:lnSpc>
              <a:spcBef>
                <a:spcPct val="0"/>
              </a:spcBef>
              <a:defRPr/>
            </a:pPr>
            <a:r>
              <a:rPr sz="6900" b="1" i="0">
                <a:solidFill>
                  <a:srgbClr val="F0FDF4"/>
                </a:solidFill>
                <a:latin typeface="Arial"/>
              </a:rPr>
              <a:t>All: And with your spirit.</a:t>
            </a:r>
          </a:p>
        </p:txBody>
      </p:sp>
      <p:sp>
        <p:nvSpPr>
          <p:cNvPr id="5" name="TextBox 5"/>
          <p:cNvSpPr txBox="1"/>
          <p:nvPr/>
        </p:nvSpPr>
        <p:spPr>
          <a:xfrm>
            <a:off x="2741394" y="7913485"/>
            <a:ext cx="12002049" cy="1250950"/>
          </a:xfrm>
          <a:prstGeom prst="rect">
            <a:avLst/>
          </a:prstGeom>
        </p:spPr>
        <p:txBody>
          <a:bodyPr lIns="0" tIns="0" rIns="0" bIns="0" rtlCol="0" anchor="t">
            <a:noAutofit/>
          </a:bodyPr>
          <a:lstStyle/>
          <a:p>
            <a:pPr marL="0" lvl="0" indent="0" algn="l">
              <a:lnSpc>
                <a:spcPts val="9799"/>
              </a:lnSpc>
              <a:spcBef>
                <a:spcPct val="0"/>
              </a:spcBef>
              <a:defRPr/>
            </a:pPr>
            <a:r>
              <a:rPr sz="6900" b="1" i="0">
                <a:solidFill>
                  <a:srgbClr val="F0FDF4"/>
                </a:solidFill>
                <a:latin typeface="Arial"/>
              </a:rPr>
              <a:t>All: Glory to you, O Lord!</a:t>
            </a:r>
          </a:p>
        </p:txBody>
      </p:sp>
      <p:sp>
        <p:nvSpPr>
          <p:cNvPr id="6" name="TextBox 6"/>
          <p:cNvSpPr txBox="1"/>
          <p:nvPr/>
        </p:nvSpPr>
        <p:spPr>
          <a:xfrm>
            <a:off x="0" y="109728"/>
            <a:ext cx="18288000" cy="868680"/>
          </a:xfrm>
          <a:prstGeom prst="rect">
            <a:avLst/>
          </a:prstGeom>
        </p:spPr>
        <p:txBody>
          <a:bodyPr wrap="square" lIns="0" tIns="0" rIns="0" bIns="0" rtlCol="0" anchor="t">
            <a:noAutofit/>
          </a:bodyPr>
          <a:lstStyle/>
          <a:p>
            <a:pPr marL="0" lvl="0" indent="0" algn="ctr">
              <a:lnSpc>
                <a:spcPts val="8175"/>
              </a:lnSpc>
              <a:spcBef>
                <a:spcPct val="0"/>
              </a:spcBef>
              <a:defRPr/>
            </a:pPr>
            <a:r>
              <a:rPr lang="en-US" sz="3600" b="1" i="0" u="sng">
                <a:solidFill>
                  <a:srgbClr val="FFB800"/>
                </a:solidFill>
                <a:latin typeface="Georgia"/>
                <a:ea typeface="Recoleta"/>
                <a:cs typeface="Recoleta"/>
                <a:sym typeface="Recoleta"/>
              </a:rPr>
              <a:t>Gospel Acclamation</a:t>
            </a:r>
          </a:p>
        </p:txBody>
      </p:sp>
      <p:sp>
        <p:nvSpPr>
          <p:cNvPr id="7" name="TextBox 6"/>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Gospel Acclamation (2/2)</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2547146"/>
            <a:ext cx="18288000" cy="1075002"/>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86EFAC"/>
                </a:solidFill>
                <a:latin typeface="Inter"/>
              </a:defRPr>
            </a:pPr>
            <a:r>
              <a:rPr sz="6500" b="1" dirty="0">
                <a:solidFill>
                  <a:srgbClr val="FFB800"/>
                </a:solidFill>
                <a:latin typeface="Arial" panose="020B0604020202020204" pitchFamily="34" charset="0"/>
                <a:cs typeface="Arial" panose="020B0604020202020204" pitchFamily="34" charset="0"/>
              </a:rPr>
              <a:t>Priest:</a:t>
            </a:r>
            <a:r>
              <a:rPr sz="6500" b="1" dirty="0">
                <a:solidFill>
                  <a:srgbClr val="F0FDF4"/>
                </a:solidFill>
                <a:latin typeface="Arial" panose="020B0604020202020204" pitchFamily="34" charset="0"/>
                <a:cs typeface="Arial" panose="020B0604020202020204" pitchFamily="34" charset="0"/>
              </a:rPr>
              <a:t> </a:t>
            </a:r>
            <a:r>
              <a:rPr sz="6500" b="1" i="1" dirty="0">
                <a:solidFill>
                  <a:srgbClr val="F0FDF4"/>
                </a:solidFill>
                <a:latin typeface="Arial" panose="020B0604020202020204" pitchFamily="34" charset="0"/>
                <a:cs typeface="Arial" panose="020B0604020202020204" pitchFamily="34" charset="0"/>
              </a:rPr>
              <a:t>The Gospel of the Lord.</a:t>
            </a:r>
          </a:p>
        </p:txBody>
      </p:sp>
      <p:sp>
        <p:nvSpPr>
          <p:cNvPr id="4" name="TextBox 3">
            <a:extLst>
              <a:ext uri="{FF2B5EF4-FFF2-40B4-BE49-F238E27FC236}">
                <a16:creationId xmlns:a16="http://schemas.microsoft.com/office/drawing/2014/main" id="{C6E02250-0768-74C1-AE64-FF04A540A99D}"/>
              </a:ext>
            </a:extLst>
          </p:cNvPr>
          <p:cNvSpPr txBox="1"/>
          <p:nvPr/>
        </p:nvSpPr>
        <p:spPr>
          <a:xfrm>
            <a:off x="0" y="4989594"/>
            <a:ext cx="18288000" cy="2768836"/>
          </a:xfrm>
          <a:prstGeom prst="rect">
            <a:avLst/>
          </a:prstGeom>
          <a:noFill/>
        </p:spPr>
        <p:txBody>
          <a:bodyPr wrap="square" lIns="109728" tIns="73152" rIns="109728" bIns="73152" anchor="ctr">
            <a:noAutofit/>
          </a:bodyPr>
          <a:lstStyle/>
          <a:p>
            <a:pPr algn="ctr">
              <a:defRPr sz="5500" b="1" i="0" u="none">
                <a:solidFill>
                  <a:srgbClr val="F0FDF4"/>
                </a:solidFill>
                <a:latin typeface="Inter"/>
              </a:defRPr>
            </a:pPr>
            <a:r>
              <a:rPr lang="en-US" sz="10000" b="1" dirty="0">
                <a:solidFill>
                  <a:srgbClr val="F0FDF4"/>
                </a:solidFill>
                <a:latin typeface="Arial" panose="020B0604020202020204" pitchFamily="34" charset="0"/>
                <a:cs typeface="Arial" panose="020B0604020202020204" pitchFamily="34" charset="0"/>
              </a:rPr>
              <a:t>All: Praise to you, Lord</a:t>
            </a:r>
          </a:p>
          <a:p>
            <a:pPr algn="ctr">
              <a:defRPr sz="5500" b="1" i="0" u="none">
                <a:solidFill>
                  <a:srgbClr val="F0FDF4"/>
                </a:solidFill>
                <a:latin typeface="Inter"/>
              </a:defRPr>
            </a:pPr>
            <a:r>
              <a:rPr lang="en-US" sz="10000" b="1" dirty="0">
                <a:solidFill>
                  <a:srgbClr val="F0FDF4"/>
                </a:solidFill>
                <a:latin typeface="Arial" panose="020B0604020202020204" pitchFamily="34" charset="0"/>
                <a:cs typeface="Arial" panose="020B0604020202020204" pitchFamily="34" charset="0"/>
              </a:rPr>
              <a:t>Jesus Christ.</a:t>
            </a:r>
          </a:p>
        </p:txBody>
      </p:sp>
      <p:sp>
        <p:nvSpPr>
          <p:cNvPr id="5" name="TextBox 4">
            <a:extLst>
              <a:ext uri="{FF2B5EF4-FFF2-40B4-BE49-F238E27FC236}">
                <a16:creationId xmlns:a16="http://schemas.microsoft.com/office/drawing/2014/main" id="{53B32836-6730-1393-8444-8AC84975CFFB}"/>
              </a:ext>
            </a:extLst>
          </p:cNvPr>
          <p:cNvSpPr txBox="1"/>
          <p:nvPr/>
        </p:nvSpPr>
        <p:spPr>
          <a:xfrm>
            <a:off x="914400" y="109728"/>
            <a:ext cx="16459200" cy="868680"/>
          </a:xfrm>
          <a:prstGeom prst="rect">
            <a:avLst/>
          </a:prstGeom>
          <a:noFill/>
        </p:spPr>
        <p:txBody>
          <a:bodyPr wrap="square" lIns="109728" tIns="73152" rIns="109728" bIns="73152">
            <a:noAutofit/>
          </a:bodyPr>
          <a:lstStyle/>
          <a:p>
            <a:pPr algn="ctr"/>
            <a:r>
              <a:rPr lang="en-US" sz="3600" b="1" u="sng" dirty="0">
                <a:solidFill>
                  <a:srgbClr val="FFB800"/>
                </a:solidFill>
                <a:latin typeface="Georgia"/>
              </a:rPr>
              <a:t>Gospel Acclamation</a:t>
            </a:r>
            <a:endParaRPr sz="3600" b="1" u="sng" dirty="0">
              <a:solidFill>
                <a:srgbClr val="86EFAC"/>
              </a:solidFill>
              <a:latin typeface="Georgia"/>
            </a:endParaRPr>
          </a:p>
        </p:txBody>
      </p:sp>
      <p:sp>
        <p:nvSpPr>
          <p:cNvPr id="6" name="TextBox 5"/>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Gospel Acclamation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A13"/>
            </a:gs>
            <a:gs pos="100000">
              <a:srgbClr val="689474"/>
            </a:gs>
          </a:gsLst>
          <a:lin ang="0" scaled="0"/>
        </a:gradFill>
        <a:effectLst/>
      </p:bgPr>
    </p:bg>
    <p:spTree>
      <p:nvGrpSpPr>
        <p:cNvPr id="1" name=""/>
        <p:cNvGrpSpPr/>
        <p:nvPr/>
      </p:nvGrpSpPr>
      <p:grpSpPr>
        <a:xfrm>
          <a:off x="0" y="0"/>
          <a:ext cx="0" cy="0"/>
          <a:chOff x="0" y="0"/>
          <a:chExt cx="0" cy="0"/>
        </a:xfrm>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FFEABF"/>
                </a:solidFill>
                <a:latin typeface="Arial"/>
              </a:defRPr>
            </a:pPr>
            <a:r>
              <a:rPr dirty="0"/>
              <a:t>MASS CELEBRANT:</a:t>
            </a:r>
          </a:p>
        </p:txBody>
      </p:sp>
      <p:sp>
        <p:nvSpPr>
          <p:cNvPr id="5" name="TextBox 4"/>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AF8F4"/>
                </a:solidFill>
                <a:latin typeface="Arial"/>
              </a:defRPr>
            </a:pPr>
            <a:r>
              <a:t>Rev. Fr. Jonrey Lauron, RCJ</a:t>
            </a:r>
          </a:p>
        </p:txBody>
      </p:sp>
      <p:sp>
        <p:nvSpPr>
          <p:cNvPr id="6" name="TextBox 5"/>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solidFill>
                  <a:srgbClr val="FAF8F4"/>
                </a:solidFill>
                <a:latin typeface="Arial"/>
              </a:defRPr>
            </a:pPr>
            <a:r>
              <a:t>YEAR A · 21 JUNE 2026</a:t>
            </a:r>
          </a:p>
        </p:txBody>
      </p:sp>
      <p:sp>
        <p:nvSpPr>
          <p:cNvPr id="7" name="TextBox 6"/>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solidFill>
                  <a:srgbClr val="EFEDEC"/>
                </a:solidFill>
                <a:latin typeface="Arial"/>
              </a:defRPr>
            </a:pPr>
            <a:r>
              <a:t>“Fear no one.”</a:t>
            </a:r>
          </a:p>
        </p:txBody>
      </p:sp>
      <p:sp>
        <p:nvSpPr>
          <p:cNvPr id="8" name="TextBox 7"/>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solidFill>
                  <a:srgbClr val="FFDE9E"/>
                </a:solidFill>
                <a:latin typeface="Arial"/>
              </a:defRPr>
            </a:pPr>
            <a:r>
              <a:t>GOSPEL (MATTHEW 10:26–33)</a:t>
            </a:r>
          </a:p>
        </p:txBody>
      </p:sp>
      <p:sp>
        <p:nvSpPr>
          <p:cNvPr id="9" name="TextBox 8"/>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solidFill>
                  <a:srgbClr val="FAF8F4"/>
                </a:solidFill>
                <a:latin typeface="Arial"/>
              </a:defRPr>
            </a:pPr>
            <a:r>
              <a:t>12th Sunday in Ordinary Time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0" y="1232285"/>
            <a:ext cx="18288000" cy="2444242"/>
          </a:xfrm>
          <a:prstGeom prst="rect">
            <a:avLst/>
          </a:prstGeom>
        </p:spPr>
        <p:txBody>
          <a:bodyPr lIns="0" tIns="0" rIns="0" bIns="0" rtlCol="0" anchor="t">
            <a:noAutofit/>
          </a:bodyPr>
          <a:lstStyle/>
          <a:p>
            <a:pPr marL="0" lvl="0" indent="0" algn="ctr">
              <a:lnSpc>
                <a:spcPts val="6343"/>
              </a:lnSpc>
            </a:pPr>
            <a:r>
              <a:rPr lang="en-US" sz="5199" b="1" spc="83" dirty="0">
                <a:solidFill>
                  <a:srgbClr val="F0FDF4"/>
                </a:solidFill>
                <a:latin typeface="Arial" panose="020B0604020202020204" pitchFamily="34" charset="0"/>
                <a:ea typeface="Poppins Bold"/>
                <a:cs typeface="Arial" panose="020B0604020202020204" pitchFamily="34" charset="0"/>
                <a:sym typeface="Poppins Bold"/>
              </a:rPr>
              <a:t>All:</a:t>
            </a:r>
          </a:p>
          <a:p>
            <a:pPr marL="0" lvl="0" indent="0" algn="ctr">
              <a:lnSpc>
                <a:spcPts val="6343"/>
              </a:lnSpc>
            </a:pPr>
            <a:r>
              <a:rPr lang="en-US" sz="5199" b="1" i="1" spc="83" dirty="0">
                <a:solidFill>
                  <a:srgbClr val="F0FDF4"/>
                </a:solidFill>
                <a:latin typeface="Arial" panose="020B0604020202020204" pitchFamily="34" charset="0"/>
                <a:ea typeface="Poppins Bold"/>
                <a:cs typeface="Arial" panose="020B0604020202020204" pitchFamily="34" charset="0"/>
                <a:sym typeface="Poppins Bold"/>
              </a:rPr>
              <a:t>I believe in one God</a:t>
            </a:r>
            <a:r>
              <a:rPr lang="en-US" sz="5199" b="1" spc="83" dirty="0">
                <a:solidFill>
                  <a:srgbClr val="F0FDF4"/>
                </a:solidFill>
                <a:latin typeface="Arial" panose="020B0604020202020204" pitchFamily="34" charset="0"/>
                <a:ea typeface="Poppins Bold"/>
                <a:cs typeface="Arial" panose="020B0604020202020204" pitchFamily="34" charset="0"/>
                <a:sym typeface="Poppins Bold"/>
              </a:rPr>
              <a:t>, the Father almighty, maker of heaven and earth, of all things visible and invisible.</a:t>
            </a:r>
          </a:p>
        </p:txBody>
      </p:sp>
      <p:sp>
        <p:nvSpPr>
          <p:cNvPr id="3" name="TextBox 3"/>
          <p:cNvSpPr txBox="1"/>
          <p:nvPr/>
        </p:nvSpPr>
        <p:spPr>
          <a:xfrm>
            <a:off x="0" y="4886711"/>
            <a:ext cx="18288000" cy="4791075"/>
          </a:xfrm>
          <a:prstGeom prst="rect">
            <a:avLst/>
          </a:prstGeom>
        </p:spPr>
        <p:txBody>
          <a:bodyPr lIns="0" tIns="0" rIns="0" bIns="0" rtlCol="0" anchor="t">
            <a:noAutofit/>
          </a:bodyPr>
          <a:lstStyle/>
          <a:p>
            <a:pPr marL="0" lvl="0" indent="0" algn="ctr">
              <a:lnSpc>
                <a:spcPts val="6239"/>
              </a:lnSpc>
            </a:pPr>
            <a:r>
              <a:rPr lang="en-US" sz="5199" b="1" dirty="0">
                <a:solidFill>
                  <a:srgbClr val="F0FDF4"/>
                </a:solidFill>
                <a:latin typeface="Arial" panose="020B0604020202020204" pitchFamily="34" charset="0"/>
                <a:ea typeface="Poppins Bold"/>
                <a:cs typeface="Arial" panose="020B0604020202020204" pitchFamily="34" charset="0"/>
                <a:sym typeface="Poppins Bold"/>
              </a:rPr>
              <a:t>I believe in one Lord Jesus Christ, the Only Begotten Son of God, born of the Father before all ages. God from God, Light from Light, true God from true God, begotten, not made, consubstantial with the Father; through him all things were made.</a:t>
            </a:r>
          </a:p>
        </p:txBody>
      </p:sp>
      <p:sp>
        <p:nvSpPr>
          <p:cNvPr id="6" name="TextBox 5">
            <a:extLst>
              <a:ext uri="{FF2B5EF4-FFF2-40B4-BE49-F238E27FC236}">
                <a16:creationId xmlns:a16="http://schemas.microsoft.com/office/drawing/2014/main" id="{6A140E8A-4111-2C2D-F4D0-24F55D511E25}"/>
              </a:ext>
            </a:extLst>
          </p:cNvPr>
          <p:cNvSpPr txBox="1"/>
          <p:nvPr/>
        </p:nvSpPr>
        <p:spPr>
          <a:xfrm>
            <a:off x="914400" y="109728"/>
            <a:ext cx="16459200" cy="868680"/>
          </a:xfrm>
          <a:prstGeom prst="rect">
            <a:avLst/>
          </a:prstGeom>
          <a:noFill/>
        </p:spPr>
        <p:txBody>
          <a:bodyPr wrap="square" lIns="109728" tIns="73152" rIns="109728" bIns="73152">
            <a:noAutofit/>
          </a:bodyPr>
          <a:lstStyle/>
          <a:p>
            <a:pPr algn="ctr"/>
            <a:r>
              <a:rPr lang="en-US" sz="3600" b="1" u="sng" dirty="0">
                <a:solidFill>
                  <a:srgbClr val="FFB800"/>
                </a:solidFill>
                <a:latin typeface="Georgia"/>
              </a:rPr>
              <a:t>Nicene Creed</a:t>
            </a:r>
            <a:endParaRPr sz="3600" b="1" u="sng" dirty="0">
              <a:solidFill>
                <a:srgbClr val="86EFAC"/>
              </a:solidFill>
              <a:latin typeface="Georgia"/>
            </a:endParaRPr>
          </a:p>
        </p:txBody>
      </p:sp>
      <p:sp>
        <p:nvSpPr>
          <p:cNvPr id="7" name="TextBox 6"/>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Nicene Creed (1/4)</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0" y="319554"/>
            <a:ext cx="18288000" cy="1977432"/>
          </a:xfrm>
          <a:prstGeom prst="rect">
            <a:avLst/>
          </a:prstGeom>
        </p:spPr>
        <p:txBody>
          <a:bodyPr lIns="0" tIns="0" rIns="0" bIns="0" rtlCol="0" anchor="t">
            <a:noAutofit/>
          </a:bodyPr>
          <a:lstStyle/>
          <a:p>
            <a:pPr marL="0" lvl="0" indent="0" algn="ctr">
              <a:lnSpc>
                <a:spcPts val="7703"/>
              </a:lnSpc>
              <a:spcBef>
                <a:spcPct val="0"/>
              </a:spcBef>
            </a:pPr>
            <a:r>
              <a:rPr lang="en-US" sz="5502" b="1" spc="88" dirty="0">
                <a:solidFill>
                  <a:srgbClr val="F0FDF4"/>
                </a:solidFill>
                <a:latin typeface="Arial" panose="020B0604020202020204" pitchFamily="34" charset="0"/>
                <a:ea typeface="Poppins Bold"/>
                <a:cs typeface="Arial" panose="020B0604020202020204" pitchFamily="34" charset="0"/>
                <a:sym typeface="Poppins Bold"/>
              </a:rPr>
              <a:t>For us men and for our salvation he came down from heaven,</a:t>
            </a:r>
          </a:p>
        </p:txBody>
      </p:sp>
      <p:sp>
        <p:nvSpPr>
          <p:cNvPr id="3" name="TextBox 3"/>
          <p:cNvSpPr txBox="1"/>
          <p:nvPr/>
        </p:nvSpPr>
        <p:spPr>
          <a:xfrm>
            <a:off x="1" y="2499075"/>
            <a:ext cx="18287998" cy="1056951"/>
          </a:xfrm>
          <a:prstGeom prst="rect">
            <a:avLst/>
          </a:prstGeom>
        </p:spPr>
        <p:txBody>
          <a:bodyPr lIns="0" tIns="0" rIns="0" bIns="0" rtlCol="0" anchor="t">
            <a:noAutofit/>
          </a:bodyPr>
          <a:lstStyle/>
          <a:p>
            <a:pPr marL="0" lvl="0" indent="0" algn="ctr">
              <a:lnSpc>
                <a:spcPts val="7703"/>
              </a:lnSpc>
              <a:spcBef>
                <a:spcPct val="0"/>
              </a:spcBef>
            </a:pPr>
            <a:r>
              <a:rPr lang="en-US" sz="5000" i="1" dirty="0">
                <a:solidFill>
                  <a:srgbClr val="FFB800"/>
                </a:solidFill>
                <a:latin typeface="Georgia" panose="02040502050405020303" pitchFamily="18" charset="0"/>
                <a:ea typeface="ITC Zapf Chancery Italics"/>
                <a:cs typeface="ITC Zapf Chancery Italics"/>
                <a:sym typeface="ITC Zapf Chancery Italics"/>
              </a:rPr>
              <a:t>(all bow their head)</a:t>
            </a:r>
          </a:p>
        </p:txBody>
      </p:sp>
      <p:sp>
        <p:nvSpPr>
          <p:cNvPr id="4" name="TextBox 4"/>
          <p:cNvSpPr txBox="1"/>
          <p:nvPr/>
        </p:nvSpPr>
        <p:spPr>
          <a:xfrm>
            <a:off x="1" y="3223880"/>
            <a:ext cx="18287999" cy="1977432"/>
          </a:xfrm>
          <a:prstGeom prst="rect">
            <a:avLst/>
          </a:prstGeom>
        </p:spPr>
        <p:txBody>
          <a:bodyPr lIns="0" tIns="0" rIns="0" bIns="0" rtlCol="0" anchor="t">
            <a:noAutofit/>
          </a:bodyPr>
          <a:lstStyle/>
          <a:p>
            <a:pPr marL="0" lvl="0" indent="0" algn="ctr">
              <a:lnSpc>
                <a:spcPts val="7703"/>
              </a:lnSpc>
              <a:spcBef>
                <a:spcPct val="0"/>
              </a:spcBef>
            </a:pPr>
            <a:r>
              <a:rPr lang="en-US" sz="5502" b="1" i="1" spc="88" dirty="0">
                <a:solidFill>
                  <a:srgbClr val="FFB800"/>
                </a:solidFill>
                <a:latin typeface="Arial" panose="020B0604020202020204" pitchFamily="34" charset="0"/>
                <a:ea typeface="Poppins Bold Italics"/>
                <a:cs typeface="Arial" panose="020B0604020202020204" pitchFamily="34" charset="0"/>
                <a:sym typeface="Poppins Bold Italics"/>
              </a:rPr>
              <a:t>and by the Holy Spirit was incarnate of the Virgin Mary and became man.</a:t>
            </a:r>
          </a:p>
        </p:txBody>
      </p:sp>
      <p:sp>
        <p:nvSpPr>
          <p:cNvPr id="5" name="TextBox 5"/>
          <p:cNvSpPr txBox="1"/>
          <p:nvPr/>
        </p:nvSpPr>
        <p:spPr>
          <a:xfrm>
            <a:off x="1" y="5529260"/>
            <a:ext cx="18287998" cy="3932697"/>
          </a:xfrm>
          <a:prstGeom prst="rect">
            <a:avLst/>
          </a:prstGeom>
        </p:spPr>
        <p:txBody>
          <a:bodyPr lIns="0" tIns="0" rIns="0" bIns="0" rtlCol="0" anchor="t">
            <a:noAutofit/>
          </a:bodyPr>
          <a:lstStyle/>
          <a:p>
            <a:pPr marL="0" lvl="0" indent="0" algn="ctr">
              <a:lnSpc>
                <a:spcPts val="7703"/>
              </a:lnSpc>
              <a:spcBef>
                <a:spcPct val="0"/>
              </a:spcBef>
            </a:pPr>
            <a:r>
              <a:rPr lang="en-US" sz="5502" b="1" spc="88" dirty="0">
                <a:solidFill>
                  <a:srgbClr val="F0FDF4"/>
                </a:solidFill>
                <a:latin typeface="Arial" panose="020B0604020202020204" pitchFamily="34" charset="0"/>
                <a:ea typeface="Poppins Bold"/>
                <a:cs typeface="Arial" panose="020B0604020202020204" pitchFamily="34" charset="0"/>
                <a:sym typeface="Poppins Bold"/>
              </a:rPr>
              <a:t>For our sake he was crucified under Pontius Pilate, he suffered death and was buried and rose again on the third day in accordance with the Scriptures.</a:t>
            </a:r>
          </a:p>
        </p:txBody>
      </p:sp>
      <p:sp>
        <p:nvSpPr>
          <p:cNvPr id="6" name="TextBox 5"/>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Nicene Creed (2/4)</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0" y="542403"/>
            <a:ext cx="18288000" cy="3898900"/>
          </a:xfrm>
          <a:prstGeom prst="rect">
            <a:avLst/>
          </a:prstGeom>
        </p:spPr>
        <p:txBody>
          <a:bodyPr lIns="0" tIns="0" rIns="0" bIns="0" rtlCol="0" anchor="t">
            <a:noAutofit/>
          </a:bodyPr>
          <a:lstStyle/>
          <a:p>
            <a:pPr marL="0" lvl="0" indent="0" algn="ctr">
              <a:lnSpc>
                <a:spcPts val="7699"/>
              </a:lnSpc>
              <a:spcBef>
                <a:spcPct val="0"/>
              </a:spcBef>
            </a:pPr>
            <a:r>
              <a:rPr lang="en-US" sz="5499" b="1" spc="87" dirty="0">
                <a:solidFill>
                  <a:srgbClr val="F0FDF4"/>
                </a:solidFill>
                <a:latin typeface="Arial" panose="020B0604020202020204" pitchFamily="34" charset="0"/>
                <a:ea typeface="Poppins Bold"/>
                <a:cs typeface="Arial" panose="020B0604020202020204" pitchFamily="34" charset="0"/>
                <a:sym typeface="Poppins Bold"/>
              </a:rPr>
              <a:t>He ascended into heaven and is seated at the right hand of the Father. He will come again in glory to judge the living and the dead and his kingdom will have no end.</a:t>
            </a:r>
          </a:p>
        </p:txBody>
      </p:sp>
      <p:sp>
        <p:nvSpPr>
          <p:cNvPr id="3" name="TextBox 3"/>
          <p:cNvSpPr txBox="1"/>
          <p:nvPr/>
        </p:nvSpPr>
        <p:spPr>
          <a:xfrm>
            <a:off x="0" y="4721747"/>
            <a:ext cx="18288000" cy="4870450"/>
          </a:xfrm>
          <a:prstGeom prst="rect">
            <a:avLst/>
          </a:prstGeom>
        </p:spPr>
        <p:txBody>
          <a:bodyPr lIns="0" tIns="0" rIns="0" bIns="0" rtlCol="0" anchor="t">
            <a:noAutofit/>
          </a:bodyPr>
          <a:lstStyle/>
          <a:p>
            <a:pPr marL="0" lvl="0" indent="0" algn="ctr">
              <a:lnSpc>
                <a:spcPts val="7699"/>
              </a:lnSpc>
              <a:spcBef>
                <a:spcPct val="0"/>
              </a:spcBef>
            </a:pPr>
            <a:r>
              <a:rPr lang="en-US" sz="5499" b="1" spc="87" dirty="0">
                <a:solidFill>
                  <a:srgbClr val="F0FDF4"/>
                </a:solidFill>
                <a:latin typeface="Arial" panose="020B0604020202020204" pitchFamily="34" charset="0"/>
                <a:ea typeface="Poppins Bold"/>
                <a:cs typeface="Arial" panose="020B0604020202020204" pitchFamily="34" charset="0"/>
                <a:sym typeface="Poppins Bold"/>
              </a:rPr>
              <a:t>I believe in the Holy Spirit, the Lord, the giver of life, who proceeds from the Father and the Son, who with the Father and the Son is adored and glorified, who has spoken through the prophets.</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Nicene Creed (3/4)</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0" y="1910652"/>
            <a:ext cx="18288000" cy="4593451"/>
          </a:xfrm>
          <a:prstGeom prst="rect">
            <a:avLst/>
          </a:prstGeom>
        </p:spPr>
        <p:txBody>
          <a:bodyPr lIns="0" tIns="0" rIns="0" bIns="0" rtlCol="0" anchor="t">
            <a:noAutofit/>
          </a:bodyPr>
          <a:lstStyle/>
          <a:p>
            <a:pPr algn="ctr">
              <a:lnSpc>
                <a:spcPts val="7162"/>
              </a:lnSpc>
            </a:pPr>
            <a:r>
              <a:rPr lang="en-US" sz="6300" b="1" spc="41" dirty="0">
                <a:solidFill>
                  <a:srgbClr val="F0FDF4"/>
                </a:solidFill>
                <a:latin typeface="Arial" panose="020B0604020202020204" pitchFamily="34" charset="0"/>
                <a:ea typeface="Poppins Bold"/>
                <a:cs typeface="Arial" panose="020B0604020202020204" pitchFamily="34" charset="0"/>
                <a:sym typeface="Poppins Bold"/>
              </a:rPr>
              <a:t>I believe in one, holy, catholic,</a:t>
            </a:r>
          </a:p>
          <a:p>
            <a:pPr algn="ctr">
              <a:lnSpc>
                <a:spcPts val="7162"/>
              </a:lnSpc>
            </a:pPr>
            <a:r>
              <a:rPr lang="en-US" sz="6300" b="1" spc="41" dirty="0">
                <a:solidFill>
                  <a:srgbClr val="F0FDF4"/>
                </a:solidFill>
                <a:latin typeface="Arial" panose="020B0604020202020204" pitchFamily="34" charset="0"/>
                <a:ea typeface="Poppins Bold"/>
                <a:cs typeface="Arial" panose="020B0604020202020204" pitchFamily="34" charset="0"/>
                <a:sym typeface="Poppins Bold"/>
              </a:rPr>
              <a:t>and apostolic Church.</a:t>
            </a:r>
          </a:p>
          <a:p>
            <a:pPr algn="ctr">
              <a:lnSpc>
                <a:spcPts val="7162"/>
              </a:lnSpc>
            </a:pPr>
            <a:r>
              <a:rPr lang="en-US" sz="6300" b="1" spc="41" dirty="0">
                <a:solidFill>
                  <a:srgbClr val="F0FDF4"/>
                </a:solidFill>
                <a:latin typeface="Arial" panose="020B0604020202020204" pitchFamily="34" charset="0"/>
                <a:ea typeface="Poppins Bold"/>
                <a:cs typeface="Arial" panose="020B0604020202020204" pitchFamily="34" charset="0"/>
                <a:sym typeface="Poppins Bold"/>
              </a:rPr>
              <a:t>I confess one Baptism for the forgiveness of sins and I look forward to the resurrection</a:t>
            </a:r>
          </a:p>
          <a:p>
            <a:pPr marL="0" lvl="0" indent="0" algn="ctr">
              <a:lnSpc>
                <a:spcPts val="7162"/>
              </a:lnSpc>
            </a:pPr>
            <a:r>
              <a:rPr lang="en-US" sz="6300" b="1" spc="41" dirty="0">
                <a:solidFill>
                  <a:srgbClr val="F0FDF4"/>
                </a:solidFill>
                <a:latin typeface="Arial" panose="020B0604020202020204" pitchFamily="34" charset="0"/>
                <a:ea typeface="Poppins Bold"/>
                <a:cs typeface="Arial" panose="020B0604020202020204" pitchFamily="34" charset="0"/>
                <a:sym typeface="Poppins Bold"/>
              </a:rPr>
              <a:t>of the dead and the life of the world to come.</a:t>
            </a:r>
          </a:p>
        </p:txBody>
      </p:sp>
      <p:sp>
        <p:nvSpPr>
          <p:cNvPr id="3" name="TextBox 3"/>
          <p:cNvSpPr txBox="1"/>
          <p:nvPr/>
        </p:nvSpPr>
        <p:spPr>
          <a:xfrm>
            <a:off x="0" y="7352325"/>
            <a:ext cx="18287999" cy="1580402"/>
          </a:xfrm>
          <a:prstGeom prst="rect">
            <a:avLst/>
          </a:prstGeom>
        </p:spPr>
        <p:txBody>
          <a:bodyPr lIns="0" tIns="0" rIns="0" bIns="0" rtlCol="0" anchor="t">
            <a:noAutofit/>
          </a:bodyPr>
          <a:lstStyle/>
          <a:p>
            <a:pPr marL="0" lvl="0" indent="0" algn="ctr">
              <a:lnSpc>
                <a:spcPts val="11799"/>
              </a:lnSpc>
            </a:pPr>
            <a:r>
              <a:rPr lang="en-US" sz="9832" b="1" spc="68" dirty="0">
                <a:solidFill>
                  <a:srgbClr val="FFB800"/>
                </a:solidFill>
                <a:latin typeface="Arial" panose="020B0604020202020204" pitchFamily="34" charset="0"/>
                <a:ea typeface="Poppins Bold"/>
                <a:cs typeface="Arial" panose="020B0604020202020204" pitchFamily="34" charset="0"/>
                <a:sym typeface="Poppins Bold"/>
              </a:rPr>
              <a:t>Amen</a:t>
            </a:r>
            <a:endParaRPr lang="en-US" sz="9832" b="1" spc="68" dirty="0">
              <a:solidFill>
                <a:srgbClr val="F0FDF4"/>
              </a:solidFill>
              <a:latin typeface="Arial" panose="020B0604020202020204" pitchFamily="34" charset="0"/>
              <a:ea typeface="Poppins Bold"/>
              <a:cs typeface="Arial" panose="020B0604020202020204" pitchFamily="34" charset="0"/>
              <a:sym typeface="Poppins Bold"/>
            </a:endParaRP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Nicene Creed (4/4)</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A13"/>
            </a:gs>
            <a:gs pos="100000">
              <a:srgbClr val="689474"/>
            </a:gs>
          </a:gsLst>
          <a:lin ang="0" scaled="0"/>
        </a:gradFill>
        <a:effectLst/>
      </p:bgPr>
    </p:bg>
    <p:spTree>
      <p:nvGrpSpPr>
        <p:cNvPr id="1" name=""/>
        <p:cNvGrpSpPr/>
        <p:nvPr/>
      </p:nvGrpSpPr>
      <p:grpSpPr>
        <a:xfrm>
          <a:off x="0" y="0"/>
          <a:ext cx="0" cy="0"/>
          <a:chOff x="0" y="0"/>
          <a:chExt cx="0" cy="0"/>
        </a:xfrm>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FFEABF"/>
                </a:solidFill>
                <a:latin typeface="Arial"/>
              </a:defRPr>
            </a:pPr>
            <a:r>
              <a:t>MASS CELEBRANT:</a:t>
            </a:r>
          </a:p>
        </p:txBody>
      </p:sp>
      <p:sp>
        <p:nvSpPr>
          <p:cNvPr id="5" name="TextBox 4"/>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AF8F4"/>
                </a:solidFill>
                <a:latin typeface="Arial"/>
              </a:defRPr>
            </a:pPr>
            <a:r>
              <a:t>Rev. Fr. Jonrey Lauron, RCJ</a:t>
            </a:r>
          </a:p>
        </p:txBody>
      </p:sp>
      <p:sp>
        <p:nvSpPr>
          <p:cNvPr id="6" name="TextBox 5"/>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solidFill>
                  <a:srgbClr val="FAF8F4"/>
                </a:solidFill>
                <a:latin typeface="Arial"/>
              </a:defRPr>
            </a:pPr>
            <a:r>
              <a:t>YEAR A · 21 JUNE 2026</a:t>
            </a:r>
          </a:p>
        </p:txBody>
      </p:sp>
      <p:sp>
        <p:nvSpPr>
          <p:cNvPr id="7" name="TextBox 6"/>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solidFill>
                  <a:srgbClr val="EFEDEC"/>
                </a:solidFill>
                <a:latin typeface="Arial"/>
              </a:defRPr>
            </a:pPr>
            <a:r>
              <a:t>“Fear no one.”</a:t>
            </a:r>
          </a:p>
        </p:txBody>
      </p:sp>
      <p:sp>
        <p:nvSpPr>
          <p:cNvPr id="8" name="TextBox 7"/>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solidFill>
                  <a:srgbClr val="FFDE9E"/>
                </a:solidFill>
                <a:latin typeface="Arial"/>
              </a:defRPr>
            </a:pPr>
            <a:r>
              <a:t>GOSPEL (MATTHEW 10:26–33)</a:t>
            </a:r>
          </a:p>
        </p:txBody>
      </p:sp>
      <p:sp>
        <p:nvSpPr>
          <p:cNvPr id="9" name="TextBox 8"/>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solidFill>
                  <a:srgbClr val="FAF8F4"/>
                </a:solidFill>
                <a:latin typeface="Arial"/>
              </a:defRPr>
            </a:pPr>
            <a:r>
              <a:t>12th Sunday in Ordinary Time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914400" y="4190343"/>
            <a:ext cx="16459200" cy="1430827"/>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10000" b="1" dirty="0">
                <a:solidFill>
                  <a:srgbClr val="F0FDF4"/>
                </a:solidFill>
                <a:latin typeface="Arial" panose="020B0604020202020204" pitchFamily="34" charset="0"/>
                <a:cs typeface="Arial" panose="020B0604020202020204" pitchFamily="34" charset="0"/>
              </a:rPr>
              <a:t>All: Lord, hear our prayer.</a:t>
            </a:r>
          </a:p>
        </p:txBody>
      </p:sp>
      <p:sp>
        <p:nvSpPr>
          <p:cNvPr id="4" name="TextBox 3">
            <a:extLst>
              <a:ext uri="{FF2B5EF4-FFF2-40B4-BE49-F238E27FC236}">
                <a16:creationId xmlns:a16="http://schemas.microsoft.com/office/drawing/2014/main" id="{B436A201-D91B-AC44-8142-20FBEC978F83}"/>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FFB800"/>
                </a:solidFill>
                <a:latin typeface="Georgia"/>
              </a:rPr>
              <a:t>Prayer of the Faithful</a:t>
            </a:r>
            <a:endParaRPr sz="5000" b="1" u="sng" dirty="0">
              <a:solidFill>
                <a:srgbClr val="86EFAC"/>
              </a:solidFill>
              <a:latin typeface="Georgia"/>
            </a:endParaRP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Prayer of the Faithful (1/2)</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914400" y="5734431"/>
            <a:ext cx="16459200" cy="1573910"/>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sz="10000" b="1" dirty="0">
                <a:solidFill>
                  <a:srgbClr val="F0FDF4"/>
                </a:solidFill>
                <a:latin typeface="Arial" panose="020B0604020202020204" pitchFamily="34" charset="0"/>
                <a:cs typeface="Arial" panose="020B0604020202020204" pitchFamily="34" charset="0"/>
              </a:rPr>
              <a:t>All: Amen.</a:t>
            </a:r>
          </a:p>
        </p:txBody>
      </p:sp>
      <p:sp>
        <p:nvSpPr>
          <p:cNvPr id="4" name="TextBox 3">
            <a:extLst>
              <a:ext uri="{FF2B5EF4-FFF2-40B4-BE49-F238E27FC236}">
                <a16:creationId xmlns:a16="http://schemas.microsoft.com/office/drawing/2014/main" id="{EE30C16C-BBAA-3487-E45C-20107E5A955A}"/>
              </a:ext>
            </a:extLst>
          </p:cNvPr>
          <p:cNvSpPr txBox="1"/>
          <p:nvPr/>
        </p:nvSpPr>
        <p:spPr>
          <a:xfrm>
            <a:off x="0" y="1689652"/>
            <a:ext cx="18288000" cy="2862917"/>
          </a:xfrm>
          <a:prstGeom prst="rect">
            <a:avLst/>
          </a:prstGeom>
          <a:noFill/>
        </p:spPr>
        <p:txBody>
          <a:bodyPr wrap="square" lIns="109728" tIns="73152" rIns="109728" bIns="73152" anchor="ctr">
            <a:noAutofit/>
          </a:bodyPr>
          <a:lstStyle/>
          <a:p>
            <a:pPr algn="ctr">
              <a:defRPr sz="5500" b="1" i="0" u="none">
                <a:solidFill>
                  <a:srgbClr val="86EFAC"/>
                </a:solidFill>
                <a:latin typeface="Inter"/>
              </a:defRPr>
            </a:pPr>
            <a:r>
              <a:rPr lang="en-US" sz="6500" b="1" dirty="0">
                <a:solidFill>
                  <a:srgbClr val="FFB800"/>
                </a:solidFill>
                <a:latin typeface="Arial" panose="020B0604020202020204" pitchFamily="34" charset="0"/>
                <a:cs typeface="Arial" panose="020B0604020202020204" pitchFamily="34" charset="0"/>
              </a:rPr>
              <a:t>Priest:</a:t>
            </a:r>
            <a:r>
              <a:rPr lang="en-US" sz="6500" b="1" dirty="0">
                <a:solidFill>
                  <a:srgbClr val="F0FDF4"/>
                </a:solidFill>
                <a:latin typeface="Arial" panose="020B0604020202020204" pitchFamily="34" charset="0"/>
                <a:cs typeface="Arial" panose="020B0604020202020204" pitchFamily="34" charset="0"/>
              </a:rPr>
              <a:t> </a:t>
            </a:r>
            <a:r>
              <a:rPr lang="en-US" sz="6500" b="1" i="1" dirty="0">
                <a:solidFill>
                  <a:srgbClr val="F0FDF4"/>
                </a:solidFill>
                <a:latin typeface="Arial" panose="020B0604020202020204" pitchFamily="34" charset="0"/>
                <a:cs typeface="Arial" panose="020B0604020202020204" pitchFamily="34" charset="0"/>
              </a:rPr>
              <a:t>Heavenly Father, hear the prayers of the Church, which we make through Christ our Lord.</a:t>
            </a:r>
          </a:p>
        </p:txBody>
      </p:sp>
      <p:sp>
        <p:nvSpPr>
          <p:cNvPr id="5" name="TextBox 4">
            <a:extLst>
              <a:ext uri="{FF2B5EF4-FFF2-40B4-BE49-F238E27FC236}">
                <a16:creationId xmlns:a16="http://schemas.microsoft.com/office/drawing/2014/main" id="{0E43C135-6FC3-B00D-80F0-612957771E96}"/>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FFB800"/>
                </a:solidFill>
                <a:latin typeface="Georgia"/>
              </a:rPr>
              <a:t>Prayer of the Faithful</a:t>
            </a:r>
            <a:endParaRPr sz="5000" b="1" u="sng" dirty="0">
              <a:solidFill>
                <a:srgbClr val="86EFAC"/>
              </a:solidFill>
              <a:latin typeface="Georgia"/>
            </a:endParaRPr>
          </a:p>
        </p:txBody>
      </p:sp>
      <p:sp>
        <p:nvSpPr>
          <p:cNvPr id="6" name="TextBox 5"/>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Prayer of the Faithful (2/2)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A13"/>
            </a:gs>
            <a:gs pos="100000">
              <a:srgbClr val="689474"/>
            </a:gs>
          </a:gsLst>
          <a:lin ang="0" scaled="0"/>
        </a:gradFill>
        <a:effectLst/>
      </p:bgPr>
    </p:bg>
    <p:spTree>
      <p:nvGrpSpPr>
        <p:cNvPr id="1" name=""/>
        <p:cNvGrpSpPr/>
        <p:nvPr/>
      </p:nvGrpSpPr>
      <p:grpSpPr>
        <a:xfrm>
          <a:off x="0" y="0"/>
          <a:ext cx="0" cy="0"/>
          <a:chOff x="0" y="0"/>
          <a:chExt cx="0" cy="0"/>
        </a:xfrm>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FFEABF"/>
                </a:solidFill>
                <a:latin typeface="Arial"/>
              </a:defRPr>
            </a:pPr>
            <a:r>
              <a:t>MASS CELEBRANT:</a:t>
            </a:r>
          </a:p>
        </p:txBody>
      </p:sp>
      <p:sp>
        <p:nvSpPr>
          <p:cNvPr id="5" name="TextBox 4"/>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AF8F4"/>
                </a:solidFill>
                <a:latin typeface="Arial"/>
              </a:defRPr>
            </a:pPr>
            <a:r>
              <a:t>Rev. Fr. Jonrey Lauron, RCJ</a:t>
            </a:r>
          </a:p>
        </p:txBody>
      </p:sp>
      <p:sp>
        <p:nvSpPr>
          <p:cNvPr id="6" name="TextBox 5"/>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solidFill>
                  <a:srgbClr val="FAF8F4"/>
                </a:solidFill>
                <a:latin typeface="Arial"/>
              </a:defRPr>
            </a:pPr>
            <a:r>
              <a:t>YEAR A · 21 JUNE 2026</a:t>
            </a:r>
          </a:p>
        </p:txBody>
      </p:sp>
      <p:sp>
        <p:nvSpPr>
          <p:cNvPr id="7" name="TextBox 6"/>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solidFill>
                  <a:srgbClr val="EFEDEC"/>
                </a:solidFill>
                <a:latin typeface="Arial"/>
              </a:defRPr>
            </a:pPr>
            <a:r>
              <a:t>“Fear no one.”</a:t>
            </a:r>
          </a:p>
        </p:txBody>
      </p:sp>
      <p:sp>
        <p:nvSpPr>
          <p:cNvPr id="8" name="TextBox 7"/>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solidFill>
                  <a:srgbClr val="FFDE9E"/>
                </a:solidFill>
                <a:latin typeface="Arial"/>
              </a:defRPr>
            </a:pPr>
            <a:r>
              <a:t>GOSPEL (MATTHEW 10:26–33)</a:t>
            </a:r>
          </a:p>
        </p:txBody>
      </p:sp>
      <p:sp>
        <p:nvSpPr>
          <p:cNvPr id="9" name="TextBox 8"/>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solidFill>
                  <a:srgbClr val="FAF8F4"/>
                </a:solidFill>
                <a:latin typeface="Arial"/>
              </a:defRPr>
            </a:pPr>
            <a:r>
              <a:t>12th Sunday in Ordinary Time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914400" y="109728"/>
            <a:ext cx="16459200" cy="868680"/>
          </a:xfrm>
          <a:prstGeom prst="rect">
            <a:avLst/>
          </a:prstGeom>
          <a:noFill/>
        </p:spPr>
        <p:txBody>
          <a:bodyPr wrap="square" lIns="109728" tIns="73152" rIns="109728" bIns="73152">
            <a:noAutofit/>
          </a:bodyPr>
          <a:lstStyle/>
          <a:p>
            <a:pPr algn="ctr"/>
            <a:r>
              <a:rPr sz="3850" b="1" u="sng">
                <a:solidFill>
                  <a:srgbClr val="FFB800"/>
                </a:solidFill>
                <a:latin typeface="Georgia"/>
              </a:rPr>
              <a:t>Gift of Finest Wheat</a:t>
            </a:r>
          </a:p>
        </p:txBody>
      </p:sp>
      <p:sp>
        <p:nvSpPr>
          <p:cNvPr id="3" name="TextBox 2"/>
          <p:cNvSpPr txBox="1"/>
          <p:nvPr/>
        </p:nvSpPr>
        <p:spPr>
          <a:xfrm>
            <a:off x="0" y="823874"/>
            <a:ext cx="18288000" cy="4797856"/>
          </a:xfrm>
          <a:prstGeom prst="rect">
            <a:avLst/>
          </a:prstGeom>
          <a:noFill/>
        </p:spPr>
        <p:txBody>
          <a:bodyPr wrap="square" lIns="0" tIns="73152" rIns="0" bIns="73152" anchor="ctr">
            <a:noAutofit/>
          </a:bodyPr>
          <a:lstStyle/>
          <a:p>
            <a:pPr algn="ctr">
              <a:lnSpc>
                <a:spcPct val="70000"/>
              </a:lnSpc>
            </a:pPr>
            <a:r>
              <a:rPr sz="7500" b="1" i="0">
                <a:solidFill>
                  <a:srgbClr val="FFFFFF"/>
                </a:solidFill>
                <a:latin typeface="Poppins"/>
              </a:rPr>
              <a:t>YOU SATISFY THE HUNGRY HEART</a:t>
            </a:r>
          </a:p>
          <a:p>
            <a:pPr algn="ctr">
              <a:lnSpc>
                <a:spcPct val="70000"/>
              </a:lnSpc>
            </a:pPr>
            <a:r>
              <a:rPr sz="7500" b="1" i="0">
                <a:solidFill>
                  <a:srgbClr val="FFFFFF"/>
                </a:solidFill>
                <a:latin typeface="Poppins"/>
              </a:rPr>
              <a:t>WITH GIFT OF FINEST WHEAT,</a:t>
            </a:r>
          </a:p>
          <a:p>
            <a:pPr algn="ctr">
              <a:lnSpc>
                <a:spcPct val="70000"/>
              </a:lnSpc>
            </a:pPr>
            <a:r>
              <a:rPr sz="7500" b="1" i="0">
                <a:solidFill>
                  <a:srgbClr val="FFFFFF"/>
                </a:solidFill>
                <a:latin typeface="Poppins"/>
              </a:rPr>
              <a:t>COME GIVE TO US, O SAVING LORD,</a:t>
            </a:r>
          </a:p>
          <a:p>
            <a:pPr algn="ctr">
              <a:lnSpc>
                <a:spcPct val="70000"/>
              </a:lnSpc>
            </a:pPr>
            <a:r>
              <a:rPr sz="7500" b="1" i="0">
                <a:solidFill>
                  <a:srgbClr val="FFFFFF"/>
                </a:solidFill>
                <a:latin typeface="Poppins"/>
              </a:rPr>
              <a:t>THE BREAD OF LIFE TO EAT.</a:t>
            </a:r>
          </a:p>
        </p:txBody>
      </p:sp>
      <p:sp>
        <p:nvSpPr>
          <p:cNvPr id="4" name="TextBox 3"/>
          <p:cNvSpPr txBox="1"/>
          <p:nvPr/>
        </p:nvSpPr>
        <p:spPr>
          <a:xfrm>
            <a:off x="0" y="5471769"/>
            <a:ext cx="18288000" cy="4797856"/>
          </a:xfrm>
          <a:prstGeom prst="rect">
            <a:avLst/>
          </a:prstGeom>
          <a:noFill/>
        </p:spPr>
        <p:txBody>
          <a:bodyPr wrap="square" lIns="0" tIns="73152" rIns="0" bIns="73152" anchor="ctr">
            <a:noAutofit/>
          </a:bodyPr>
          <a:lstStyle/>
          <a:p>
            <a:pPr algn="ctr">
              <a:lnSpc>
                <a:spcPct val="70000"/>
              </a:lnSpc>
            </a:pPr>
            <a:r>
              <a:rPr sz="7500" b="1" i="1">
                <a:solidFill>
                  <a:srgbClr val="FFFFFF"/>
                </a:solidFill>
                <a:latin typeface="Poppins"/>
              </a:rPr>
              <a:t>AS WHEN THE GRAIN BY SAINTS BELIEVED</a:t>
            </a:r>
          </a:p>
          <a:p>
            <a:pPr algn="ctr">
              <a:lnSpc>
                <a:spcPct val="70000"/>
              </a:lnSpc>
            </a:pPr>
            <a:r>
              <a:rPr sz="7500" b="1" i="1">
                <a:solidFill>
                  <a:srgbClr val="FFFFFF"/>
                </a:solidFill>
                <a:latin typeface="Poppins"/>
              </a:rPr>
              <a:t>WAS BLESSED AND BROKEN, LORD,</a:t>
            </a:r>
          </a:p>
          <a:p>
            <a:pPr algn="ctr">
              <a:lnSpc>
                <a:spcPct val="70000"/>
              </a:lnSpc>
            </a:pPr>
            <a:r>
              <a:rPr sz="7500" b="1" i="1">
                <a:solidFill>
                  <a:srgbClr val="FFFFFF"/>
                </a:solidFill>
                <a:latin typeface="Poppins"/>
              </a:rPr>
              <a:t>SO MAY YOUR CHURCH IN LANDS TODAY</a:t>
            </a:r>
          </a:p>
          <a:p>
            <a:pPr algn="ctr">
              <a:lnSpc>
                <a:spcPct val="70000"/>
              </a:lnSpc>
            </a:pPr>
            <a:r>
              <a:rPr sz="7500" b="1" i="1">
                <a:solidFill>
                  <a:srgbClr val="FFFFFF"/>
                </a:solidFill>
                <a:latin typeface="Poppins"/>
              </a:rPr>
              <a:t>BE FED, YOUR PRAISE RESTORED.</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a:p>
          <a:p>
            <a:pPr>
              <a:spcBef>
                <a:spcPts val="200"/>
              </a:spcBef>
              <a:defRPr sz="1200" b="0" i="0" u="none">
                <a:solidFill>
                  <a:srgbClr val="FFB800"/>
                </a:solidFill>
                <a:latin typeface="Arial"/>
              </a:defRPr>
            </a:pPr>
            <a:r>
              <a:t>Offertory</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442569"/>
            <a:ext cx="18288000" cy="4797856"/>
          </a:xfrm>
          <a:prstGeom prst="rect">
            <a:avLst/>
          </a:prstGeom>
          <a:noFill/>
        </p:spPr>
        <p:txBody>
          <a:bodyPr wrap="square" lIns="0" tIns="73152" rIns="0" bIns="73152" anchor="ctr">
            <a:noAutofit/>
          </a:bodyPr>
          <a:lstStyle/>
          <a:p>
            <a:pPr algn="ctr">
              <a:lnSpc>
                <a:spcPct val="70000"/>
              </a:lnSpc>
            </a:pPr>
            <a:r>
              <a:rPr sz="7500" b="1" i="0">
                <a:solidFill>
                  <a:srgbClr val="FFFFFF"/>
                </a:solidFill>
                <a:latin typeface="Poppins"/>
              </a:rPr>
              <a:t>O LORD OF HARVEST, GRANT THAT WE</a:t>
            </a:r>
          </a:p>
          <a:p>
            <a:pPr algn="ctr">
              <a:lnSpc>
                <a:spcPct val="70000"/>
              </a:lnSpc>
            </a:pPr>
            <a:r>
              <a:rPr sz="7500" b="1" i="0">
                <a:solidFill>
                  <a:srgbClr val="FFFFFF"/>
                </a:solidFill>
                <a:latin typeface="Poppins"/>
              </a:rPr>
              <a:t>WHO SHARE THIS MYSTERY HERE</a:t>
            </a:r>
          </a:p>
          <a:p>
            <a:pPr algn="ctr">
              <a:lnSpc>
                <a:spcPct val="70000"/>
              </a:lnSpc>
            </a:pPr>
            <a:r>
              <a:rPr sz="7500" b="1" i="0">
                <a:solidFill>
                  <a:srgbClr val="FFFFFF"/>
                </a:solidFill>
                <a:latin typeface="Poppins"/>
              </a:rPr>
              <a:t>MAY FOLLOW YOU UNCEASINGLY</a:t>
            </a:r>
          </a:p>
          <a:p>
            <a:pPr algn="ctr">
              <a:lnSpc>
                <a:spcPct val="70000"/>
              </a:lnSpc>
            </a:pPr>
            <a:r>
              <a:rPr sz="7500" b="1" i="0">
                <a:solidFill>
                  <a:srgbClr val="FFFFFF"/>
                </a:solidFill>
                <a:latin typeface="Poppins"/>
              </a:rPr>
              <a:t>IN PRAISE, IN LOVE, IN FEAR.</a:t>
            </a:r>
          </a:p>
        </p:txBody>
      </p:sp>
      <p:sp>
        <p:nvSpPr>
          <p:cNvPr id="3" name="TextBox 2"/>
          <p:cNvSpPr txBox="1"/>
          <p:nvPr/>
        </p:nvSpPr>
        <p:spPr>
          <a:xfrm>
            <a:off x="0" y="5091379"/>
            <a:ext cx="18288000" cy="4797856"/>
          </a:xfrm>
          <a:prstGeom prst="rect">
            <a:avLst/>
          </a:prstGeom>
          <a:noFill/>
        </p:spPr>
        <p:txBody>
          <a:bodyPr wrap="square" lIns="0" tIns="73152" rIns="0" bIns="73152" anchor="ctr">
            <a:noAutofit/>
          </a:bodyPr>
          <a:lstStyle/>
          <a:p>
            <a:pPr algn="ctr">
              <a:lnSpc>
                <a:spcPct val="70000"/>
              </a:lnSpc>
            </a:pPr>
            <a:r>
              <a:rPr sz="7400" b="1" i="1">
                <a:solidFill>
                  <a:srgbClr val="FFFFFF"/>
                </a:solidFill>
                <a:latin typeface="Poppins"/>
              </a:rPr>
              <a:t>ONE BREAD, ONE CUP, ONE LIFE, ONE LORD—</a:t>
            </a:r>
          </a:p>
          <a:p>
            <a:pPr algn="ctr">
              <a:lnSpc>
                <a:spcPct val="70000"/>
              </a:lnSpc>
            </a:pPr>
            <a:r>
              <a:rPr sz="7400" b="1" i="1">
                <a:solidFill>
                  <a:srgbClr val="FFFFFF"/>
                </a:solidFill>
                <a:latin typeface="Poppins"/>
              </a:rPr>
              <a:t>WE OFFER, CHRIST, TO YOU;</a:t>
            </a:r>
          </a:p>
          <a:p>
            <a:pPr algn="ctr">
              <a:lnSpc>
                <a:spcPct val="70000"/>
              </a:lnSpc>
            </a:pPr>
            <a:r>
              <a:rPr sz="7400" b="1" i="1">
                <a:solidFill>
                  <a:srgbClr val="FFFFFF"/>
                </a:solidFill>
                <a:latin typeface="Poppins"/>
              </a:rPr>
              <a:t>UNTIL WE SHARE YOUR BANQUET BOARD</a:t>
            </a:r>
          </a:p>
          <a:p>
            <a:pPr algn="ctr">
              <a:lnSpc>
                <a:spcPct val="70000"/>
              </a:lnSpc>
            </a:pPr>
            <a:r>
              <a:rPr sz="7400" b="1" i="1">
                <a:solidFill>
                  <a:srgbClr val="FFFFFF"/>
                </a:solidFill>
                <a:latin typeface="Poppins"/>
              </a:rPr>
              <a:t>WHERE ALL THE WORLD IS NEW.</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a:p>
          <a:p>
            <a:pPr>
              <a:spcBef>
                <a:spcPts val="200"/>
              </a:spcBef>
              <a:defRPr sz="1200" b="0" i="0" u="none">
                <a:solidFill>
                  <a:srgbClr val="FFB800"/>
                </a:solidFill>
                <a:latin typeface="Arial"/>
              </a:defRPr>
            </a:pPr>
            <a:r>
              <a:t>Offertory</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te1.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Liturgy of the Eucharist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907300"/>
            <a:ext cx="18288000" cy="3067105"/>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86EFAC"/>
                </a:solidFill>
                <a:latin typeface="Inter"/>
              </a:defRPr>
            </a:pPr>
            <a:r>
              <a:rPr sz="6500" dirty="0">
                <a:solidFill>
                  <a:srgbClr val="FFB800"/>
                </a:solidFill>
                <a:latin typeface="Arial" panose="020B0604020202020204" pitchFamily="34" charset="0"/>
                <a:cs typeface="Arial" panose="020B0604020202020204" pitchFamily="34" charset="0"/>
              </a:rPr>
              <a:t>Priest:</a:t>
            </a:r>
            <a:r>
              <a:rPr sz="6500" dirty="0">
                <a:solidFill>
                  <a:srgbClr val="F0FDF4"/>
                </a:solidFill>
                <a:latin typeface="Arial" panose="020B0604020202020204" pitchFamily="34" charset="0"/>
                <a:cs typeface="Arial" panose="020B0604020202020204" pitchFamily="34" charset="0"/>
              </a:rPr>
              <a:t> </a:t>
            </a:r>
            <a:r>
              <a:rPr sz="6500" i="1" dirty="0">
                <a:solidFill>
                  <a:srgbClr val="F0FDF4"/>
                </a:solidFill>
                <a:latin typeface="Arial" panose="020B0604020202020204" pitchFamily="34" charset="0"/>
                <a:cs typeface="Arial" panose="020B0604020202020204" pitchFamily="34" charset="0"/>
              </a:rPr>
              <a:t>Pray, brethren, that my sacrifice and yours may be acceptable to God,</a:t>
            </a:r>
            <a:endParaRPr lang="en-US" sz="6500" i="1" dirty="0">
              <a:solidFill>
                <a:schemeClr val="bg1"/>
              </a:solidFill>
              <a:latin typeface="Arial" panose="020B0604020202020204" pitchFamily="34" charset="0"/>
              <a:cs typeface="Arial" panose="020B0604020202020204" pitchFamily="34" charset="0"/>
            </a:endParaRPr>
          </a:p>
          <a:p>
            <a:pPr algn="ctr">
              <a:spcBef>
                <a:spcPts val="400"/>
              </a:spcBef>
              <a:spcAft>
                <a:spcPts val="500"/>
              </a:spcAft>
              <a:defRPr sz="5500" b="1" i="0" u="none">
                <a:solidFill>
                  <a:srgbClr val="86EFAC"/>
                </a:solidFill>
                <a:latin typeface="Inter"/>
              </a:defRPr>
            </a:pPr>
            <a:r>
              <a:rPr sz="6500" i="1" dirty="0">
                <a:solidFill>
                  <a:srgbClr val="F0FDF4"/>
                </a:solidFill>
                <a:latin typeface="Arial" panose="020B0604020202020204" pitchFamily="34" charset="0"/>
                <a:cs typeface="Arial" panose="020B0604020202020204" pitchFamily="34" charset="0"/>
              </a:rPr>
              <a:t>the almighty Father.</a:t>
            </a:r>
          </a:p>
        </p:txBody>
      </p:sp>
      <p:sp>
        <p:nvSpPr>
          <p:cNvPr id="4" name="TextBox 3">
            <a:extLst>
              <a:ext uri="{FF2B5EF4-FFF2-40B4-BE49-F238E27FC236}">
                <a16:creationId xmlns:a16="http://schemas.microsoft.com/office/drawing/2014/main" id="{424B7C78-C17E-B489-002D-3FEAAB20B215}"/>
              </a:ext>
            </a:extLst>
          </p:cNvPr>
          <p:cNvSpPr txBox="1"/>
          <p:nvPr/>
        </p:nvSpPr>
        <p:spPr>
          <a:xfrm>
            <a:off x="0" y="4456993"/>
            <a:ext cx="18288000" cy="4583639"/>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7500" dirty="0">
                <a:solidFill>
                  <a:srgbClr val="F0FDF4"/>
                </a:solidFill>
                <a:latin typeface="Arial" panose="020B0604020202020204" pitchFamily="34" charset="0"/>
                <a:cs typeface="Arial" panose="020B0604020202020204" pitchFamily="34" charset="0"/>
              </a:rPr>
              <a:t>All: May the Lord accept the sacrifice at your hands, for the praise and glory of his name, for our good and the good of all his holy Church.</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Liturgy of the Eucharist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te1.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Liturgy of the Eucharist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914400" y="637044"/>
            <a:ext cx="16459200" cy="703744"/>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86EFAC"/>
                </a:solidFill>
                <a:latin typeface="Inter"/>
              </a:defRPr>
            </a:pPr>
            <a:r>
              <a:rPr sz="6500" dirty="0">
                <a:solidFill>
                  <a:srgbClr val="FFB800"/>
                </a:solidFill>
                <a:latin typeface="Arial" panose="020B0604020202020204" pitchFamily="34" charset="0"/>
                <a:cs typeface="Arial" panose="020B0604020202020204" pitchFamily="34" charset="0"/>
              </a:rPr>
              <a:t>Priest:</a:t>
            </a:r>
            <a:r>
              <a:rPr sz="6500" dirty="0">
                <a:solidFill>
                  <a:srgbClr val="F0FDF4"/>
                </a:solidFill>
                <a:latin typeface="Arial" panose="020B0604020202020204" pitchFamily="34" charset="0"/>
                <a:cs typeface="Arial" panose="020B0604020202020204" pitchFamily="34" charset="0"/>
              </a:rPr>
              <a:t> </a:t>
            </a:r>
            <a:r>
              <a:rPr sz="6500" i="1" dirty="0">
                <a:solidFill>
                  <a:srgbClr val="F0FDF4"/>
                </a:solidFill>
                <a:latin typeface="Arial" panose="020B0604020202020204" pitchFamily="34" charset="0"/>
                <a:cs typeface="Arial" panose="020B0604020202020204" pitchFamily="34" charset="0"/>
              </a:rPr>
              <a:t>The Lord be with you.</a:t>
            </a:r>
          </a:p>
        </p:txBody>
      </p:sp>
      <p:sp>
        <p:nvSpPr>
          <p:cNvPr id="4" name="TextBox 3">
            <a:extLst>
              <a:ext uri="{FF2B5EF4-FFF2-40B4-BE49-F238E27FC236}">
                <a16:creationId xmlns:a16="http://schemas.microsoft.com/office/drawing/2014/main" id="{834B590C-70E2-B843-FDCA-653906E9175F}"/>
              </a:ext>
            </a:extLst>
          </p:cNvPr>
          <p:cNvSpPr txBox="1"/>
          <p:nvPr/>
        </p:nvSpPr>
        <p:spPr>
          <a:xfrm>
            <a:off x="914400" y="3358177"/>
            <a:ext cx="16459200" cy="777240"/>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86EFAC"/>
                </a:solidFill>
                <a:latin typeface="Inter"/>
              </a:defRPr>
            </a:pPr>
            <a:r>
              <a:rPr lang="en-US" sz="6500" dirty="0">
                <a:solidFill>
                  <a:srgbClr val="FFB800"/>
                </a:solidFill>
                <a:latin typeface="Arial" panose="020B0604020202020204" pitchFamily="34" charset="0"/>
                <a:cs typeface="Arial" panose="020B0604020202020204" pitchFamily="34" charset="0"/>
              </a:rPr>
              <a:t>Priest:</a:t>
            </a:r>
            <a:r>
              <a:rPr lang="en-US" sz="6500" dirty="0">
                <a:solidFill>
                  <a:srgbClr val="F0FDF4"/>
                </a:solidFill>
                <a:latin typeface="Arial" panose="020B0604020202020204" pitchFamily="34" charset="0"/>
                <a:cs typeface="Arial" panose="020B0604020202020204" pitchFamily="34" charset="0"/>
              </a:rPr>
              <a:t> </a:t>
            </a:r>
            <a:r>
              <a:rPr lang="en-US" sz="6500" i="1" dirty="0">
                <a:solidFill>
                  <a:srgbClr val="F0FDF4"/>
                </a:solidFill>
                <a:latin typeface="Arial" panose="020B0604020202020204" pitchFamily="34" charset="0"/>
                <a:cs typeface="Arial" panose="020B0604020202020204" pitchFamily="34" charset="0"/>
              </a:rPr>
              <a:t>Lift up your hearts.</a:t>
            </a:r>
          </a:p>
        </p:txBody>
      </p:sp>
      <p:sp>
        <p:nvSpPr>
          <p:cNvPr id="5" name="TextBox 4">
            <a:extLst>
              <a:ext uri="{FF2B5EF4-FFF2-40B4-BE49-F238E27FC236}">
                <a16:creationId xmlns:a16="http://schemas.microsoft.com/office/drawing/2014/main" id="{B9907DBB-8F74-6585-1A63-BCC4DBC7D838}"/>
              </a:ext>
            </a:extLst>
          </p:cNvPr>
          <p:cNvSpPr txBox="1"/>
          <p:nvPr/>
        </p:nvSpPr>
        <p:spPr>
          <a:xfrm>
            <a:off x="914400" y="6349909"/>
            <a:ext cx="16459200" cy="1949573"/>
          </a:xfrm>
          <a:prstGeom prst="rect">
            <a:avLst/>
          </a:prstGeom>
          <a:noFill/>
        </p:spPr>
        <p:txBody>
          <a:bodyPr wrap="square" lIns="109728" tIns="73152" rIns="109728" bIns="73152" anchor="ctr">
            <a:noAutofit/>
          </a:bodyPr>
          <a:lstStyle/>
          <a:p>
            <a:pPr algn="ctr">
              <a:defRPr sz="5500" b="1" i="0" u="none">
                <a:solidFill>
                  <a:srgbClr val="86EFAC"/>
                </a:solidFill>
                <a:latin typeface="Inter"/>
              </a:defRPr>
            </a:pPr>
            <a:r>
              <a:rPr lang="en-US" sz="6500" dirty="0">
                <a:solidFill>
                  <a:srgbClr val="FFB800"/>
                </a:solidFill>
                <a:latin typeface="Arial" panose="020B0604020202020204" pitchFamily="34" charset="0"/>
                <a:cs typeface="Arial" panose="020B0604020202020204" pitchFamily="34" charset="0"/>
              </a:rPr>
              <a:t>Priest:</a:t>
            </a:r>
            <a:r>
              <a:rPr lang="en-US" sz="6500" dirty="0">
                <a:solidFill>
                  <a:srgbClr val="F0FDF4"/>
                </a:solidFill>
                <a:latin typeface="Arial" panose="020B0604020202020204" pitchFamily="34" charset="0"/>
                <a:cs typeface="Arial" panose="020B0604020202020204" pitchFamily="34" charset="0"/>
              </a:rPr>
              <a:t> </a:t>
            </a:r>
            <a:r>
              <a:rPr lang="en-US" sz="6500" i="1" dirty="0">
                <a:solidFill>
                  <a:srgbClr val="F0FDF4"/>
                </a:solidFill>
                <a:latin typeface="Arial" panose="020B0604020202020204" pitchFamily="34" charset="0"/>
                <a:cs typeface="Arial" panose="020B0604020202020204" pitchFamily="34" charset="0"/>
              </a:rPr>
              <a:t>Let us give thanks to the</a:t>
            </a:r>
          </a:p>
          <a:p>
            <a:pPr algn="ctr">
              <a:defRPr sz="5500" b="1" i="0" u="none">
                <a:solidFill>
                  <a:srgbClr val="86EFAC"/>
                </a:solidFill>
                <a:latin typeface="Inter"/>
              </a:defRPr>
            </a:pPr>
            <a:r>
              <a:rPr lang="en-US" sz="6500" i="1" dirty="0">
                <a:solidFill>
                  <a:srgbClr val="F0FDF4"/>
                </a:solidFill>
                <a:latin typeface="Arial" panose="020B0604020202020204" pitchFamily="34" charset="0"/>
                <a:cs typeface="Arial" panose="020B0604020202020204" pitchFamily="34" charset="0"/>
              </a:rPr>
              <a:t>Lord our God.</a:t>
            </a:r>
          </a:p>
        </p:txBody>
      </p:sp>
      <p:sp>
        <p:nvSpPr>
          <p:cNvPr id="6" name="TextBox 5">
            <a:extLst>
              <a:ext uri="{FF2B5EF4-FFF2-40B4-BE49-F238E27FC236}">
                <a16:creationId xmlns:a16="http://schemas.microsoft.com/office/drawing/2014/main" id="{40C76CD3-4924-1258-FD92-3E238A808645}"/>
              </a:ext>
            </a:extLst>
          </p:cNvPr>
          <p:cNvSpPr txBox="1"/>
          <p:nvPr/>
        </p:nvSpPr>
        <p:spPr>
          <a:xfrm>
            <a:off x="914400" y="1535595"/>
            <a:ext cx="16459200" cy="703744"/>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7500" dirty="0">
                <a:solidFill>
                  <a:srgbClr val="F0FDF4"/>
                </a:solidFill>
                <a:latin typeface="Arial" panose="020B0604020202020204" pitchFamily="34" charset="0"/>
                <a:cs typeface="Arial" panose="020B0604020202020204" pitchFamily="34" charset="0"/>
              </a:rPr>
              <a:t>All: And with your spirit.</a:t>
            </a:r>
          </a:p>
        </p:txBody>
      </p:sp>
      <p:sp>
        <p:nvSpPr>
          <p:cNvPr id="7" name="TextBox 6">
            <a:extLst>
              <a:ext uri="{FF2B5EF4-FFF2-40B4-BE49-F238E27FC236}">
                <a16:creationId xmlns:a16="http://schemas.microsoft.com/office/drawing/2014/main" id="{1691FB47-CBCF-4E7C-D482-04D3A3B03C61}"/>
              </a:ext>
            </a:extLst>
          </p:cNvPr>
          <p:cNvSpPr txBox="1"/>
          <p:nvPr/>
        </p:nvSpPr>
        <p:spPr>
          <a:xfrm>
            <a:off x="914400" y="4330224"/>
            <a:ext cx="16459200" cy="703744"/>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7500" dirty="0">
                <a:solidFill>
                  <a:srgbClr val="F0FDF4"/>
                </a:solidFill>
                <a:latin typeface="Arial" panose="020B0604020202020204" pitchFamily="34" charset="0"/>
                <a:cs typeface="Arial" panose="020B0604020202020204" pitchFamily="34" charset="0"/>
              </a:rPr>
              <a:t>All: We lift them up to the Lord.</a:t>
            </a:r>
          </a:p>
        </p:txBody>
      </p:sp>
      <p:sp>
        <p:nvSpPr>
          <p:cNvPr id="8" name="TextBox 7"/>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Liturgy of the Eucharist</a:t>
            </a:r>
          </a:p>
        </p:txBody>
      </p:sp>
      <p:sp>
        <p:nvSpPr>
          <p:cNvPr id="3" name="TextBox 2">
            <a:extLst>
              <a:ext uri="{FF2B5EF4-FFF2-40B4-BE49-F238E27FC236}">
                <a16:creationId xmlns:a16="http://schemas.microsoft.com/office/drawing/2014/main" id="{CA37E2CD-6598-89D4-6A8B-8276F41A0DBB}"/>
              </a:ext>
            </a:extLst>
          </p:cNvPr>
          <p:cNvSpPr txBox="1"/>
          <p:nvPr/>
        </p:nvSpPr>
        <p:spPr>
          <a:xfrm>
            <a:off x="708991" y="8251467"/>
            <a:ext cx="16459200" cy="777239"/>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7500" dirty="0">
                <a:latin typeface="Arial" panose="020B0604020202020204" pitchFamily="34" charset="0"/>
                <a:cs typeface="Arial" panose="020B0604020202020204" pitchFamily="34" charset="0"/>
              </a:rPr>
              <a:t>All: It is right and just.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768893"/>
            <a:ext cx="18288000" cy="4850766"/>
          </a:xfrm>
          <a:prstGeom prst="rect">
            <a:avLst/>
          </a:prstGeom>
          <a:noFill/>
        </p:spPr>
        <p:txBody>
          <a:bodyPr wrap="square" lIns="109728" tIns="73152" rIns="109728" bIns="73152" anchor="ctr">
            <a:noAutofit/>
          </a:bodyPr>
          <a:lstStyle/>
          <a:p>
            <a:pPr algn="ctr"/>
            <a:r>
              <a:rPr lang="en-US" sz="6000" b="1" dirty="0">
                <a:solidFill>
                  <a:srgbClr val="F0FDF4"/>
                </a:solidFill>
                <a:latin typeface="Arial" panose="020B0604020202020204" pitchFamily="34" charset="0"/>
                <a:cs typeface="Arial" panose="020B0604020202020204" pitchFamily="34" charset="0"/>
              </a:rPr>
              <a:t>HOLY, HOLY, HOLY</a:t>
            </a:r>
          </a:p>
          <a:p>
            <a:pPr algn="ctr"/>
            <a:r>
              <a:rPr lang="en-US" sz="6000" b="1" dirty="0">
                <a:solidFill>
                  <a:srgbClr val="F0FDF4"/>
                </a:solidFill>
                <a:latin typeface="Arial" panose="020B0604020202020204" pitchFamily="34" charset="0"/>
                <a:cs typeface="Arial" panose="020B0604020202020204" pitchFamily="34" charset="0"/>
              </a:rPr>
              <a:t>LORD GOD OF HOST. </a:t>
            </a:r>
          </a:p>
          <a:p>
            <a:pPr algn="ctr"/>
            <a:r>
              <a:rPr lang="en-US" sz="6000" b="1" dirty="0">
                <a:solidFill>
                  <a:srgbClr val="F0FDF4"/>
                </a:solidFill>
                <a:latin typeface="Arial" panose="020B0604020202020204" pitchFamily="34" charset="0"/>
                <a:cs typeface="Arial" panose="020B0604020202020204" pitchFamily="34" charset="0"/>
              </a:rPr>
              <a:t>HEAVEN AND EARTH ARE</a:t>
            </a:r>
          </a:p>
          <a:p>
            <a:pPr algn="ctr"/>
            <a:r>
              <a:rPr lang="en-US" sz="6000" b="1" dirty="0">
                <a:solidFill>
                  <a:srgbClr val="F0FDF4"/>
                </a:solidFill>
                <a:latin typeface="Arial" panose="020B0604020202020204" pitchFamily="34" charset="0"/>
                <a:cs typeface="Arial" panose="020B0604020202020204" pitchFamily="34" charset="0"/>
              </a:rPr>
              <a:t>FULL OF YOUR GLORY,</a:t>
            </a:r>
          </a:p>
          <a:p>
            <a:pPr algn="ctr"/>
            <a:r>
              <a:rPr lang="en-US" sz="6000" b="1" dirty="0">
                <a:solidFill>
                  <a:srgbClr val="F0FDF4"/>
                </a:solidFill>
                <a:latin typeface="Arial" panose="020B0604020202020204" pitchFamily="34" charset="0"/>
                <a:cs typeface="Arial" panose="020B0604020202020204" pitchFamily="34" charset="0"/>
              </a:rPr>
              <a:t>FULL OF YOUR GLORY.</a:t>
            </a:r>
          </a:p>
          <a:p>
            <a:pPr algn="ctr"/>
            <a:r>
              <a:rPr lang="en-US" sz="6000" b="1" i="1" dirty="0">
                <a:solidFill>
                  <a:srgbClr val="FFB800"/>
                </a:solidFill>
                <a:latin typeface="Arial" panose="020B0604020202020204" pitchFamily="34" charset="0"/>
                <a:cs typeface="Arial" panose="020B0604020202020204" pitchFamily="34" charset="0"/>
              </a:rPr>
              <a:t>HOSANNA IN THE HIGHEST(2X)</a:t>
            </a:r>
          </a:p>
        </p:txBody>
      </p:sp>
      <p:sp>
        <p:nvSpPr>
          <p:cNvPr id="4" name="TextBox 3">
            <a:extLst>
              <a:ext uri="{FF2B5EF4-FFF2-40B4-BE49-F238E27FC236}">
                <a16:creationId xmlns:a16="http://schemas.microsoft.com/office/drawing/2014/main" id="{16EA37CF-E5C0-F90C-DA87-8CC3C2134191}"/>
              </a:ext>
            </a:extLst>
          </p:cNvPr>
          <p:cNvSpPr txBox="1"/>
          <p:nvPr/>
        </p:nvSpPr>
        <p:spPr>
          <a:xfrm>
            <a:off x="0" y="6284050"/>
            <a:ext cx="18288000" cy="2867439"/>
          </a:xfrm>
          <a:prstGeom prst="rect">
            <a:avLst/>
          </a:prstGeom>
          <a:noFill/>
        </p:spPr>
        <p:txBody>
          <a:bodyPr wrap="square" lIns="109728" tIns="73152" rIns="109728" bIns="73152" anchor="ctr">
            <a:noAutofit/>
          </a:bodyPr>
          <a:lstStyle/>
          <a:p>
            <a:pPr algn="ctr"/>
            <a:r>
              <a:rPr lang="en-US" sz="6000" b="1" dirty="0">
                <a:solidFill>
                  <a:srgbClr val="F0FDF4"/>
                </a:solidFill>
                <a:latin typeface="Arial" panose="020B0604020202020204" pitchFamily="34" charset="0"/>
                <a:cs typeface="Arial" panose="020B0604020202020204" pitchFamily="34" charset="0"/>
              </a:rPr>
              <a:t>BLESSED IS HE WHO COMES</a:t>
            </a:r>
          </a:p>
          <a:p>
            <a:pPr algn="ctr"/>
            <a:r>
              <a:rPr lang="en-US" sz="6000" b="1" dirty="0">
                <a:solidFill>
                  <a:srgbClr val="F0FDF4"/>
                </a:solidFill>
                <a:latin typeface="Arial" panose="020B0604020202020204" pitchFamily="34" charset="0"/>
                <a:cs typeface="Arial" panose="020B0604020202020204" pitchFamily="34" charset="0"/>
              </a:rPr>
              <a:t>IN THE NAME OF THE LORD.</a:t>
            </a:r>
          </a:p>
          <a:p>
            <a:pPr algn="ctr"/>
            <a:r>
              <a:rPr lang="en-US" sz="6000" b="1" i="1" dirty="0">
                <a:solidFill>
                  <a:srgbClr val="FFB800"/>
                </a:solidFill>
                <a:latin typeface="Arial" panose="020B0604020202020204" pitchFamily="34" charset="0"/>
                <a:cs typeface="Arial" panose="020B0604020202020204" pitchFamily="34" charset="0"/>
              </a:rPr>
              <a:t>HOSANNA IN THE HIGHEST(4X)</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Sanctus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te1.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Liturgy of the Eucharist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530352"/>
            <a:ext cx="18288000" cy="8750808"/>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6000" b="1" dirty="0">
                <a:solidFill>
                  <a:srgbClr val="F0FDF4"/>
                </a:solidFill>
                <a:latin typeface="Arial" panose="020B0604020202020204" pitchFamily="34" charset="0"/>
                <a:cs typeface="Arial" panose="020B0604020202020204" pitchFamily="34" charset="0"/>
              </a:rPr>
              <a:t>WHEN WE EAT THIS BREAD AND DRINK THIS CUP WE PROCLAIM YOUR DEATH O LORD. UNTIL YOU COME AGAIN, UNTIL YOU COME AGAIN WE PROCLAIM YOUR DEATH O LORD.</a:t>
            </a:r>
            <a:endParaRPr sz="6000" b="1"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CDA2F03A-FAF2-7FE4-6E1E-DFEEE560DD83}"/>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FFB800"/>
                </a:solidFill>
                <a:latin typeface="Georgia"/>
              </a:rPr>
              <a:t>The Mystery Of Faith</a:t>
            </a:r>
            <a:endParaRPr sz="5000" b="1" u="sng" dirty="0">
              <a:solidFill>
                <a:srgbClr val="86EFAC"/>
              </a:solidFill>
              <a:latin typeface="Georgia"/>
            </a:endParaRP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The Eucharistic Prayer</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te1.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Liturgy of the Eucharist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914400" y="530352"/>
            <a:ext cx="16459200" cy="8750808"/>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8000" dirty="0">
                <a:solidFill>
                  <a:srgbClr val="F0FDF4"/>
                </a:solidFill>
                <a:latin typeface="Arial" panose="020B0604020202020204" pitchFamily="34" charset="0"/>
                <a:cs typeface="Arial" panose="020B0604020202020204" pitchFamily="34" charset="0"/>
              </a:rPr>
              <a:t>AMEN AMEN AMEN AMEN</a:t>
            </a:r>
          </a:p>
          <a:p>
            <a:pPr algn="ctr">
              <a:spcBef>
                <a:spcPts val="400"/>
              </a:spcBef>
              <a:spcAft>
                <a:spcPts val="500"/>
              </a:spcAft>
              <a:defRPr sz="5500" b="1" i="0" u="none">
                <a:solidFill>
                  <a:srgbClr val="F0FDF4"/>
                </a:solidFill>
                <a:latin typeface="Inter"/>
              </a:defRPr>
            </a:pPr>
            <a:r>
              <a:rPr lang="en-US" sz="8000" dirty="0">
                <a:solidFill>
                  <a:srgbClr val="F0FDF4"/>
                </a:solidFill>
                <a:latin typeface="Arial" panose="020B0604020202020204" pitchFamily="34" charset="0"/>
                <a:cs typeface="Arial" panose="020B0604020202020204" pitchFamily="34" charset="0"/>
              </a:rPr>
              <a:t>AMEN AMEN AMEN AMEN</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Great Amen</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109728"/>
            <a:ext cx="18288000" cy="868680"/>
          </a:xfrm>
          <a:prstGeom prst="rect">
            <a:avLst/>
          </a:prstGeom>
          <a:noFill/>
        </p:spPr>
        <p:txBody>
          <a:bodyPr wrap="square" lIns="109728" tIns="73152" rIns="109728" bIns="73152" anchor="t">
            <a:noAutofit/>
          </a:bodyPr>
          <a:lstStyle/>
          <a:p>
            <a:pPr algn="ctr">
              <a:defRPr sz="3600" b="1" i="0" u="sng">
                <a:solidFill>
                  <a:srgbClr val="FFB800"/>
                </a:solidFill>
                <a:latin typeface="Georgia"/>
              </a:defRPr>
            </a:pPr>
            <a:r>
              <a:t>Our Father</a:t>
            </a:r>
          </a:p>
        </p:txBody>
      </p:sp>
      <p:sp>
        <p:nvSpPr>
          <p:cNvPr id="3" name="TextBox 2"/>
          <p:cNvSpPr txBox="1"/>
          <p:nvPr/>
        </p:nvSpPr>
        <p:spPr>
          <a:xfrm>
            <a:off x="0" y="849034"/>
            <a:ext cx="18288000" cy="4067687"/>
          </a:xfrm>
          <a:prstGeom prst="rect">
            <a:avLst/>
          </a:prstGeom>
          <a:noFill/>
        </p:spPr>
        <p:txBody>
          <a:bodyPr wrap="square" lIns="109728" tIns="73152" rIns="109728" bIns="73152" anchor="ctr">
            <a:noAutofit/>
          </a:bodyPr>
          <a:lstStyle/>
          <a:p>
            <a:pPr algn="ctr">
              <a:lnSpc>
                <a:spcPts val="5500"/>
              </a:lnSpc>
              <a:spcBef>
                <a:spcPts val="400"/>
              </a:spcBef>
              <a:defRPr sz="2600" b="1" i="0" u="none">
                <a:solidFill>
                  <a:srgbClr val="F0FDF4"/>
                </a:solidFill>
                <a:latin typeface="Arial"/>
              </a:defRPr>
            </a:pPr>
            <a:r>
              <a:rPr lang="en-US" sz="7000" b="1" dirty="0">
                <a:latin typeface="Arial" panose="020B0604020202020204" pitchFamily="34" charset="0"/>
                <a:cs typeface="Arial" panose="020B0604020202020204" pitchFamily="34" charset="0"/>
              </a:rPr>
              <a:t>OUR FATHER, WHO ART IN HEAVEN,</a:t>
            </a:r>
          </a:p>
          <a:p>
            <a:pPr algn="ctr">
              <a:lnSpc>
                <a:spcPts val="5500"/>
              </a:lnSpc>
              <a:defRPr sz="2600" b="0" i="0" u="none">
                <a:solidFill>
                  <a:srgbClr val="F0FDF4"/>
                </a:solidFill>
                <a:latin typeface="Arial"/>
              </a:defRPr>
            </a:pPr>
            <a:r>
              <a:rPr lang="en-US" sz="7000" b="1" dirty="0">
                <a:latin typeface="Arial" panose="020B0604020202020204" pitchFamily="34" charset="0"/>
                <a:cs typeface="Arial" panose="020B0604020202020204" pitchFamily="34" charset="0"/>
              </a:rPr>
              <a:t>HALLOWED BE YOUR NAME;</a:t>
            </a:r>
          </a:p>
          <a:p>
            <a:pPr algn="ctr">
              <a:lnSpc>
                <a:spcPts val="5500"/>
              </a:lnSpc>
              <a:defRPr sz="2600" b="0" i="0" u="none">
                <a:solidFill>
                  <a:srgbClr val="F0FDF4"/>
                </a:solidFill>
                <a:latin typeface="Arial"/>
              </a:defRPr>
            </a:pPr>
            <a:r>
              <a:rPr lang="en-US" sz="7000" b="1" dirty="0">
                <a:latin typeface="Arial" panose="020B0604020202020204" pitchFamily="34" charset="0"/>
                <a:cs typeface="Arial" panose="020B0604020202020204" pitchFamily="34" charset="0"/>
              </a:rPr>
              <a:t>YOUR KINGDOM COME,</a:t>
            </a:r>
          </a:p>
          <a:p>
            <a:pPr algn="ctr">
              <a:lnSpc>
                <a:spcPts val="5500"/>
              </a:lnSpc>
              <a:defRPr sz="2600" b="0" i="0" u="none">
                <a:solidFill>
                  <a:srgbClr val="F0FDF4"/>
                </a:solidFill>
                <a:latin typeface="Arial"/>
              </a:defRPr>
            </a:pPr>
            <a:r>
              <a:rPr lang="en-US" sz="7000" b="1" dirty="0">
                <a:latin typeface="Arial" panose="020B0604020202020204" pitchFamily="34" charset="0"/>
                <a:cs typeface="Arial" panose="020B0604020202020204" pitchFamily="34" charset="0"/>
              </a:rPr>
              <a:t>YOUR WILL BE DONE,</a:t>
            </a:r>
          </a:p>
          <a:p>
            <a:pPr algn="ctr">
              <a:lnSpc>
                <a:spcPts val="5500"/>
              </a:lnSpc>
              <a:defRPr sz="2600" b="0" i="0" u="none">
                <a:solidFill>
                  <a:srgbClr val="F0FDF4"/>
                </a:solidFill>
                <a:latin typeface="Arial"/>
              </a:defRPr>
            </a:pPr>
            <a:r>
              <a:rPr lang="en-US" sz="7000" b="1" dirty="0">
                <a:latin typeface="Arial" panose="020B0604020202020204" pitchFamily="34" charset="0"/>
                <a:cs typeface="Arial" panose="020B0604020202020204" pitchFamily="34" charset="0"/>
              </a:rPr>
              <a:t>ON EARTH AS IT IS IN HEAVEN.</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Our Father</a:t>
            </a:r>
          </a:p>
        </p:txBody>
      </p:sp>
      <p:sp>
        <p:nvSpPr>
          <p:cNvPr id="5" name="TextBox 4">
            <a:extLst>
              <a:ext uri="{FF2B5EF4-FFF2-40B4-BE49-F238E27FC236}">
                <a16:creationId xmlns:a16="http://schemas.microsoft.com/office/drawing/2014/main" id="{B0E41674-432D-59B5-74C3-4778FD3C73E2}"/>
              </a:ext>
            </a:extLst>
          </p:cNvPr>
          <p:cNvSpPr txBox="1"/>
          <p:nvPr/>
        </p:nvSpPr>
        <p:spPr>
          <a:xfrm>
            <a:off x="0" y="4787347"/>
            <a:ext cx="18288000" cy="5499653"/>
          </a:xfrm>
          <a:prstGeom prst="rect">
            <a:avLst/>
          </a:prstGeom>
          <a:noFill/>
        </p:spPr>
        <p:txBody>
          <a:bodyPr wrap="square" lIns="109728" tIns="73152" rIns="109728" bIns="73152" anchor="ctr">
            <a:noAutofit/>
          </a:bodyPr>
          <a:lstStyle/>
          <a:p>
            <a:pPr algn="ctr">
              <a:lnSpc>
                <a:spcPts val="5500"/>
              </a:lnSpc>
              <a:defRPr sz="2600" b="0" i="0" u="none">
                <a:solidFill>
                  <a:srgbClr val="F0FDF4"/>
                </a:solidFill>
                <a:latin typeface="Arial"/>
              </a:defRPr>
            </a:pPr>
            <a:r>
              <a:rPr lang="en-US" sz="7000" b="1" i="1" dirty="0">
                <a:latin typeface="Arial" panose="020B0604020202020204" pitchFamily="34" charset="0"/>
                <a:cs typeface="Arial" panose="020B0604020202020204" pitchFamily="34" charset="0"/>
              </a:rPr>
              <a:t>GIVE US THIS DAY OUR DAILY BREAD;</a:t>
            </a:r>
          </a:p>
          <a:p>
            <a:pPr algn="ctr">
              <a:lnSpc>
                <a:spcPts val="5500"/>
              </a:lnSpc>
              <a:defRPr sz="2600" b="0" i="0" u="none">
                <a:solidFill>
                  <a:srgbClr val="F0FDF4"/>
                </a:solidFill>
                <a:latin typeface="Arial"/>
              </a:defRPr>
            </a:pPr>
            <a:r>
              <a:rPr lang="en-US" sz="7000" b="1" i="1" dirty="0">
                <a:latin typeface="Arial" panose="020B0604020202020204" pitchFamily="34" charset="0"/>
                <a:cs typeface="Arial" panose="020B0604020202020204" pitchFamily="34" charset="0"/>
              </a:rPr>
              <a:t>AND FORGIVE US OUR TRESPASSES,</a:t>
            </a:r>
          </a:p>
          <a:p>
            <a:pPr algn="ctr">
              <a:lnSpc>
                <a:spcPts val="5500"/>
              </a:lnSpc>
              <a:defRPr sz="2600" b="0" i="0" u="none">
                <a:solidFill>
                  <a:srgbClr val="F0FDF4"/>
                </a:solidFill>
                <a:latin typeface="Arial"/>
              </a:defRPr>
            </a:pPr>
            <a:r>
              <a:rPr lang="en-US" sz="7000" b="1" i="1" dirty="0">
                <a:latin typeface="Arial" panose="020B0604020202020204" pitchFamily="34" charset="0"/>
                <a:cs typeface="Arial" panose="020B0604020202020204" pitchFamily="34" charset="0"/>
              </a:rPr>
              <a:t>AS WE FORGIVE THOSE WHO TRESPASS AGAINST US;</a:t>
            </a:r>
          </a:p>
          <a:p>
            <a:pPr algn="ctr">
              <a:lnSpc>
                <a:spcPts val="5500"/>
              </a:lnSpc>
              <a:defRPr sz="2600" b="0" i="0" u="none">
                <a:solidFill>
                  <a:srgbClr val="F0FDF4"/>
                </a:solidFill>
                <a:latin typeface="Arial"/>
              </a:defRPr>
            </a:pPr>
            <a:r>
              <a:rPr lang="en-US" sz="7000" b="1" i="1" dirty="0">
                <a:latin typeface="Arial" panose="020B0604020202020204" pitchFamily="34" charset="0"/>
                <a:cs typeface="Arial" panose="020B0604020202020204" pitchFamily="34" charset="0"/>
              </a:rPr>
              <a:t>AND LEAD US NOT INTO TEMPTATION,</a:t>
            </a:r>
          </a:p>
          <a:p>
            <a:pPr algn="ctr">
              <a:lnSpc>
                <a:spcPts val="5500"/>
              </a:lnSpc>
              <a:defRPr sz="2600" b="0" i="0" u="none">
                <a:solidFill>
                  <a:srgbClr val="F0FDF4"/>
                </a:solidFill>
                <a:latin typeface="Arial"/>
              </a:defRPr>
            </a:pPr>
            <a:r>
              <a:rPr lang="en-US" sz="7000" b="1" i="1" dirty="0">
                <a:latin typeface="Arial" panose="020B0604020202020204" pitchFamily="34" charset="0"/>
                <a:cs typeface="Arial" panose="020B0604020202020204" pitchFamily="34" charset="0"/>
              </a:rPr>
              <a:t>BUT DELIVER US, DELIVER US FROM EVIL.</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12515F25-89C0-68BC-7278-A98A7A5A373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5D65447-56D1-6AD8-3118-EE39D1BF6F6E}"/>
              </a:ext>
            </a:extLst>
          </p:cNvPr>
          <p:cNvSpPr txBox="1"/>
          <p:nvPr/>
        </p:nvSpPr>
        <p:spPr>
          <a:xfrm>
            <a:off x="914400" y="530352"/>
            <a:ext cx="16459200" cy="8750808"/>
          </a:xfrm>
          <a:prstGeom prst="rect">
            <a:avLst/>
          </a:prstGeom>
          <a:noFill/>
        </p:spPr>
        <p:txBody>
          <a:bodyPr wrap="square" lIns="109728" tIns="73152" rIns="109728" bIns="73152" anchor="ctr">
            <a:noAutofit/>
          </a:bodyPr>
          <a:lstStyle/>
          <a:p>
            <a:pPr algn="ctr">
              <a:spcBef>
                <a:spcPts val="400"/>
              </a:spcBef>
              <a:spcAft>
                <a:spcPts val="364"/>
              </a:spcAft>
              <a:defRPr sz="2600" b="1" i="0" u="none">
                <a:solidFill>
                  <a:srgbClr val="FFB800"/>
                </a:solidFill>
                <a:latin typeface="Arial"/>
              </a:defRPr>
            </a:pPr>
            <a:r>
              <a:rPr lang="en-US" sz="6600" dirty="0"/>
              <a:t>Priest: </a:t>
            </a:r>
            <a:r>
              <a:rPr lang="en-US" sz="6600" i="1" dirty="0">
                <a:solidFill>
                  <a:schemeClr val="bg1"/>
                </a:solidFill>
              </a:rPr>
              <a:t>Deliver us, Lord, we pray, from every evil, graciously grant peace in our days, that, by the help of your mercy, we may be always free from sin and safe from all distress, as we await the blessed hope and the coming of our Savior, Jesus Christ.</a:t>
            </a:r>
          </a:p>
        </p:txBody>
      </p:sp>
      <p:sp>
        <p:nvSpPr>
          <p:cNvPr id="4" name="TextBox 3">
            <a:extLst>
              <a:ext uri="{FF2B5EF4-FFF2-40B4-BE49-F238E27FC236}">
                <a16:creationId xmlns:a16="http://schemas.microsoft.com/office/drawing/2014/main" id="{C83B6D49-0276-47EA-F501-801DC099DAB5}"/>
              </a:ext>
            </a:extLst>
          </p:cNvPr>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Our Father</a:t>
            </a:r>
          </a:p>
        </p:txBody>
      </p:sp>
    </p:spTree>
    <p:extLst>
      <p:ext uri="{BB962C8B-B14F-4D97-AF65-F5344CB8AC3E}">
        <p14:creationId xmlns:p14="http://schemas.microsoft.com/office/powerpoint/2010/main" val="317739785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1A70BB96-1621-B75C-C170-F0292C152C6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C8D2707-7756-A8E3-CBF5-4BA3F8BE583B}"/>
              </a:ext>
            </a:extLst>
          </p:cNvPr>
          <p:cNvSpPr txBox="1"/>
          <p:nvPr/>
        </p:nvSpPr>
        <p:spPr>
          <a:xfrm>
            <a:off x="914400" y="1444753"/>
            <a:ext cx="16459200" cy="3286273"/>
          </a:xfrm>
          <a:prstGeom prst="rect">
            <a:avLst/>
          </a:prstGeom>
          <a:noFill/>
        </p:spPr>
        <p:txBody>
          <a:bodyPr wrap="square" lIns="109728" tIns="73152" rIns="109728" bIns="73152" anchor="ctr">
            <a:noAutofit/>
          </a:bodyPr>
          <a:lstStyle/>
          <a:p>
            <a:pPr algn="ctr">
              <a:spcBef>
                <a:spcPts val="400"/>
              </a:spcBef>
              <a:spcAft>
                <a:spcPts val="364"/>
              </a:spcAft>
              <a:defRPr sz="2600" b="1" i="0" u="none">
                <a:solidFill>
                  <a:srgbClr val="F0FDF4"/>
                </a:solidFill>
                <a:latin typeface="Arial"/>
              </a:defRPr>
            </a:pPr>
            <a:r>
              <a:rPr lang="en-US" sz="7000" dirty="0"/>
              <a:t>FOR THE KINGDOM, THE POWER, AND THE GLORY ARE YOURS NOW AND FOR EVER.</a:t>
            </a:r>
          </a:p>
        </p:txBody>
      </p:sp>
      <p:sp>
        <p:nvSpPr>
          <p:cNvPr id="4" name="TextBox 3">
            <a:extLst>
              <a:ext uri="{FF2B5EF4-FFF2-40B4-BE49-F238E27FC236}">
                <a16:creationId xmlns:a16="http://schemas.microsoft.com/office/drawing/2014/main" id="{0C066AAD-9F1E-AF40-0CD7-E0AA688E9B67}"/>
              </a:ext>
            </a:extLst>
          </p:cNvPr>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Our Father</a:t>
            </a:r>
          </a:p>
        </p:txBody>
      </p:sp>
      <p:sp>
        <p:nvSpPr>
          <p:cNvPr id="5" name="TextBox 4">
            <a:extLst>
              <a:ext uri="{FF2B5EF4-FFF2-40B4-BE49-F238E27FC236}">
                <a16:creationId xmlns:a16="http://schemas.microsoft.com/office/drawing/2014/main" id="{D3483208-BA5E-930E-3B94-EA7431D41750}"/>
              </a:ext>
            </a:extLst>
          </p:cNvPr>
          <p:cNvSpPr txBox="1"/>
          <p:nvPr/>
        </p:nvSpPr>
        <p:spPr>
          <a:xfrm>
            <a:off x="914400" y="5143500"/>
            <a:ext cx="16459200" cy="3286273"/>
          </a:xfrm>
          <a:prstGeom prst="rect">
            <a:avLst/>
          </a:prstGeom>
          <a:noFill/>
        </p:spPr>
        <p:txBody>
          <a:bodyPr wrap="square" lIns="109728" tIns="73152" rIns="109728" bIns="73152" anchor="ctr">
            <a:noAutofit/>
          </a:bodyPr>
          <a:lstStyle/>
          <a:p>
            <a:pPr algn="ctr">
              <a:spcBef>
                <a:spcPts val="400"/>
              </a:spcBef>
              <a:spcAft>
                <a:spcPts val="364"/>
              </a:spcAft>
              <a:defRPr sz="2600" b="1" i="0" u="none">
                <a:solidFill>
                  <a:srgbClr val="F0FDF4"/>
                </a:solidFill>
                <a:latin typeface="Arial"/>
              </a:defRPr>
            </a:pPr>
            <a:r>
              <a:rPr lang="en-US" sz="9000" i="1" dirty="0"/>
              <a:t>AMEN, AMEN, AMEN.</a:t>
            </a:r>
          </a:p>
        </p:txBody>
      </p:sp>
    </p:spTree>
    <p:extLst>
      <p:ext uri="{BB962C8B-B14F-4D97-AF65-F5344CB8AC3E}">
        <p14:creationId xmlns:p14="http://schemas.microsoft.com/office/powerpoint/2010/main" val="479939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A13"/>
            </a:gs>
            <a:gs pos="100000">
              <a:srgbClr val="689474"/>
            </a:gs>
          </a:gsLst>
          <a:lin ang="0" scaled="0"/>
        </a:gradFill>
        <a:effectLst/>
      </p:bgPr>
    </p:bg>
    <p:spTree>
      <p:nvGrpSpPr>
        <p:cNvPr id="1" name=""/>
        <p:cNvGrpSpPr/>
        <p:nvPr/>
      </p:nvGrpSpPr>
      <p:grpSpPr>
        <a:xfrm>
          <a:off x="0" y="0"/>
          <a:ext cx="0" cy="0"/>
          <a:chOff x="0" y="0"/>
          <a:chExt cx="0" cy="0"/>
        </a:xfrm>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FFEABF"/>
                </a:solidFill>
                <a:latin typeface="Arial"/>
              </a:defRPr>
            </a:pPr>
            <a:r>
              <a:t>MASS CELEBRANT:</a:t>
            </a:r>
          </a:p>
        </p:txBody>
      </p:sp>
      <p:sp>
        <p:nvSpPr>
          <p:cNvPr id="5" name="TextBox 4"/>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AF8F4"/>
                </a:solidFill>
                <a:latin typeface="Arial"/>
              </a:defRPr>
            </a:pPr>
            <a:r>
              <a:t>Rev. Fr. Jonrey Lauron, RCJ</a:t>
            </a:r>
          </a:p>
        </p:txBody>
      </p:sp>
      <p:sp>
        <p:nvSpPr>
          <p:cNvPr id="6" name="TextBox 5"/>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solidFill>
                  <a:srgbClr val="FAF8F4"/>
                </a:solidFill>
                <a:latin typeface="Arial"/>
              </a:defRPr>
            </a:pPr>
            <a:r>
              <a:t>YEAR A · 21 JUNE 2026</a:t>
            </a:r>
          </a:p>
        </p:txBody>
      </p:sp>
      <p:sp>
        <p:nvSpPr>
          <p:cNvPr id="7" name="TextBox 6"/>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solidFill>
                  <a:srgbClr val="EFEDEC"/>
                </a:solidFill>
                <a:latin typeface="Arial"/>
              </a:defRPr>
            </a:pPr>
            <a:r>
              <a:t>“Fear no one.”</a:t>
            </a:r>
          </a:p>
        </p:txBody>
      </p:sp>
      <p:sp>
        <p:nvSpPr>
          <p:cNvPr id="8" name="TextBox 7"/>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solidFill>
                  <a:srgbClr val="FFDE9E"/>
                </a:solidFill>
                <a:latin typeface="Arial"/>
              </a:defRPr>
            </a:pPr>
            <a:r>
              <a:t>GOSPEL (MATTHEW 10:26–33)</a:t>
            </a:r>
          </a:p>
        </p:txBody>
      </p:sp>
      <p:sp>
        <p:nvSpPr>
          <p:cNvPr id="9" name="TextBox 8"/>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solidFill>
                  <a:srgbClr val="FAF8F4"/>
                </a:solidFill>
                <a:latin typeface="Arial"/>
              </a:defRPr>
            </a:pPr>
            <a:r>
              <a:t>12th Sunday in Ordinary Time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0" y="1746530"/>
            <a:ext cx="18288000" cy="2038763"/>
          </a:xfrm>
          <a:prstGeom prst="rect">
            <a:avLst/>
          </a:prstGeom>
        </p:spPr>
        <p:txBody>
          <a:bodyPr wrap="square" lIns="0" tIns="0" rIns="0" bIns="0" rtlCol="0" anchor="t">
            <a:spAutoFit/>
          </a:bodyPr>
          <a:lstStyle/>
          <a:p>
            <a:pPr marL="0" lvl="0" indent="0" algn="ctr">
              <a:lnSpc>
                <a:spcPts val="8228"/>
              </a:lnSpc>
              <a:defRPr/>
            </a:pPr>
            <a:r>
              <a:rPr lang="en-US" sz="6500" b="1" dirty="0">
                <a:solidFill>
                  <a:srgbClr val="FFB800"/>
                </a:solidFill>
                <a:latin typeface="Arial" panose="020B0604020202020204" pitchFamily="34" charset="0"/>
                <a:ea typeface="Poppins Semi-Bold"/>
                <a:cs typeface="Arial" panose="020B0604020202020204" pitchFamily="34" charset="0"/>
                <a:sym typeface="Poppins Semi-Bold"/>
              </a:rPr>
              <a:t>Priest</a:t>
            </a:r>
            <a:r>
              <a:rPr lang="en-US" sz="6500" b="1" dirty="0">
                <a:solidFill>
                  <a:srgbClr val="F0FDF4"/>
                </a:solidFill>
                <a:latin typeface="Arial" panose="020B0604020202020204" pitchFamily="34" charset="0"/>
                <a:ea typeface="Poppins Semi-Bold"/>
                <a:cs typeface="Arial" panose="020B0604020202020204" pitchFamily="34" charset="0"/>
                <a:sym typeface="Poppins Semi-Bold"/>
              </a:rPr>
              <a:t>: </a:t>
            </a:r>
            <a:r>
              <a:rPr lang="en-US" sz="6500" b="1" i="1" dirty="0">
                <a:solidFill>
                  <a:srgbClr val="F0FDF4"/>
                </a:solidFill>
                <a:latin typeface="Arial" panose="020B0604020202020204" pitchFamily="34" charset="0"/>
                <a:ea typeface="Poppins Semi-Bold"/>
                <a:cs typeface="Arial" panose="020B0604020202020204" pitchFamily="34" charset="0"/>
                <a:sym typeface="Poppins Semi-Bold"/>
              </a:rPr>
              <a:t>The peace of the Lord</a:t>
            </a:r>
          </a:p>
          <a:p>
            <a:pPr marL="0" lvl="0" indent="0" algn="ctr">
              <a:lnSpc>
                <a:spcPts val="8228"/>
              </a:lnSpc>
              <a:defRPr/>
            </a:pPr>
            <a:r>
              <a:rPr lang="en-US" sz="6500" b="1" i="1" dirty="0">
                <a:solidFill>
                  <a:srgbClr val="F0FDF4"/>
                </a:solidFill>
                <a:latin typeface="Arial" panose="020B0604020202020204" pitchFamily="34" charset="0"/>
                <a:ea typeface="Poppins Semi-Bold"/>
                <a:cs typeface="Arial" panose="020B0604020202020204" pitchFamily="34" charset="0"/>
                <a:sym typeface="Poppins Semi-Bold"/>
              </a:rPr>
              <a:t>be with you.</a:t>
            </a:r>
          </a:p>
        </p:txBody>
      </p:sp>
      <p:sp>
        <p:nvSpPr>
          <p:cNvPr id="4" name="TextBox 4"/>
          <p:cNvSpPr txBox="1"/>
          <p:nvPr/>
        </p:nvSpPr>
        <p:spPr>
          <a:xfrm>
            <a:off x="0" y="7665339"/>
            <a:ext cx="18288000" cy="1090042"/>
          </a:xfrm>
          <a:prstGeom prst="rect">
            <a:avLst/>
          </a:prstGeom>
        </p:spPr>
        <p:txBody>
          <a:bodyPr wrap="square" lIns="0" tIns="0" rIns="0" bIns="0" rtlCol="0" anchor="t">
            <a:spAutoFit/>
          </a:bodyPr>
          <a:lstStyle/>
          <a:p>
            <a:pPr marL="0" lvl="0" indent="0" algn="ctr">
              <a:lnSpc>
                <a:spcPts val="8469"/>
              </a:lnSpc>
              <a:defRPr/>
            </a:pPr>
            <a:r>
              <a:rPr lang="en-US" sz="8000" b="1" dirty="0">
                <a:solidFill>
                  <a:srgbClr val="F0FDF4"/>
                </a:solidFill>
                <a:latin typeface="Arial" panose="020B0604020202020204" pitchFamily="34" charset="0"/>
                <a:ea typeface="Poppins Bold"/>
                <a:cs typeface="Arial" panose="020B0604020202020204" pitchFamily="34" charset="0"/>
                <a:sym typeface="Poppins Bold"/>
              </a:rPr>
              <a:t>All: Peace be with you.</a:t>
            </a:r>
          </a:p>
        </p:txBody>
      </p:sp>
      <p:sp>
        <p:nvSpPr>
          <p:cNvPr id="6" name="TextBox 6"/>
          <p:cNvSpPr txBox="1"/>
          <p:nvPr/>
        </p:nvSpPr>
        <p:spPr>
          <a:xfrm>
            <a:off x="0" y="5626576"/>
            <a:ext cx="18288000" cy="2038763"/>
          </a:xfrm>
          <a:prstGeom prst="rect">
            <a:avLst/>
          </a:prstGeom>
        </p:spPr>
        <p:txBody>
          <a:bodyPr wrap="square" lIns="0" tIns="0" rIns="0" bIns="0" rtlCol="0" anchor="t">
            <a:spAutoFit/>
          </a:bodyPr>
          <a:lstStyle/>
          <a:p>
            <a:pPr marL="0" lvl="0" indent="0" algn="ctr">
              <a:lnSpc>
                <a:spcPts val="8228"/>
              </a:lnSpc>
              <a:defRPr/>
            </a:pPr>
            <a:r>
              <a:rPr lang="en-US" sz="6500" b="1" dirty="0">
                <a:solidFill>
                  <a:srgbClr val="FFB800"/>
                </a:solidFill>
                <a:latin typeface="Arial" panose="020B0604020202020204" pitchFamily="34" charset="0"/>
                <a:ea typeface="Poppins Semi-Bold"/>
                <a:cs typeface="Arial" panose="020B0604020202020204" pitchFamily="34" charset="0"/>
                <a:sym typeface="Poppins Semi-Bold"/>
              </a:rPr>
              <a:t>Priest</a:t>
            </a:r>
            <a:r>
              <a:rPr lang="en-US" sz="6500" b="1" dirty="0">
                <a:solidFill>
                  <a:srgbClr val="F0FDF4"/>
                </a:solidFill>
                <a:latin typeface="Arial" panose="020B0604020202020204" pitchFamily="34" charset="0"/>
                <a:ea typeface="Poppins Semi-Bold"/>
                <a:cs typeface="Arial" panose="020B0604020202020204" pitchFamily="34" charset="0"/>
                <a:sym typeface="Poppins Semi-Bold"/>
              </a:rPr>
              <a:t>: </a:t>
            </a:r>
            <a:r>
              <a:rPr lang="en-US" sz="6500" b="1" i="1" dirty="0">
                <a:solidFill>
                  <a:srgbClr val="F0FDF4"/>
                </a:solidFill>
                <a:latin typeface="Arial" panose="020B0604020202020204" pitchFamily="34" charset="0"/>
                <a:ea typeface="Poppins Semi-Bold"/>
                <a:cs typeface="Arial" panose="020B0604020202020204" pitchFamily="34" charset="0"/>
                <a:sym typeface="Poppins Semi-Bold"/>
              </a:rPr>
              <a:t>Let us offer each other</a:t>
            </a:r>
          </a:p>
          <a:p>
            <a:pPr marL="0" lvl="0" indent="0" algn="ctr">
              <a:lnSpc>
                <a:spcPts val="8228"/>
              </a:lnSpc>
              <a:defRPr/>
            </a:pPr>
            <a:r>
              <a:rPr lang="en-US" sz="6500" b="1" i="1" dirty="0">
                <a:solidFill>
                  <a:srgbClr val="F0FDF4"/>
                </a:solidFill>
                <a:latin typeface="Arial" panose="020B0604020202020204" pitchFamily="34" charset="0"/>
                <a:ea typeface="Poppins Semi-Bold"/>
                <a:cs typeface="Arial" panose="020B0604020202020204" pitchFamily="34" charset="0"/>
                <a:sym typeface="Poppins Semi-Bold"/>
              </a:rPr>
              <a:t>the sign of peace. </a:t>
            </a:r>
          </a:p>
        </p:txBody>
      </p:sp>
      <p:sp>
        <p:nvSpPr>
          <p:cNvPr id="5" name="TextBox 4">
            <a:extLst>
              <a:ext uri="{FF2B5EF4-FFF2-40B4-BE49-F238E27FC236}">
                <a16:creationId xmlns:a16="http://schemas.microsoft.com/office/drawing/2014/main" id="{664176DB-8A06-D3DB-13A1-B22D1175E2F2}"/>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FFB800"/>
                </a:solidFill>
                <a:latin typeface="Georgia"/>
              </a:rPr>
              <a:t>Sign of Peace</a:t>
            </a:r>
            <a:endParaRPr sz="5000" b="1" u="sng" dirty="0">
              <a:solidFill>
                <a:srgbClr val="86EFAC"/>
              </a:solidFill>
              <a:latin typeface="Georgia"/>
            </a:endParaRPr>
          </a:p>
        </p:txBody>
      </p:sp>
      <p:sp>
        <p:nvSpPr>
          <p:cNvPr id="8" name="TextBox 4">
            <a:extLst>
              <a:ext uri="{FF2B5EF4-FFF2-40B4-BE49-F238E27FC236}">
                <a16:creationId xmlns:a16="http://schemas.microsoft.com/office/drawing/2014/main" id="{F7E45210-3BE8-09AA-AD33-DBEA6071DC28}"/>
              </a:ext>
            </a:extLst>
          </p:cNvPr>
          <p:cNvSpPr txBox="1"/>
          <p:nvPr/>
        </p:nvSpPr>
        <p:spPr>
          <a:xfrm>
            <a:off x="0" y="3768412"/>
            <a:ext cx="18288000" cy="1090042"/>
          </a:xfrm>
          <a:prstGeom prst="rect">
            <a:avLst/>
          </a:prstGeom>
        </p:spPr>
        <p:txBody>
          <a:bodyPr wrap="square" lIns="0" tIns="0" rIns="0" bIns="0" rtlCol="0" anchor="t">
            <a:spAutoFit/>
          </a:bodyPr>
          <a:lstStyle/>
          <a:p>
            <a:pPr marL="0" lvl="0" indent="0" algn="ctr">
              <a:lnSpc>
                <a:spcPts val="8469"/>
              </a:lnSpc>
              <a:defRPr/>
            </a:pPr>
            <a:r>
              <a:rPr lang="en-US" sz="8000" b="1" dirty="0">
                <a:solidFill>
                  <a:srgbClr val="F0FDF4"/>
                </a:solidFill>
                <a:latin typeface="Arial" panose="020B0604020202020204" pitchFamily="34" charset="0"/>
                <a:ea typeface="Poppins Bold"/>
                <a:cs typeface="Arial" panose="020B0604020202020204" pitchFamily="34" charset="0"/>
                <a:sym typeface="Poppins Bold"/>
              </a:rPr>
              <a:t>All: And with your spirit.</a:t>
            </a:r>
          </a:p>
        </p:txBody>
      </p:sp>
      <p:sp>
        <p:nvSpPr>
          <p:cNvPr id="9" name="TextBox 8"/>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Sign of Peace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0" y="1248545"/>
            <a:ext cx="18288000" cy="2539157"/>
          </a:xfrm>
          <a:prstGeom prst="rect">
            <a:avLst/>
          </a:prstGeom>
        </p:spPr>
        <p:txBody>
          <a:bodyPr wrap="square" lIns="0" tIns="0" rIns="0" bIns="0" rtlCol="0" anchor="t">
            <a:spAutoFit/>
          </a:bodyPr>
          <a:lstStyle/>
          <a:p>
            <a:pPr algn="ctr">
              <a:lnSpc>
                <a:spcPts val="6608"/>
              </a:lnSpc>
              <a:defRPr/>
            </a:pPr>
            <a:r>
              <a:rPr lang="en-US" sz="5500" b="1" dirty="0">
                <a:solidFill>
                  <a:srgbClr val="F0FDF4"/>
                </a:solidFill>
                <a:latin typeface="Arial" panose="020B0604020202020204" pitchFamily="34" charset="0"/>
                <a:ea typeface="Poppins Bold"/>
                <a:cs typeface="Arial" panose="020B0604020202020204" pitchFamily="34" charset="0"/>
                <a:sym typeface="Poppins Bold"/>
              </a:rPr>
              <a:t>LAMB OF GOD</a:t>
            </a:r>
          </a:p>
          <a:p>
            <a:pPr algn="ctr">
              <a:lnSpc>
                <a:spcPts val="6608"/>
              </a:lnSpc>
              <a:defRPr/>
            </a:pPr>
            <a:r>
              <a:rPr lang="en-US" sz="5500" b="1" dirty="0">
                <a:solidFill>
                  <a:srgbClr val="F0FDF4"/>
                </a:solidFill>
                <a:latin typeface="Arial" panose="020B0604020202020204" pitchFamily="34" charset="0"/>
                <a:ea typeface="Poppins Bold"/>
                <a:cs typeface="Arial" panose="020B0604020202020204" pitchFamily="34" charset="0"/>
                <a:sym typeface="Poppins Bold"/>
              </a:rPr>
              <a:t>YOU TAKE AWAY THE SINS OF THE WORLD</a:t>
            </a:r>
          </a:p>
          <a:p>
            <a:pPr marL="0" lvl="0" indent="0" algn="ctr">
              <a:lnSpc>
                <a:spcPts val="6608"/>
              </a:lnSpc>
              <a:defRPr/>
            </a:pPr>
            <a:r>
              <a:rPr lang="en-US" sz="5500" b="1" dirty="0">
                <a:solidFill>
                  <a:srgbClr val="FFB800"/>
                </a:solidFill>
                <a:latin typeface="Arial" panose="020B0604020202020204" pitchFamily="34" charset="0"/>
                <a:ea typeface="Poppins Bold"/>
                <a:cs typeface="Arial" panose="020B0604020202020204" pitchFamily="34" charset="0"/>
                <a:sym typeface="Poppins Bold"/>
              </a:rPr>
              <a:t>HAVE MERCY</a:t>
            </a:r>
            <a:r>
              <a:rPr lang="en-US" sz="5500" b="1" dirty="0">
                <a:solidFill>
                  <a:srgbClr val="F0FDF4"/>
                </a:solidFill>
                <a:latin typeface="Arial" panose="020B0604020202020204" pitchFamily="34" charset="0"/>
                <a:ea typeface="Poppins Bold"/>
                <a:cs typeface="Arial" panose="020B0604020202020204" pitchFamily="34" charset="0"/>
                <a:sym typeface="Poppins Bold"/>
              </a:rPr>
              <a:t>, </a:t>
            </a:r>
            <a:r>
              <a:rPr lang="en-US" sz="5500" b="1" dirty="0">
                <a:solidFill>
                  <a:srgbClr val="FFB800"/>
                </a:solidFill>
                <a:latin typeface="Arial" panose="020B0604020202020204" pitchFamily="34" charset="0"/>
                <a:ea typeface="Poppins Bold"/>
                <a:cs typeface="Arial" panose="020B0604020202020204" pitchFamily="34" charset="0"/>
                <a:sym typeface="Poppins Bold"/>
              </a:rPr>
              <a:t>HAVE MERCY ON US</a:t>
            </a:r>
            <a:r>
              <a:rPr lang="en-US" sz="5500" b="1" dirty="0">
                <a:solidFill>
                  <a:srgbClr val="F0FDF4"/>
                </a:solidFill>
                <a:latin typeface="Arial" panose="020B0604020202020204" pitchFamily="34" charset="0"/>
                <a:ea typeface="Poppins Bold"/>
                <a:cs typeface="Arial" panose="020B0604020202020204" pitchFamily="34" charset="0"/>
                <a:sym typeface="Poppins Bold"/>
              </a:rPr>
              <a:t>.</a:t>
            </a:r>
          </a:p>
        </p:txBody>
      </p:sp>
      <p:sp>
        <p:nvSpPr>
          <p:cNvPr id="3" name="TextBox 3"/>
          <p:cNvSpPr txBox="1"/>
          <p:nvPr/>
        </p:nvSpPr>
        <p:spPr>
          <a:xfrm>
            <a:off x="0" y="6645357"/>
            <a:ext cx="18288000" cy="2539157"/>
          </a:xfrm>
          <a:prstGeom prst="rect">
            <a:avLst/>
          </a:prstGeom>
        </p:spPr>
        <p:txBody>
          <a:bodyPr wrap="square" lIns="0" tIns="0" rIns="0" bIns="0" rtlCol="0" anchor="t">
            <a:spAutoFit/>
          </a:bodyPr>
          <a:lstStyle/>
          <a:p>
            <a:pPr algn="ctr">
              <a:lnSpc>
                <a:spcPts val="6608"/>
              </a:lnSpc>
              <a:defRPr/>
            </a:pPr>
            <a:r>
              <a:rPr lang="en-US" sz="5500" b="1" dirty="0">
                <a:solidFill>
                  <a:srgbClr val="F0FDF4"/>
                </a:solidFill>
                <a:latin typeface="Arial" panose="020B0604020202020204" pitchFamily="34" charset="0"/>
                <a:ea typeface="Poppins Bold"/>
                <a:cs typeface="Arial" panose="020B0604020202020204" pitchFamily="34" charset="0"/>
                <a:sym typeface="Poppins Bold"/>
              </a:rPr>
              <a:t>LAMB OF GOD</a:t>
            </a:r>
          </a:p>
          <a:p>
            <a:pPr algn="ctr">
              <a:lnSpc>
                <a:spcPts val="6608"/>
              </a:lnSpc>
              <a:defRPr/>
            </a:pPr>
            <a:r>
              <a:rPr lang="en-US" sz="5500" b="1" dirty="0">
                <a:solidFill>
                  <a:srgbClr val="F0FDF4"/>
                </a:solidFill>
                <a:latin typeface="Arial" panose="020B0604020202020204" pitchFamily="34" charset="0"/>
                <a:ea typeface="Poppins Bold"/>
                <a:cs typeface="Arial" panose="020B0604020202020204" pitchFamily="34" charset="0"/>
                <a:sym typeface="Poppins Bold"/>
              </a:rPr>
              <a:t>YOU TAKE AWAY THE SINS OF THE WORLD,</a:t>
            </a:r>
          </a:p>
          <a:p>
            <a:pPr marL="0" lvl="0" indent="0" algn="ctr">
              <a:lnSpc>
                <a:spcPts val="6608"/>
              </a:lnSpc>
              <a:defRPr/>
            </a:pPr>
            <a:r>
              <a:rPr lang="en-US" sz="5500" b="1" dirty="0">
                <a:solidFill>
                  <a:srgbClr val="FFB800"/>
                </a:solidFill>
                <a:latin typeface="Arial" panose="020B0604020202020204" pitchFamily="34" charset="0"/>
                <a:ea typeface="Poppins Bold"/>
                <a:cs typeface="Arial" panose="020B0604020202020204" pitchFamily="34" charset="0"/>
                <a:sym typeface="Poppins Bold"/>
              </a:rPr>
              <a:t>GRANT US PEACE</a:t>
            </a:r>
            <a:r>
              <a:rPr lang="en-US" sz="5500" b="1" dirty="0">
                <a:solidFill>
                  <a:srgbClr val="F0FDF4"/>
                </a:solidFill>
                <a:latin typeface="Arial" panose="020B0604020202020204" pitchFamily="34" charset="0"/>
                <a:ea typeface="Poppins Bold"/>
                <a:cs typeface="Arial" panose="020B0604020202020204" pitchFamily="34" charset="0"/>
                <a:sym typeface="Poppins Bold"/>
              </a:rPr>
              <a:t>, </a:t>
            </a:r>
            <a:r>
              <a:rPr lang="en-US" sz="5500" b="1" dirty="0">
                <a:solidFill>
                  <a:srgbClr val="FFB800"/>
                </a:solidFill>
                <a:latin typeface="Arial" panose="020B0604020202020204" pitchFamily="34" charset="0"/>
                <a:ea typeface="Poppins Bold"/>
                <a:cs typeface="Arial" panose="020B0604020202020204" pitchFamily="34" charset="0"/>
                <a:sym typeface="Poppins Bold"/>
              </a:rPr>
              <a:t>GRANT US PEACE</a:t>
            </a:r>
            <a:r>
              <a:rPr lang="en-US" sz="5500" b="1" dirty="0">
                <a:solidFill>
                  <a:srgbClr val="F0FDF4"/>
                </a:solidFill>
                <a:latin typeface="Arial" panose="020B0604020202020204" pitchFamily="34" charset="0"/>
                <a:ea typeface="Poppins Bold"/>
                <a:cs typeface="Arial" panose="020B0604020202020204" pitchFamily="34" charset="0"/>
                <a:sym typeface="Poppins Bold"/>
              </a:rPr>
              <a:t>.</a:t>
            </a:r>
          </a:p>
        </p:txBody>
      </p:sp>
      <p:sp>
        <p:nvSpPr>
          <p:cNvPr id="4" name="TextBox 4"/>
          <p:cNvSpPr txBox="1"/>
          <p:nvPr/>
        </p:nvSpPr>
        <p:spPr>
          <a:xfrm>
            <a:off x="0" y="3946951"/>
            <a:ext cx="18288000" cy="2539157"/>
          </a:xfrm>
          <a:prstGeom prst="rect">
            <a:avLst/>
          </a:prstGeom>
        </p:spPr>
        <p:txBody>
          <a:bodyPr wrap="square" lIns="0" tIns="0" rIns="0" bIns="0" rtlCol="0" anchor="t">
            <a:spAutoFit/>
          </a:bodyPr>
          <a:lstStyle/>
          <a:p>
            <a:pPr algn="ctr">
              <a:lnSpc>
                <a:spcPts val="6608"/>
              </a:lnSpc>
              <a:defRPr/>
            </a:pPr>
            <a:r>
              <a:rPr lang="en-US" sz="5500" b="1" dirty="0">
                <a:solidFill>
                  <a:srgbClr val="F0FDF4"/>
                </a:solidFill>
                <a:latin typeface="Arial" panose="020B0604020202020204" pitchFamily="34" charset="0"/>
                <a:ea typeface="Poppins Bold"/>
                <a:cs typeface="Arial" panose="020B0604020202020204" pitchFamily="34" charset="0"/>
                <a:sym typeface="Poppins Bold"/>
              </a:rPr>
              <a:t>LAMB OF GOD</a:t>
            </a:r>
          </a:p>
          <a:p>
            <a:pPr algn="ctr">
              <a:lnSpc>
                <a:spcPts val="6608"/>
              </a:lnSpc>
              <a:defRPr/>
            </a:pPr>
            <a:r>
              <a:rPr lang="en-US" sz="5500" b="1" dirty="0">
                <a:solidFill>
                  <a:srgbClr val="F0FDF4"/>
                </a:solidFill>
                <a:latin typeface="Arial" panose="020B0604020202020204" pitchFamily="34" charset="0"/>
                <a:ea typeface="Poppins Bold"/>
                <a:cs typeface="Arial" panose="020B0604020202020204" pitchFamily="34" charset="0"/>
                <a:sym typeface="Poppins Bold"/>
              </a:rPr>
              <a:t>YOU TAKE AWAY THE SINS OF THE WORLD</a:t>
            </a:r>
          </a:p>
          <a:p>
            <a:pPr marL="0" lvl="0" indent="0" algn="ctr">
              <a:lnSpc>
                <a:spcPts val="6608"/>
              </a:lnSpc>
              <a:defRPr/>
            </a:pPr>
            <a:r>
              <a:rPr lang="en-US" sz="5500" b="1" dirty="0">
                <a:solidFill>
                  <a:srgbClr val="FFB800"/>
                </a:solidFill>
                <a:latin typeface="Arial" panose="020B0604020202020204" pitchFamily="34" charset="0"/>
                <a:ea typeface="Poppins Bold"/>
                <a:cs typeface="Arial" panose="020B0604020202020204" pitchFamily="34" charset="0"/>
                <a:sym typeface="Poppins Bold"/>
              </a:rPr>
              <a:t>HAVE MERCY</a:t>
            </a:r>
            <a:r>
              <a:rPr lang="en-US" sz="5500" b="1" dirty="0">
                <a:solidFill>
                  <a:srgbClr val="F0FDF4"/>
                </a:solidFill>
                <a:latin typeface="Arial" panose="020B0604020202020204" pitchFamily="34" charset="0"/>
                <a:ea typeface="Poppins Bold"/>
                <a:cs typeface="Arial" panose="020B0604020202020204" pitchFamily="34" charset="0"/>
                <a:sym typeface="Poppins Bold"/>
              </a:rPr>
              <a:t>, </a:t>
            </a:r>
            <a:r>
              <a:rPr lang="en-US" sz="5500" b="1" dirty="0">
                <a:solidFill>
                  <a:srgbClr val="FFB800"/>
                </a:solidFill>
                <a:latin typeface="Arial" panose="020B0604020202020204" pitchFamily="34" charset="0"/>
                <a:ea typeface="Poppins Bold"/>
                <a:cs typeface="Arial" panose="020B0604020202020204" pitchFamily="34" charset="0"/>
                <a:sym typeface="Poppins Bold"/>
              </a:rPr>
              <a:t>HAVE MERCY ON US</a:t>
            </a:r>
            <a:r>
              <a:rPr lang="en-US" sz="5500" b="1" dirty="0">
                <a:solidFill>
                  <a:srgbClr val="F0FDF4"/>
                </a:solidFill>
                <a:latin typeface="Arial" panose="020B0604020202020204" pitchFamily="34" charset="0"/>
                <a:ea typeface="Poppins Bold"/>
                <a:cs typeface="Arial" panose="020B0604020202020204" pitchFamily="34" charset="0"/>
                <a:sym typeface="Poppins Bold"/>
              </a:rPr>
              <a:t>.</a:t>
            </a:r>
          </a:p>
        </p:txBody>
      </p:sp>
      <p:sp>
        <p:nvSpPr>
          <p:cNvPr id="7" name="TextBox 6">
            <a:extLst>
              <a:ext uri="{FF2B5EF4-FFF2-40B4-BE49-F238E27FC236}">
                <a16:creationId xmlns:a16="http://schemas.microsoft.com/office/drawing/2014/main" id="{F9D2276B-3751-00B9-B051-3CB47914D3DE}"/>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3600" b="1" u="sng" dirty="0">
                <a:solidFill>
                  <a:srgbClr val="FFB800"/>
                </a:solidFill>
                <a:latin typeface="Georgia"/>
              </a:rPr>
              <a:t>Lamb of God</a:t>
            </a:r>
            <a:endParaRPr sz="3600" b="1" u="sng" dirty="0">
              <a:solidFill>
                <a:srgbClr val="86EFAC"/>
              </a:solidFill>
              <a:latin typeface="Georgia"/>
            </a:endParaRPr>
          </a:p>
        </p:txBody>
      </p:sp>
      <p:sp>
        <p:nvSpPr>
          <p:cNvPr id="8" name="TextBox 7"/>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Lamb of God</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3553930"/>
            <a:ext cx="18288000" cy="5864390"/>
          </a:xfrm>
          <a:prstGeom prst="rect">
            <a:avLst/>
          </a:prstGeom>
          <a:noFill/>
        </p:spPr>
        <p:txBody>
          <a:bodyPr wrap="square" lIns="109728" tIns="73152" rIns="109728" bIns="73152" anchor="ctr">
            <a:noAutofit/>
          </a:bodyPr>
          <a:lstStyle/>
          <a:p>
            <a:pPr algn="ctr" fontAlgn="ctr"/>
            <a:r>
              <a:rPr sz="8000" b="1" dirty="0">
                <a:solidFill>
                  <a:srgbClr val="F0FDF4"/>
                </a:solidFill>
                <a:latin typeface="Arial" panose="020B0604020202020204" pitchFamily="34" charset="0"/>
                <a:cs typeface="Arial" panose="020B0604020202020204" pitchFamily="34" charset="0"/>
              </a:rPr>
              <a:t>All:</a:t>
            </a:r>
            <a:endParaRPr lang="en-US" sz="8000" b="1" dirty="0">
              <a:solidFill>
                <a:srgbClr val="F0FDF4"/>
              </a:solidFill>
              <a:latin typeface="Arial" panose="020B0604020202020204" pitchFamily="34" charset="0"/>
              <a:cs typeface="Arial" panose="020B0604020202020204" pitchFamily="34" charset="0"/>
            </a:endParaRPr>
          </a:p>
          <a:p>
            <a:pPr algn="ctr" fontAlgn="ctr"/>
            <a:r>
              <a:rPr sz="8000" b="1" dirty="0">
                <a:solidFill>
                  <a:srgbClr val="F0FDF4"/>
                </a:solidFill>
                <a:latin typeface="Arial" panose="020B0604020202020204" pitchFamily="34" charset="0"/>
                <a:cs typeface="Arial" panose="020B0604020202020204" pitchFamily="34" charset="0"/>
              </a:rPr>
              <a:t>Lord, I am not worthy that you should enter under my roof, but only say the word and my soul shall be healed.</a:t>
            </a:r>
          </a:p>
        </p:txBody>
      </p:sp>
      <p:sp>
        <p:nvSpPr>
          <p:cNvPr id="4" name="TextBox 3">
            <a:extLst>
              <a:ext uri="{FF2B5EF4-FFF2-40B4-BE49-F238E27FC236}">
                <a16:creationId xmlns:a16="http://schemas.microsoft.com/office/drawing/2014/main" id="{23E58424-4860-EF09-E5A9-C4A4AD77B7B8}"/>
              </a:ext>
            </a:extLst>
          </p:cNvPr>
          <p:cNvSpPr txBox="1"/>
          <p:nvPr/>
        </p:nvSpPr>
        <p:spPr>
          <a:xfrm>
            <a:off x="0" y="506591"/>
            <a:ext cx="18288000" cy="2696351"/>
          </a:xfrm>
          <a:prstGeom prst="rect">
            <a:avLst/>
          </a:prstGeom>
          <a:noFill/>
        </p:spPr>
        <p:txBody>
          <a:bodyPr wrap="square" lIns="109728" tIns="73152" rIns="109728" bIns="73152" anchor="ctr">
            <a:noAutofit/>
          </a:bodyPr>
          <a:lstStyle/>
          <a:p>
            <a:pPr algn="ctr"/>
            <a:r>
              <a:rPr lang="en-US" sz="5500" b="1" dirty="0">
                <a:solidFill>
                  <a:srgbClr val="FFB800"/>
                </a:solidFill>
                <a:latin typeface="Arial" panose="020B0604020202020204" pitchFamily="34" charset="0"/>
                <a:cs typeface="Arial" panose="020B0604020202020204" pitchFamily="34" charset="0"/>
              </a:rPr>
              <a:t>Priest: </a:t>
            </a:r>
            <a:r>
              <a:rPr lang="en-US" sz="5500" b="1" i="1" dirty="0">
                <a:solidFill>
                  <a:srgbClr val="F0FDF4"/>
                </a:solidFill>
                <a:latin typeface="Arial" panose="020B0604020202020204" pitchFamily="34" charset="0"/>
                <a:cs typeface="Arial" panose="020B0604020202020204" pitchFamily="34" charset="0"/>
              </a:rPr>
              <a:t>Behold the Lamb of God, behold him who takes away the sins of the world. Blessed are those called to the supper of the Lamb.</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The Communion Rite</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A13"/>
            </a:gs>
            <a:gs pos="100000">
              <a:srgbClr val="689474"/>
            </a:gs>
          </a:gsLst>
          <a:lin ang="0" scaled="0"/>
        </a:gradFill>
        <a:effectLst/>
      </p:bgPr>
    </p:bg>
    <p:spTree>
      <p:nvGrpSpPr>
        <p:cNvPr id="1" name=""/>
        <p:cNvGrpSpPr/>
        <p:nvPr/>
      </p:nvGrpSpPr>
      <p:grpSpPr>
        <a:xfrm>
          <a:off x="0" y="0"/>
          <a:ext cx="0" cy="0"/>
          <a:chOff x="0" y="0"/>
          <a:chExt cx="0" cy="0"/>
        </a:xfrm>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FFEABF"/>
                </a:solidFill>
                <a:latin typeface="Arial"/>
              </a:defRPr>
            </a:pPr>
            <a:r>
              <a:t>MASS CELEBRANT:</a:t>
            </a:r>
          </a:p>
        </p:txBody>
      </p:sp>
      <p:sp>
        <p:nvSpPr>
          <p:cNvPr id="5" name="TextBox 4"/>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AF8F4"/>
                </a:solidFill>
                <a:latin typeface="Arial"/>
              </a:defRPr>
            </a:pPr>
            <a:r>
              <a:t>Rev. Fr. Jonrey Lauron, RCJ</a:t>
            </a:r>
          </a:p>
        </p:txBody>
      </p:sp>
      <p:sp>
        <p:nvSpPr>
          <p:cNvPr id="6" name="TextBox 5"/>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solidFill>
                  <a:srgbClr val="FAF8F4"/>
                </a:solidFill>
                <a:latin typeface="Arial"/>
              </a:defRPr>
            </a:pPr>
            <a:r>
              <a:t>YEAR A · 21 JUNE 2026</a:t>
            </a:r>
          </a:p>
        </p:txBody>
      </p:sp>
      <p:sp>
        <p:nvSpPr>
          <p:cNvPr id="7" name="TextBox 6"/>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solidFill>
                  <a:srgbClr val="EFEDEC"/>
                </a:solidFill>
                <a:latin typeface="Arial"/>
              </a:defRPr>
            </a:pPr>
            <a:r>
              <a:t>“Fear no one.”</a:t>
            </a:r>
          </a:p>
        </p:txBody>
      </p:sp>
      <p:sp>
        <p:nvSpPr>
          <p:cNvPr id="8" name="TextBox 7"/>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solidFill>
                  <a:srgbClr val="FFDE9E"/>
                </a:solidFill>
                <a:latin typeface="Arial"/>
              </a:defRPr>
            </a:pPr>
            <a:r>
              <a:t>GOSPEL (MATTHEW 10:26–33)</a:t>
            </a:r>
          </a:p>
        </p:txBody>
      </p:sp>
      <p:sp>
        <p:nvSpPr>
          <p:cNvPr id="9" name="TextBox 8"/>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solidFill>
                  <a:srgbClr val="FAF8F4"/>
                </a:solidFill>
                <a:latin typeface="Arial"/>
              </a:defRPr>
            </a:pPr>
            <a:r>
              <a:t>12th Sunday in Ordinary Time</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914400" y="109728"/>
            <a:ext cx="16459200" cy="868680"/>
          </a:xfrm>
          <a:prstGeom prst="rect">
            <a:avLst/>
          </a:prstGeom>
          <a:noFill/>
        </p:spPr>
        <p:txBody>
          <a:bodyPr wrap="square" lIns="109728" tIns="73152" rIns="109728" bIns="73152">
            <a:noAutofit/>
          </a:bodyPr>
          <a:lstStyle/>
          <a:p>
            <a:pPr algn="ctr"/>
            <a:r>
              <a:rPr sz="3850" b="1" u="sng">
                <a:solidFill>
                  <a:srgbClr val="FFB800"/>
                </a:solidFill>
                <a:latin typeface="Georgia"/>
              </a:rPr>
              <a:t>Manalig Ka</a:t>
            </a:r>
          </a:p>
        </p:txBody>
      </p:sp>
      <p:sp>
        <p:nvSpPr>
          <p:cNvPr id="3" name="TextBox 2"/>
          <p:cNvSpPr txBox="1"/>
          <p:nvPr/>
        </p:nvSpPr>
        <p:spPr>
          <a:xfrm>
            <a:off x="0" y="823874"/>
            <a:ext cx="18288000" cy="4797856"/>
          </a:xfrm>
          <a:prstGeom prst="rect">
            <a:avLst/>
          </a:prstGeom>
          <a:noFill/>
        </p:spPr>
        <p:txBody>
          <a:bodyPr wrap="square" lIns="0" tIns="73152" rIns="0" bIns="73152" anchor="ctr">
            <a:noAutofit/>
          </a:bodyPr>
          <a:lstStyle/>
          <a:p>
            <a:pPr algn="ctr">
              <a:lnSpc>
                <a:spcPct val="70000"/>
              </a:lnSpc>
            </a:pPr>
            <a:r>
              <a:rPr sz="7200" b="1" i="0">
                <a:solidFill>
                  <a:srgbClr val="FFFFFF"/>
                </a:solidFill>
                <a:latin typeface="Poppins"/>
              </a:rPr>
              <a:t>ILUOM LAHAT NG TAKOT SA IYONG DAMDAMIN</a:t>
            </a:r>
          </a:p>
          <a:p>
            <a:pPr algn="ctr">
              <a:lnSpc>
                <a:spcPct val="70000"/>
              </a:lnSpc>
            </a:pPr>
            <a:r>
              <a:rPr sz="7200" b="1" i="0">
                <a:solidFill>
                  <a:srgbClr val="FFFFFF"/>
                </a:solidFill>
                <a:latin typeface="Poppins"/>
              </a:rPr>
              <a:t>ANG PANGALAN N'YA LAGI ANG TAWAGIN</a:t>
            </a:r>
          </a:p>
          <a:p>
            <a:pPr algn="ctr">
              <a:lnSpc>
                <a:spcPct val="70000"/>
              </a:lnSpc>
            </a:pPr>
            <a:r>
              <a:rPr sz="7200" b="1" i="0">
                <a:solidFill>
                  <a:srgbClr val="FFFFFF"/>
                </a:solidFill>
                <a:latin typeface="Poppins"/>
              </a:rPr>
              <a:t>AT SIYA'Y NAKIKINIG</a:t>
            </a:r>
          </a:p>
          <a:p>
            <a:pPr algn="ctr">
              <a:lnSpc>
                <a:spcPct val="70000"/>
              </a:lnSpc>
            </a:pPr>
            <a:r>
              <a:rPr sz="7200" b="1" i="0">
                <a:solidFill>
                  <a:srgbClr val="FFFFFF"/>
                </a:solidFill>
                <a:latin typeface="Poppins"/>
              </a:rPr>
              <a:t>SA BAWAT HINAING</a:t>
            </a:r>
          </a:p>
        </p:txBody>
      </p:sp>
      <p:sp>
        <p:nvSpPr>
          <p:cNvPr id="4" name="TextBox 3"/>
          <p:cNvSpPr txBox="1"/>
          <p:nvPr/>
        </p:nvSpPr>
        <p:spPr>
          <a:xfrm>
            <a:off x="0" y="5471769"/>
            <a:ext cx="18288000" cy="4797856"/>
          </a:xfrm>
          <a:prstGeom prst="rect">
            <a:avLst/>
          </a:prstGeom>
          <a:noFill/>
        </p:spPr>
        <p:txBody>
          <a:bodyPr wrap="square" lIns="0" tIns="73152" rIns="0" bIns="73152" anchor="ctr">
            <a:noAutofit/>
          </a:bodyPr>
          <a:lstStyle/>
          <a:p>
            <a:pPr algn="ctr">
              <a:lnSpc>
                <a:spcPct val="70000"/>
              </a:lnSpc>
            </a:pPr>
            <a:r>
              <a:rPr sz="6800" b="1" i="1">
                <a:solidFill>
                  <a:srgbClr val="FFFFFF"/>
                </a:solidFill>
                <a:latin typeface="Poppins"/>
              </a:rPr>
              <a:t>MAGMASID</a:t>
            </a:r>
          </a:p>
          <a:p>
            <a:pPr algn="ctr">
              <a:lnSpc>
                <a:spcPct val="70000"/>
              </a:lnSpc>
            </a:pPr>
            <a:r>
              <a:rPr sz="6800" b="1" i="1">
                <a:solidFill>
                  <a:srgbClr val="FFFFFF"/>
                </a:solidFill>
                <a:latin typeface="Poppins"/>
              </a:rPr>
              <a:t>AT MAMULAT SA KANYANG KAPANGYARIHAN</a:t>
            </a:r>
          </a:p>
          <a:p>
            <a:pPr algn="ctr">
              <a:lnSpc>
                <a:spcPct val="70000"/>
              </a:lnSpc>
            </a:pPr>
            <a:r>
              <a:rPr sz="6800" b="1" i="1">
                <a:solidFill>
                  <a:srgbClr val="FFFFFF"/>
                </a:solidFill>
                <a:latin typeface="Poppins"/>
              </a:rPr>
              <a:t>NABATID MO BA NA SIYA'Y NAGLALAAN</a:t>
            </a:r>
          </a:p>
          <a:p>
            <a:pPr algn="ctr">
              <a:lnSpc>
                <a:spcPct val="70000"/>
              </a:lnSpc>
            </a:pPr>
            <a:r>
              <a:rPr sz="6800" b="1" i="1">
                <a:solidFill>
                  <a:srgbClr val="FFFFFF"/>
                </a:solidFill>
                <a:latin typeface="Poppins"/>
              </a:rPr>
              <a:t>PATULOY NA NAGHAHATID NG TUNAY NA KALAYAAN</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a:p>
          <a:p>
            <a:pPr>
              <a:spcBef>
                <a:spcPts val="200"/>
              </a:spcBef>
              <a:defRPr sz="1200" b="0" i="0" u="none">
                <a:solidFill>
                  <a:srgbClr val="FFB800"/>
                </a:solidFill>
                <a:latin typeface="Arial"/>
              </a:defRPr>
            </a:pPr>
            <a:r>
              <a:t>Communion (1)</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442569"/>
            <a:ext cx="18288000" cy="4797856"/>
          </a:xfrm>
          <a:prstGeom prst="rect">
            <a:avLst/>
          </a:prstGeom>
          <a:noFill/>
        </p:spPr>
        <p:txBody>
          <a:bodyPr wrap="square" lIns="0" tIns="73152" rIns="0" bIns="73152" anchor="ctr">
            <a:noAutofit/>
          </a:bodyPr>
          <a:lstStyle/>
          <a:p>
            <a:pPr algn="ctr">
              <a:lnSpc>
                <a:spcPct val="70000"/>
              </a:lnSpc>
            </a:pPr>
            <a:r>
              <a:rPr sz="7400" b="1" i="1">
                <a:solidFill>
                  <a:srgbClr val="FFB800"/>
                </a:solidFill>
                <a:latin typeface="Poppins"/>
              </a:rPr>
              <a:t>MANALIG KA</a:t>
            </a:r>
          </a:p>
          <a:p>
            <a:pPr algn="ctr">
              <a:lnSpc>
                <a:spcPct val="70000"/>
              </a:lnSpc>
            </a:pPr>
            <a:r>
              <a:rPr sz="7400" b="1" i="1">
                <a:solidFill>
                  <a:srgbClr val="FFB800"/>
                </a:solidFill>
                <a:latin typeface="Poppins"/>
              </a:rPr>
              <a:t>TUYUIN ANG LUHA SA MGA MATA</a:t>
            </a:r>
          </a:p>
          <a:p>
            <a:pPr algn="ctr">
              <a:lnSpc>
                <a:spcPct val="70000"/>
              </a:lnSpc>
            </a:pPr>
            <a:r>
              <a:rPr sz="7400" b="1" i="1">
                <a:solidFill>
                  <a:srgbClr val="FFB800"/>
                </a:solidFill>
                <a:latin typeface="Poppins"/>
              </a:rPr>
              <a:t>HINDI SIYA PANAGINIP</a:t>
            </a:r>
          </a:p>
          <a:p>
            <a:pPr algn="ctr">
              <a:lnSpc>
                <a:spcPct val="70000"/>
              </a:lnSpc>
            </a:pPr>
            <a:r>
              <a:rPr sz="7400" b="1" i="1">
                <a:solidFill>
                  <a:srgbClr val="FFB800"/>
                </a:solidFill>
                <a:latin typeface="Poppins"/>
              </a:rPr>
              <a:t>HINDI SIYA ISANG PANGARAP</a:t>
            </a:r>
          </a:p>
          <a:p>
            <a:pPr algn="ctr">
              <a:lnSpc>
                <a:spcPct val="70000"/>
              </a:lnSpc>
            </a:pPr>
            <a:r>
              <a:rPr sz="7400" b="1" i="1">
                <a:solidFill>
                  <a:srgbClr val="FFB800"/>
                </a:solidFill>
                <a:latin typeface="Poppins"/>
              </a:rPr>
              <a:t>SIYA AY BUHAY MANALIG KA</a:t>
            </a:r>
          </a:p>
        </p:txBody>
      </p:sp>
      <p:sp>
        <p:nvSpPr>
          <p:cNvPr id="3" name="TextBox 2"/>
          <p:cNvSpPr txBox="1"/>
          <p:nvPr/>
        </p:nvSpPr>
        <p:spPr>
          <a:xfrm>
            <a:off x="0" y="5091379"/>
            <a:ext cx="18288000" cy="4797856"/>
          </a:xfrm>
          <a:prstGeom prst="rect">
            <a:avLst/>
          </a:prstGeom>
          <a:noFill/>
        </p:spPr>
        <p:txBody>
          <a:bodyPr wrap="square" lIns="0" tIns="73152" rIns="0" bIns="73152" anchor="ctr">
            <a:noAutofit/>
          </a:bodyPr>
          <a:lstStyle/>
          <a:p>
            <a:pPr algn="ctr">
              <a:lnSpc>
                <a:spcPct val="70000"/>
              </a:lnSpc>
            </a:pPr>
            <a:r>
              <a:rPr sz="6200" b="1" i="0">
                <a:solidFill>
                  <a:srgbClr val="FFFFFF"/>
                </a:solidFill>
                <a:latin typeface="Poppins"/>
              </a:rPr>
              <a:t>ANG NGAYON TILA WALANG MARARATING NA BUKAS</a:t>
            </a:r>
          </a:p>
          <a:p>
            <a:pPr algn="ctr">
              <a:lnSpc>
                <a:spcPct val="70000"/>
              </a:lnSpc>
            </a:pPr>
            <a:r>
              <a:rPr sz="6200" b="1" i="0">
                <a:solidFill>
                  <a:srgbClr val="FFFFFF"/>
                </a:solidFill>
                <a:latin typeface="Poppins"/>
              </a:rPr>
              <a:t>NGUNIT KUNG SIYA ANG ATING HAYAANG MAGLANDAS</a:t>
            </a:r>
          </a:p>
          <a:p>
            <a:pPr algn="ctr">
              <a:lnSpc>
                <a:spcPct val="70000"/>
              </a:lnSpc>
            </a:pPr>
            <a:r>
              <a:rPr sz="6200" b="1" i="0">
                <a:solidFill>
                  <a:srgbClr val="FFFFFF"/>
                </a:solidFill>
                <a:latin typeface="Poppins"/>
              </a:rPr>
              <a:t>PAG-ASA AY MULING MABIBIGKAS</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a:p>
          <a:p>
            <a:pPr>
              <a:spcBef>
                <a:spcPts val="200"/>
              </a:spcBef>
              <a:defRPr sz="1200" b="0" i="0" u="none">
                <a:solidFill>
                  <a:srgbClr val="FFB800"/>
                </a:solidFill>
                <a:latin typeface="Arial"/>
              </a:defRPr>
            </a:pPr>
            <a:r>
              <a:t>Communion (1)</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442569"/>
            <a:ext cx="18288000" cy="4797856"/>
          </a:xfrm>
          <a:prstGeom prst="rect">
            <a:avLst/>
          </a:prstGeom>
          <a:noFill/>
        </p:spPr>
        <p:txBody>
          <a:bodyPr wrap="square" lIns="0" tIns="73152" rIns="0" bIns="73152" anchor="ctr">
            <a:noAutofit/>
          </a:bodyPr>
          <a:lstStyle/>
          <a:p>
            <a:pPr algn="ctr">
              <a:lnSpc>
                <a:spcPct val="70000"/>
              </a:lnSpc>
            </a:pPr>
            <a:r>
              <a:rPr sz="7400" b="1" i="1">
                <a:solidFill>
                  <a:srgbClr val="FFB800"/>
                </a:solidFill>
                <a:latin typeface="Poppins"/>
              </a:rPr>
              <a:t>MANALIG KA</a:t>
            </a:r>
          </a:p>
          <a:p>
            <a:pPr algn="ctr">
              <a:lnSpc>
                <a:spcPct val="70000"/>
              </a:lnSpc>
            </a:pPr>
            <a:r>
              <a:rPr sz="7400" b="1" i="1">
                <a:solidFill>
                  <a:srgbClr val="FFB800"/>
                </a:solidFill>
                <a:latin typeface="Poppins"/>
              </a:rPr>
              <a:t>TUYUIN ANG LUHA SA MGA MATA</a:t>
            </a:r>
          </a:p>
          <a:p>
            <a:pPr algn="ctr">
              <a:lnSpc>
                <a:spcPct val="70000"/>
              </a:lnSpc>
            </a:pPr>
            <a:r>
              <a:rPr sz="7400" b="1" i="1">
                <a:solidFill>
                  <a:srgbClr val="FFB800"/>
                </a:solidFill>
                <a:latin typeface="Poppins"/>
              </a:rPr>
              <a:t>HINDI SIYA PANAGINIP</a:t>
            </a:r>
          </a:p>
          <a:p>
            <a:pPr algn="ctr">
              <a:lnSpc>
                <a:spcPct val="70000"/>
              </a:lnSpc>
            </a:pPr>
            <a:r>
              <a:rPr sz="7400" b="1" i="1">
                <a:solidFill>
                  <a:srgbClr val="FFB800"/>
                </a:solidFill>
                <a:latin typeface="Poppins"/>
              </a:rPr>
              <a:t>HINDI SIYA ISANG PANGARAP</a:t>
            </a:r>
          </a:p>
          <a:p>
            <a:pPr algn="ctr">
              <a:lnSpc>
                <a:spcPct val="70000"/>
              </a:lnSpc>
            </a:pPr>
            <a:r>
              <a:rPr sz="7400" b="1" i="1">
                <a:solidFill>
                  <a:srgbClr val="FFB800"/>
                </a:solidFill>
                <a:latin typeface="Poppins"/>
              </a:rPr>
              <a:t>SIYA AY BUHAY MANALIG KA</a:t>
            </a:r>
          </a:p>
        </p:txBody>
      </p:sp>
      <p:sp>
        <p:nvSpPr>
          <p:cNvPr id="3" name="TextBox 2"/>
          <p:cNvSpPr txBox="1"/>
          <p:nvPr/>
        </p:nvSpPr>
        <p:spPr>
          <a:xfrm>
            <a:off x="0" y="5091379"/>
            <a:ext cx="18288000" cy="4797856"/>
          </a:xfrm>
          <a:prstGeom prst="rect">
            <a:avLst/>
          </a:prstGeom>
          <a:noFill/>
        </p:spPr>
        <p:txBody>
          <a:bodyPr wrap="square" lIns="0" tIns="73152" rIns="0" bIns="73152" anchor="ctr">
            <a:noAutofit/>
          </a:bodyPr>
          <a:lstStyle/>
          <a:p>
            <a:pPr algn="ctr">
              <a:lnSpc>
                <a:spcPct val="70000"/>
              </a:lnSpc>
            </a:pPr>
            <a:r>
              <a:rPr sz="7200" b="1" i="0">
                <a:solidFill>
                  <a:srgbClr val="FFFFFF"/>
                </a:solidFill>
                <a:latin typeface="Poppins"/>
              </a:rPr>
              <a:t>MANALIG KA</a:t>
            </a:r>
          </a:p>
          <a:p>
            <a:pPr algn="ctr">
              <a:lnSpc>
                <a:spcPct val="70000"/>
              </a:lnSpc>
            </a:pPr>
            <a:r>
              <a:rPr sz="7200" b="1" i="0">
                <a:solidFill>
                  <a:srgbClr val="FFFFFF"/>
                </a:solidFill>
                <a:latin typeface="Poppins"/>
              </a:rPr>
              <a:t>TUYUIN ANG LUHA SA MGA MATA</a:t>
            </a:r>
          </a:p>
          <a:p>
            <a:pPr algn="ctr">
              <a:lnSpc>
                <a:spcPct val="70000"/>
              </a:lnSpc>
            </a:pPr>
            <a:r>
              <a:rPr sz="7200" b="1" i="0">
                <a:solidFill>
                  <a:srgbClr val="FFFFFF"/>
                </a:solidFill>
                <a:latin typeface="Poppins"/>
              </a:rPr>
              <a:t>HINDI SIYA NATUTULOG</a:t>
            </a:r>
          </a:p>
          <a:p>
            <a:pPr algn="ctr">
              <a:lnSpc>
                <a:spcPct val="70000"/>
              </a:lnSpc>
            </a:pPr>
            <a:r>
              <a:rPr sz="7200" b="1" i="0">
                <a:solidFill>
                  <a:srgbClr val="FFFFFF"/>
                </a:solidFill>
                <a:latin typeface="Poppins"/>
              </a:rPr>
              <a:t>HINDI NAKAKALIMOT</a:t>
            </a:r>
          </a:p>
          <a:p>
            <a:pPr algn="ctr">
              <a:lnSpc>
                <a:spcPct val="70000"/>
              </a:lnSpc>
            </a:pPr>
            <a:r>
              <a:rPr sz="7200" b="1" i="0">
                <a:solidFill>
                  <a:srgbClr val="FFFFFF"/>
                </a:solidFill>
                <a:latin typeface="Poppins"/>
              </a:rPr>
              <a:t>KAY HESUS MANALIG KA</a:t>
            </a:r>
          </a:p>
          <a:p>
            <a:pPr algn="ctr">
              <a:lnSpc>
                <a:spcPct val="70000"/>
              </a:lnSpc>
            </a:pPr>
            <a:r>
              <a:rPr sz="7200" b="1" i="0">
                <a:solidFill>
                  <a:srgbClr val="FFFFFF"/>
                </a:solidFill>
                <a:latin typeface="Poppins"/>
              </a:rPr>
              <a:t>KAY HESUS MANALIG KA</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a:p>
          <a:p>
            <a:pPr>
              <a:spcBef>
                <a:spcPts val="200"/>
              </a:spcBef>
              <a:defRPr sz="1200" b="0" i="0" u="none">
                <a:solidFill>
                  <a:srgbClr val="FFB800"/>
                </a:solidFill>
                <a:latin typeface="Arial"/>
              </a:defRPr>
            </a:pPr>
            <a:r>
              <a:t>Communion (1)</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914400" y="109728"/>
            <a:ext cx="16459200" cy="868680"/>
          </a:xfrm>
          <a:prstGeom prst="rect">
            <a:avLst/>
          </a:prstGeom>
          <a:noFill/>
        </p:spPr>
        <p:txBody>
          <a:bodyPr wrap="square" lIns="109728" tIns="73152" rIns="109728" bIns="73152">
            <a:noAutofit/>
          </a:bodyPr>
          <a:lstStyle/>
          <a:p>
            <a:pPr algn="ctr"/>
            <a:r>
              <a:rPr sz="3850" b="1" u="sng">
                <a:solidFill>
                  <a:srgbClr val="FFB800"/>
                </a:solidFill>
                <a:latin typeface="Georgia"/>
              </a:rPr>
              <a:t>Isang Bansa</a:t>
            </a:r>
          </a:p>
        </p:txBody>
      </p:sp>
      <p:sp>
        <p:nvSpPr>
          <p:cNvPr id="3" name="TextBox 2"/>
          <p:cNvSpPr txBox="1"/>
          <p:nvPr/>
        </p:nvSpPr>
        <p:spPr>
          <a:xfrm>
            <a:off x="0" y="823874"/>
            <a:ext cx="18288000" cy="4797856"/>
          </a:xfrm>
          <a:prstGeom prst="rect">
            <a:avLst/>
          </a:prstGeom>
          <a:noFill/>
        </p:spPr>
        <p:txBody>
          <a:bodyPr wrap="square" lIns="0" tIns="73152" rIns="0" bIns="73152" anchor="ctr">
            <a:noAutofit/>
          </a:bodyPr>
          <a:lstStyle/>
          <a:p>
            <a:pPr algn="ctr">
              <a:lnSpc>
                <a:spcPct val="70000"/>
              </a:lnSpc>
            </a:pPr>
            <a:r>
              <a:rPr sz="7500" b="1" i="0">
                <a:solidFill>
                  <a:srgbClr val="FFFFFF"/>
                </a:solidFill>
                <a:latin typeface="Poppins"/>
              </a:rPr>
              <a:t>OH KAY GANDA NG ATING BUHAY</a:t>
            </a:r>
          </a:p>
          <a:p>
            <a:pPr algn="ctr">
              <a:lnSpc>
                <a:spcPct val="70000"/>
              </a:lnSpc>
            </a:pPr>
            <a:r>
              <a:rPr sz="7500" b="1" i="0">
                <a:solidFill>
                  <a:srgbClr val="FFFFFF"/>
                </a:solidFill>
                <a:latin typeface="Poppins"/>
              </a:rPr>
              <a:t>NAPUPUSPOS NG PAGPAPALA</a:t>
            </a:r>
          </a:p>
          <a:p>
            <a:pPr algn="ctr">
              <a:lnSpc>
                <a:spcPct val="70000"/>
              </a:lnSpc>
            </a:pPr>
            <a:r>
              <a:rPr sz="7500" b="1" i="0">
                <a:solidFill>
                  <a:srgbClr val="FFFFFF"/>
                </a:solidFill>
                <a:latin typeface="Poppins"/>
              </a:rPr>
              <a:t>NG SAKRAMENTONG MAHIWAGA</a:t>
            </a:r>
          </a:p>
          <a:p>
            <a:pPr algn="ctr">
              <a:lnSpc>
                <a:spcPct val="70000"/>
              </a:lnSpc>
            </a:pPr>
            <a:r>
              <a:rPr sz="7500" b="1" i="0">
                <a:solidFill>
                  <a:srgbClr val="FFFFFF"/>
                </a:solidFill>
                <a:latin typeface="Poppins"/>
              </a:rPr>
              <a:t>KALOOB NI HESUS SA’TING GABAY</a:t>
            </a:r>
          </a:p>
        </p:txBody>
      </p:sp>
      <p:sp>
        <p:nvSpPr>
          <p:cNvPr id="4" name="TextBox 3"/>
          <p:cNvSpPr txBox="1"/>
          <p:nvPr/>
        </p:nvSpPr>
        <p:spPr>
          <a:xfrm>
            <a:off x="0" y="5471769"/>
            <a:ext cx="18288000" cy="4797856"/>
          </a:xfrm>
          <a:prstGeom prst="rect">
            <a:avLst/>
          </a:prstGeom>
          <a:noFill/>
        </p:spPr>
        <p:txBody>
          <a:bodyPr wrap="square" lIns="0" tIns="73152" rIns="0" bIns="73152" anchor="ctr">
            <a:noAutofit/>
          </a:bodyPr>
          <a:lstStyle/>
          <a:p>
            <a:pPr algn="ctr">
              <a:lnSpc>
                <a:spcPct val="70000"/>
              </a:lnSpc>
            </a:pPr>
            <a:r>
              <a:rPr sz="7500" b="1" i="1">
                <a:solidFill>
                  <a:srgbClr val="FFFFFF"/>
                </a:solidFill>
                <a:latin typeface="Poppins"/>
              </a:rPr>
              <a:t>OH KAY TAMIS NG PAGSASAMA</a:t>
            </a:r>
          </a:p>
          <a:p>
            <a:pPr algn="ctr">
              <a:lnSpc>
                <a:spcPct val="70000"/>
              </a:lnSpc>
            </a:pPr>
            <a:r>
              <a:rPr sz="7500" b="1" i="1">
                <a:solidFill>
                  <a:srgbClr val="FFFFFF"/>
                </a:solidFill>
                <a:latin typeface="Poppins"/>
              </a:rPr>
              <a:t>NAGMUMULA SA PAGKAKAISA</a:t>
            </a:r>
          </a:p>
          <a:p>
            <a:pPr algn="ctr">
              <a:lnSpc>
                <a:spcPct val="70000"/>
              </a:lnSpc>
            </a:pPr>
            <a:r>
              <a:rPr sz="7500" b="1" i="1">
                <a:solidFill>
                  <a:srgbClr val="FFFFFF"/>
                </a:solidFill>
                <a:latin typeface="Poppins"/>
              </a:rPr>
              <a:t>BUMUBUKAL SA PAGSASALO</a:t>
            </a:r>
          </a:p>
          <a:p>
            <a:pPr algn="ctr">
              <a:lnSpc>
                <a:spcPct val="70000"/>
              </a:lnSpc>
            </a:pPr>
            <a:r>
              <a:rPr sz="7500" b="1" i="1">
                <a:solidFill>
                  <a:srgbClr val="FFFFFF"/>
                </a:solidFill>
                <a:latin typeface="Poppins"/>
              </a:rPr>
              <a:t>SA IISANG HAPAG AY DUMALO</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a:p>
          <a:p>
            <a:pPr>
              <a:spcBef>
                <a:spcPts val="200"/>
              </a:spcBef>
              <a:defRPr sz="1200" b="0" i="0" u="none">
                <a:solidFill>
                  <a:srgbClr val="FFB800"/>
                </a:solidFill>
                <a:latin typeface="Arial"/>
              </a:defRPr>
            </a:pPr>
            <a:r>
              <a:t>Communion (2)</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0"/>
            <a:ext cx="18288000" cy="10287000"/>
          </a:xfrm>
          <a:prstGeom prst="rect">
            <a:avLst/>
          </a:prstGeom>
          <a:noFill/>
        </p:spPr>
        <p:txBody>
          <a:bodyPr wrap="square" lIns="0" tIns="73152" rIns="0" bIns="73152" anchor="ctr">
            <a:noAutofit/>
          </a:bodyPr>
          <a:lstStyle/>
          <a:p>
            <a:pPr algn="ctr">
              <a:lnSpc>
                <a:spcPct val="70000"/>
              </a:lnSpc>
            </a:pPr>
            <a:r>
              <a:rPr sz="7500" b="1" i="0">
                <a:solidFill>
                  <a:srgbClr val="FFFFFF"/>
                </a:solidFill>
                <a:latin typeface="Poppins"/>
              </a:rPr>
              <a:t>PURIHIN SI HESUS SA SAKRAMENTO</a:t>
            </a:r>
          </a:p>
          <a:p>
            <a:pPr algn="ctr">
              <a:lnSpc>
                <a:spcPct val="70000"/>
              </a:lnSpc>
            </a:pPr>
            <a:r>
              <a:rPr sz="7500" b="1" i="0">
                <a:solidFill>
                  <a:srgbClr val="FFFFFF"/>
                </a:solidFill>
                <a:latin typeface="Poppins"/>
              </a:rPr>
              <a:t>PURIHIN NG LAHAT NG TAO</a:t>
            </a:r>
          </a:p>
          <a:p>
            <a:pPr algn="ctr">
              <a:lnSpc>
                <a:spcPct val="70000"/>
              </a:lnSpc>
            </a:pPr>
            <a:r>
              <a:rPr sz="7500" b="1" i="0">
                <a:solidFill>
                  <a:srgbClr val="FFFFFF"/>
                </a:solidFill>
                <a:latin typeface="Poppins"/>
              </a:rPr>
              <a:t>PURIHIN SIYA NG PILIPINO</a:t>
            </a:r>
          </a:p>
          <a:p>
            <a:pPr algn="ctr">
              <a:lnSpc>
                <a:spcPct val="70000"/>
              </a:lnSpc>
            </a:pPr>
            <a:r>
              <a:rPr sz="7500" b="1" i="0">
                <a:solidFill>
                  <a:srgbClr val="FFFFFF"/>
                </a:solidFill>
                <a:latin typeface="Poppins"/>
              </a:rPr>
              <a:t>SA PAGKAKAISA’Y LINGAPIN MO</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a:p>
          <a:p>
            <a:pPr>
              <a:spcBef>
                <a:spcPts val="200"/>
              </a:spcBef>
              <a:defRPr sz="1200" b="0" i="0" u="none">
                <a:solidFill>
                  <a:srgbClr val="FFB800"/>
                </a:solidFill>
                <a:latin typeface="Arial"/>
              </a:defRPr>
            </a:pPr>
            <a:r>
              <a:t>Communion (2)</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914400" y="2365907"/>
            <a:ext cx="16459200" cy="1280365"/>
          </a:xfrm>
          <a:prstGeom prst="rect">
            <a:avLst/>
          </a:prstGeom>
          <a:noFill/>
        </p:spPr>
        <p:txBody>
          <a:bodyPr wrap="square" lIns="109728" tIns="73152" rIns="109728" bIns="73152" anchor="ctr">
            <a:noAutofit/>
          </a:bodyPr>
          <a:lstStyle/>
          <a:p>
            <a:pPr algn="ctr">
              <a:spcBef>
                <a:spcPts val="600"/>
              </a:spcBef>
              <a:spcAft>
                <a:spcPts val="800"/>
              </a:spcAft>
            </a:pPr>
            <a:r>
              <a:rPr sz="6500" b="1" dirty="0">
                <a:solidFill>
                  <a:srgbClr val="FFB800"/>
                </a:solidFill>
                <a:latin typeface="Arial" panose="020B0604020202020204" pitchFamily="34" charset="0"/>
                <a:cs typeface="Arial" panose="020B0604020202020204" pitchFamily="34" charset="0"/>
              </a:rPr>
              <a:t>Priest: </a:t>
            </a:r>
            <a:r>
              <a:rPr sz="6500" b="1" i="1" dirty="0">
                <a:solidFill>
                  <a:srgbClr val="F0FDF4"/>
                </a:solidFill>
                <a:latin typeface="Arial" panose="020B0604020202020204" pitchFamily="34" charset="0"/>
                <a:cs typeface="Arial" panose="020B0604020202020204" pitchFamily="34" charset="0"/>
              </a:rPr>
              <a:t>Let us pray.</a:t>
            </a:r>
          </a:p>
        </p:txBody>
      </p:sp>
      <p:sp>
        <p:nvSpPr>
          <p:cNvPr id="4" name="TextBox 3">
            <a:extLst>
              <a:ext uri="{FF2B5EF4-FFF2-40B4-BE49-F238E27FC236}">
                <a16:creationId xmlns:a16="http://schemas.microsoft.com/office/drawing/2014/main" id="{7B73A9D8-8533-CC78-5413-306BA3BD42DC}"/>
              </a:ext>
            </a:extLst>
          </p:cNvPr>
          <p:cNvSpPr txBox="1"/>
          <p:nvPr/>
        </p:nvSpPr>
        <p:spPr>
          <a:xfrm>
            <a:off x="914400" y="5143500"/>
            <a:ext cx="16459200" cy="1280365"/>
          </a:xfrm>
          <a:prstGeom prst="rect">
            <a:avLst/>
          </a:prstGeom>
          <a:noFill/>
        </p:spPr>
        <p:txBody>
          <a:bodyPr wrap="square" lIns="109728" tIns="73152" rIns="109728" bIns="73152" anchor="ctr">
            <a:noAutofit/>
          </a:bodyPr>
          <a:lstStyle/>
          <a:p>
            <a:pPr algn="ctr">
              <a:spcBef>
                <a:spcPts val="600"/>
              </a:spcBef>
              <a:spcAft>
                <a:spcPts val="800"/>
              </a:spcAft>
            </a:pPr>
            <a:r>
              <a:rPr lang="en-US" sz="9000" b="1" dirty="0">
                <a:solidFill>
                  <a:srgbClr val="F0FDF4"/>
                </a:solidFill>
                <a:latin typeface="Arial" panose="020B0604020202020204" pitchFamily="34" charset="0"/>
                <a:cs typeface="Arial" panose="020B0604020202020204" pitchFamily="34" charset="0"/>
              </a:rPr>
              <a:t>All: Amen.</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The Communion Rite</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A13"/>
            </a:gs>
            <a:gs pos="100000">
              <a:srgbClr val="689474"/>
            </a:gs>
          </a:gsLst>
          <a:lin ang="0" scaled="0"/>
        </a:gradFill>
        <a:effectLst/>
      </p:bgPr>
    </p:bg>
    <p:spTree>
      <p:nvGrpSpPr>
        <p:cNvPr id="1" name=""/>
        <p:cNvGrpSpPr/>
        <p:nvPr/>
      </p:nvGrpSpPr>
      <p:grpSpPr>
        <a:xfrm>
          <a:off x="0" y="0"/>
          <a:ext cx="0" cy="0"/>
          <a:chOff x="0" y="0"/>
          <a:chExt cx="0" cy="0"/>
        </a:xfrm>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FFEABF"/>
                </a:solidFill>
                <a:latin typeface="Arial"/>
              </a:defRPr>
            </a:pPr>
            <a:r>
              <a:t>MASS CELEBRANT:</a:t>
            </a:r>
          </a:p>
        </p:txBody>
      </p:sp>
      <p:sp>
        <p:nvSpPr>
          <p:cNvPr id="5" name="TextBox 4"/>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AF8F4"/>
                </a:solidFill>
                <a:latin typeface="Arial"/>
              </a:defRPr>
            </a:pPr>
            <a:r>
              <a:t>Rev. Fr. Jonrey Lauron, RCJ</a:t>
            </a:r>
          </a:p>
        </p:txBody>
      </p:sp>
      <p:sp>
        <p:nvSpPr>
          <p:cNvPr id="6" name="TextBox 5"/>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solidFill>
                  <a:srgbClr val="FAF8F4"/>
                </a:solidFill>
                <a:latin typeface="Arial"/>
              </a:defRPr>
            </a:pPr>
            <a:r>
              <a:t>YEAR A · 21 JUNE 2026</a:t>
            </a:r>
          </a:p>
        </p:txBody>
      </p:sp>
      <p:sp>
        <p:nvSpPr>
          <p:cNvPr id="7" name="TextBox 6"/>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solidFill>
                  <a:srgbClr val="EFEDEC"/>
                </a:solidFill>
                <a:latin typeface="Arial"/>
              </a:defRPr>
            </a:pPr>
            <a:r>
              <a:t>“Fear no one.”</a:t>
            </a:r>
          </a:p>
        </p:txBody>
      </p:sp>
      <p:sp>
        <p:nvSpPr>
          <p:cNvPr id="8" name="TextBox 7"/>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solidFill>
                  <a:srgbClr val="FFDE9E"/>
                </a:solidFill>
                <a:latin typeface="Arial"/>
              </a:defRPr>
            </a:pPr>
            <a:r>
              <a:t>GOSPEL (MATTHEW 10:26–33)</a:t>
            </a:r>
          </a:p>
        </p:txBody>
      </p:sp>
      <p:sp>
        <p:nvSpPr>
          <p:cNvPr id="9" name="TextBox 8"/>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solidFill>
                  <a:srgbClr val="FAF8F4"/>
                </a:solidFill>
                <a:latin typeface="Arial"/>
              </a:defRPr>
            </a:pPr>
            <a:r>
              <a:t>12th Sunday in Ordinary Time</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Welcoming Newcomers</a:t>
            </a:r>
          </a:p>
        </p:txBody>
      </p:sp>
      <p:sp>
        <p:nvSpPr>
          <p:cNvPr id="4" name="TextBox 3">
            <a:extLst>
              <a:ext uri="{FF2B5EF4-FFF2-40B4-BE49-F238E27FC236}">
                <a16:creationId xmlns:a16="http://schemas.microsoft.com/office/drawing/2014/main" id="{3FE251BE-6C37-A4D1-32D9-85B08A94C476}"/>
              </a:ext>
            </a:extLst>
          </p:cNvPr>
          <p:cNvSpPr txBox="1"/>
          <p:nvPr/>
        </p:nvSpPr>
        <p:spPr>
          <a:xfrm>
            <a:off x="914400" y="1499417"/>
            <a:ext cx="16459200" cy="5040530"/>
          </a:xfrm>
          <a:prstGeom prst="rect">
            <a:avLst/>
          </a:prstGeom>
          <a:noFill/>
        </p:spPr>
        <p:txBody>
          <a:bodyPr wrap="square" lIns="109728" tIns="73152" rIns="109728" bIns="73152" anchor="ctr">
            <a:noAutofit/>
          </a:bodyPr>
          <a:lstStyle/>
          <a:p>
            <a:pPr algn="ctr">
              <a:spcAft>
                <a:spcPts val="500"/>
              </a:spcAft>
              <a:defRPr sz="5500" b="1" i="0" u="none">
                <a:solidFill>
                  <a:srgbClr val="F0FDF4"/>
                </a:solidFill>
                <a:latin typeface="Inter"/>
              </a:defRPr>
            </a:pPr>
            <a:r>
              <a:rPr sz="10000" dirty="0">
                <a:latin typeface="Georgia" panose="02040502050405020303" pitchFamily="18" charset="0"/>
              </a:rPr>
              <a:t>Welcome newcomers!</a:t>
            </a:r>
            <a:endParaRPr lang="en-US" sz="10000" dirty="0">
              <a:latin typeface="Georgia" panose="02040502050405020303" pitchFamily="18" charset="0"/>
            </a:endParaRPr>
          </a:p>
          <a:p>
            <a:pPr algn="ctr">
              <a:spcAft>
                <a:spcPts val="500"/>
              </a:spcAft>
              <a:defRPr sz="5500" b="1" i="0" u="none">
                <a:solidFill>
                  <a:srgbClr val="F0FDF4"/>
                </a:solidFill>
                <a:latin typeface="Inter"/>
              </a:defRPr>
            </a:pPr>
            <a:r>
              <a:rPr lang="en-KR" sz="10000" dirty="0">
                <a:latin typeface="Georgia" panose="02040502050405020303" pitchFamily="18" charset="0"/>
              </a:rPr>
              <a:t>to</a:t>
            </a:r>
            <a:br>
              <a:rPr lang="en-KR" sz="10000" dirty="0">
                <a:latin typeface="Georgia" panose="02040502050405020303" pitchFamily="18" charset="0"/>
              </a:rPr>
            </a:br>
            <a:r>
              <a:rPr lang="en-KR" sz="10000" dirty="0">
                <a:latin typeface="Georgia" panose="02040502050405020303" pitchFamily="18" charset="0"/>
              </a:rPr>
              <a:t>[insert church name]</a:t>
            </a:r>
            <a:endParaRPr sz="10000" dirty="0">
              <a:latin typeface="Georgia" panose="02040502050405020303" pitchFamily="18"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109728"/>
            <a:ext cx="18288000" cy="868680"/>
          </a:xfrm>
          <a:prstGeom prst="rect">
            <a:avLst/>
          </a:prstGeom>
          <a:noFill/>
        </p:spPr>
        <p:txBody>
          <a:bodyPr wrap="square" lIns="109728" tIns="73152" rIns="109728" bIns="73152" anchor="t">
            <a:noAutofit/>
          </a:bodyPr>
          <a:lstStyle/>
          <a:p>
            <a:pPr algn="ctr">
              <a:defRPr sz="5000" b="1" i="0" u="sng">
                <a:solidFill>
                  <a:srgbClr val="FFB800"/>
                </a:solidFill>
                <a:latin typeface="Georgia"/>
              </a:defRPr>
            </a:pPr>
            <a:r>
              <a:t>Mass Collection</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Mass Collection</a:t>
            </a:r>
          </a:p>
        </p:txBody>
      </p:sp>
      <p:sp>
        <p:nvSpPr>
          <p:cNvPr id="6" name="TextBox 5">
            <a:extLst>
              <a:ext uri="{FF2B5EF4-FFF2-40B4-BE49-F238E27FC236}">
                <a16:creationId xmlns:a16="http://schemas.microsoft.com/office/drawing/2014/main" id="{5E6D80AC-E9BA-7C1C-81C5-AA192C66B850}"/>
              </a:ext>
            </a:extLst>
          </p:cNvPr>
          <p:cNvSpPr txBox="1"/>
          <p:nvPr/>
        </p:nvSpPr>
        <p:spPr>
          <a:xfrm>
            <a:off x="914400" y="4553503"/>
            <a:ext cx="16459200" cy="1161706"/>
          </a:xfrm>
          <a:prstGeom prst="rect">
            <a:avLst/>
          </a:prstGeom>
          <a:noFill/>
        </p:spPr>
        <p:txBody>
          <a:bodyPr wrap="square" lIns="109728" tIns="73152" rIns="109728" bIns="73152" anchor="ctr">
            <a:noAutofit/>
          </a:bodyPr>
          <a:lstStyle/>
          <a:p>
            <a:pPr algn="ctr">
              <a:defRPr sz="5500" b="1" i="0" u="none">
                <a:solidFill>
                  <a:srgbClr val="F0FDF4"/>
                </a:solidFill>
                <a:latin typeface="Inter"/>
              </a:defRPr>
            </a:pPr>
            <a:r>
              <a:rPr lang="en-US" sz="10000" b="1" dirty="0">
                <a:latin typeface="Arial Black" panose="020B0604020202020204" pitchFamily="34" charset="0"/>
                <a:cs typeface="Arial Black" panose="020B0604020202020204" pitchFamily="34" charset="0"/>
              </a:rPr>
              <a:t>[ENTER AMOUNT]</a:t>
            </a:r>
            <a:endParaRPr sz="10000" b="1" dirty="0">
              <a:latin typeface="Arial Black" panose="020B0604020202020204" pitchFamily="34" charset="0"/>
              <a:cs typeface="Arial Black" panose="020B0604020202020204" pitchFamily="34" charset="0"/>
            </a:endParaRPr>
          </a:p>
        </p:txBody>
      </p:sp>
      <p:sp>
        <p:nvSpPr>
          <p:cNvPr id="8" name="TextBox 7">
            <a:extLst>
              <a:ext uri="{FF2B5EF4-FFF2-40B4-BE49-F238E27FC236}">
                <a16:creationId xmlns:a16="http://schemas.microsoft.com/office/drawing/2014/main" id="{5EE7C7ED-ADC2-17BC-18D0-2CD24423D0BC}"/>
              </a:ext>
            </a:extLst>
          </p:cNvPr>
          <p:cNvSpPr txBox="1"/>
          <p:nvPr/>
        </p:nvSpPr>
        <p:spPr>
          <a:xfrm>
            <a:off x="914400" y="1381540"/>
            <a:ext cx="16459200" cy="1051561"/>
          </a:xfrm>
          <a:prstGeom prst="rect">
            <a:avLst/>
          </a:prstGeom>
          <a:noFill/>
        </p:spPr>
        <p:txBody>
          <a:bodyPr wrap="square" lIns="109728" tIns="73152" rIns="109728" bIns="73152">
            <a:noAutofit/>
          </a:bodyPr>
          <a:lstStyle/>
          <a:p>
            <a:pPr algn="ctr">
              <a:spcAft>
                <a:spcPts val="200"/>
              </a:spcAft>
              <a:defRPr sz="1500" b="0" i="0" u="none">
                <a:solidFill>
                  <a:srgbClr val="22C55E"/>
                </a:solidFill>
                <a:latin typeface="Inter"/>
              </a:defRPr>
            </a:pPr>
            <a:r>
              <a:rPr lang="en-US" sz="5000" b="1" i="1" dirty="0">
                <a:solidFill>
                  <a:schemeClr val="bg1"/>
                </a:solidFill>
                <a:latin typeface="Arial" panose="020B0604020202020204" pitchFamily="34" charset="0"/>
                <a:cs typeface="Arial" panose="020B0604020202020204" pitchFamily="34" charset="0"/>
              </a:rPr>
              <a:t>[DATE]</a:t>
            </a:r>
            <a:endParaRPr sz="5000" b="1" i="1" dirty="0">
              <a:solidFill>
                <a:schemeClr val="bg1"/>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B582F665-B508-1D17-B03C-850BD389EC3F}"/>
              </a:ext>
            </a:extLst>
          </p:cNvPr>
          <p:cNvSpPr txBox="1"/>
          <p:nvPr/>
        </p:nvSpPr>
        <p:spPr>
          <a:xfrm>
            <a:off x="914400" y="8324606"/>
            <a:ext cx="16459200" cy="1161707"/>
          </a:xfrm>
          <a:prstGeom prst="rect">
            <a:avLst/>
          </a:prstGeom>
          <a:noFill/>
        </p:spPr>
        <p:txBody>
          <a:bodyPr wrap="square" lIns="109728" tIns="73152" rIns="109728" bIns="73152">
            <a:noAutofit/>
          </a:bodyPr>
          <a:lstStyle/>
          <a:p>
            <a:pPr algn="ctr">
              <a:spcAft>
                <a:spcPts val="200"/>
              </a:spcAft>
              <a:defRPr sz="1500" b="0" i="0" u="none">
                <a:solidFill>
                  <a:srgbClr val="22C55E"/>
                </a:solidFill>
                <a:latin typeface="Inter"/>
              </a:defRPr>
            </a:pPr>
            <a:r>
              <a:rPr sz="5000" b="1" dirty="0">
                <a:solidFill>
                  <a:schemeClr val="bg1"/>
                </a:solidFill>
                <a:latin typeface="Arial" panose="020B0604020202020204" pitchFamily="34" charset="0"/>
                <a:cs typeface="Arial" panose="020B0604020202020204" pitchFamily="34" charset="0"/>
              </a:rPr>
              <a:t>Thank you for your generosity.</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914400" y="530352"/>
            <a:ext cx="16459200" cy="8750808"/>
          </a:xfrm>
          <a:prstGeom prst="rect">
            <a:avLst/>
          </a:prstGeom>
          <a:noFill/>
        </p:spPr>
        <p:txBody>
          <a:bodyPr wrap="square" lIns="109728" tIns="73152" rIns="109728" bIns="73152" anchor="ctr">
            <a:noAutofit/>
          </a:bodyPr>
          <a:lstStyle/>
          <a:p>
            <a:pPr algn="ctr">
              <a:spcAft>
                <a:spcPts val="500"/>
              </a:spcAft>
              <a:defRPr sz="5500" b="1" i="0" u="none">
                <a:solidFill>
                  <a:srgbClr val="F0FDF4"/>
                </a:solidFill>
                <a:latin typeface="Inter"/>
              </a:defRPr>
            </a:pPr>
            <a:r>
              <a:rPr dirty="0">
                <a:solidFill>
                  <a:srgbClr val="F0FDF4"/>
                </a:solidFill>
              </a:rPr>
              <a:t>Sacrament of Confession</a:t>
            </a:r>
          </a:p>
        </p:txBody>
      </p:sp>
      <p:sp>
        <p:nvSpPr>
          <p:cNvPr id="4" name="TextBox 3">
            <a:extLst>
              <a:ext uri="{FF2B5EF4-FFF2-40B4-BE49-F238E27FC236}">
                <a16:creationId xmlns:a16="http://schemas.microsoft.com/office/drawing/2014/main" id="{A6D3B25F-5450-9BDC-7305-792F22175713}"/>
              </a:ext>
            </a:extLst>
          </p:cNvPr>
          <p:cNvSpPr txBox="1"/>
          <p:nvPr/>
        </p:nvSpPr>
        <p:spPr>
          <a:xfrm>
            <a:off x="914400" y="91440"/>
            <a:ext cx="16459200" cy="1051560"/>
          </a:xfrm>
          <a:prstGeom prst="rect">
            <a:avLst/>
          </a:prstGeom>
          <a:noFill/>
        </p:spPr>
        <p:txBody>
          <a:bodyPr wrap="square" lIns="109728" tIns="73152" rIns="109728" bIns="73152" anchor="t">
            <a:noAutofit/>
          </a:bodyPr>
          <a:lstStyle/>
          <a:p>
            <a:pPr algn="ctr">
              <a:defRPr sz="5500" b="1" i="0" u="none">
                <a:solidFill>
                  <a:srgbClr val="86EFAC"/>
                </a:solidFill>
                <a:latin typeface="Inter"/>
              </a:defRPr>
            </a:pPr>
            <a:r>
              <a:rPr lang="en-US" u="sng" dirty="0">
                <a:solidFill>
                  <a:srgbClr val="FFB800"/>
                </a:solidFill>
                <a:latin typeface="Georgia" panose="02040502050405020303" pitchFamily="18" charset="0"/>
              </a:rPr>
              <a:t>Sacrament of Confession</a:t>
            </a:r>
            <a:endParaRPr u="sng" dirty="0">
              <a:solidFill>
                <a:srgbClr val="FFB800"/>
              </a:solidFill>
              <a:latin typeface="Georgia" panose="02040502050405020303" pitchFamily="18" charset="0"/>
            </a:endParaRP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Announcements</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914400" y="373049"/>
            <a:ext cx="16459200" cy="859403"/>
          </a:xfrm>
          <a:prstGeom prst="rect">
            <a:avLst/>
          </a:prstGeom>
          <a:noFill/>
        </p:spPr>
        <p:txBody>
          <a:bodyPr wrap="square" lIns="109728" tIns="73152" rIns="109728" bIns="73152" anchor="ctr">
            <a:noAutofit/>
          </a:bodyPr>
          <a:lstStyle/>
          <a:p>
            <a:pPr algn="ctr">
              <a:spcBef>
                <a:spcPts val="600"/>
              </a:spcBef>
              <a:spcAft>
                <a:spcPts val="800"/>
              </a:spcAft>
            </a:pPr>
            <a:r>
              <a:rPr sz="6500" b="1" dirty="0">
                <a:solidFill>
                  <a:srgbClr val="FFB800"/>
                </a:solidFill>
                <a:latin typeface="Arial" panose="020B0604020202020204" pitchFamily="34" charset="0"/>
                <a:cs typeface="Arial" panose="020B0604020202020204" pitchFamily="34" charset="0"/>
              </a:rPr>
              <a:t>Priest: </a:t>
            </a:r>
            <a:r>
              <a:rPr sz="6500" b="1" i="1" dirty="0">
                <a:solidFill>
                  <a:srgbClr val="F0FDF4"/>
                </a:solidFill>
                <a:latin typeface="Arial" panose="020B0604020202020204" pitchFamily="34" charset="0"/>
                <a:cs typeface="Arial" panose="020B0604020202020204" pitchFamily="34" charset="0"/>
              </a:rPr>
              <a:t>The Lord be with you.</a:t>
            </a:r>
          </a:p>
        </p:txBody>
      </p:sp>
      <p:sp>
        <p:nvSpPr>
          <p:cNvPr id="4" name="TextBox 3">
            <a:extLst>
              <a:ext uri="{FF2B5EF4-FFF2-40B4-BE49-F238E27FC236}">
                <a16:creationId xmlns:a16="http://schemas.microsoft.com/office/drawing/2014/main" id="{96FC87FF-BC64-13B6-66A9-387D1C03AA8D}"/>
              </a:ext>
            </a:extLst>
          </p:cNvPr>
          <p:cNvSpPr txBox="1"/>
          <p:nvPr/>
        </p:nvSpPr>
        <p:spPr>
          <a:xfrm>
            <a:off x="914400" y="3006090"/>
            <a:ext cx="16459200" cy="1899699"/>
          </a:xfrm>
          <a:prstGeom prst="rect">
            <a:avLst/>
          </a:prstGeom>
          <a:noFill/>
        </p:spPr>
        <p:txBody>
          <a:bodyPr wrap="square" lIns="109728" tIns="73152" rIns="109728" bIns="73152" anchor="ctr">
            <a:noAutofit/>
          </a:bodyPr>
          <a:lstStyle/>
          <a:p>
            <a:pPr algn="ctr">
              <a:spcBef>
                <a:spcPts val="600"/>
              </a:spcBef>
              <a:spcAft>
                <a:spcPts val="800"/>
              </a:spcAft>
            </a:pPr>
            <a:r>
              <a:rPr lang="en-US" sz="6500" b="1" dirty="0">
                <a:solidFill>
                  <a:srgbClr val="FFB800"/>
                </a:solidFill>
                <a:latin typeface="Arial" panose="020B0604020202020204" pitchFamily="34" charset="0"/>
                <a:cs typeface="Arial" panose="020B0604020202020204" pitchFamily="34" charset="0"/>
              </a:rPr>
              <a:t>Priest: </a:t>
            </a:r>
            <a:r>
              <a:rPr lang="en-US" sz="6500" b="1" i="1" dirty="0">
                <a:solidFill>
                  <a:srgbClr val="F0FDF4"/>
                </a:solidFill>
                <a:latin typeface="Arial" panose="020B0604020202020204" pitchFamily="34" charset="0"/>
                <a:cs typeface="Arial" panose="020B0604020202020204" pitchFamily="34" charset="0"/>
              </a:rPr>
              <a:t>May almighty God bless you, the Father, and the Son, and the Holy Spirit.</a:t>
            </a:r>
          </a:p>
        </p:txBody>
      </p:sp>
      <p:sp>
        <p:nvSpPr>
          <p:cNvPr id="5" name="TextBox 4">
            <a:extLst>
              <a:ext uri="{FF2B5EF4-FFF2-40B4-BE49-F238E27FC236}">
                <a16:creationId xmlns:a16="http://schemas.microsoft.com/office/drawing/2014/main" id="{3389B624-E2F8-3F71-E14D-62975158B081}"/>
              </a:ext>
            </a:extLst>
          </p:cNvPr>
          <p:cNvSpPr txBox="1"/>
          <p:nvPr/>
        </p:nvSpPr>
        <p:spPr>
          <a:xfrm>
            <a:off x="914400" y="6719516"/>
            <a:ext cx="16459200" cy="1938794"/>
          </a:xfrm>
          <a:prstGeom prst="rect">
            <a:avLst/>
          </a:prstGeom>
          <a:noFill/>
        </p:spPr>
        <p:txBody>
          <a:bodyPr wrap="square" lIns="109728" tIns="73152" rIns="109728" bIns="73152" anchor="ctr">
            <a:noAutofit/>
          </a:bodyPr>
          <a:lstStyle/>
          <a:p>
            <a:pPr algn="ctr">
              <a:spcBef>
                <a:spcPts val="600"/>
              </a:spcBef>
              <a:spcAft>
                <a:spcPts val="800"/>
              </a:spcAft>
            </a:pPr>
            <a:r>
              <a:rPr lang="en-US" sz="6500" b="1" dirty="0">
                <a:solidFill>
                  <a:srgbClr val="FFB800"/>
                </a:solidFill>
                <a:latin typeface="Arial" panose="020B0604020202020204" pitchFamily="34" charset="0"/>
                <a:cs typeface="Arial" panose="020B0604020202020204" pitchFamily="34" charset="0"/>
              </a:rPr>
              <a:t>Priest: </a:t>
            </a:r>
            <a:r>
              <a:rPr lang="en-US" sz="6500" b="1" i="1" dirty="0">
                <a:solidFill>
                  <a:srgbClr val="F0FDF4"/>
                </a:solidFill>
                <a:latin typeface="Arial" panose="020B0604020202020204" pitchFamily="34" charset="0"/>
                <a:cs typeface="Arial" panose="020B0604020202020204" pitchFamily="34" charset="0"/>
              </a:rPr>
              <a:t>Go in peace, glorifying the Lord by your life.</a:t>
            </a:r>
          </a:p>
        </p:txBody>
      </p:sp>
      <p:sp>
        <p:nvSpPr>
          <p:cNvPr id="6" name="TextBox 5">
            <a:extLst>
              <a:ext uri="{FF2B5EF4-FFF2-40B4-BE49-F238E27FC236}">
                <a16:creationId xmlns:a16="http://schemas.microsoft.com/office/drawing/2014/main" id="{BA7046C5-1E52-F69D-BF92-086E85CFB1E9}"/>
              </a:ext>
            </a:extLst>
          </p:cNvPr>
          <p:cNvSpPr txBox="1"/>
          <p:nvPr/>
        </p:nvSpPr>
        <p:spPr>
          <a:xfrm>
            <a:off x="914400" y="1192364"/>
            <a:ext cx="16459200" cy="859403"/>
          </a:xfrm>
          <a:prstGeom prst="rect">
            <a:avLst/>
          </a:prstGeom>
          <a:noFill/>
        </p:spPr>
        <p:txBody>
          <a:bodyPr wrap="square" lIns="109728" tIns="73152" rIns="109728" bIns="73152" anchor="ctr">
            <a:noAutofit/>
          </a:bodyPr>
          <a:lstStyle/>
          <a:p>
            <a:pPr algn="ctr">
              <a:spcBef>
                <a:spcPts val="600"/>
              </a:spcBef>
              <a:spcAft>
                <a:spcPts val="800"/>
              </a:spcAft>
            </a:pPr>
            <a:r>
              <a:rPr lang="en-US" sz="7500" b="1" dirty="0">
                <a:solidFill>
                  <a:srgbClr val="F0FDF4"/>
                </a:solidFill>
                <a:latin typeface="Arial" panose="020B0604020202020204" pitchFamily="34" charset="0"/>
                <a:cs typeface="Arial" panose="020B0604020202020204" pitchFamily="34" charset="0"/>
              </a:rPr>
              <a:t>All: And with your spirit.</a:t>
            </a:r>
          </a:p>
        </p:txBody>
      </p:sp>
      <p:sp>
        <p:nvSpPr>
          <p:cNvPr id="7" name="TextBox 6">
            <a:extLst>
              <a:ext uri="{FF2B5EF4-FFF2-40B4-BE49-F238E27FC236}">
                <a16:creationId xmlns:a16="http://schemas.microsoft.com/office/drawing/2014/main" id="{A0016F4A-78CD-6BF8-2FB2-AD9931C686BE}"/>
              </a:ext>
            </a:extLst>
          </p:cNvPr>
          <p:cNvSpPr txBox="1"/>
          <p:nvPr/>
        </p:nvSpPr>
        <p:spPr>
          <a:xfrm>
            <a:off x="914400" y="4905789"/>
            <a:ext cx="16459200" cy="859403"/>
          </a:xfrm>
          <a:prstGeom prst="rect">
            <a:avLst/>
          </a:prstGeom>
          <a:noFill/>
        </p:spPr>
        <p:txBody>
          <a:bodyPr wrap="square" lIns="109728" tIns="73152" rIns="109728" bIns="73152" anchor="ctr">
            <a:noAutofit/>
          </a:bodyPr>
          <a:lstStyle/>
          <a:p>
            <a:pPr algn="ctr">
              <a:spcBef>
                <a:spcPts val="600"/>
              </a:spcBef>
              <a:spcAft>
                <a:spcPts val="800"/>
              </a:spcAft>
            </a:pPr>
            <a:r>
              <a:rPr lang="en-US" sz="7500" b="1" dirty="0">
                <a:solidFill>
                  <a:srgbClr val="F0FDF4"/>
                </a:solidFill>
                <a:latin typeface="Arial" panose="020B0604020202020204" pitchFamily="34" charset="0"/>
                <a:cs typeface="Arial" panose="020B0604020202020204" pitchFamily="34" charset="0"/>
              </a:rPr>
              <a:t>All: Amen.</a:t>
            </a:r>
          </a:p>
        </p:txBody>
      </p:sp>
      <p:sp>
        <p:nvSpPr>
          <p:cNvPr id="8" name="TextBox 7"/>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Final Blessing</a:t>
            </a:r>
          </a:p>
        </p:txBody>
      </p:sp>
      <p:sp>
        <p:nvSpPr>
          <p:cNvPr id="3" name="TextBox 2">
            <a:extLst>
              <a:ext uri="{FF2B5EF4-FFF2-40B4-BE49-F238E27FC236}">
                <a16:creationId xmlns:a16="http://schemas.microsoft.com/office/drawing/2014/main" id="{8CC358AF-482B-E6E8-416B-DB6A83AAF1FE}"/>
              </a:ext>
            </a:extLst>
          </p:cNvPr>
          <p:cNvSpPr txBox="1"/>
          <p:nvPr/>
        </p:nvSpPr>
        <p:spPr>
          <a:xfrm>
            <a:off x="914400" y="8558917"/>
            <a:ext cx="16459200" cy="859403"/>
          </a:xfrm>
          <a:prstGeom prst="rect">
            <a:avLst/>
          </a:prstGeom>
          <a:noFill/>
        </p:spPr>
        <p:txBody>
          <a:bodyPr wrap="square" lIns="109728" tIns="73152" rIns="109728" bIns="73152" anchor="ctr">
            <a:noAutofit/>
          </a:bodyPr>
          <a:lstStyle/>
          <a:p>
            <a:pPr algn="ctr">
              <a:spcBef>
                <a:spcPts val="600"/>
              </a:spcBef>
              <a:spcAft>
                <a:spcPts val="800"/>
              </a:spcAft>
            </a:pPr>
            <a:r>
              <a:rPr lang="en-US" sz="7500" b="1" dirty="0">
                <a:solidFill>
                  <a:srgbClr val="F0FDF4"/>
                </a:solidFill>
                <a:latin typeface="Arial" panose="020B0604020202020204" pitchFamily="34" charset="0"/>
                <a:cs typeface="Arial" panose="020B0604020202020204" pitchFamily="34" charset="0"/>
              </a:rPr>
              <a:t>All: Thanks be to God.</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914400" y="109728"/>
            <a:ext cx="16459200" cy="868680"/>
          </a:xfrm>
          <a:prstGeom prst="rect">
            <a:avLst/>
          </a:prstGeom>
          <a:noFill/>
        </p:spPr>
        <p:txBody>
          <a:bodyPr wrap="square" lIns="109728" tIns="73152" rIns="109728" bIns="73152">
            <a:noAutofit/>
          </a:bodyPr>
          <a:lstStyle/>
          <a:p>
            <a:pPr algn="ctr"/>
            <a:r>
              <a:rPr sz="3850" b="1" u="sng">
                <a:solidFill>
                  <a:srgbClr val="FFB800"/>
                </a:solidFill>
                <a:latin typeface="Georgia"/>
              </a:rPr>
              <a:t>We Are Called</a:t>
            </a:r>
          </a:p>
        </p:txBody>
      </p:sp>
      <p:sp>
        <p:nvSpPr>
          <p:cNvPr id="3" name="TextBox 2"/>
          <p:cNvSpPr txBox="1"/>
          <p:nvPr/>
        </p:nvSpPr>
        <p:spPr>
          <a:xfrm>
            <a:off x="0" y="823874"/>
            <a:ext cx="18288000" cy="4797856"/>
          </a:xfrm>
          <a:prstGeom prst="rect">
            <a:avLst/>
          </a:prstGeom>
          <a:noFill/>
        </p:spPr>
        <p:txBody>
          <a:bodyPr wrap="square" lIns="0" tIns="73152" rIns="0" bIns="73152" anchor="ctr">
            <a:noAutofit/>
          </a:bodyPr>
          <a:lstStyle/>
          <a:p>
            <a:pPr algn="ctr">
              <a:lnSpc>
                <a:spcPct val="70000"/>
              </a:lnSpc>
            </a:pPr>
            <a:r>
              <a:rPr sz="7500" b="1" i="0">
                <a:solidFill>
                  <a:srgbClr val="FFFFFF"/>
                </a:solidFill>
                <a:latin typeface="Poppins"/>
              </a:rPr>
              <a:t>WE ARE CALLED TO ACT WITH JUSTICE,</a:t>
            </a:r>
          </a:p>
          <a:p>
            <a:pPr algn="ctr">
              <a:lnSpc>
                <a:spcPct val="70000"/>
              </a:lnSpc>
            </a:pPr>
            <a:r>
              <a:rPr sz="7500" b="1" i="0">
                <a:solidFill>
                  <a:srgbClr val="FFFFFF"/>
                </a:solidFill>
                <a:latin typeface="Poppins"/>
              </a:rPr>
              <a:t>WE ARE CALLED TO LOVE TENDERLY;</a:t>
            </a:r>
          </a:p>
          <a:p>
            <a:pPr algn="ctr">
              <a:lnSpc>
                <a:spcPct val="70000"/>
              </a:lnSpc>
            </a:pPr>
            <a:r>
              <a:rPr sz="7500" b="1" i="0">
                <a:solidFill>
                  <a:srgbClr val="FFFFFF"/>
                </a:solidFill>
                <a:latin typeface="Poppins"/>
              </a:rPr>
              <a:t>WE ARE CALLED TO SERVE ONE ANOTHER,</a:t>
            </a:r>
          </a:p>
          <a:p>
            <a:pPr algn="ctr">
              <a:lnSpc>
                <a:spcPct val="70000"/>
              </a:lnSpc>
            </a:pPr>
            <a:r>
              <a:rPr sz="7500" b="1" i="0">
                <a:solidFill>
                  <a:srgbClr val="FFFFFF"/>
                </a:solidFill>
                <a:latin typeface="Poppins"/>
              </a:rPr>
              <a:t>TO WALK HUMBLY WITH GOD.</a:t>
            </a:r>
          </a:p>
        </p:txBody>
      </p:sp>
      <p:sp>
        <p:nvSpPr>
          <p:cNvPr id="4" name="TextBox 3"/>
          <p:cNvSpPr txBox="1"/>
          <p:nvPr/>
        </p:nvSpPr>
        <p:spPr>
          <a:xfrm>
            <a:off x="0" y="5471769"/>
            <a:ext cx="18288000" cy="4797856"/>
          </a:xfrm>
          <a:prstGeom prst="rect">
            <a:avLst/>
          </a:prstGeom>
          <a:noFill/>
        </p:spPr>
        <p:txBody>
          <a:bodyPr wrap="square" lIns="0" tIns="73152" rIns="0" bIns="73152" anchor="ctr">
            <a:noAutofit/>
          </a:bodyPr>
          <a:lstStyle/>
          <a:p>
            <a:pPr algn="ctr">
              <a:lnSpc>
                <a:spcPct val="70000"/>
              </a:lnSpc>
            </a:pPr>
            <a:r>
              <a:rPr sz="6600" b="1" i="1">
                <a:solidFill>
                  <a:srgbClr val="FFFFFF"/>
                </a:solidFill>
                <a:latin typeface="Poppins"/>
              </a:rPr>
              <a:t>COME! LIVE IN THE LIGHT!</a:t>
            </a:r>
          </a:p>
          <a:p>
            <a:pPr algn="ctr">
              <a:lnSpc>
                <a:spcPct val="70000"/>
              </a:lnSpc>
            </a:pPr>
            <a:r>
              <a:rPr sz="6600" b="1" i="1">
                <a:solidFill>
                  <a:srgbClr val="FFFFFF"/>
                </a:solidFill>
                <a:latin typeface="Poppins"/>
              </a:rPr>
              <a:t>SHINE WITH THE JOY AND THE LOVE OF THE LORD!</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a:p>
          <a:p>
            <a:pPr>
              <a:spcBef>
                <a:spcPts val="200"/>
              </a:spcBef>
              <a:defRPr sz="1200" b="0" i="0" u="none">
                <a:solidFill>
                  <a:srgbClr val="FFB800"/>
                </a:solidFill>
                <a:latin typeface="Arial"/>
              </a:defRPr>
            </a:pPr>
            <a:r>
              <a:t>Recessional</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442569"/>
            <a:ext cx="18288000" cy="4797856"/>
          </a:xfrm>
          <a:prstGeom prst="rect">
            <a:avLst/>
          </a:prstGeom>
          <a:noFill/>
        </p:spPr>
        <p:txBody>
          <a:bodyPr wrap="square" lIns="0" tIns="73152" rIns="0" bIns="73152" anchor="ctr">
            <a:noAutofit/>
          </a:bodyPr>
          <a:lstStyle/>
          <a:p>
            <a:pPr algn="ctr">
              <a:lnSpc>
                <a:spcPct val="70000"/>
              </a:lnSpc>
            </a:pPr>
            <a:r>
              <a:rPr sz="7500" b="1" i="0">
                <a:solidFill>
                  <a:srgbClr val="FFFFFF"/>
                </a:solidFill>
                <a:latin typeface="Poppins"/>
              </a:rPr>
              <a:t>GOD OF DAYBREAK, GOD OF SHADOW,</a:t>
            </a:r>
          </a:p>
          <a:p>
            <a:pPr algn="ctr">
              <a:lnSpc>
                <a:spcPct val="70000"/>
              </a:lnSpc>
            </a:pPr>
            <a:r>
              <a:rPr sz="7500" b="1" i="0">
                <a:solidFill>
                  <a:srgbClr val="FFFFFF"/>
                </a:solidFill>
                <a:latin typeface="Poppins"/>
              </a:rPr>
              <a:t>COME INTO OUR RESTLESS LIVES;</a:t>
            </a:r>
          </a:p>
          <a:p>
            <a:pPr algn="ctr">
              <a:lnSpc>
                <a:spcPct val="70000"/>
              </a:lnSpc>
            </a:pPr>
            <a:r>
              <a:rPr sz="7500" b="1" i="0">
                <a:solidFill>
                  <a:srgbClr val="FFFFFF"/>
                </a:solidFill>
                <a:latin typeface="Poppins"/>
              </a:rPr>
              <a:t>LIFT FROM US THE FEAR OF SHADOWS,</a:t>
            </a:r>
          </a:p>
          <a:p>
            <a:pPr algn="ctr">
              <a:lnSpc>
                <a:spcPct val="70000"/>
              </a:lnSpc>
            </a:pPr>
            <a:r>
              <a:rPr sz="7500" b="1" i="0">
                <a:solidFill>
                  <a:srgbClr val="FFFFFF"/>
                </a:solidFill>
                <a:latin typeface="Poppins"/>
              </a:rPr>
              <a:t>THAT WE MAY ARISE WITH LIGHT.</a:t>
            </a:r>
          </a:p>
        </p:txBody>
      </p:sp>
      <p:sp>
        <p:nvSpPr>
          <p:cNvPr id="3" name="TextBox 2"/>
          <p:cNvSpPr txBox="1"/>
          <p:nvPr/>
        </p:nvSpPr>
        <p:spPr>
          <a:xfrm>
            <a:off x="0" y="5091379"/>
            <a:ext cx="18288000" cy="4797856"/>
          </a:xfrm>
          <a:prstGeom prst="rect">
            <a:avLst/>
          </a:prstGeom>
          <a:noFill/>
        </p:spPr>
        <p:txBody>
          <a:bodyPr wrap="square" lIns="0" tIns="73152" rIns="0" bIns="73152" anchor="ctr">
            <a:noAutofit/>
          </a:bodyPr>
          <a:lstStyle/>
          <a:p>
            <a:pPr algn="ctr">
              <a:lnSpc>
                <a:spcPct val="70000"/>
              </a:lnSpc>
            </a:pPr>
            <a:r>
              <a:rPr sz="7500" b="1" i="1">
                <a:solidFill>
                  <a:srgbClr val="FFFFFF"/>
                </a:solidFill>
                <a:latin typeface="Poppins"/>
              </a:rPr>
              <a:t>WE ARE CALLED TO ACT WITH JUSTICE...</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a:p>
          <a:p>
            <a:pPr>
              <a:spcBef>
                <a:spcPts val="200"/>
              </a:spcBef>
              <a:defRPr sz="1200" b="0" i="0" u="none">
                <a:solidFill>
                  <a:srgbClr val="FFB800"/>
                </a:solidFill>
                <a:latin typeface="Arial"/>
              </a:defRPr>
            </a:pPr>
            <a:r>
              <a:t>Recessional</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442569"/>
            <a:ext cx="18288000" cy="4797856"/>
          </a:xfrm>
          <a:prstGeom prst="rect">
            <a:avLst/>
          </a:prstGeom>
          <a:noFill/>
        </p:spPr>
        <p:txBody>
          <a:bodyPr wrap="square" lIns="0" tIns="73152" rIns="0" bIns="73152" anchor="ctr">
            <a:noAutofit/>
          </a:bodyPr>
          <a:lstStyle/>
          <a:p>
            <a:pPr algn="ctr">
              <a:lnSpc>
                <a:spcPct val="70000"/>
              </a:lnSpc>
            </a:pPr>
            <a:r>
              <a:rPr sz="7500" b="1" i="0">
                <a:solidFill>
                  <a:srgbClr val="FFFFFF"/>
                </a:solidFill>
                <a:latin typeface="Poppins"/>
              </a:rPr>
              <a:t>COME! LIVE IN THE LIGHT!...</a:t>
            </a:r>
          </a:p>
        </p:txBody>
      </p:sp>
      <p:sp>
        <p:nvSpPr>
          <p:cNvPr id="3" name="TextBox 2"/>
          <p:cNvSpPr txBox="1"/>
          <p:nvPr/>
        </p:nvSpPr>
        <p:spPr>
          <a:xfrm>
            <a:off x="0" y="5091379"/>
            <a:ext cx="18288000" cy="4797856"/>
          </a:xfrm>
          <a:prstGeom prst="rect">
            <a:avLst/>
          </a:prstGeom>
          <a:noFill/>
        </p:spPr>
        <p:txBody>
          <a:bodyPr wrap="square" lIns="0" tIns="73152" rIns="0" bIns="73152" anchor="ctr">
            <a:noAutofit/>
          </a:bodyPr>
          <a:lstStyle/>
          <a:p>
            <a:pPr algn="ctr">
              <a:lnSpc>
                <a:spcPct val="70000"/>
              </a:lnSpc>
            </a:pPr>
            <a:r>
              <a:rPr sz="7400" b="1" i="1">
                <a:solidFill>
                  <a:srgbClr val="FFFFFF"/>
                </a:solidFill>
                <a:latin typeface="Poppins"/>
              </a:rPr>
              <a:t>GOD OF NEWNESS, GOD OF FRESHNESS,</a:t>
            </a:r>
          </a:p>
          <a:p>
            <a:pPr algn="ctr">
              <a:lnSpc>
                <a:spcPct val="70000"/>
              </a:lnSpc>
            </a:pPr>
            <a:r>
              <a:rPr sz="7400" b="1" i="1">
                <a:solidFill>
                  <a:srgbClr val="FFFFFF"/>
                </a:solidFill>
                <a:latin typeface="Poppins"/>
              </a:rPr>
              <a:t>COME INTO OUR MORNING SONG:</a:t>
            </a:r>
          </a:p>
          <a:p>
            <a:pPr algn="ctr">
              <a:lnSpc>
                <a:spcPct val="70000"/>
              </a:lnSpc>
            </a:pPr>
            <a:r>
              <a:rPr sz="7400" b="1" i="1">
                <a:solidFill>
                  <a:srgbClr val="FFFFFF"/>
                </a:solidFill>
                <a:latin typeface="Poppins"/>
              </a:rPr>
              <a:t>GIVE TO US A NEW BEGINNING,</a:t>
            </a:r>
          </a:p>
          <a:p>
            <a:pPr algn="ctr">
              <a:lnSpc>
                <a:spcPct val="70000"/>
              </a:lnSpc>
            </a:pPr>
            <a:r>
              <a:rPr sz="7400" b="1" i="1">
                <a:solidFill>
                  <a:srgbClr val="FFFFFF"/>
                </a:solidFill>
                <a:latin typeface="Poppins"/>
              </a:rPr>
              <a:t>SEND US FORTH WITH HEARTS MADE STRONG.</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a:p>
          <a:p>
            <a:pPr>
              <a:spcBef>
                <a:spcPts val="200"/>
              </a:spcBef>
              <a:defRPr sz="1200" b="0" i="0" u="none">
                <a:solidFill>
                  <a:srgbClr val="FFB800"/>
                </a:solidFill>
                <a:latin typeface="Arial"/>
              </a:defRPr>
            </a:pPr>
            <a:r>
              <a:t>Recessional</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442569"/>
            <a:ext cx="18288000" cy="4797856"/>
          </a:xfrm>
          <a:prstGeom prst="rect">
            <a:avLst/>
          </a:prstGeom>
          <a:noFill/>
        </p:spPr>
        <p:txBody>
          <a:bodyPr wrap="square" lIns="0" tIns="73152" rIns="0" bIns="73152" anchor="ctr">
            <a:noAutofit/>
          </a:bodyPr>
          <a:lstStyle/>
          <a:p>
            <a:pPr algn="ctr">
              <a:lnSpc>
                <a:spcPct val="70000"/>
              </a:lnSpc>
            </a:pPr>
            <a:r>
              <a:rPr sz="7500" b="1" i="0">
                <a:solidFill>
                  <a:srgbClr val="FFFFFF"/>
                </a:solidFill>
                <a:latin typeface="Poppins"/>
              </a:rPr>
              <a:t>WE ARE CALLED TO ACT WITH JUSTICE...</a:t>
            </a:r>
          </a:p>
        </p:txBody>
      </p:sp>
      <p:sp>
        <p:nvSpPr>
          <p:cNvPr id="3" name="TextBox 2"/>
          <p:cNvSpPr txBox="1"/>
          <p:nvPr/>
        </p:nvSpPr>
        <p:spPr>
          <a:xfrm>
            <a:off x="0" y="5091379"/>
            <a:ext cx="18288000" cy="4797856"/>
          </a:xfrm>
          <a:prstGeom prst="rect">
            <a:avLst/>
          </a:prstGeom>
          <a:noFill/>
        </p:spPr>
        <p:txBody>
          <a:bodyPr wrap="square" lIns="0" tIns="73152" rIns="0" bIns="73152" anchor="ctr">
            <a:noAutofit/>
          </a:bodyPr>
          <a:lstStyle/>
          <a:p>
            <a:pPr algn="ctr">
              <a:lnSpc>
                <a:spcPct val="70000"/>
              </a:lnSpc>
            </a:pPr>
            <a:r>
              <a:rPr sz="7500" b="1" i="1">
                <a:solidFill>
                  <a:srgbClr val="FFFFFF"/>
                </a:solidFill>
                <a:latin typeface="Poppins"/>
              </a:rPr>
              <a:t>COME! LIVE IN THE LIGHT!...</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a:p>
          <a:p>
            <a:pPr>
              <a:spcBef>
                <a:spcPts val="200"/>
              </a:spcBef>
              <a:defRPr sz="1200" b="0" i="0" u="none">
                <a:solidFill>
                  <a:srgbClr val="FFB800"/>
                </a:solidFill>
                <a:latin typeface="Arial"/>
              </a:defRPr>
            </a:pPr>
            <a:r>
              <a:t>Recessional</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A13"/>
            </a:gs>
            <a:gs pos="100000">
              <a:srgbClr val="689474"/>
            </a:gs>
          </a:gsLst>
          <a:lin ang="0" scaled="0"/>
        </a:gradFill>
        <a:effectLst/>
      </p:bgPr>
    </p:bg>
    <p:spTree>
      <p:nvGrpSpPr>
        <p:cNvPr id="1" name=""/>
        <p:cNvGrpSpPr/>
        <p:nvPr/>
      </p:nvGrpSpPr>
      <p:grpSpPr>
        <a:xfrm>
          <a:off x="0" y="0"/>
          <a:ext cx="0" cy="0"/>
          <a:chOff x="0" y="0"/>
          <a:chExt cx="0" cy="0"/>
        </a:xfrm>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FFEABF"/>
                </a:solidFill>
                <a:latin typeface="Arial"/>
              </a:defRPr>
            </a:pPr>
            <a:r>
              <a:t>MASS CELEBRANT:</a:t>
            </a:r>
          </a:p>
        </p:txBody>
      </p:sp>
      <p:sp>
        <p:nvSpPr>
          <p:cNvPr id="5" name="TextBox 4"/>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AF8F4"/>
                </a:solidFill>
                <a:latin typeface="Arial"/>
              </a:defRPr>
            </a:pPr>
            <a:r>
              <a:t>Rev. Fr. Jonrey Lauron, RCJ</a:t>
            </a:r>
          </a:p>
        </p:txBody>
      </p:sp>
      <p:sp>
        <p:nvSpPr>
          <p:cNvPr id="6" name="TextBox 5"/>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solidFill>
                  <a:srgbClr val="FAF8F4"/>
                </a:solidFill>
                <a:latin typeface="Arial"/>
              </a:defRPr>
            </a:pPr>
            <a:r>
              <a:t>YEAR A · 21 JUNE 2026</a:t>
            </a:r>
          </a:p>
        </p:txBody>
      </p:sp>
      <p:sp>
        <p:nvSpPr>
          <p:cNvPr id="7" name="TextBox 6"/>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solidFill>
                  <a:srgbClr val="EFEDEC"/>
                </a:solidFill>
                <a:latin typeface="Arial"/>
              </a:defRPr>
            </a:pPr>
            <a:r>
              <a:t>“Fear no one.”</a:t>
            </a:r>
          </a:p>
        </p:txBody>
      </p:sp>
      <p:sp>
        <p:nvSpPr>
          <p:cNvPr id="8" name="TextBox 7"/>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solidFill>
                  <a:srgbClr val="FFDE9E"/>
                </a:solidFill>
                <a:latin typeface="Arial"/>
              </a:defRPr>
            </a:pPr>
            <a:r>
              <a:t>GOSPEL (MATTHEW 10:26–33)</a:t>
            </a:r>
          </a:p>
        </p:txBody>
      </p:sp>
      <p:sp>
        <p:nvSpPr>
          <p:cNvPr id="9" name="TextBox 8"/>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solidFill>
                  <a:srgbClr val="FAF8F4"/>
                </a:solidFill>
                <a:latin typeface="Arial"/>
              </a:defRPr>
            </a:pPr>
            <a:r>
              <a:t>12th Sunday in Ordinary Time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540</TotalTime>
  <Words>2585</Words>
  <Application>Microsoft Macintosh PowerPoint</Application>
  <PresentationFormat>Custom</PresentationFormat>
  <Paragraphs>452</Paragraphs>
  <Slides>68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68</vt:i4>
      </vt:variant>
    </vt:vector>
  </HeadingPairs>
  <TitlesOfParts>
    <vt:vector size="74" baseType="lpstr">
      <vt:lpstr>Arial</vt:lpstr>
      <vt:lpstr>Arial Black</vt:lpstr>
      <vt:lpstr>Calibri</vt:lpstr>
      <vt:lpstr>Georgia</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divinogabriel78@gmail.com</cp:lastModifiedBy>
  <cp:revision>2</cp:revision>
  <dcterms:created xsi:type="dcterms:W3CDTF">2013-01-27T09:14:16Z</dcterms:created>
  <dcterms:modified xsi:type="dcterms:W3CDTF">2026-06-21T04:57:13Z</dcterms:modified>
  <cp:category/>
</cp:coreProperties>
</file>