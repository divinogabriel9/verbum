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y="10287000" cx="18288000"/>
  <p:notesSz cx="6858000" cy="9144000"/>
  <p:embeddedFontLst>
    <p:embeddedFont>
      <p:font typeface="Play"/>
      <p:regular r:id="rId90"/>
      <p:bold r:id="rId91"/>
    </p:embeddedFont>
    <p:embeddedFont>
      <p:font typeface="Poppins"/>
      <p:bold r:id="rId92"/>
      <p:boldItalic r:id="rId93"/>
    </p:embeddedFont>
    <p:embeddedFont>
      <p:font typeface="Poppins SemiBold"/>
      <p:regular r:id="rId94"/>
      <p:bold r:id="rId95"/>
      <p:italic r:id="rId96"/>
      <p:boldItalic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PoppinsSemiBold-bold.fntdata"/><Relationship Id="rId94" Type="http://schemas.openxmlformats.org/officeDocument/2006/relationships/font" Target="fonts/PoppinsSemiBold-regular.fntdata"/><Relationship Id="rId97" Type="http://schemas.openxmlformats.org/officeDocument/2006/relationships/font" Target="fonts/PoppinsSemiBold-boldItalic.fntdata"/><Relationship Id="rId96" Type="http://schemas.openxmlformats.org/officeDocument/2006/relationships/font" Target="fonts/Poppins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Play-bold.fntdata"/><Relationship Id="rId90" Type="http://schemas.openxmlformats.org/officeDocument/2006/relationships/font" Target="fonts/Play-regular.fntdata"/><Relationship Id="rId93" Type="http://schemas.openxmlformats.org/officeDocument/2006/relationships/font" Target="fonts/Poppins-boldItalic.fntdata"/><Relationship Id="rId92" Type="http://schemas.openxmlformats.org/officeDocument/2006/relationships/font" Target="fonts/Poppins-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cde627d5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ecde627d50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83" name="Shape 83"/>
        <p:cNvGrpSpPr/>
        <p:nvPr/>
      </p:nvGrpSpPr>
      <p:grpSpPr>
        <a:xfrm>
          <a:off x="0" y="0"/>
          <a:ext cx="0" cy="0"/>
          <a:chOff x="0" y="0"/>
          <a:chExt cx="0" cy="0"/>
        </a:xfrm>
      </p:grpSpPr>
      <p:sp>
        <p:nvSpPr>
          <p:cNvPr id="84" name="Google Shape;84;p13"/>
          <p:cNvSpPr txBox="1"/>
          <p:nvPr/>
        </p:nvSpPr>
        <p:spPr>
          <a:xfrm>
            <a:off x="685800" y="3428995"/>
            <a:ext cx="16916400" cy="1720500"/>
          </a:xfrm>
          <a:prstGeom prst="rect">
            <a:avLst/>
          </a:prstGeom>
          <a:noFill/>
          <a:ln>
            <a:noFill/>
          </a:ln>
          <a:effectLst>
            <a:outerShdw blurRad="57150" rotWithShape="0" algn="bl" dir="5400000" dist="19050">
              <a:srgbClr val="000000">
                <a:alpha val="50196"/>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Clr>
                <a:srgbClr val="FAF8F4"/>
              </a:buClr>
              <a:buSzPts val="5100"/>
              <a:buFont typeface="Calibri"/>
              <a:buNone/>
            </a:pPr>
            <a:r>
              <a:rPr b="1" i="0" lang="en-US" sz="5100" u="none" cap="none" strike="noStrike">
                <a:solidFill>
                  <a:srgbClr val="FAF8F4"/>
                </a:solidFill>
                <a:latin typeface="Calibri"/>
                <a:ea typeface="Calibri"/>
                <a:cs typeface="Calibri"/>
                <a:sym typeface="Calibri"/>
              </a:rPr>
              <a:t>PUT YOUR CELLPHONE ON SILENT MODE DURING THE MASS.</a:t>
            </a:r>
            <a:endParaRPr b="0" i="0" sz="4600" u="none" cap="none" strike="noStrike">
              <a:solidFill>
                <a:schemeClr val="dk1"/>
              </a:solidFill>
              <a:latin typeface="Calibri"/>
              <a:ea typeface="Calibri"/>
              <a:cs typeface="Calibri"/>
              <a:sym typeface="Calibri"/>
            </a:endParaRPr>
          </a:p>
          <a:p>
            <a:pPr indent="0" lvl="0" marL="0" marR="0" rtl="0" algn="ctr">
              <a:spcBef>
                <a:spcPts val="500"/>
              </a:spcBef>
              <a:spcAft>
                <a:spcPts val="0"/>
              </a:spcAft>
              <a:buClr>
                <a:srgbClr val="FFDA91"/>
              </a:buClr>
              <a:buSzPts val="4700"/>
              <a:buFont typeface="Calibri"/>
              <a:buNone/>
            </a:pPr>
            <a:r>
              <a:rPr b="0" i="1" lang="en-US" sz="4700" u="none" cap="none" strike="noStrike">
                <a:solidFill>
                  <a:srgbClr val="FFDA91"/>
                </a:solidFill>
                <a:latin typeface="Calibri"/>
                <a:ea typeface="Calibri"/>
                <a:cs typeface="Calibri"/>
                <a:sym typeface="Calibri"/>
              </a:rPr>
              <a:t>Thank you.</a:t>
            </a:r>
            <a:endParaRPr b="0" i="0" sz="4600" u="none" cap="none" strike="noStrike">
              <a:solidFill>
                <a:schemeClr val="dk1"/>
              </a:solidFill>
              <a:latin typeface="Calibri"/>
              <a:ea typeface="Calibri"/>
              <a:cs typeface="Calibri"/>
              <a:sym typeface="Calibri"/>
            </a:endParaRPr>
          </a:p>
        </p:txBody>
      </p:sp>
      <p:sp>
        <p:nvSpPr>
          <p:cNvPr id="85" name="Google Shape;85;p1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Pre-Mass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89" name="Shape 89"/>
        <p:cNvGrpSpPr/>
        <p:nvPr/>
      </p:nvGrpSpPr>
      <p:grpSpPr>
        <a:xfrm>
          <a:off x="0" y="0"/>
          <a:ext cx="0" cy="0"/>
          <a:chOff x="0" y="0"/>
          <a:chExt cx="0" cy="0"/>
        </a:xfrm>
      </p:grpSpPr>
      <p:sp>
        <p:nvSpPr>
          <p:cNvPr id="90" name="Google Shape;90;p14"/>
          <p:cNvSpPr txBox="1"/>
          <p:nvPr/>
        </p:nvSpPr>
        <p:spPr>
          <a:xfrm>
            <a:off x="914400" y="603504"/>
            <a:ext cx="16459200" cy="658368"/>
          </a:xfrm>
          <a:prstGeom prst="rect">
            <a:avLst/>
          </a:prstGeom>
          <a:noFill/>
          <a:ln>
            <a:noFill/>
          </a:ln>
        </p:spPr>
        <p:txBody>
          <a:bodyPr anchorCtr="0" anchor="t" bIns="73150" lIns="109725" spcFirstLastPara="1" rIns="109725" wrap="square" tIns="73150">
            <a:noAutofit/>
          </a:bodyPr>
          <a:lstStyle/>
          <a:p>
            <a:pPr indent="0" lvl="0" marL="0" marR="0" rtl="0" algn="ctr">
              <a:lnSpc>
                <a:spcPct val="108000"/>
              </a:lnSpc>
              <a:spcBef>
                <a:spcPts val="0"/>
              </a:spcBef>
              <a:spcAft>
                <a:spcPts val="0"/>
              </a:spcAft>
              <a:buNone/>
            </a:pPr>
            <a:r>
              <a:rPr b="1" i="0" lang="en-US" sz="2800">
                <a:solidFill>
                  <a:srgbClr val="D8B4FE"/>
                </a:solidFill>
                <a:latin typeface="Arial"/>
                <a:ea typeface="Arial"/>
                <a:cs typeface="Arial"/>
                <a:sym typeface="Arial"/>
              </a:rPr>
              <a:t>The Solemnity of the Most Holy Body and Blood of Christ</a:t>
            </a:r>
            <a:endParaRPr/>
          </a:p>
        </p:txBody>
      </p:sp>
      <p:sp>
        <p:nvSpPr>
          <p:cNvPr id="91" name="Google Shape;91;p14"/>
          <p:cNvSpPr txBox="1"/>
          <p:nvPr/>
        </p:nvSpPr>
        <p:spPr>
          <a:xfrm>
            <a:off x="914400" y="1316736"/>
            <a:ext cx="16459200" cy="502920"/>
          </a:xfrm>
          <a:prstGeom prst="rect">
            <a:avLst/>
          </a:prstGeom>
          <a:noFill/>
          <a:ln>
            <a:noFill/>
          </a:ln>
        </p:spPr>
        <p:txBody>
          <a:bodyPr anchorCtr="0" anchor="t" bIns="73150" lIns="109725" spcFirstLastPara="1" rIns="109725" wrap="square" tIns="73150">
            <a:noAutofit/>
          </a:bodyPr>
          <a:lstStyle/>
          <a:p>
            <a:pPr indent="0" lvl="0" marL="0" marR="0" rtl="0" algn="ctr">
              <a:lnSpc>
                <a:spcPct val="108000"/>
              </a:lnSpc>
              <a:spcBef>
                <a:spcPts val="0"/>
              </a:spcBef>
              <a:spcAft>
                <a:spcPts val="0"/>
              </a:spcAft>
              <a:buNone/>
            </a:pPr>
            <a:r>
              <a:rPr b="0" i="0" lang="en-US" sz="2600">
                <a:solidFill>
                  <a:srgbClr val="F8C66A"/>
                </a:solidFill>
                <a:latin typeface="Arial"/>
                <a:ea typeface="Arial"/>
                <a:cs typeface="Arial"/>
                <a:sym typeface="Arial"/>
              </a:rPr>
              <a:t>2026-06-07</a:t>
            </a:r>
            <a:endParaRPr/>
          </a:p>
        </p:txBody>
      </p:sp>
      <p:sp>
        <p:nvSpPr>
          <p:cNvPr id="92" name="Google Shape;92;p14"/>
          <p:cNvSpPr txBox="1"/>
          <p:nvPr/>
        </p:nvSpPr>
        <p:spPr>
          <a:xfrm>
            <a:off x="914400" y="2203704"/>
            <a:ext cx="16459200" cy="607161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7200">
                <a:solidFill>
                  <a:srgbClr val="FFFFFF"/>
                </a:solidFill>
                <a:latin typeface="Play"/>
                <a:ea typeface="Play"/>
                <a:cs typeface="Play"/>
                <a:sym typeface="Play"/>
              </a:rPr>
              <a:t>“I am the living bread that came down from heaven; whoever eats this bread will live forever; and the bread that I will give is my flesh for the life of the world.”</a:t>
            </a:r>
            <a:endParaRPr/>
          </a:p>
        </p:txBody>
      </p:sp>
      <p:sp>
        <p:nvSpPr>
          <p:cNvPr id="93" name="Google Shape;93;p14"/>
          <p:cNvSpPr txBox="1"/>
          <p:nvPr/>
        </p:nvSpPr>
        <p:spPr>
          <a:xfrm>
            <a:off x="914400" y="8458200"/>
            <a:ext cx="16459200" cy="960120"/>
          </a:xfrm>
          <a:prstGeom prst="rect">
            <a:avLst/>
          </a:prstGeom>
          <a:noFill/>
          <a:ln>
            <a:noFill/>
          </a:ln>
        </p:spPr>
        <p:txBody>
          <a:bodyPr anchorCtr="0" anchor="t" bIns="73150" lIns="109725" spcFirstLastPara="1" rIns="109725" wrap="square" tIns="73150">
            <a:noAutofit/>
          </a:bodyPr>
          <a:lstStyle/>
          <a:p>
            <a:pPr indent="0" lvl="0" marL="0" marR="0" rtl="0" algn="ctr">
              <a:lnSpc>
                <a:spcPct val="108000"/>
              </a:lnSpc>
              <a:spcBef>
                <a:spcPts val="0"/>
              </a:spcBef>
              <a:spcAft>
                <a:spcPts val="0"/>
              </a:spcAft>
              <a:buNone/>
            </a:pPr>
            <a:r>
              <a:rPr b="0" i="0" lang="en-US" sz="4000">
                <a:solidFill>
                  <a:srgbClr val="F8C66A"/>
                </a:solidFill>
                <a:latin typeface="Arial"/>
                <a:ea typeface="Arial"/>
                <a:cs typeface="Arial"/>
                <a:sym typeface="Arial"/>
              </a:rPr>
              <a:t>“How can this man give us his flesh to eat?”</a:t>
            </a:r>
            <a:endParaRPr/>
          </a:p>
        </p:txBody>
      </p:sp>
      <p:sp>
        <p:nvSpPr>
          <p:cNvPr id="94" name="Google Shape;94;p14"/>
          <p:cNvSpPr txBox="1"/>
          <p:nvPr/>
        </p:nvSpPr>
        <p:spPr>
          <a:xfrm>
            <a:off x="914400" y="9482328"/>
            <a:ext cx="16459200" cy="457200"/>
          </a:xfrm>
          <a:prstGeom prst="rect">
            <a:avLst/>
          </a:prstGeom>
          <a:noFill/>
          <a:ln>
            <a:noFill/>
          </a:ln>
        </p:spPr>
        <p:txBody>
          <a:bodyPr anchorCtr="0" anchor="t" bIns="73150" lIns="109725" spcFirstLastPara="1" rIns="109725" wrap="square" tIns="73150">
            <a:noAutofit/>
          </a:bodyPr>
          <a:lstStyle/>
          <a:p>
            <a:pPr indent="0" lvl="0" marL="0" marR="0" rtl="0" algn="ctr">
              <a:lnSpc>
                <a:spcPct val="108000"/>
              </a:lnSpc>
              <a:spcBef>
                <a:spcPts val="0"/>
              </a:spcBef>
              <a:spcAft>
                <a:spcPts val="0"/>
              </a:spcAft>
              <a:buNone/>
            </a:pPr>
            <a:r>
              <a:rPr b="0" i="0" lang="en-US" sz="3000">
                <a:solidFill>
                  <a:srgbClr val="F8C66A"/>
                </a:solidFill>
                <a:latin typeface="Arial"/>
                <a:ea typeface="Arial"/>
                <a:cs typeface="Arial"/>
                <a:sym typeface="Arial"/>
              </a:rPr>
              <a:t>John 6:51-58</a:t>
            </a:r>
            <a:endParaRPr/>
          </a:p>
        </p:txBody>
      </p:sp>
      <p:sp>
        <p:nvSpPr>
          <p:cNvPr id="95" name="Google Shape;95;p14"/>
          <p:cNvSpPr txBox="1"/>
          <p:nvPr/>
        </p:nvSpPr>
        <p:spPr>
          <a:xfrm>
            <a:off x="914400" y="9628632"/>
            <a:ext cx="16459200" cy="50292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0" i="0" lang="en-US" sz="1800">
                <a:solidFill>
                  <a:srgbClr val="F8C66A"/>
                </a:solidFill>
                <a:latin typeface="Arial"/>
                <a:ea typeface="Arial"/>
                <a:cs typeface="Arial"/>
                <a:sym typeface="Arial"/>
              </a:rPr>
              <a:t>Fr. Michael Hwang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9" name="Shape 99"/>
        <p:cNvGrpSpPr/>
        <p:nvPr/>
      </p:nvGrpSpPr>
      <p:grpSpPr>
        <a:xfrm>
          <a:off x="0" y="0"/>
          <a:ext cx="0" cy="0"/>
          <a:chOff x="0" y="0"/>
          <a:chExt cx="0" cy="0"/>
        </a:xfrm>
      </p:grpSpPr>
      <p:sp>
        <p:nvSpPr>
          <p:cNvPr id="100" name="Google Shape;100;p15"/>
          <p:cNvSpPr txBox="1"/>
          <p:nvPr/>
        </p:nvSpPr>
        <p:spPr>
          <a:xfrm>
            <a:off x="914400" y="109728"/>
            <a:ext cx="16459200" cy="86868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600" u="sng">
                <a:solidFill>
                  <a:srgbClr val="FFCC4D"/>
                </a:solidFill>
                <a:latin typeface="Georgia"/>
                <a:ea typeface="Georgia"/>
                <a:cs typeface="Georgia"/>
                <a:sym typeface="Georgia"/>
              </a:rPr>
              <a:t>Sing a New Song</a:t>
            </a:r>
            <a:endParaRPr u="sng"/>
          </a:p>
        </p:txBody>
      </p:sp>
      <p:sp>
        <p:nvSpPr>
          <p:cNvPr id="101" name="Google Shape;101;p15"/>
          <p:cNvSpPr txBox="1"/>
          <p:nvPr/>
        </p:nvSpPr>
        <p:spPr>
          <a:xfrm>
            <a:off x="0" y="823949"/>
            <a:ext cx="18288000" cy="4798200"/>
          </a:xfrm>
          <a:prstGeom prst="rect">
            <a:avLst/>
          </a:prstGeom>
          <a:noFill/>
          <a:ln>
            <a:noFill/>
          </a:ln>
        </p:spPr>
        <p:txBody>
          <a:bodyPr anchorCtr="0" anchor="ctr" bIns="73150" lIns="0" spcFirstLastPara="1" rIns="0" wrap="square" tIns="73150">
            <a:noAutofit/>
          </a:bodyPr>
          <a:lstStyle/>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LET YOUR SONG BE SUNG</a:t>
            </a:r>
            <a:endParaRPr b="1" i="1" sz="7500">
              <a:solidFill>
                <a:srgbClr val="FFB800"/>
              </a:solidFill>
              <a:latin typeface="Poppins"/>
              <a:ea typeface="Poppins"/>
              <a:cs typeface="Poppins"/>
              <a:sym typeface="Poppins"/>
            </a:endParaRPr>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FROM MOUNTAINS HIGH</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SINGING ALLELUIA</a:t>
            </a:r>
            <a:endParaRPr sz="3800"/>
          </a:p>
        </p:txBody>
      </p:sp>
      <p:sp>
        <p:nvSpPr>
          <p:cNvPr id="102" name="Google Shape;102;p1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Entrance</a:t>
            </a:r>
            <a:endParaRPr/>
          </a:p>
        </p:txBody>
      </p:sp>
      <p:sp>
        <p:nvSpPr>
          <p:cNvPr id="103" name="Google Shape;103;p15"/>
          <p:cNvSpPr txBox="1"/>
          <p:nvPr/>
        </p:nvSpPr>
        <p:spPr>
          <a:xfrm>
            <a:off x="0" y="5472149"/>
            <a:ext cx="18288000" cy="4798200"/>
          </a:xfrm>
          <a:prstGeom prst="rect">
            <a:avLst/>
          </a:prstGeom>
          <a:noFill/>
          <a:ln>
            <a:noFill/>
          </a:ln>
        </p:spPr>
        <p:txBody>
          <a:bodyPr anchorCtr="0" anchor="ctr" bIns="73150" lIns="0" spcFirstLastPara="1" rIns="0" wrap="square" tIns="73150">
            <a:noAutofit/>
          </a:bodyPr>
          <a:lstStyle/>
          <a:p>
            <a:pPr indent="0" lvl="0" marL="0" rtl="0" algn="ctr">
              <a:lnSpc>
                <a:spcPct val="70000"/>
              </a:lnSpc>
              <a:spcBef>
                <a:spcPts val="0"/>
              </a:spcBef>
              <a:spcAft>
                <a:spcPts val="0"/>
              </a:spcAft>
              <a:buClr>
                <a:schemeClr val="dk1"/>
              </a:buClr>
              <a:buFont typeface="Arial"/>
              <a:buNone/>
            </a:pPr>
            <a:r>
              <a:rPr b="1" lang="en-US" sz="7500">
                <a:solidFill>
                  <a:schemeClr val="lt1"/>
                </a:solidFill>
                <a:latin typeface="Poppins"/>
                <a:ea typeface="Poppins"/>
                <a:cs typeface="Poppins"/>
                <a:sym typeface="Poppins"/>
              </a:rPr>
              <a:t>YAHWEH'S PEOPLE DANCE FOR JOY</a:t>
            </a:r>
            <a:endParaRPr sz="7500">
              <a:solidFill>
                <a:schemeClr val="dk1"/>
              </a:solidFill>
            </a:endParaRPr>
          </a:p>
          <a:p>
            <a:pPr indent="0" lvl="0" marL="0" rtl="0" algn="ctr">
              <a:lnSpc>
                <a:spcPct val="70000"/>
              </a:lnSpc>
              <a:spcBef>
                <a:spcPts val="0"/>
              </a:spcBef>
              <a:spcAft>
                <a:spcPts val="0"/>
              </a:spcAft>
              <a:buClr>
                <a:schemeClr val="dk1"/>
              </a:buClr>
              <a:buFont typeface="Arial"/>
              <a:buNone/>
            </a:pPr>
            <a:r>
              <a:rPr b="1" lang="en-US" sz="7500">
                <a:solidFill>
                  <a:schemeClr val="lt1"/>
                </a:solidFill>
                <a:latin typeface="Poppins"/>
                <a:ea typeface="Poppins"/>
                <a:cs typeface="Poppins"/>
                <a:sym typeface="Poppins"/>
              </a:rPr>
              <a:t>O COME BEFORE THE LORD</a:t>
            </a:r>
            <a:endParaRPr sz="7500">
              <a:solidFill>
                <a:schemeClr val="dk1"/>
              </a:solidFill>
            </a:endParaRPr>
          </a:p>
          <a:p>
            <a:pPr indent="0" lvl="0" marL="0" rtl="0" algn="ctr">
              <a:lnSpc>
                <a:spcPct val="70000"/>
              </a:lnSpc>
              <a:spcBef>
                <a:spcPts val="0"/>
              </a:spcBef>
              <a:spcAft>
                <a:spcPts val="0"/>
              </a:spcAft>
              <a:buClr>
                <a:schemeClr val="dk1"/>
              </a:buClr>
              <a:buFont typeface="Arial"/>
              <a:buNone/>
            </a:pPr>
            <a:r>
              <a:rPr b="1" lang="en-US" sz="7500">
                <a:solidFill>
                  <a:schemeClr val="lt1"/>
                </a:solidFill>
                <a:latin typeface="Poppins"/>
                <a:ea typeface="Poppins"/>
                <a:cs typeface="Poppins"/>
                <a:sym typeface="Poppins"/>
              </a:rPr>
              <a:t>AND PLAY FOR HIM ON GLAD TAMBOURINES</a:t>
            </a:r>
            <a:endParaRPr sz="7500">
              <a:solidFill>
                <a:schemeClr val="dk1"/>
              </a:solidFill>
            </a:endParaRPr>
          </a:p>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AND LET YOUR TRUMPET SOUND</a:t>
            </a:r>
            <a:endParaRPr b="1" i="1" sz="7500">
              <a:solidFill>
                <a:srgbClr val="FFB8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7" name="Shape 107"/>
        <p:cNvGrpSpPr/>
        <p:nvPr/>
      </p:nvGrpSpPr>
      <p:grpSpPr>
        <a:xfrm>
          <a:off x="0" y="0"/>
          <a:ext cx="0" cy="0"/>
          <a:chOff x="0" y="0"/>
          <a:chExt cx="0" cy="0"/>
        </a:xfrm>
      </p:grpSpPr>
      <p:sp>
        <p:nvSpPr>
          <p:cNvPr id="108" name="Google Shape;108;p16"/>
          <p:cNvSpPr txBox="1"/>
          <p:nvPr/>
        </p:nvSpPr>
        <p:spPr>
          <a:xfrm>
            <a:off x="0" y="442949"/>
            <a:ext cx="18288000" cy="4798200"/>
          </a:xfrm>
          <a:prstGeom prst="rect">
            <a:avLst/>
          </a:prstGeom>
          <a:noFill/>
          <a:ln>
            <a:noFill/>
          </a:ln>
        </p:spPr>
        <p:txBody>
          <a:bodyPr anchorCtr="0" anchor="ctr" bIns="73150" lIns="0" spcFirstLastPara="1" rIns="0" wrap="square" tIns="73150">
            <a:noAutofit/>
          </a:bodyPr>
          <a:lstStyle/>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LET YOUR SONG BE SUNG</a:t>
            </a:r>
            <a:endParaRPr b="1" i="1" sz="7500">
              <a:solidFill>
                <a:srgbClr val="FFB800"/>
              </a:solidFill>
              <a:latin typeface="Poppins"/>
              <a:ea typeface="Poppins"/>
              <a:cs typeface="Poppins"/>
              <a:sym typeface="Poppins"/>
            </a:endParaRPr>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FROM MOUNTAINS HIGH</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38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SINGING ALLELUIA</a:t>
            </a:r>
            <a:endParaRPr sz="3800"/>
          </a:p>
        </p:txBody>
      </p:sp>
      <p:sp>
        <p:nvSpPr>
          <p:cNvPr id="109" name="Google Shape;109;p16"/>
          <p:cNvSpPr txBox="1"/>
          <p:nvPr/>
        </p:nvSpPr>
        <p:spPr>
          <a:xfrm>
            <a:off x="914400" y="9418320"/>
            <a:ext cx="16459200" cy="77730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Entrance</a:t>
            </a:r>
            <a:endParaRPr/>
          </a:p>
        </p:txBody>
      </p:sp>
      <p:sp>
        <p:nvSpPr>
          <p:cNvPr id="110" name="Google Shape;110;p16"/>
          <p:cNvSpPr txBox="1"/>
          <p:nvPr/>
        </p:nvSpPr>
        <p:spPr>
          <a:xfrm>
            <a:off x="0" y="5091149"/>
            <a:ext cx="18288000" cy="4798200"/>
          </a:xfrm>
          <a:prstGeom prst="rect">
            <a:avLst/>
          </a:prstGeom>
          <a:noFill/>
          <a:ln>
            <a:noFill/>
          </a:ln>
        </p:spPr>
        <p:txBody>
          <a:bodyPr anchorCtr="0" anchor="ctr" bIns="73150" lIns="0" spcFirstLastPara="1" rIns="0" wrap="square" tIns="73150">
            <a:noAutofit/>
          </a:bodyPr>
          <a:lstStyle/>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RISE, O CHILDREN, FROM YOUR SLEEP;</a:t>
            </a:r>
            <a:endParaRPr sz="7500">
              <a:solidFill>
                <a:schemeClr val="dk1"/>
              </a:solidFill>
            </a:endParaRPr>
          </a:p>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YOUR SAVIOR NOW HAS COME</a:t>
            </a:r>
            <a:endParaRPr sz="7500">
              <a:solidFill>
                <a:schemeClr val="dk1"/>
              </a:solidFill>
            </a:endParaRPr>
          </a:p>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HE HAS TURNED YOUR</a:t>
            </a:r>
            <a:endParaRPr b="1" sz="7500">
              <a:solidFill>
                <a:schemeClr val="lt1"/>
              </a:solidFill>
              <a:latin typeface="Poppins"/>
              <a:ea typeface="Poppins"/>
              <a:cs typeface="Poppins"/>
              <a:sym typeface="Poppins"/>
            </a:endParaRPr>
          </a:p>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SORROW TO JOY</a:t>
            </a:r>
            <a:endParaRPr sz="7500">
              <a:solidFill>
                <a:schemeClr val="dk1"/>
              </a:solidFill>
            </a:endParaRPr>
          </a:p>
          <a:p>
            <a:pPr indent="0" lvl="0" marL="0" rtl="0" algn="ctr">
              <a:lnSpc>
                <a:spcPct val="70000"/>
              </a:lnSpc>
              <a:spcBef>
                <a:spcPts val="0"/>
              </a:spcBef>
              <a:spcAft>
                <a:spcPts val="0"/>
              </a:spcAft>
              <a:buNone/>
            </a:pPr>
            <a:r>
              <a:rPr b="1" lang="en-US" sz="7500">
                <a:solidFill>
                  <a:schemeClr val="lt1"/>
                </a:solidFill>
                <a:latin typeface="Poppins"/>
                <a:ea typeface="Poppins"/>
                <a:cs typeface="Poppins"/>
                <a:sym typeface="Poppins"/>
              </a:rPr>
              <a:t>AND FILLED YOUR SOUL WITH SONG</a:t>
            </a:r>
            <a:endParaRPr b="1" sz="7500">
              <a:solidFill>
                <a:schemeClr val="lt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4" name="Shape 114"/>
        <p:cNvGrpSpPr/>
        <p:nvPr/>
      </p:nvGrpSpPr>
      <p:grpSpPr>
        <a:xfrm>
          <a:off x="0" y="0"/>
          <a:ext cx="0" cy="0"/>
          <a:chOff x="0" y="0"/>
          <a:chExt cx="0" cy="0"/>
        </a:xfrm>
      </p:grpSpPr>
      <p:sp>
        <p:nvSpPr>
          <p:cNvPr id="115" name="Google Shape;115;p17"/>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75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LET YOUR SONG BE SUNG FROM MOUNTAINS HIGH</a:t>
            </a:r>
            <a:endParaRPr sz="75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 A NEW SONG UNTO THE LORD</a:t>
            </a:r>
            <a:endParaRPr sz="75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SINGING ALLELUIA</a:t>
            </a:r>
            <a:endParaRPr sz="7500"/>
          </a:p>
          <a:p>
            <a:pPr indent="0" lvl="0" marL="0" marR="0" rtl="0" algn="ctr">
              <a:lnSpc>
                <a:spcPct val="70000"/>
              </a:lnSpc>
              <a:spcBef>
                <a:spcPts val="0"/>
              </a:spcBef>
              <a:spcAft>
                <a:spcPts val="0"/>
              </a:spcAft>
              <a:buNone/>
            </a:pPr>
            <a:r>
              <a:rPr b="1" i="1" lang="en-US" sz="7500">
                <a:solidFill>
                  <a:srgbClr val="FFB800"/>
                </a:solidFill>
                <a:latin typeface="Poppins"/>
                <a:ea typeface="Poppins"/>
                <a:cs typeface="Poppins"/>
                <a:sym typeface="Poppins"/>
              </a:rPr>
              <a:t>SINGING ALLELUIA</a:t>
            </a:r>
            <a:endParaRPr sz="7500"/>
          </a:p>
        </p:txBody>
      </p:sp>
      <p:sp>
        <p:nvSpPr>
          <p:cNvPr id="116" name="Google Shape;116;p1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Entrance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120" name="Shape 120"/>
        <p:cNvGrpSpPr/>
        <p:nvPr/>
      </p:nvGrpSpPr>
      <p:grpSpPr>
        <a:xfrm>
          <a:off x="0" y="0"/>
          <a:ext cx="0" cy="0"/>
          <a:chOff x="0" y="0"/>
          <a:chExt cx="0" cy="0"/>
        </a:xfrm>
      </p:grpSpPr>
      <p:sp>
        <p:nvSpPr>
          <p:cNvPr id="121" name="Google Shape;121;p18"/>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8"/>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18"/>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124" name="Google Shape;124;p18"/>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125" name="Google Shape;125;p18"/>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126" name="Google Shape;126;p18"/>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127" name="Google Shape;127;p18"/>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128" name="Google Shape;128;p18"/>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32" name="Shape 132"/>
        <p:cNvGrpSpPr/>
        <p:nvPr/>
      </p:nvGrpSpPr>
      <p:grpSpPr>
        <a:xfrm>
          <a:off x="0" y="0"/>
          <a:ext cx="0" cy="0"/>
          <a:chOff x="0" y="0"/>
          <a:chExt cx="0" cy="0"/>
        </a:xfrm>
      </p:grpSpPr>
      <p:sp>
        <p:nvSpPr>
          <p:cNvPr id="133" name="Google Shape;133;p19"/>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In the Name of the Father, and of the Son, and of the Holy Spirit.</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Amen.</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The Lord be with you.</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And with your spirit.</a:t>
            </a:r>
            <a:endParaRPr/>
          </a:p>
        </p:txBody>
      </p:sp>
      <p:sp>
        <p:nvSpPr>
          <p:cNvPr id="134" name="Google Shape;134;p1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Introductory Rites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38" name="Shape 138"/>
        <p:cNvGrpSpPr/>
        <p:nvPr/>
      </p:nvGrpSpPr>
      <p:grpSpPr>
        <a:xfrm>
          <a:off x="0" y="0"/>
          <a:ext cx="0" cy="0"/>
          <a:chOff x="0" y="0"/>
          <a:chExt cx="0" cy="0"/>
        </a:xfrm>
      </p:grpSpPr>
      <p:sp>
        <p:nvSpPr>
          <p:cNvPr id="139" name="Google Shape;139;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Clr>
                <a:srgbClr val="FFDA91"/>
              </a:buClr>
              <a:buSzPts val="5100"/>
              <a:buFont typeface="Calibri"/>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Clr>
                <a:srgbClr val="FFDA91"/>
              </a:buClr>
              <a:buSzPts val="5100"/>
              <a:buFont typeface="Calibri"/>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Clr>
                <a:srgbClr val="FAF8F4"/>
              </a:buClr>
              <a:buSzPts val="5100"/>
              <a:buFont typeface="Calibri"/>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solidFill>
                  <a:schemeClr val="dk1"/>
                </a:solidFill>
                <a:latin typeface="Calibri"/>
                <a:ea typeface="Calibri"/>
                <a:cs typeface="Calibri"/>
                <a:sym typeface="Calibri"/>
              </a:rPr>
              <a:t> </a:t>
            </a:r>
            <a:r>
              <a:rPr b="0" i="0" lang="en-US" sz="5000" u="none" cap="none" strike="noStrike">
                <a:solidFill>
                  <a:srgbClr val="FAF8F4"/>
                </a:solidFill>
                <a:latin typeface="Calibri"/>
                <a:ea typeface="Calibri"/>
                <a:cs typeface="Calibri"/>
                <a:sym typeface="Calibri"/>
              </a:rPr>
              <a:t>and to you, my brothers and sisters,</a:t>
            </a:r>
            <a:endParaRPr sz="4500">
              <a:solidFill>
                <a:schemeClr val="dk1"/>
              </a:solidFill>
              <a:latin typeface="Calibri"/>
              <a:ea typeface="Calibri"/>
              <a:cs typeface="Calibri"/>
              <a:sym typeface="Calibri"/>
            </a:endParaRPr>
          </a:p>
          <a:p>
            <a:pPr indent="0" lvl="0" marL="0" marR="0" rtl="0" algn="ctr">
              <a:spcBef>
                <a:spcPts val="500"/>
              </a:spcBef>
              <a:spcAft>
                <a:spcPts val="0"/>
              </a:spcAft>
              <a:buClr>
                <a:srgbClr val="FAF8F4"/>
              </a:buClr>
              <a:buSzPts val="5000"/>
              <a:buFont typeface="Calibri"/>
              <a:buNone/>
            </a:pPr>
            <a:r>
              <a:rPr b="0" i="0" lang="en-US" sz="5000" u="none" cap="none" strike="noStrike">
                <a:solidFill>
                  <a:srgbClr val="FAF8F4"/>
                </a:solidFill>
                <a:latin typeface="Calibri"/>
                <a:ea typeface="Calibri"/>
                <a:cs typeface="Calibri"/>
                <a:sym typeface="Calibri"/>
              </a:rPr>
              <a:t>that I have greatly sinned,</a:t>
            </a:r>
            <a:r>
              <a:rPr lang="en-US" sz="4500">
                <a:solidFill>
                  <a:schemeClr val="dk1"/>
                </a:solidFill>
                <a:latin typeface="Calibri"/>
                <a:ea typeface="Calibri"/>
                <a:cs typeface="Calibri"/>
                <a:sym typeface="Calibri"/>
              </a:rPr>
              <a:t> </a:t>
            </a:r>
            <a:r>
              <a:rPr b="0" i="0" lang="en-US" sz="5000" u="none" cap="none" strike="noStrike">
                <a:solidFill>
                  <a:srgbClr val="FAF8F4"/>
                </a:solidFill>
                <a:latin typeface="Calibri"/>
                <a:ea typeface="Calibri"/>
                <a:cs typeface="Calibri"/>
                <a:sym typeface="Calibri"/>
              </a:rPr>
              <a:t>in my thoughts and in my words,</a:t>
            </a:r>
            <a:endParaRPr sz="4500">
              <a:solidFill>
                <a:schemeClr val="dk1"/>
              </a:solidFill>
              <a:latin typeface="Calibri"/>
              <a:ea typeface="Calibri"/>
              <a:cs typeface="Calibri"/>
              <a:sym typeface="Calibri"/>
            </a:endParaRPr>
          </a:p>
          <a:p>
            <a:pPr indent="0" lvl="0" marL="0" marR="0" rtl="0" algn="ctr">
              <a:spcBef>
                <a:spcPts val="500"/>
              </a:spcBef>
              <a:spcAft>
                <a:spcPts val="0"/>
              </a:spcAft>
              <a:buClr>
                <a:srgbClr val="FAF8F4"/>
              </a:buClr>
              <a:buSzPts val="5000"/>
              <a:buFont typeface="Calibri"/>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Clr>
                <a:srgbClr val="FFDA91"/>
              </a:buClr>
              <a:buSzPts val="5000"/>
              <a:buFont typeface="Calibri"/>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Clr>
                <a:srgbClr val="FAF8F4"/>
              </a:buClr>
              <a:buSzPts val="5000"/>
              <a:buFont typeface="Calibri"/>
              <a:buNone/>
            </a:pPr>
            <a:r>
              <a:rPr b="0" i="0" lang="en-US" sz="5000" u="none" cap="none" strike="noStrike">
                <a:solidFill>
                  <a:srgbClr val="FAF8F4"/>
                </a:solidFill>
                <a:latin typeface="Calibri"/>
                <a:ea typeface="Calibri"/>
                <a:cs typeface="Calibri"/>
                <a:sym typeface="Calibri"/>
              </a:rPr>
              <a:t>through my fault, through my fault,</a:t>
            </a:r>
            <a:r>
              <a:rPr lang="en-US" sz="4500">
                <a:solidFill>
                  <a:schemeClr val="dk1"/>
                </a:solidFill>
                <a:latin typeface="Calibri"/>
                <a:ea typeface="Calibri"/>
                <a:cs typeface="Calibri"/>
                <a:sym typeface="Calibri"/>
              </a:rPr>
              <a:t> </a:t>
            </a:r>
            <a:r>
              <a:rPr b="0" i="0" lang="en-US" sz="5000" u="none" cap="none" strike="noStrike">
                <a:solidFill>
                  <a:srgbClr val="FAF8F4"/>
                </a:solidFill>
                <a:latin typeface="Calibri"/>
                <a:ea typeface="Calibri"/>
                <a:cs typeface="Calibri"/>
                <a:sym typeface="Calibri"/>
              </a:rPr>
              <a:t>through my most grievous fault;</a:t>
            </a:r>
            <a:endParaRPr sz="4500">
              <a:solidFill>
                <a:schemeClr val="dk1"/>
              </a:solidFill>
              <a:latin typeface="Calibri"/>
              <a:ea typeface="Calibri"/>
              <a:cs typeface="Calibri"/>
              <a:sym typeface="Calibri"/>
            </a:endParaRPr>
          </a:p>
          <a:p>
            <a:pPr indent="0" lvl="0" marL="0" marR="0" rtl="0" algn="ctr">
              <a:spcBef>
                <a:spcPts val="500"/>
              </a:spcBef>
              <a:spcAft>
                <a:spcPts val="0"/>
              </a:spcAft>
              <a:buClr>
                <a:srgbClr val="FAF8F4"/>
              </a:buClr>
              <a:buSzPts val="5000"/>
              <a:buFont typeface="Calibri"/>
              <a:buNone/>
            </a:pPr>
            <a:r>
              <a:rPr b="0" i="0" lang="en-US" sz="5000" u="none" cap="none" strike="noStrike">
                <a:solidFill>
                  <a:srgbClr val="FAF8F4"/>
                </a:solidFill>
                <a:latin typeface="Calibri"/>
                <a:ea typeface="Calibri"/>
                <a:cs typeface="Calibri"/>
                <a:sym typeface="Calibri"/>
              </a:rPr>
              <a:t>therefore I ask blessed Mary ever-Virgin,</a:t>
            </a:r>
            <a:r>
              <a:rPr lang="en-US" sz="4500">
                <a:solidFill>
                  <a:schemeClr val="dk1"/>
                </a:solidFill>
                <a:latin typeface="Calibri"/>
                <a:ea typeface="Calibri"/>
                <a:cs typeface="Calibri"/>
                <a:sym typeface="Calibri"/>
              </a:rPr>
              <a:t> </a:t>
            </a:r>
            <a:r>
              <a:rPr b="0" i="0" lang="en-US" sz="5000" u="none" cap="none" strike="noStrike">
                <a:solidFill>
                  <a:srgbClr val="FAF8F4"/>
                </a:solidFill>
                <a:latin typeface="Calibri"/>
                <a:ea typeface="Calibri"/>
                <a:cs typeface="Calibri"/>
                <a:sym typeface="Calibri"/>
              </a:rPr>
              <a:t>all the Angels and Saints,</a:t>
            </a:r>
            <a:endParaRPr sz="4500">
              <a:solidFill>
                <a:schemeClr val="dk1"/>
              </a:solidFill>
              <a:latin typeface="Calibri"/>
              <a:ea typeface="Calibri"/>
              <a:cs typeface="Calibri"/>
              <a:sym typeface="Calibri"/>
            </a:endParaRPr>
          </a:p>
          <a:p>
            <a:pPr indent="0" lvl="0" marL="0" marR="0" rtl="0" algn="ctr">
              <a:spcBef>
                <a:spcPts val="500"/>
              </a:spcBef>
              <a:spcAft>
                <a:spcPts val="0"/>
              </a:spcAft>
              <a:buClr>
                <a:srgbClr val="FAF8F4"/>
              </a:buClr>
              <a:buSzPts val="5000"/>
              <a:buFont typeface="Calibri"/>
              <a:buNone/>
            </a:pPr>
            <a:r>
              <a:rPr b="0" i="0" lang="en-US" sz="5000" u="none" cap="none" strike="noStrike">
                <a:solidFill>
                  <a:srgbClr val="FAF8F4"/>
                </a:solidFill>
                <a:latin typeface="Calibri"/>
                <a:ea typeface="Calibri"/>
                <a:cs typeface="Calibri"/>
                <a:sym typeface="Calibri"/>
              </a:rPr>
              <a:t>and you, my brothers and sisters,</a:t>
            </a:r>
            <a:r>
              <a:rPr lang="en-US" sz="4500">
                <a:solidFill>
                  <a:schemeClr val="dk1"/>
                </a:solidFill>
                <a:latin typeface="Calibri"/>
                <a:ea typeface="Calibri"/>
                <a:cs typeface="Calibri"/>
                <a:sym typeface="Calibri"/>
              </a:rPr>
              <a:t> </a:t>
            </a:r>
            <a:r>
              <a:rPr b="0" i="0" lang="en-US" sz="5000" u="none" cap="none" strike="noStrike">
                <a:solidFill>
                  <a:srgbClr val="FAF8F4"/>
                </a:solidFill>
                <a:latin typeface="Calibri"/>
                <a:ea typeface="Calibri"/>
                <a:cs typeface="Calibri"/>
                <a:sym typeface="Calibri"/>
              </a:rPr>
              <a:t>to pray for me to the Lord our God.</a:t>
            </a:r>
            <a:endParaRPr sz="4500">
              <a:solidFill>
                <a:schemeClr val="dk1"/>
              </a:solidFill>
              <a:latin typeface="Calibri"/>
              <a:ea typeface="Calibri"/>
              <a:cs typeface="Calibri"/>
              <a:sym typeface="Calibri"/>
            </a:endParaRPr>
          </a:p>
          <a:p>
            <a:pPr indent="0" lvl="0" marL="0" marR="0" rtl="0" algn="l">
              <a:spcBef>
                <a:spcPts val="500"/>
              </a:spcBef>
              <a:spcAft>
                <a:spcPts val="0"/>
              </a:spcAft>
              <a:buClr>
                <a:schemeClr val="dk1"/>
              </a:buClr>
              <a:buSzPts val="4500"/>
              <a:buFont typeface="Calibri"/>
              <a:buNone/>
            </a:pPr>
            <a:r>
              <a:t/>
            </a:r>
            <a:endParaRPr sz="4500">
              <a:solidFill>
                <a:schemeClr val="dk1"/>
              </a:solidFill>
              <a:latin typeface="Calibri"/>
              <a:ea typeface="Calibri"/>
              <a:cs typeface="Calibri"/>
              <a:sym typeface="Calibri"/>
            </a:endParaRPr>
          </a:p>
        </p:txBody>
      </p:sp>
      <p:sp>
        <p:nvSpPr>
          <p:cNvPr id="140" name="Google Shape;140;p2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Penitential Act (1/2)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44" name="Shape 144"/>
        <p:cNvGrpSpPr/>
        <p:nvPr/>
      </p:nvGrpSpPr>
      <p:grpSpPr>
        <a:xfrm>
          <a:off x="0" y="0"/>
          <a:ext cx="0" cy="0"/>
          <a:chOff x="0" y="0"/>
          <a:chExt cx="0" cy="0"/>
        </a:xfrm>
      </p:grpSpPr>
      <p:sp>
        <p:nvSpPr>
          <p:cNvPr id="145" name="Google Shape;145;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marR="0" rtl="0" algn="ctr">
              <a:spcBef>
                <a:spcPts val="500"/>
              </a:spcBef>
              <a:spcAft>
                <a:spcPts val="0"/>
              </a:spcAft>
              <a:buClr>
                <a:srgbClr val="FFDA91"/>
              </a:buClr>
              <a:buSzPts val="6600"/>
              <a:buFont typeface="Calibri"/>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marR="0" rtl="0" algn="ctr">
              <a:spcBef>
                <a:spcPts val="500"/>
              </a:spcBef>
              <a:spcAft>
                <a:spcPts val="0"/>
              </a:spcAft>
              <a:buClr>
                <a:schemeClr val="lt1"/>
              </a:buClr>
              <a:buSzPts val="6600"/>
              <a:buFont typeface="Calibri"/>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marR="0" rtl="0" algn="ctr">
              <a:spcBef>
                <a:spcPts val="500"/>
              </a:spcBef>
              <a:spcAft>
                <a:spcPts val="0"/>
              </a:spcAft>
              <a:buClr>
                <a:schemeClr val="dk1"/>
              </a:buClr>
              <a:buSzPts val="6600"/>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46" name="Google Shape;146;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marR="0" rtl="0" algn="ctr">
              <a:spcBef>
                <a:spcPts val="500"/>
              </a:spcBef>
              <a:spcAft>
                <a:spcPts val="0"/>
              </a:spcAft>
              <a:buClr>
                <a:srgbClr val="FFDA91"/>
              </a:buClr>
              <a:buSzPts val="7000"/>
              <a:buFont typeface="Calibri"/>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47" name="Google Shape;147;p2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Penitential Act (2/2)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51" name="Shape 151"/>
        <p:cNvGrpSpPr/>
        <p:nvPr/>
      </p:nvGrpSpPr>
      <p:grpSpPr>
        <a:xfrm>
          <a:off x="0" y="0"/>
          <a:ext cx="0" cy="0"/>
          <a:chOff x="0" y="0"/>
          <a:chExt cx="0" cy="0"/>
        </a:xfrm>
      </p:grpSpPr>
      <p:sp>
        <p:nvSpPr>
          <p:cNvPr id="152" name="Google Shape;152;p22"/>
          <p:cNvSpPr txBox="1"/>
          <p:nvPr/>
        </p:nvSpPr>
        <p:spPr>
          <a:xfrm>
            <a:off x="4801154" y="1896595"/>
            <a:ext cx="9278336" cy="2320798"/>
          </a:xfrm>
          <a:prstGeom prst="rect">
            <a:avLst/>
          </a:prstGeom>
          <a:noFill/>
          <a:ln>
            <a:noFill/>
          </a:ln>
        </p:spPr>
        <p:txBody>
          <a:bodyPr anchorCtr="0" anchor="t" bIns="0" lIns="0" spcFirstLastPara="1" rIns="0" wrap="square" tIns="0">
            <a:spAutoFit/>
          </a:bodyPr>
          <a:lstStyle/>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LORD,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LORD,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           </a:t>
            </a:r>
            <a:r>
              <a:rPr b="1" lang="en-US" sz="5600">
                <a:solidFill>
                  <a:srgbClr val="FFDE59"/>
                </a:solidFill>
                <a:latin typeface="Poppins"/>
                <a:ea typeface="Poppins"/>
                <a:cs typeface="Poppins"/>
                <a:sym typeface="Poppins"/>
              </a:rPr>
              <a:t>LORD, HAVE MERCY.</a:t>
            </a:r>
            <a:endParaRPr/>
          </a:p>
        </p:txBody>
      </p:sp>
      <p:sp>
        <p:nvSpPr>
          <p:cNvPr id="153" name="Google Shape;153;p22"/>
          <p:cNvSpPr txBox="1"/>
          <p:nvPr/>
        </p:nvSpPr>
        <p:spPr>
          <a:xfrm>
            <a:off x="4801154" y="4666484"/>
            <a:ext cx="10374670" cy="2320798"/>
          </a:xfrm>
          <a:prstGeom prst="rect">
            <a:avLst/>
          </a:prstGeom>
          <a:noFill/>
          <a:ln>
            <a:noFill/>
          </a:ln>
        </p:spPr>
        <p:txBody>
          <a:bodyPr anchorCtr="0" anchor="t" bIns="0" lIns="0" spcFirstLastPara="1" rIns="0" wrap="square" tIns="0">
            <a:spAutoFit/>
          </a:bodyPr>
          <a:lstStyle/>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CHRIST,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CHRIST,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           </a:t>
            </a:r>
            <a:r>
              <a:rPr b="1" lang="en-US" sz="5600">
                <a:solidFill>
                  <a:srgbClr val="FFDE59"/>
                </a:solidFill>
                <a:latin typeface="Poppins"/>
                <a:ea typeface="Poppins"/>
                <a:cs typeface="Poppins"/>
                <a:sym typeface="Poppins"/>
              </a:rPr>
              <a:t>CHRIST, HAVE MERCY.</a:t>
            </a:r>
            <a:endParaRPr/>
          </a:p>
        </p:txBody>
      </p:sp>
      <p:sp>
        <p:nvSpPr>
          <p:cNvPr id="154" name="Google Shape;154;p22"/>
          <p:cNvSpPr txBox="1"/>
          <p:nvPr/>
        </p:nvSpPr>
        <p:spPr>
          <a:xfrm>
            <a:off x="4801154" y="7436374"/>
            <a:ext cx="9575679" cy="2320798"/>
          </a:xfrm>
          <a:prstGeom prst="rect">
            <a:avLst/>
          </a:prstGeom>
          <a:noFill/>
          <a:ln>
            <a:noFill/>
          </a:ln>
        </p:spPr>
        <p:txBody>
          <a:bodyPr anchorCtr="0" anchor="t" bIns="0" lIns="0" spcFirstLastPara="1" rIns="0" wrap="square" tIns="0">
            <a:spAutoFit/>
          </a:bodyPr>
          <a:lstStyle/>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LORD,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LORD, HAVE MERCY.</a:t>
            </a:r>
            <a:endParaRPr/>
          </a:p>
          <a:p>
            <a:pPr indent="0" lvl="0" marL="0" marR="0" rtl="0" algn="l">
              <a:lnSpc>
                <a:spcPct val="105982"/>
              </a:lnSpc>
              <a:spcBef>
                <a:spcPts val="0"/>
              </a:spcBef>
              <a:spcAft>
                <a:spcPts val="0"/>
              </a:spcAft>
              <a:buNone/>
            </a:pPr>
            <a:r>
              <a:rPr b="1" lang="en-US" sz="5600">
                <a:solidFill>
                  <a:srgbClr val="FFFFFF"/>
                </a:solidFill>
                <a:latin typeface="Poppins"/>
                <a:ea typeface="Poppins"/>
                <a:cs typeface="Poppins"/>
                <a:sym typeface="Poppins"/>
              </a:rPr>
              <a:t>           </a:t>
            </a:r>
            <a:r>
              <a:rPr b="1" lang="en-US" sz="5600">
                <a:solidFill>
                  <a:srgbClr val="FFDE59"/>
                </a:solidFill>
                <a:latin typeface="Poppins"/>
                <a:ea typeface="Poppins"/>
                <a:cs typeface="Poppins"/>
                <a:sym typeface="Poppins"/>
              </a:rPr>
              <a:t>LORD, HAVE MERCY.</a:t>
            </a:r>
            <a:endParaRPr/>
          </a:p>
        </p:txBody>
      </p:sp>
      <p:sp>
        <p:nvSpPr>
          <p:cNvPr id="155" name="Google Shape;155;p22"/>
          <p:cNvSpPr txBox="1"/>
          <p:nvPr/>
        </p:nvSpPr>
        <p:spPr>
          <a:xfrm>
            <a:off x="2874744" y="331003"/>
            <a:ext cx="12538511" cy="1055243"/>
          </a:xfrm>
          <a:prstGeom prst="rect">
            <a:avLst/>
          </a:prstGeom>
          <a:noFill/>
          <a:ln>
            <a:noFill/>
          </a:ln>
        </p:spPr>
        <p:txBody>
          <a:bodyPr anchorCtr="0" anchor="t" bIns="0" lIns="0" spcFirstLastPara="1" rIns="0" wrap="square" tIns="0">
            <a:spAutoFit/>
          </a:bodyPr>
          <a:lstStyle/>
          <a:p>
            <a:pPr indent="0" lvl="0" marL="0" marR="0" rtl="0" algn="ctr">
              <a:lnSpc>
                <a:spcPct val="212337"/>
              </a:lnSpc>
              <a:spcBef>
                <a:spcPts val="0"/>
              </a:spcBef>
              <a:spcAft>
                <a:spcPts val="0"/>
              </a:spcAft>
              <a:buNone/>
            </a:pPr>
            <a:r>
              <a:rPr lang="en-US" sz="3850">
                <a:solidFill>
                  <a:srgbClr val="FFB800"/>
                </a:solidFill>
                <a:latin typeface="Georgia"/>
                <a:ea typeface="Georgia"/>
                <a:cs typeface="Georgia"/>
                <a:sym typeface="Georgia"/>
              </a:rPr>
              <a:t>Kyrie Eleison</a:t>
            </a:r>
            <a:endParaRPr/>
          </a:p>
        </p:txBody>
      </p:sp>
      <p:sp>
        <p:nvSpPr>
          <p:cNvPr id="156" name="Google Shape;156;p2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Kyrie Eleison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60" name="Shape 160"/>
        <p:cNvGrpSpPr/>
        <p:nvPr/>
      </p:nvGrpSpPr>
      <p:grpSpPr>
        <a:xfrm>
          <a:off x="0" y="0"/>
          <a:ext cx="0" cy="0"/>
          <a:chOff x="0" y="0"/>
          <a:chExt cx="0" cy="0"/>
        </a:xfrm>
      </p:grpSpPr>
      <p:sp>
        <p:nvSpPr>
          <p:cNvPr id="161" name="Google Shape;161;p23"/>
          <p:cNvSpPr txBox="1"/>
          <p:nvPr/>
        </p:nvSpPr>
        <p:spPr>
          <a:xfrm>
            <a:off x="0" y="896938"/>
            <a:ext cx="18288000" cy="4138869"/>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1" lang="en-US" sz="5802">
                <a:solidFill>
                  <a:srgbClr val="FFB800"/>
                </a:solidFill>
                <a:latin typeface="Poppins"/>
                <a:ea typeface="Poppins"/>
                <a:cs typeface="Poppins"/>
                <a:sym typeface="Poppins"/>
              </a:rPr>
              <a:t>GLORY TO GOD! GLORY TO GOD!</a:t>
            </a:r>
            <a:endParaRPr/>
          </a:p>
          <a:p>
            <a:pPr indent="0" lvl="0" marL="0" marR="0" rtl="0" algn="ctr">
              <a:lnSpc>
                <a:spcPct val="140003"/>
              </a:lnSpc>
              <a:spcBef>
                <a:spcPts val="0"/>
              </a:spcBef>
              <a:spcAft>
                <a:spcPts val="0"/>
              </a:spcAft>
              <a:buNone/>
            </a:pPr>
            <a:r>
              <a:rPr b="1" lang="en-US" sz="5802">
                <a:solidFill>
                  <a:srgbClr val="FFB800"/>
                </a:solidFill>
                <a:latin typeface="Poppins"/>
                <a:ea typeface="Poppins"/>
                <a:cs typeface="Poppins"/>
                <a:sym typeface="Poppins"/>
              </a:rPr>
              <a:t>GLORY TO GOD IN THE HIGHEST, </a:t>
            </a:r>
            <a:endParaRPr/>
          </a:p>
          <a:p>
            <a:pPr indent="0" lvl="0" marL="0" marR="0" rtl="0" algn="ctr">
              <a:lnSpc>
                <a:spcPct val="140003"/>
              </a:lnSpc>
              <a:spcBef>
                <a:spcPts val="0"/>
              </a:spcBef>
              <a:spcAft>
                <a:spcPts val="0"/>
              </a:spcAft>
              <a:buNone/>
            </a:pPr>
            <a:r>
              <a:rPr b="1" lang="en-US" sz="5802">
                <a:solidFill>
                  <a:srgbClr val="FFB800"/>
                </a:solidFill>
                <a:latin typeface="Poppins"/>
                <a:ea typeface="Poppins"/>
                <a:cs typeface="Poppins"/>
                <a:sym typeface="Poppins"/>
              </a:rPr>
              <a:t>AND ON EARTH , PEACE ON EARTH,</a:t>
            </a:r>
            <a:endParaRPr/>
          </a:p>
          <a:p>
            <a:pPr indent="0" lvl="0" marL="0" marR="0" rtl="0" algn="ctr">
              <a:lnSpc>
                <a:spcPct val="140003"/>
              </a:lnSpc>
              <a:spcBef>
                <a:spcPts val="0"/>
              </a:spcBef>
              <a:spcAft>
                <a:spcPts val="0"/>
              </a:spcAft>
              <a:buNone/>
            </a:pPr>
            <a:r>
              <a:rPr b="1" lang="en-US" sz="5802">
                <a:solidFill>
                  <a:srgbClr val="FFB800"/>
                </a:solidFill>
                <a:latin typeface="Poppins"/>
                <a:ea typeface="Poppins"/>
                <a:cs typeface="Poppins"/>
                <a:sym typeface="Poppins"/>
              </a:rPr>
              <a:t>PEACE TO PEOPLE OF GOOD WILL!</a:t>
            </a:r>
            <a:endParaRPr/>
          </a:p>
        </p:txBody>
      </p:sp>
      <p:sp>
        <p:nvSpPr>
          <p:cNvPr id="162" name="Google Shape;162;p23"/>
          <p:cNvSpPr txBox="1"/>
          <p:nvPr/>
        </p:nvSpPr>
        <p:spPr>
          <a:xfrm>
            <a:off x="0" y="5132070"/>
            <a:ext cx="18288000" cy="5074921"/>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lang="en-US" sz="5699">
                <a:solidFill>
                  <a:srgbClr val="FFFFFF"/>
                </a:solidFill>
                <a:latin typeface="Poppins"/>
                <a:ea typeface="Poppins"/>
                <a:cs typeface="Poppins"/>
                <a:sym typeface="Poppins"/>
              </a:rPr>
              <a:t>WE PRAISE YOU, WE BLESS YOU,</a:t>
            </a:r>
            <a:endParaRPr/>
          </a:p>
          <a:p>
            <a:pPr indent="0" lvl="0" marL="0" marR="0" rtl="0" algn="ctr">
              <a:lnSpc>
                <a:spcPct val="140007"/>
              </a:lnSpc>
              <a:spcBef>
                <a:spcPts val="0"/>
              </a:spcBef>
              <a:spcAft>
                <a:spcPts val="0"/>
              </a:spcAft>
              <a:buNone/>
            </a:pPr>
            <a:r>
              <a:rPr b="1" lang="en-US" sz="5699">
                <a:solidFill>
                  <a:srgbClr val="FFFFFF"/>
                </a:solidFill>
                <a:latin typeface="Poppins"/>
                <a:ea typeface="Poppins"/>
                <a:cs typeface="Poppins"/>
                <a:sym typeface="Poppins"/>
              </a:rPr>
              <a:t>WE ADORE YOU, WE GLORIFY YOU,</a:t>
            </a:r>
            <a:endParaRPr/>
          </a:p>
          <a:p>
            <a:pPr indent="0" lvl="0" marL="0" marR="0" rtl="0" algn="ctr">
              <a:lnSpc>
                <a:spcPct val="140007"/>
              </a:lnSpc>
              <a:spcBef>
                <a:spcPts val="0"/>
              </a:spcBef>
              <a:spcAft>
                <a:spcPts val="0"/>
              </a:spcAft>
              <a:buNone/>
            </a:pPr>
            <a:r>
              <a:rPr b="1" lang="en-US" sz="5699">
                <a:solidFill>
                  <a:srgbClr val="FFFFFF"/>
                </a:solidFill>
                <a:latin typeface="Poppins"/>
                <a:ea typeface="Poppins"/>
                <a:cs typeface="Poppins"/>
                <a:sym typeface="Poppins"/>
              </a:rPr>
              <a:t>WE GIVE YOU THANKS FOR YOUR GREAT GLORY, LORD GOD, HEAVENLY KING,</a:t>
            </a:r>
            <a:endParaRPr/>
          </a:p>
          <a:p>
            <a:pPr indent="0" lvl="0" marL="0" marR="0" rtl="0" algn="ctr">
              <a:lnSpc>
                <a:spcPct val="140007"/>
              </a:lnSpc>
              <a:spcBef>
                <a:spcPts val="0"/>
              </a:spcBef>
              <a:spcAft>
                <a:spcPts val="0"/>
              </a:spcAft>
              <a:buNone/>
            </a:pPr>
            <a:r>
              <a:rPr b="1" lang="en-US" sz="5699">
                <a:solidFill>
                  <a:srgbClr val="FFFFFF"/>
                </a:solidFill>
                <a:latin typeface="Poppins"/>
                <a:ea typeface="Poppins"/>
                <a:cs typeface="Poppins"/>
                <a:sym typeface="Poppins"/>
              </a:rPr>
              <a:t>O GOD, ALMIGHTY FATHER. </a:t>
            </a:r>
            <a:endParaRPr/>
          </a:p>
        </p:txBody>
      </p:sp>
      <p:sp>
        <p:nvSpPr>
          <p:cNvPr id="163" name="Google Shape;163;p23"/>
          <p:cNvSpPr txBox="1"/>
          <p:nvPr/>
        </p:nvSpPr>
        <p:spPr>
          <a:xfrm>
            <a:off x="2874744" y="118555"/>
            <a:ext cx="12538511" cy="921258"/>
          </a:xfrm>
          <a:prstGeom prst="rect">
            <a:avLst/>
          </a:prstGeom>
          <a:noFill/>
          <a:ln>
            <a:noFill/>
          </a:ln>
        </p:spPr>
        <p:txBody>
          <a:bodyPr anchorCtr="0" anchor="t" bIns="0" lIns="0" spcFirstLastPara="1" rIns="0" wrap="square" tIns="0">
            <a:spAutoFit/>
          </a:bodyPr>
          <a:lstStyle/>
          <a:p>
            <a:pPr indent="0" lvl="0" marL="0" marR="0" rtl="0" algn="ctr">
              <a:lnSpc>
                <a:spcPct val="183272"/>
              </a:lnSpc>
              <a:spcBef>
                <a:spcPts val="0"/>
              </a:spcBef>
              <a:spcAft>
                <a:spcPts val="0"/>
              </a:spcAft>
              <a:buNone/>
            </a:pPr>
            <a:r>
              <a:rPr lang="en-US" sz="3850">
                <a:solidFill>
                  <a:srgbClr val="FFB800"/>
                </a:solidFill>
                <a:latin typeface="Georgia"/>
                <a:ea typeface="Georgia"/>
                <a:cs typeface="Georgia"/>
                <a:sym typeface="Georgia"/>
              </a:rPr>
              <a:t>Gloria</a:t>
            </a:r>
            <a:endParaRPr/>
          </a:p>
        </p:txBody>
      </p:sp>
      <p:sp>
        <p:nvSpPr>
          <p:cNvPr id="164" name="Google Shape;164;p2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Gloria (1/4)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68" name="Shape 168"/>
        <p:cNvGrpSpPr/>
        <p:nvPr/>
      </p:nvGrpSpPr>
      <p:grpSpPr>
        <a:xfrm>
          <a:off x="0" y="0"/>
          <a:ext cx="0" cy="0"/>
          <a:chOff x="0" y="0"/>
          <a:chExt cx="0" cy="0"/>
        </a:xfrm>
      </p:grpSpPr>
      <p:sp>
        <p:nvSpPr>
          <p:cNvPr id="169" name="Google Shape;169;p24"/>
          <p:cNvSpPr txBox="1"/>
          <p:nvPr/>
        </p:nvSpPr>
        <p:spPr>
          <a:xfrm>
            <a:off x="0" y="819150"/>
            <a:ext cx="18288000" cy="1887855"/>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LORD JESUS CHRIST, ONLY BEGOTTEN SON, </a:t>
            </a:r>
            <a:endParaRPr/>
          </a:p>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LORD GOD, LAMB OF GOD, SON OF THE FATHER.</a:t>
            </a:r>
            <a:endParaRPr/>
          </a:p>
        </p:txBody>
      </p:sp>
      <p:sp>
        <p:nvSpPr>
          <p:cNvPr id="170" name="Google Shape;170;p24"/>
          <p:cNvSpPr txBox="1"/>
          <p:nvPr/>
        </p:nvSpPr>
        <p:spPr>
          <a:xfrm>
            <a:off x="1076325" y="3306924"/>
            <a:ext cx="16898156" cy="6583553"/>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None/>
            </a:pPr>
            <a:r>
              <a:rPr b="1" lang="en-US" sz="6099">
                <a:solidFill>
                  <a:srgbClr val="FFFFFF"/>
                </a:solidFill>
                <a:latin typeface="Poppins"/>
                <a:ea typeface="Poppins"/>
                <a:cs typeface="Poppins"/>
                <a:sym typeface="Poppins"/>
              </a:rPr>
              <a:t>YOU TAKE AWAY THE SINS OF THE WORLD,</a:t>
            </a:r>
            <a:endParaRPr/>
          </a:p>
          <a:p>
            <a:pPr indent="0" lvl="0" marL="0" marR="0" rtl="0" algn="l">
              <a:lnSpc>
                <a:spcPct val="121003"/>
              </a:lnSpc>
              <a:spcBef>
                <a:spcPts val="0"/>
              </a:spcBef>
              <a:spcAft>
                <a:spcPts val="0"/>
              </a:spcAft>
              <a:buNone/>
            </a:pPr>
            <a:r>
              <a:rPr b="1" lang="en-US" sz="6099">
                <a:solidFill>
                  <a:srgbClr val="FFB800"/>
                </a:solidFill>
                <a:latin typeface="Poppins"/>
                <a:ea typeface="Poppins"/>
                <a:cs typeface="Poppins"/>
                <a:sym typeface="Poppins"/>
              </a:rPr>
              <a:t>HAVE MERCY ON US</a:t>
            </a:r>
            <a:r>
              <a:rPr b="1" lang="en-US" sz="6099">
                <a:solidFill>
                  <a:srgbClr val="FFFFFF"/>
                </a:solidFill>
                <a:latin typeface="Poppins"/>
                <a:ea typeface="Poppins"/>
                <a:cs typeface="Poppins"/>
                <a:sym typeface="Poppins"/>
              </a:rPr>
              <a:t>;</a:t>
            </a:r>
            <a:endParaRPr/>
          </a:p>
          <a:p>
            <a:pPr indent="0" lvl="0" marL="0" marR="0" rtl="0" algn="l">
              <a:lnSpc>
                <a:spcPct val="121003"/>
              </a:lnSpc>
              <a:spcBef>
                <a:spcPts val="0"/>
              </a:spcBef>
              <a:spcAft>
                <a:spcPts val="0"/>
              </a:spcAft>
              <a:buNone/>
            </a:pPr>
            <a:r>
              <a:rPr b="1" lang="en-US" sz="6099">
                <a:solidFill>
                  <a:srgbClr val="FFFFFF"/>
                </a:solidFill>
                <a:latin typeface="Poppins"/>
                <a:ea typeface="Poppins"/>
                <a:cs typeface="Poppins"/>
                <a:sym typeface="Poppins"/>
              </a:rPr>
              <a:t>YOU TAKE AWAY THE SINS OF THE WORLD,</a:t>
            </a:r>
            <a:endParaRPr/>
          </a:p>
          <a:p>
            <a:pPr indent="0" lvl="0" marL="0" marR="0" rtl="0" algn="l">
              <a:lnSpc>
                <a:spcPct val="121003"/>
              </a:lnSpc>
              <a:spcBef>
                <a:spcPts val="0"/>
              </a:spcBef>
              <a:spcAft>
                <a:spcPts val="0"/>
              </a:spcAft>
              <a:buNone/>
            </a:pPr>
            <a:r>
              <a:rPr b="1" lang="en-US" sz="6099">
                <a:solidFill>
                  <a:srgbClr val="FFB800"/>
                </a:solidFill>
                <a:latin typeface="Poppins"/>
                <a:ea typeface="Poppins"/>
                <a:cs typeface="Poppins"/>
                <a:sym typeface="Poppins"/>
              </a:rPr>
              <a:t>RECEIVE OUR PRAYER</a:t>
            </a:r>
            <a:r>
              <a:rPr b="1" lang="en-US" sz="6099">
                <a:solidFill>
                  <a:srgbClr val="FFFFFF"/>
                </a:solidFill>
                <a:latin typeface="Poppins"/>
                <a:ea typeface="Poppins"/>
                <a:cs typeface="Poppins"/>
                <a:sym typeface="Poppins"/>
              </a:rPr>
              <a:t>;</a:t>
            </a:r>
            <a:endParaRPr/>
          </a:p>
          <a:p>
            <a:pPr indent="0" lvl="0" marL="0" marR="0" rtl="0" algn="l">
              <a:lnSpc>
                <a:spcPct val="121003"/>
              </a:lnSpc>
              <a:spcBef>
                <a:spcPts val="0"/>
              </a:spcBef>
              <a:spcAft>
                <a:spcPts val="0"/>
              </a:spcAft>
              <a:buNone/>
            </a:pPr>
            <a:r>
              <a:rPr b="1" lang="en-US" sz="6099">
                <a:solidFill>
                  <a:srgbClr val="FFFFFF"/>
                </a:solidFill>
                <a:latin typeface="Poppins"/>
                <a:ea typeface="Poppins"/>
                <a:cs typeface="Poppins"/>
                <a:sym typeface="Poppins"/>
              </a:rPr>
              <a:t>YOU ARE SEATED AT THE RIGHT HAND,</a:t>
            </a:r>
            <a:endParaRPr/>
          </a:p>
          <a:p>
            <a:pPr indent="0" lvl="0" marL="0" marR="0" rtl="0" algn="l">
              <a:lnSpc>
                <a:spcPct val="121003"/>
              </a:lnSpc>
              <a:spcBef>
                <a:spcPts val="0"/>
              </a:spcBef>
              <a:spcAft>
                <a:spcPts val="0"/>
              </a:spcAft>
              <a:buNone/>
            </a:pPr>
            <a:r>
              <a:rPr b="1" lang="en-US" sz="6099">
                <a:solidFill>
                  <a:srgbClr val="FFFFFF"/>
                </a:solidFill>
                <a:latin typeface="Poppins"/>
                <a:ea typeface="Poppins"/>
                <a:cs typeface="Poppins"/>
                <a:sym typeface="Poppins"/>
              </a:rPr>
              <a:t>THE RIGHT OF THE FATHER,</a:t>
            </a:r>
            <a:endParaRPr/>
          </a:p>
          <a:p>
            <a:pPr indent="0" lvl="0" marL="0" marR="0" rtl="0" algn="l">
              <a:lnSpc>
                <a:spcPct val="121003"/>
              </a:lnSpc>
              <a:spcBef>
                <a:spcPts val="0"/>
              </a:spcBef>
              <a:spcAft>
                <a:spcPts val="0"/>
              </a:spcAft>
              <a:buNone/>
            </a:pPr>
            <a:r>
              <a:rPr b="1" lang="en-US" sz="6099">
                <a:solidFill>
                  <a:srgbClr val="FFB800"/>
                </a:solidFill>
                <a:latin typeface="Poppins"/>
                <a:ea typeface="Poppins"/>
                <a:cs typeface="Poppins"/>
                <a:sym typeface="Poppins"/>
              </a:rPr>
              <a:t>HAVE MERCY ON US</a:t>
            </a:r>
            <a:r>
              <a:rPr b="1" lang="en-US" sz="6099">
                <a:solidFill>
                  <a:srgbClr val="FFFFFF"/>
                </a:solidFill>
                <a:latin typeface="Poppins"/>
                <a:ea typeface="Poppins"/>
                <a:cs typeface="Poppins"/>
                <a:sym typeface="Poppins"/>
              </a:rPr>
              <a:t>. </a:t>
            </a:r>
            <a:endParaRPr/>
          </a:p>
        </p:txBody>
      </p:sp>
      <p:sp>
        <p:nvSpPr>
          <p:cNvPr id="171" name="Google Shape;171;p2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Gloria (2/4)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75" name="Shape 175"/>
        <p:cNvGrpSpPr/>
        <p:nvPr/>
      </p:nvGrpSpPr>
      <p:grpSpPr>
        <a:xfrm>
          <a:off x="0" y="0"/>
          <a:ext cx="0" cy="0"/>
          <a:chOff x="0" y="0"/>
          <a:chExt cx="0" cy="0"/>
        </a:xfrm>
      </p:grpSpPr>
      <p:sp>
        <p:nvSpPr>
          <p:cNvPr id="176" name="Google Shape;176;p25"/>
          <p:cNvSpPr txBox="1"/>
          <p:nvPr/>
        </p:nvSpPr>
        <p:spPr>
          <a:xfrm>
            <a:off x="0" y="5207256"/>
            <a:ext cx="18288000" cy="4631055"/>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FOR YOU ALONE ARE THE HOLY ONE, </a:t>
            </a:r>
            <a:endParaRPr/>
          </a:p>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YOU ALONE ARE THE LORD,</a:t>
            </a:r>
            <a:endParaRPr/>
          </a:p>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YOU ALONE ARE THE MOST HIGH,</a:t>
            </a:r>
            <a:endParaRPr/>
          </a:p>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JESUS CHRIST, WITH THE HOLY SPIRIT,</a:t>
            </a:r>
            <a:endParaRPr/>
          </a:p>
          <a:p>
            <a:pPr indent="0" lvl="0" marL="0" marR="0" rtl="0" algn="ctr">
              <a:lnSpc>
                <a:spcPct val="121003"/>
              </a:lnSpc>
              <a:spcBef>
                <a:spcPts val="0"/>
              </a:spcBef>
              <a:spcAft>
                <a:spcPts val="0"/>
              </a:spcAft>
              <a:buNone/>
            </a:pPr>
            <a:r>
              <a:rPr b="1" lang="en-US" sz="5999">
                <a:solidFill>
                  <a:srgbClr val="FFFFFF"/>
                </a:solidFill>
                <a:latin typeface="Poppins"/>
                <a:ea typeface="Poppins"/>
                <a:cs typeface="Poppins"/>
                <a:sym typeface="Poppins"/>
              </a:rPr>
              <a:t>IN THE GLORY OF GOD THE FATHER. </a:t>
            </a:r>
            <a:endParaRPr/>
          </a:p>
        </p:txBody>
      </p:sp>
      <p:sp>
        <p:nvSpPr>
          <p:cNvPr id="177" name="Google Shape;177;p25"/>
          <p:cNvSpPr txBox="1"/>
          <p:nvPr/>
        </p:nvSpPr>
        <p:spPr>
          <a:xfrm>
            <a:off x="0" y="521018"/>
            <a:ext cx="18288000" cy="4276664"/>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1" lang="en-US" sz="6002">
                <a:solidFill>
                  <a:srgbClr val="FFB800"/>
                </a:solidFill>
                <a:latin typeface="Poppins"/>
                <a:ea typeface="Poppins"/>
                <a:cs typeface="Poppins"/>
                <a:sym typeface="Poppins"/>
              </a:rPr>
              <a:t>GLORY TO GOD! GLORY TO GOD!</a:t>
            </a:r>
            <a:endParaRPr/>
          </a:p>
          <a:p>
            <a:pPr indent="0" lvl="0" marL="0" marR="0" rtl="0" algn="ctr">
              <a:lnSpc>
                <a:spcPct val="140003"/>
              </a:lnSpc>
              <a:spcBef>
                <a:spcPts val="0"/>
              </a:spcBef>
              <a:spcAft>
                <a:spcPts val="0"/>
              </a:spcAft>
              <a:buNone/>
            </a:pPr>
            <a:r>
              <a:rPr b="1" lang="en-US" sz="6002">
                <a:solidFill>
                  <a:srgbClr val="FFB800"/>
                </a:solidFill>
                <a:latin typeface="Poppins"/>
                <a:ea typeface="Poppins"/>
                <a:cs typeface="Poppins"/>
                <a:sym typeface="Poppins"/>
              </a:rPr>
              <a:t>GLORY TO GOD IN THE HIGHEST, </a:t>
            </a:r>
            <a:endParaRPr/>
          </a:p>
          <a:p>
            <a:pPr indent="0" lvl="0" marL="0" marR="0" rtl="0" algn="ctr">
              <a:lnSpc>
                <a:spcPct val="140003"/>
              </a:lnSpc>
              <a:spcBef>
                <a:spcPts val="0"/>
              </a:spcBef>
              <a:spcAft>
                <a:spcPts val="0"/>
              </a:spcAft>
              <a:buNone/>
            </a:pPr>
            <a:r>
              <a:rPr b="1" lang="en-US" sz="6002">
                <a:solidFill>
                  <a:srgbClr val="FFB800"/>
                </a:solidFill>
                <a:latin typeface="Poppins"/>
                <a:ea typeface="Poppins"/>
                <a:cs typeface="Poppins"/>
                <a:sym typeface="Poppins"/>
              </a:rPr>
              <a:t>AND ON EARTH , PEACE ON EARTH,</a:t>
            </a:r>
            <a:endParaRPr/>
          </a:p>
          <a:p>
            <a:pPr indent="0" lvl="0" marL="0" marR="0" rtl="0" algn="ctr">
              <a:lnSpc>
                <a:spcPct val="140003"/>
              </a:lnSpc>
              <a:spcBef>
                <a:spcPts val="0"/>
              </a:spcBef>
              <a:spcAft>
                <a:spcPts val="0"/>
              </a:spcAft>
              <a:buNone/>
            </a:pPr>
            <a:r>
              <a:rPr b="1" lang="en-US" sz="6002">
                <a:solidFill>
                  <a:srgbClr val="FFB800"/>
                </a:solidFill>
                <a:latin typeface="Poppins"/>
                <a:ea typeface="Poppins"/>
                <a:cs typeface="Poppins"/>
                <a:sym typeface="Poppins"/>
              </a:rPr>
              <a:t>PEACE TO PEOPLE OF GOOD WILL!</a:t>
            </a:r>
            <a:endParaRPr/>
          </a:p>
        </p:txBody>
      </p:sp>
      <p:sp>
        <p:nvSpPr>
          <p:cNvPr id="178" name="Google Shape;178;p2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Gloria (3/4)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82" name="Shape 182"/>
        <p:cNvGrpSpPr/>
        <p:nvPr/>
      </p:nvGrpSpPr>
      <p:grpSpPr>
        <a:xfrm>
          <a:off x="0" y="0"/>
          <a:ext cx="0" cy="0"/>
          <a:chOff x="0" y="0"/>
          <a:chExt cx="0" cy="0"/>
        </a:xfrm>
      </p:grpSpPr>
      <p:sp>
        <p:nvSpPr>
          <p:cNvPr id="183" name="Google Shape;183;p26"/>
          <p:cNvSpPr txBox="1"/>
          <p:nvPr/>
        </p:nvSpPr>
        <p:spPr>
          <a:xfrm>
            <a:off x="0" y="7432051"/>
            <a:ext cx="18288000" cy="1417701"/>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None/>
            </a:pPr>
            <a:r>
              <a:rPr b="1" lang="en-US" sz="8699">
                <a:solidFill>
                  <a:srgbClr val="FFFFFF"/>
                </a:solidFill>
                <a:latin typeface="Poppins"/>
                <a:ea typeface="Poppins"/>
                <a:cs typeface="Poppins"/>
                <a:sym typeface="Poppins"/>
              </a:rPr>
              <a:t>AMEN, AMEN, AMEN!</a:t>
            </a:r>
            <a:endParaRPr/>
          </a:p>
        </p:txBody>
      </p:sp>
      <p:sp>
        <p:nvSpPr>
          <p:cNvPr id="184" name="Google Shape;184;p26"/>
          <p:cNvSpPr txBox="1"/>
          <p:nvPr/>
        </p:nvSpPr>
        <p:spPr>
          <a:xfrm>
            <a:off x="0" y="1724273"/>
            <a:ext cx="18288000" cy="5122485"/>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1" lang="en-US" sz="7202">
                <a:solidFill>
                  <a:srgbClr val="FFB800"/>
                </a:solidFill>
                <a:latin typeface="Poppins"/>
                <a:ea typeface="Poppins"/>
                <a:cs typeface="Poppins"/>
                <a:sym typeface="Poppins"/>
              </a:rPr>
              <a:t>GLORY TO GOD! GLORY TO GOD!</a:t>
            </a:r>
            <a:endParaRPr/>
          </a:p>
          <a:p>
            <a:pPr indent="0" lvl="0" marL="0" marR="0" rtl="0" algn="ctr">
              <a:lnSpc>
                <a:spcPct val="140022"/>
              </a:lnSpc>
              <a:spcBef>
                <a:spcPts val="0"/>
              </a:spcBef>
              <a:spcAft>
                <a:spcPts val="0"/>
              </a:spcAft>
              <a:buNone/>
            </a:pPr>
            <a:r>
              <a:rPr b="1" lang="en-US" sz="7202">
                <a:solidFill>
                  <a:srgbClr val="FFB800"/>
                </a:solidFill>
                <a:latin typeface="Poppins"/>
                <a:ea typeface="Poppins"/>
                <a:cs typeface="Poppins"/>
                <a:sym typeface="Poppins"/>
              </a:rPr>
              <a:t>GLORY TO GOD IN THE HIGHEST, </a:t>
            </a:r>
            <a:endParaRPr/>
          </a:p>
          <a:p>
            <a:pPr indent="0" lvl="0" marL="0" marR="0" rtl="0" algn="ctr">
              <a:lnSpc>
                <a:spcPct val="140022"/>
              </a:lnSpc>
              <a:spcBef>
                <a:spcPts val="0"/>
              </a:spcBef>
              <a:spcAft>
                <a:spcPts val="0"/>
              </a:spcAft>
              <a:buNone/>
            </a:pPr>
            <a:r>
              <a:rPr b="1" lang="en-US" sz="7202">
                <a:solidFill>
                  <a:srgbClr val="FFB800"/>
                </a:solidFill>
                <a:latin typeface="Poppins"/>
                <a:ea typeface="Poppins"/>
                <a:cs typeface="Poppins"/>
                <a:sym typeface="Poppins"/>
              </a:rPr>
              <a:t>AND ON EARTH , PEACE ON EARTH,</a:t>
            </a:r>
            <a:endParaRPr/>
          </a:p>
          <a:p>
            <a:pPr indent="0" lvl="0" marL="0" marR="0" rtl="0" algn="ctr">
              <a:lnSpc>
                <a:spcPct val="140022"/>
              </a:lnSpc>
              <a:spcBef>
                <a:spcPts val="0"/>
              </a:spcBef>
              <a:spcAft>
                <a:spcPts val="0"/>
              </a:spcAft>
              <a:buNone/>
            </a:pPr>
            <a:r>
              <a:rPr b="1" lang="en-US" sz="7202">
                <a:solidFill>
                  <a:srgbClr val="FFB800"/>
                </a:solidFill>
                <a:latin typeface="Poppins"/>
                <a:ea typeface="Poppins"/>
                <a:cs typeface="Poppins"/>
                <a:sym typeface="Poppins"/>
              </a:rPr>
              <a:t>PEACE TO PEOPLE OF GOOD WILL!</a:t>
            </a:r>
            <a:endParaRPr/>
          </a:p>
        </p:txBody>
      </p:sp>
      <p:sp>
        <p:nvSpPr>
          <p:cNvPr id="185" name="Google Shape;185;p2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Gloria (4/4)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189" name="Shape 189"/>
        <p:cNvGrpSpPr/>
        <p:nvPr/>
      </p:nvGrpSpPr>
      <p:grpSpPr>
        <a:xfrm>
          <a:off x="0" y="0"/>
          <a:ext cx="0" cy="0"/>
          <a:chOff x="0" y="0"/>
          <a:chExt cx="0" cy="0"/>
        </a:xfrm>
      </p:grpSpPr>
      <p:sp>
        <p:nvSpPr>
          <p:cNvPr id="190" name="Google Shape;190;p27"/>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Let us pray.</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Amen.</a:t>
            </a:r>
            <a:endParaRPr/>
          </a:p>
        </p:txBody>
      </p:sp>
      <p:sp>
        <p:nvSpPr>
          <p:cNvPr id="191" name="Google Shape;191;p2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Word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liturgy_of_the_word_title.png" id="196" name="Google Shape;196;p28"/>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197" name="Google Shape;197;p2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Word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01" name="Shape 201"/>
        <p:cNvGrpSpPr/>
        <p:nvPr/>
      </p:nvGrpSpPr>
      <p:grpSpPr>
        <a:xfrm>
          <a:off x="0" y="0"/>
          <a:ext cx="0" cy="0"/>
          <a:chOff x="0" y="0"/>
          <a:chExt cx="0" cy="0"/>
        </a:xfrm>
      </p:grpSpPr>
      <p:sp>
        <p:nvSpPr>
          <p:cNvPr id="202" name="Google Shape;202;p29"/>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 the Word</a:t>
            </a:r>
            <a:endParaRPr/>
          </a:p>
          <a:p>
            <a:pPr indent="0" lvl="0" marL="0" marR="0" rtl="0" algn="ctr">
              <a:spcBef>
                <a:spcPts val="1000"/>
              </a:spcBef>
              <a:spcAft>
                <a:spcPts val="0"/>
              </a:spcAft>
              <a:buNone/>
            </a:pPr>
            <a:r>
              <a:rPr b="1" i="0" lang="en-US" sz="5500">
                <a:solidFill>
                  <a:srgbClr val="D8B4FE"/>
                </a:solidFill>
                <a:latin typeface="Georgia"/>
                <a:ea typeface="Georgia"/>
                <a:cs typeface="Georgia"/>
                <a:sym typeface="Georgia"/>
              </a:rPr>
              <a:t>First Reading</a:t>
            </a:r>
            <a:endParaRPr/>
          </a:p>
          <a:p>
            <a:pPr indent="0" lvl="0" marL="0" marR="0" rtl="0" algn="ctr">
              <a:spcBef>
                <a:spcPts val="1600"/>
              </a:spcBef>
              <a:spcAft>
                <a:spcPts val="0"/>
              </a:spcAft>
              <a:buNone/>
            </a:pPr>
            <a:r>
              <a:rPr b="0" i="0" lang="en-US" sz="5500">
                <a:solidFill>
                  <a:srgbClr val="FFFFFF"/>
                </a:solidFill>
                <a:latin typeface="Georgia"/>
                <a:ea typeface="Georgia"/>
                <a:cs typeface="Georgia"/>
                <a:sym typeface="Georgia"/>
              </a:rPr>
              <a:t>Deuteronomy 8:2-3, 14b-16a</a:t>
            </a:r>
            <a:endParaRPr/>
          </a:p>
        </p:txBody>
      </p:sp>
      <p:sp>
        <p:nvSpPr>
          <p:cNvPr id="203" name="Google Shape;203;p2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Word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07" name="Shape 207"/>
        <p:cNvGrpSpPr/>
        <p:nvPr/>
      </p:nvGrpSpPr>
      <p:grpSpPr>
        <a:xfrm>
          <a:off x="0" y="0"/>
          <a:ext cx="0" cy="0"/>
          <a:chOff x="0" y="0"/>
          <a:chExt cx="0" cy="0"/>
        </a:xfrm>
      </p:grpSpPr>
      <p:sp>
        <p:nvSpPr>
          <p:cNvPr id="208" name="Google Shape;208;p30"/>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 the Word</a:t>
            </a:r>
            <a:endParaRPr/>
          </a:p>
          <a:p>
            <a:pPr indent="0" lvl="0" marL="0" marR="0" rtl="0" algn="ctr">
              <a:spcBef>
                <a:spcPts val="1000"/>
              </a:spcBef>
              <a:spcAft>
                <a:spcPts val="0"/>
              </a:spcAft>
              <a:buNone/>
            </a:pPr>
            <a:r>
              <a:rPr b="1" i="0" lang="en-US" sz="5500">
                <a:solidFill>
                  <a:srgbClr val="D8B4FE"/>
                </a:solidFill>
                <a:latin typeface="Georgia"/>
                <a:ea typeface="Georgia"/>
                <a:cs typeface="Georgia"/>
                <a:sym typeface="Georgia"/>
              </a:rPr>
              <a:t>Responsorial Psalm</a:t>
            </a:r>
            <a:br>
              <a:rPr b="1" i="0" lang="en-US" sz="5500">
                <a:solidFill>
                  <a:srgbClr val="D8B4FE"/>
                </a:solidFill>
                <a:latin typeface="Georgia"/>
                <a:ea typeface="Georgia"/>
                <a:cs typeface="Georgia"/>
                <a:sym typeface="Georgia"/>
              </a:rPr>
            </a:br>
            <a:r>
              <a:rPr b="1" i="0" lang="en-US" sz="5500">
                <a:solidFill>
                  <a:srgbClr val="D8B4FE"/>
                </a:solidFill>
                <a:latin typeface="Georgia"/>
                <a:ea typeface="Georgia"/>
                <a:cs typeface="Georgia"/>
                <a:sym typeface="Georgia"/>
              </a:rPr>
              <a:t>(Psalm 147:12-13, 14-15, 19-20)</a:t>
            </a:r>
            <a:endParaRPr/>
          </a:p>
          <a:p>
            <a:pPr indent="0" lvl="0" marL="0" marR="0" rtl="0" algn="ctr">
              <a:spcBef>
                <a:spcPts val="1200"/>
              </a:spcBef>
              <a:spcAft>
                <a:spcPts val="0"/>
              </a:spcAft>
              <a:buNone/>
            </a:pPr>
            <a:r>
              <a:rPr b="0" i="0" lang="en-US" sz="5500">
                <a:solidFill>
                  <a:srgbClr val="FFFFFF"/>
                </a:solidFill>
                <a:latin typeface="Georgia"/>
                <a:ea typeface="Georgia"/>
                <a:cs typeface="Georgia"/>
                <a:sym typeface="Georgia"/>
              </a:rPr>
              <a:t>R. Praise the Lord, Jerusalem.</a:t>
            </a:r>
            <a:endParaRPr/>
          </a:p>
        </p:txBody>
      </p:sp>
      <p:sp>
        <p:nvSpPr>
          <p:cNvPr id="209" name="Google Shape;209;p3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Word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13" name="Shape 213"/>
        <p:cNvGrpSpPr/>
        <p:nvPr/>
      </p:nvGrpSpPr>
      <p:grpSpPr>
        <a:xfrm>
          <a:off x="0" y="0"/>
          <a:ext cx="0" cy="0"/>
          <a:chOff x="0" y="0"/>
          <a:chExt cx="0" cy="0"/>
        </a:xfrm>
      </p:grpSpPr>
      <p:sp>
        <p:nvSpPr>
          <p:cNvPr id="214" name="Google Shape;214;p31"/>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 the Word</a:t>
            </a:r>
            <a:endParaRPr/>
          </a:p>
          <a:p>
            <a:pPr indent="0" lvl="0" marL="0" marR="0" rtl="0" algn="ctr">
              <a:spcBef>
                <a:spcPts val="1000"/>
              </a:spcBef>
              <a:spcAft>
                <a:spcPts val="0"/>
              </a:spcAft>
              <a:buNone/>
            </a:pPr>
            <a:r>
              <a:rPr b="1" i="0" lang="en-US" sz="5500">
                <a:solidFill>
                  <a:srgbClr val="D8B4FE"/>
                </a:solidFill>
                <a:latin typeface="Georgia"/>
                <a:ea typeface="Georgia"/>
                <a:cs typeface="Georgia"/>
                <a:sym typeface="Georgia"/>
              </a:rPr>
              <a:t>Second Reading</a:t>
            </a:r>
            <a:endParaRPr/>
          </a:p>
          <a:p>
            <a:pPr indent="0" lvl="0" marL="0" marR="0" rtl="0" algn="ctr">
              <a:spcBef>
                <a:spcPts val="1600"/>
              </a:spcBef>
              <a:spcAft>
                <a:spcPts val="0"/>
              </a:spcAft>
              <a:buNone/>
            </a:pPr>
            <a:r>
              <a:rPr b="0" i="0" lang="en-US" sz="5500">
                <a:solidFill>
                  <a:srgbClr val="FFFFFF"/>
                </a:solidFill>
                <a:latin typeface="Georgia"/>
                <a:ea typeface="Georgia"/>
                <a:cs typeface="Georgia"/>
                <a:sym typeface="Georgia"/>
              </a:rPr>
              <a:t>1 Corinthians 10:16-17</a:t>
            </a:r>
            <a:endParaRPr/>
          </a:p>
        </p:txBody>
      </p:sp>
      <p:sp>
        <p:nvSpPr>
          <p:cNvPr id="215" name="Google Shape;215;p3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Word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19" name="Shape 219"/>
        <p:cNvGrpSpPr/>
        <p:nvPr/>
      </p:nvGrpSpPr>
      <p:grpSpPr>
        <a:xfrm>
          <a:off x="0" y="0"/>
          <a:ext cx="0" cy="0"/>
          <a:chOff x="0" y="0"/>
          <a:chExt cx="0" cy="0"/>
        </a:xfrm>
      </p:grpSpPr>
      <p:sp>
        <p:nvSpPr>
          <p:cNvPr id="220" name="Google Shape;220;p32"/>
          <p:cNvSpPr txBox="1"/>
          <p:nvPr/>
        </p:nvSpPr>
        <p:spPr>
          <a:xfrm>
            <a:off x="0" y="2602230"/>
            <a:ext cx="18288000" cy="4892041"/>
          </a:xfrm>
          <a:prstGeom prst="rect">
            <a:avLst/>
          </a:prstGeom>
          <a:noFill/>
          <a:ln>
            <a:noFill/>
          </a:ln>
        </p:spPr>
        <p:txBody>
          <a:bodyPr anchorCtr="0" anchor="t" bIns="0" lIns="0" spcFirstLastPara="1" rIns="0" wrap="square" tIns="0">
            <a:noAutofit/>
          </a:bodyPr>
          <a:lstStyle/>
          <a:p>
            <a:pPr indent="0" lvl="0" marL="0" marR="0" rtl="0" algn="ctr">
              <a:lnSpc>
                <a:spcPct val="139985"/>
              </a:lnSpc>
              <a:spcBef>
                <a:spcPts val="0"/>
              </a:spcBef>
              <a:spcAft>
                <a:spcPts val="0"/>
              </a:spcAft>
              <a:buNone/>
            </a:pPr>
            <a:r>
              <a:rPr b="1" lang="en-US" sz="6900">
                <a:solidFill>
                  <a:srgbClr val="FFFFFF"/>
                </a:solidFill>
                <a:latin typeface="Poppins"/>
                <a:ea typeface="Poppins"/>
                <a:cs typeface="Poppins"/>
                <a:sym typeface="Poppins"/>
              </a:rPr>
              <a:t>ALLELUIA! ALLELUIA!</a:t>
            </a:r>
            <a:endParaRPr/>
          </a:p>
          <a:p>
            <a:pPr indent="0" lvl="0" marL="0" marR="0" rtl="0" algn="ctr">
              <a:lnSpc>
                <a:spcPct val="139985"/>
              </a:lnSpc>
              <a:spcBef>
                <a:spcPts val="0"/>
              </a:spcBef>
              <a:spcAft>
                <a:spcPts val="0"/>
              </a:spcAft>
              <a:buNone/>
            </a:pPr>
            <a:r>
              <a:rPr b="1" lang="en-US" sz="6900">
                <a:solidFill>
                  <a:srgbClr val="FFFFFF"/>
                </a:solidFill>
                <a:latin typeface="Poppins"/>
                <a:ea typeface="Poppins"/>
                <a:cs typeface="Poppins"/>
                <a:sym typeface="Poppins"/>
              </a:rPr>
              <a:t>ALLELUIA! ALLELUIA!</a:t>
            </a:r>
            <a:endParaRPr/>
          </a:p>
          <a:p>
            <a:pPr indent="0" lvl="0" marL="0" marR="0" rtl="0" algn="ctr">
              <a:lnSpc>
                <a:spcPct val="139985"/>
              </a:lnSpc>
              <a:spcBef>
                <a:spcPts val="0"/>
              </a:spcBef>
              <a:spcAft>
                <a:spcPts val="0"/>
              </a:spcAft>
              <a:buNone/>
            </a:pPr>
            <a:r>
              <a:rPr b="1" lang="en-US" sz="6900">
                <a:solidFill>
                  <a:srgbClr val="FFFFFF"/>
                </a:solidFill>
                <a:latin typeface="Poppins"/>
                <a:ea typeface="Poppins"/>
                <a:cs typeface="Poppins"/>
                <a:sym typeface="Poppins"/>
              </a:rPr>
              <a:t>ALLELUIA! ALLELUIA!</a:t>
            </a:r>
            <a:endParaRPr/>
          </a:p>
          <a:p>
            <a:pPr indent="0" lvl="0" marL="0" marR="0" rtl="0" algn="ctr">
              <a:lnSpc>
                <a:spcPct val="139985"/>
              </a:lnSpc>
              <a:spcBef>
                <a:spcPts val="0"/>
              </a:spcBef>
              <a:spcAft>
                <a:spcPts val="0"/>
              </a:spcAft>
              <a:buNone/>
            </a:pPr>
            <a:r>
              <a:rPr b="1" lang="en-US" sz="6900">
                <a:solidFill>
                  <a:srgbClr val="FFFFFF"/>
                </a:solidFill>
                <a:latin typeface="Poppins"/>
                <a:ea typeface="Poppins"/>
                <a:cs typeface="Poppins"/>
                <a:sym typeface="Poppins"/>
              </a:rPr>
              <a:t>ALLELUIA! ALLELUIA!</a:t>
            </a:r>
            <a:endParaRPr/>
          </a:p>
        </p:txBody>
      </p:sp>
      <p:sp>
        <p:nvSpPr>
          <p:cNvPr id="221" name="Google Shape;221;p32"/>
          <p:cNvSpPr txBox="1"/>
          <p:nvPr/>
        </p:nvSpPr>
        <p:spPr>
          <a:xfrm>
            <a:off x="2874744" y="331003"/>
            <a:ext cx="12538511" cy="1055243"/>
          </a:xfrm>
          <a:prstGeom prst="rect">
            <a:avLst/>
          </a:prstGeom>
          <a:noFill/>
          <a:ln>
            <a:noFill/>
          </a:ln>
        </p:spPr>
        <p:txBody>
          <a:bodyPr anchorCtr="0" anchor="t" bIns="0" lIns="0" spcFirstLastPara="1" rIns="0" wrap="square" tIns="0">
            <a:noAutofit/>
          </a:bodyPr>
          <a:lstStyle/>
          <a:p>
            <a:pPr indent="0" lvl="0" marL="0" marR="0" rtl="0" algn="ctr">
              <a:lnSpc>
                <a:spcPct val="212337"/>
              </a:lnSpc>
              <a:spcBef>
                <a:spcPts val="0"/>
              </a:spcBef>
              <a:spcAft>
                <a:spcPts val="0"/>
              </a:spcAft>
              <a:buNone/>
            </a:pPr>
            <a:r>
              <a:rPr lang="en-US" sz="3850">
                <a:solidFill>
                  <a:srgbClr val="FFB800"/>
                </a:solidFill>
                <a:latin typeface="Georgia"/>
                <a:ea typeface="Georgia"/>
                <a:cs typeface="Georgia"/>
                <a:sym typeface="Georgia"/>
              </a:rPr>
              <a:t>Gospel Acclamation</a:t>
            </a:r>
            <a:endParaRPr/>
          </a:p>
        </p:txBody>
      </p:sp>
      <p:sp>
        <p:nvSpPr>
          <p:cNvPr id="222" name="Google Shape;222;p3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Gospel Acclamation (1/2)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26" name="Shape 226"/>
        <p:cNvGrpSpPr/>
        <p:nvPr/>
      </p:nvGrpSpPr>
      <p:grpSpPr>
        <a:xfrm>
          <a:off x="0" y="0"/>
          <a:ext cx="0" cy="0"/>
          <a:chOff x="0" y="0"/>
          <a:chExt cx="0" cy="0"/>
        </a:xfrm>
      </p:grpSpPr>
      <p:sp>
        <p:nvSpPr>
          <p:cNvPr id="227" name="Google Shape;227;p33"/>
          <p:cNvSpPr txBox="1"/>
          <p:nvPr/>
        </p:nvSpPr>
        <p:spPr>
          <a:xfrm>
            <a:off x="2741394" y="2126857"/>
            <a:ext cx="12101674" cy="1227455"/>
          </a:xfrm>
          <a:prstGeom prst="rect">
            <a:avLst/>
          </a:prstGeom>
          <a:noFill/>
          <a:ln>
            <a:noFill/>
          </a:ln>
        </p:spPr>
        <p:txBody>
          <a:bodyPr anchorCtr="0" anchor="t" bIns="0" lIns="0" spcFirstLastPara="1" rIns="0" wrap="square" tIns="0">
            <a:noAutofit/>
          </a:bodyPr>
          <a:lstStyle/>
          <a:p>
            <a:pPr indent="0" lvl="0" marL="0" marR="0" rtl="0" algn="l">
              <a:lnSpc>
                <a:spcPct val="137971"/>
              </a:lnSpc>
              <a:spcBef>
                <a:spcPts val="0"/>
              </a:spcBef>
              <a:spcAft>
                <a:spcPts val="0"/>
              </a:spcAft>
              <a:buNone/>
            </a:pPr>
            <a:r>
              <a:rPr b="1" lang="en-US" sz="6900">
                <a:solidFill>
                  <a:srgbClr val="FFB800"/>
                </a:solidFill>
                <a:latin typeface="Poppins"/>
                <a:ea typeface="Poppins"/>
                <a:cs typeface="Poppins"/>
                <a:sym typeface="Poppins"/>
              </a:rPr>
              <a:t>Priest</a:t>
            </a:r>
            <a:r>
              <a:rPr b="1" lang="en-US" sz="6900">
                <a:solidFill>
                  <a:srgbClr val="FFFFFF"/>
                </a:solidFill>
                <a:latin typeface="Poppins"/>
                <a:ea typeface="Poppins"/>
                <a:cs typeface="Poppins"/>
                <a:sym typeface="Poppins"/>
              </a:rPr>
              <a:t>: The Lord be with you.</a:t>
            </a:r>
            <a:endParaRPr/>
          </a:p>
        </p:txBody>
      </p:sp>
      <p:sp>
        <p:nvSpPr>
          <p:cNvPr id="228" name="Google Shape;228;p33"/>
          <p:cNvSpPr txBox="1"/>
          <p:nvPr/>
        </p:nvSpPr>
        <p:spPr>
          <a:xfrm>
            <a:off x="2741394" y="5586337"/>
            <a:ext cx="14802275" cy="18604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6900">
                <a:solidFill>
                  <a:schemeClr val="dk1"/>
                </a:solidFill>
                <a:latin typeface="Poppins"/>
                <a:ea typeface="Poppins"/>
                <a:cs typeface="Poppins"/>
                <a:sym typeface="Poppins"/>
              </a:rPr>
              <a:t>Priest: A reading from the holy</a:t>
            </a:r>
            <a:endParaRPr/>
          </a:p>
          <a:p>
            <a:pPr indent="0" lvl="0" marL="0" marR="0" rtl="0" algn="l">
              <a:spcBef>
                <a:spcPts val="0"/>
              </a:spcBef>
              <a:spcAft>
                <a:spcPts val="0"/>
              </a:spcAft>
              <a:buNone/>
            </a:pPr>
            <a:r>
              <a:rPr b="1" lang="en-US" sz="6900">
                <a:solidFill>
                  <a:schemeClr val="dk1"/>
                </a:solidFill>
                <a:latin typeface="Poppins"/>
                <a:ea typeface="Poppins"/>
                <a:cs typeface="Poppins"/>
                <a:sym typeface="Poppins"/>
              </a:rPr>
              <a:t>Gospel according to John.</a:t>
            </a:r>
            <a:endParaRPr/>
          </a:p>
        </p:txBody>
      </p:sp>
      <p:sp>
        <p:nvSpPr>
          <p:cNvPr id="229" name="Google Shape;229;p33"/>
          <p:cNvSpPr txBox="1"/>
          <p:nvPr/>
        </p:nvSpPr>
        <p:spPr>
          <a:xfrm>
            <a:off x="2741394" y="3725787"/>
            <a:ext cx="12168662" cy="1250950"/>
          </a:xfrm>
          <a:prstGeom prst="rect">
            <a:avLst/>
          </a:prstGeom>
          <a:noFill/>
          <a:ln>
            <a:noFill/>
          </a:ln>
        </p:spPr>
        <p:txBody>
          <a:bodyPr anchorCtr="0" anchor="t" bIns="0" lIns="0" spcFirstLastPara="1" rIns="0" wrap="square" tIns="0">
            <a:noAutofit/>
          </a:bodyPr>
          <a:lstStyle/>
          <a:p>
            <a:pPr indent="0" lvl="0" marL="0" marR="0" rtl="0" algn="l">
              <a:lnSpc>
                <a:spcPct val="142014"/>
              </a:lnSpc>
              <a:spcBef>
                <a:spcPts val="0"/>
              </a:spcBef>
              <a:spcAft>
                <a:spcPts val="0"/>
              </a:spcAft>
              <a:buNone/>
            </a:pPr>
            <a:r>
              <a:rPr b="1" lang="en-US" sz="6900">
                <a:solidFill>
                  <a:srgbClr val="FFFFFF"/>
                </a:solidFill>
                <a:latin typeface="Poppins"/>
                <a:ea typeface="Poppins"/>
                <a:cs typeface="Poppins"/>
                <a:sym typeface="Poppins"/>
              </a:rPr>
              <a:t>All: And with your spirit.</a:t>
            </a:r>
            <a:endParaRPr/>
          </a:p>
        </p:txBody>
      </p:sp>
      <p:sp>
        <p:nvSpPr>
          <p:cNvPr id="230" name="Google Shape;230;p33"/>
          <p:cNvSpPr txBox="1"/>
          <p:nvPr/>
        </p:nvSpPr>
        <p:spPr>
          <a:xfrm>
            <a:off x="2741394" y="7913485"/>
            <a:ext cx="12002049" cy="1250950"/>
          </a:xfrm>
          <a:prstGeom prst="rect">
            <a:avLst/>
          </a:prstGeom>
          <a:noFill/>
          <a:ln>
            <a:noFill/>
          </a:ln>
        </p:spPr>
        <p:txBody>
          <a:bodyPr anchorCtr="0" anchor="t" bIns="0" lIns="0" spcFirstLastPara="1" rIns="0" wrap="square" tIns="0">
            <a:noAutofit/>
          </a:bodyPr>
          <a:lstStyle/>
          <a:p>
            <a:pPr indent="0" lvl="0" marL="0" marR="0" rtl="0" algn="l">
              <a:lnSpc>
                <a:spcPct val="142014"/>
              </a:lnSpc>
              <a:spcBef>
                <a:spcPts val="0"/>
              </a:spcBef>
              <a:spcAft>
                <a:spcPts val="0"/>
              </a:spcAft>
              <a:buNone/>
            </a:pPr>
            <a:r>
              <a:rPr b="1" lang="en-US" sz="6900">
                <a:solidFill>
                  <a:srgbClr val="FFFFFF"/>
                </a:solidFill>
                <a:latin typeface="Poppins"/>
                <a:ea typeface="Poppins"/>
                <a:cs typeface="Poppins"/>
                <a:sym typeface="Poppins"/>
              </a:rPr>
              <a:t>All: Glory to you, O Lord!</a:t>
            </a:r>
            <a:endParaRPr/>
          </a:p>
        </p:txBody>
      </p:sp>
      <p:sp>
        <p:nvSpPr>
          <p:cNvPr id="231" name="Google Shape;231;p33"/>
          <p:cNvSpPr txBox="1"/>
          <p:nvPr/>
        </p:nvSpPr>
        <p:spPr>
          <a:xfrm>
            <a:off x="2874744" y="331003"/>
            <a:ext cx="12538511" cy="1055243"/>
          </a:xfrm>
          <a:prstGeom prst="rect">
            <a:avLst/>
          </a:prstGeom>
          <a:noFill/>
          <a:ln>
            <a:noFill/>
          </a:ln>
        </p:spPr>
        <p:txBody>
          <a:bodyPr anchorCtr="0" anchor="t" bIns="0" lIns="0" spcFirstLastPara="1" rIns="0" wrap="square" tIns="0">
            <a:noAutofit/>
          </a:bodyPr>
          <a:lstStyle/>
          <a:p>
            <a:pPr indent="0" lvl="0" marL="0" marR="0" rtl="0" algn="ctr">
              <a:lnSpc>
                <a:spcPct val="212337"/>
              </a:lnSpc>
              <a:spcBef>
                <a:spcPts val="0"/>
              </a:spcBef>
              <a:spcAft>
                <a:spcPts val="0"/>
              </a:spcAft>
              <a:buNone/>
            </a:pPr>
            <a:r>
              <a:rPr lang="en-US" sz="3850">
                <a:solidFill>
                  <a:srgbClr val="FFB800"/>
                </a:solidFill>
                <a:latin typeface="Georgia"/>
                <a:ea typeface="Georgia"/>
                <a:cs typeface="Georgia"/>
                <a:sym typeface="Georgia"/>
              </a:rPr>
              <a:t>Gospel Acclamation</a:t>
            </a:r>
            <a:endParaRPr/>
          </a:p>
        </p:txBody>
      </p:sp>
      <p:sp>
        <p:nvSpPr>
          <p:cNvPr id="232" name="Google Shape;232;p3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Gospel Acclamation (2/2)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36" name="Shape 236"/>
        <p:cNvGrpSpPr/>
        <p:nvPr/>
      </p:nvGrpSpPr>
      <p:grpSpPr>
        <a:xfrm>
          <a:off x="0" y="0"/>
          <a:ext cx="0" cy="0"/>
          <a:chOff x="0" y="0"/>
          <a:chExt cx="0" cy="0"/>
        </a:xfrm>
      </p:grpSpPr>
      <p:sp>
        <p:nvSpPr>
          <p:cNvPr id="237" name="Google Shape;237;p34"/>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The Gospel of the Lord.</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Praise to you, Lord Jesus Christ.</a:t>
            </a:r>
            <a:endParaRPr/>
          </a:p>
        </p:txBody>
      </p:sp>
      <p:sp>
        <p:nvSpPr>
          <p:cNvPr id="238" name="Google Shape;238;p3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Gospel Acclamation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242" name="Shape 242"/>
        <p:cNvGrpSpPr/>
        <p:nvPr/>
      </p:nvGrpSpPr>
      <p:grpSpPr>
        <a:xfrm>
          <a:off x="0" y="0"/>
          <a:ext cx="0" cy="0"/>
          <a:chOff x="0" y="0"/>
          <a:chExt cx="0" cy="0"/>
        </a:xfrm>
      </p:grpSpPr>
      <p:sp>
        <p:nvSpPr>
          <p:cNvPr id="243" name="Google Shape;243;p35"/>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35"/>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35"/>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246" name="Google Shape;246;p35"/>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247" name="Google Shape;247;p35"/>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248" name="Google Shape;248;p35"/>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249" name="Google Shape;249;p35"/>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250" name="Google Shape;250;p35"/>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54" name="Shape 254"/>
        <p:cNvGrpSpPr/>
        <p:nvPr/>
      </p:nvGrpSpPr>
      <p:grpSpPr>
        <a:xfrm>
          <a:off x="0" y="0"/>
          <a:ext cx="0" cy="0"/>
          <a:chOff x="0" y="0"/>
          <a:chExt cx="0" cy="0"/>
        </a:xfrm>
      </p:grpSpPr>
      <p:sp>
        <p:nvSpPr>
          <p:cNvPr id="255" name="Google Shape;255;p36"/>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All: I believe in one God,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the Father almighty,</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maker of heaven and earth,</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of all things visible and invisible.</a:t>
            </a:r>
            <a:endParaRPr/>
          </a:p>
        </p:txBody>
      </p:sp>
      <p:sp>
        <p:nvSpPr>
          <p:cNvPr id="256" name="Google Shape;256;p3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(1/10)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60" name="Shape 260"/>
        <p:cNvGrpSpPr/>
        <p:nvPr/>
      </p:nvGrpSpPr>
      <p:grpSpPr>
        <a:xfrm>
          <a:off x="0" y="0"/>
          <a:ext cx="0" cy="0"/>
          <a:chOff x="0" y="0"/>
          <a:chExt cx="0" cy="0"/>
        </a:xfrm>
      </p:grpSpPr>
      <p:sp>
        <p:nvSpPr>
          <p:cNvPr id="261" name="Google Shape;261;p37"/>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I believe in one Lord Jesus Christ,</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the Only Begotten Son of God,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born of the Father before all ages.</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God from God, Light from Light,</a:t>
            </a:r>
            <a:endParaRPr/>
          </a:p>
        </p:txBody>
      </p:sp>
      <p:sp>
        <p:nvSpPr>
          <p:cNvPr id="262" name="Google Shape;262;p3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(2/10)</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66" name="Shape 266"/>
        <p:cNvGrpSpPr/>
        <p:nvPr/>
      </p:nvGrpSpPr>
      <p:grpSpPr>
        <a:xfrm>
          <a:off x="0" y="0"/>
          <a:ext cx="0" cy="0"/>
          <a:chOff x="0" y="0"/>
          <a:chExt cx="0" cy="0"/>
        </a:xfrm>
      </p:grpSpPr>
      <p:sp>
        <p:nvSpPr>
          <p:cNvPr id="267" name="Google Shape;267;p38"/>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true God from true God,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begotten, not made, consubstantial with the Father;</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through him all things were made.</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For us men and for our salvation</a:t>
            </a:r>
            <a:endParaRPr/>
          </a:p>
        </p:txBody>
      </p:sp>
      <p:sp>
        <p:nvSpPr>
          <p:cNvPr id="268" name="Google Shape;268;p3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(3/10)</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72" name="Shape 272"/>
        <p:cNvGrpSpPr/>
        <p:nvPr/>
      </p:nvGrpSpPr>
      <p:grpSpPr>
        <a:xfrm>
          <a:off x="0" y="0"/>
          <a:ext cx="0" cy="0"/>
          <a:chOff x="0" y="0"/>
          <a:chExt cx="0" cy="0"/>
        </a:xfrm>
      </p:grpSpPr>
      <p:sp>
        <p:nvSpPr>
          <p:cNvPr id="273" name="Google Shape;273;p39"/>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he came down from heaven,</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by the Holy Spirit was incarnate of the Virgin Mary,</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became man.</a:t>
            </a:r>
            <a:endParaRPr/>
          </a:p>
        </p:txBody>
      </p:sp>
      <p:sp>
        <p:nvSpPr>
          <p:cNvPr id="274" name="Google Shape;274;p3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(4/10)</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78" name="Shape 278"/>
        <p:cNvGrpSpPr/>
        <p:nvPr/>
      </p:nvGrpSpPr>
      <p:grpSpPr>
        <a:xfrm>
          <a:off x="0" y="0"/>
          <a:ext cx="0" cy="0"/>
          <a:chOff x="0" y="0"/>
          <a:chExt cx="0" cy="0"/>
        </a:xfrm>
      </p:grpSpPr>
      <p:sp>
        <p:nvSpPr>
          <p:cNvPr id="279" name="Google Shape;279;p40"/>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For our sake he was crucified under Pontius Pilate,</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he suffered death and was buried,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rose again on the third day</a:t>
            </a:r>
            <a:endParaRPr/>
          </a:p>
        </p:txBody>
      </p:sp>
      <p:sp>
        <p:nvSpPr>
          <p:cNvPr id="280" name="Google Shape;280;p4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(5/10)</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84" name="Shape 284"/>
        <p:cNvGrpSpPr/>
        <p:nvPr/>
      </p:nvGrpSpPr>
      <p:grpSpPr>
        <a:xfrm>
          <a:off x="0" y="0"/>
          <a:ext cx="0" cy="0"/>
          <a:chOff x="0" y="0"/>
          <a:chExt cx="0" cy="0"/>
        </a:xfrm>
      </p:grpSpPr>
      <p:sp>
        <p:nvSpPr>
          <p:cNvPr id="285" name="Google Shape;285;p41"/>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in accordance with the Scriptures.</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He ascended into heaven</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is seated at the right hand of the Father.</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He will come again in glory</a:t>
            </a:r>
            <a:endParaRPr/>
          </a:p>
        </p:txBody>
      </p:sp>
      <p:sp>
        <p:nvSpPr>
          <p:cNvPr id="286" name="Google Shape;286;p4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(6/10)</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90" name="Shape 290"/>
        <p:cNvGrpSpPr/>
        <p:nvPr/>
      </p:nvGrpSpPr>
      <p:grpSpPr>
        <a:xfrm>
          <a:off x="0" y="0"/>
          <a:ext cx="0" cy="0"/>
          <a:chOff x="0" y="0"/>
          <a:chExt cx="0" cy="0"/>
        </a:xfrm>
      </p:grpSpPr>
      <p:sp>
        <p:nvSpPr>
          <p:cNvPr id="291" name="Google Shape;291;p42"/>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to judge the living and the dead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his kingdom will have no end.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I believe in the Holy Spirit, the Lord, the giver of life,</a:t>
            </a:r>
            <a:endParaRPr/>
          </a:p>
        </p:txBody>
      </p:sp>
      <p:sp>
        <p:nvSpPr>
          <p:cNvPr id="292" name="Google Shape;292;p4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(7/10)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296" name="Shape 296"/>
        <p:cNvGrpSpPr/>
        <p:nvPr/>
      </p:nvGrpSpPr>
      <p:grpSpPr>
        <a:xfrm>
          <a:off x="0" y="0"/>
          <a:ext cx="0" cy="0"/>
          <a:chOff x="0" y="0"/>
          <a:chExt cx="0" cy="0"/>
        </a:xfrm>
      </p:grpSpPr>
      <p:sp>
        <p:nvSpPr>
          <p:cNvPr id="297" name="Google Shape;297;p43"/>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who proceeds from the Father and the Son,</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who with the Father and the Son is adored and glorified,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who has spoken through the prophets.</a:t>
            </a:r>
            <a:endParaRPr/>
          </a:p>
        </p:txBody>
      </p:sp>
      <p:sp>
        <p:nvSpPr>
          <p:cNvPr id="298" name="Google Shape;298;p4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(8/10)</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02" name="Shape 302"/>
        <p:cNvGrpSpPr/>
        <p:nvPr/>
      </p:nvGrpSpPr>
      <p:grpSpPr>
        <a:xfrm>
          <a:off x="0" y="0"/>
          <a:ext cx="0" cy="0"/>
          <a:chOff x="0" y="0"/>
          <a:chExt cx="0" cy="0"/>
        </a:xfrm>
      </p:grpSpPr>
      <p:sp>
        <p:nvSpPr>
          <p:cNvPr id="303" name="Google Shape;303;p44"/>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I believe in one, holy, catholic and apostolic Church.</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I confess one Baptism for the forgiveness of sins</a:t>
            </a:r>
            <a:endParaRPr/>
          </a:p>
        </p:txBody>
      </p:sp>
      <p:sp>
        <p:nvSpPr>
          <p:cNvPr id="304" name="Google Shape;304;p4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(9/10)</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08" name="Shape 308"/>
        <p:cNvGrpSpPr/>
        <p:nvPr/>
      </p:nvGrpSpPr>
      <p:grpSpPr>
        <a:xfrm>
          <a:off x="0" y="0"/>
          <a:ext cx="0" cy="0"/>
          <a:chOff x="0" y="0"/>
          <a:chExt cx="0" cy="0"/>
        </a:xfrm>
      </p:grpSpPr>
      <p:sp>
        <p:nvSpPr>
          <p:cNvPr id="309" name="Google Shape;309;p45"/>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and I look forward to the resurrection of the dead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the life of the world to come. Amen.</a:t>
            </a:r>
            <a:endParaRPr/>
          </a:p>
        </p:txBody>
      </p:sp>
      <p:sp>
        <p:nvSpPr>
          <p:cNvPr id="310" name="Google Shape;310;p4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Nicene Creed (10/10)</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314" name="Shape 314"/>
        <p:cNvGrpSpPr/>
        <p:nvPr/>
      </p:nvGrpSpPr>
      <p:grpSpPr>
        <a:xfrm>
          <a:off x="0" y="0"/>
          <a:ext cx="0" cy="0"/>
          <a:chOff x="0" y="0"/>
          <a:chExt cx="0" cy="0"/>
        </a:xfrm>
      </p:grpSpPr>
      <p:sp>
        <p:nvSpPr>
          <p:cNvPr id="315" name="Google Shape;315;p46"/>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46"/>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46"/>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318" name="Google Shape;318;p46"/>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319" name="Google Shape;319;p46"/>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320" name="Google Shape;320;p46"/>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321" name="Google Shape;321;p46"/>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322" name="Google Shape;322;p46"/>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26" name="Shape 326"/>
        <p:cNvGrpSpPr/>
        <p:nvPr/>
      </p:nvGrpSpPr>
      <p:grpSpPr>
        <a:xfrm>
          <a:off x="0" y="0"/>
          <a:ext cx="0" cy="0"/>
          <a:chOff x="0" y="0"/>
          <a:chExt cx="0" cy="0"/>
        </a:xfrm>
      </p:grpSpPr>
      <p:sp>
        <p:nvSpPr>
          <p:cNvPr id="327" name="Google Shape;327;p47"/>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For the holy Church of God throughout the world, that the Lord may guard her and grant her peace and unity according to his will: let us pray to the Lord.</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Lord, hear our prayer.</a:t>
            </a:r>
            <a:endParaRPr/>
          </a:p>
        </p:txBody>
      </p:sp>
      <p:sp>
        <p:nvSpPr>
          <p:cNvPr id="328" name="Google Shape;328;p4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Prayer of the Faithful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32" name="Shape 332"/>
        <p:cNvGrpSpPr/>
        <p:nvPr/>
      </p:nvGrpSpPr>
      <p:grpSpPr>
        <a:xfrm>
          <a:off x="0" y="0"/>
          <a:ext cx="0" cy="0"/>
          <a:chOff x="0" y="0"/>
          <a:chExt cx="0" cy="0"/>
        </a:xfrm>
      </p:grpSpPr>
      <p:sp>
        <p:nvSpPr>
          <p:cNvPr id="333" name="Google Shape;333;p48"/>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The Priest concludes the Prayer of the Faithful with a prayer in full, for example:</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Heavenly Father, hear the prayers of the Church, which we make through Christ our Lord.</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Amen.</a:t>
            </a:r>
            <a:endParaRPr/>
          </a:p>
        </p:txBody>
      </p:sp>
      <p:sp>
        <p:nvSpPr>
          <p:cNvPr id="334" name="Google Shape;334;p4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Prayer of the Faithful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338" name="Shape 338"/>
        <p:cNvGrpSpPr/>
        <p:nvPr/>
      </p:nvGrpSpPr>
      <p:grpSpPr>
        <a:xfrm>
          <a:off x="0" y="0"/>
          <a:ext cx="0" cy="0"/>
          <a:chOff x="0" y="0"/>
          <a:chExt cx="0" cy="0"/>
        </a:xfrm>
      </p:grpSpPr>
      <p:sp>
        <p:nvSpPr>
          <p:cNvPr id="339" name="Google Shape;339;p49"/>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49"/>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49"/>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342" name="Google Shape;342;p49"/>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343" name="Google Shape;343;p49"/>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344" name="Google Shape;344;p49"/>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345" name="Google Shape;345;p49"/>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346" name="Google Shape;346;p49"/>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0" name="Shape 350"/>
        <p:cNvGrpSpPr/>
        <p:nvPr/>
      </p:nvGrpSpPr>
      <p:grpSpPr>
        <a:xfrm>
          <a:off x="0" y="0"/>
          <a:ext cx="0" cy="0"/>
          <a:chOff x="0" y="0"/>
          <a:chExt cx="0" cy="0"/>
        </a:xfrm>
      </p:grpSpPr>
      <p:sp>
        <p:nvSpPr>
          <p:cNvPr id="351" name="Google Shape;351;p50"/>
          <p:cNvSpPr txBox="1"/>
          <p:nvPr/>
        </p:nvSpPr>
        <p:spPr>
          <a:xfrm>
            <a:off x="914400" y="109728"/>
            <a:ext cx="16459200" cy="86868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50">
                <a:solidFill>
                  <a:srgbClr val="FFCC4D"/>
                </a:solidFill>
                <a:latin typeface="Georgia"/>
                <a:ea typeface="Georgia"/>
                <a:cs typeface="Georgia"/>
                <a:sym typeface="Georgia"/>
              </a:rPr>
              <a:t>Gift of Finest Wheat</a:t>
            </a:r>
            <a:endParaRPr/>
          </a:p>
        </p:txBody>
      </p:sp>
      <p:sp>
        <p:nvSpPr>
          <p:cNvPr id="352" name="Google Shape;352;p50"/>
          <p:cNvSpPr txBox="1"/>
          <p:nvPr/>
        </p:nvSpPr>
        <p:spPr>
          <a:xfrm>
            <a:off x="0" y="1069848"/>
            <a:ext cx="18288000" cy="8348472"/>
          </a:xfrm>
          <a:prstGeom prst="rect">
            <a:avLst/>
          </a:prstGeom>
          <a:noFill/>
          <a:ln>
            <a:noFill/>
          </a:ln>
        </p:spPr>
        <p:txBody>
          <a:bodyPr anchorCtr="0" anchor="ctr" bIns="73150" lIns="0" spcFirstLastPara="1" rIns="0" wrap="square" tIns="7315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YOU SATISFY THE HUNGRY HEART</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WITH GIFT OF FINEST WHEAT,</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COME GIVE TO US, O SAVING LORD,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THE BREAD OF LIFE TO EAT.</a:t>
            </a:r>
            <a:endParaRPr/>
          </a:p>
        </p:txBody>
      </p:sp>
      <p:sp>
        <p:nvSpPr>
          <p:cNvPr id="353" name="Google Shape;353;p5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Offertory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7" name="Shape 357"/>
        <p:cNvGrpSpPr/>
        <p:nvPr/>
      </p:nvGrpSpPr>
      <p:grpSpPr>
        <a:xfrm>
          <a:off x="0" y="0"/>
          <a:ext cx="0" cy="0"/>
          <a:chOff x="0" y="0"/>
          <a:chExt cx="0" cy="0"/>
        </a:xfrm>
      </p:grpSpPr>
      <p:sp>
        <p:nvSpPr>
          <p:cNvPr id="358" name="Google Shape;358;p51"/>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AS WHEN THE GRAIN BY SAINTS BELIEVED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WAS BLESSED AND BROKEN, LORD,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SO MAY YOUR CHURCH IN LANDS TODAY</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BE FED, YOUR PRAISE RESTORED.</a:t>
            </a:r>
            <a:endParaRPr/>
          </a:p>
        </p:txBody>
      </p:sp>
      <p:sp>
        <p:nvSpPr>
          <p:cNvPr id="359" name="Google Shape;359;p5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Offertory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3" name="Shape 363"/>
        <p:cNvGrpSpPr/>
        <p:nvPr/>
      </p:nvGrpSpPr>
      <p:grpSpPr>
        <a:xfrm>
          <a:off x="0" y="0"/>
          <a:ext cx="0" cy="0"/>
          <a:chOff x="0" y="0"/>
          <a:chExt cx="0" cy="0"/>
        </a:xfrm>
      </p:grpSpPr>
      <p:sp>
        <p:nvSpPr>
          <p:cNvPr id="364" name="Google Shape;364;p52"/>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O LORD OF HARVEST, GRANT THAT WE</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WHO SHARE THIS MYSTERY HERE</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MAY FOLLOW YOU UNCEASINGLY</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IN PRAISE, IN LOVE, IN FEAR.</a:t>
            </a:r>
            <a:endParaRPr/>
          </a:p>
        </p:txBody>
      </p:sp>
      <p:sp>
        <p:nvSpPr>
          <p:cNvPr id="365" name="Google Shape;365;p5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Offertory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9" name="Shape 369"/>
        <p:cNvGrpSpPr/>
        <p:nvPr/>
      </p:nvGrpSpPr>
      <p:grpSpPr>
        <a:xfrm>
          <a:off x="0" y="0"/>
          <a:ext cx="0" cy="0"/>
          <a:chOff x="0" y="0"/>
          <a:chExt cx="0" cy="0"/>
        </a:xfrm>
      </p:grpSpPr>
      <p:sp>
        <p:nvSpPr>
          <p:cNvPr id="370" name="Google Shape;370;p53"/>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ONE BREAD, ONE CUP, ONE LIFE, ONE LORD—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WE OFFER, CHRIST, TO YOU;</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UNTIL WE SHARE YOUR BANQUET BOARD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WHERE ALL THE WORLD IS NEW.</a:t>
            </a:r>
            <a:endParaRPr/>
          </a:p>
        </p:txBody>
      </p:sp>
      <p:sp>
        <p:nvSpPr>
          <p:cNvPr id="371" name="Google Shape;371;p5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Offertory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75" name="Shape 375"/>
        <p:cNvGrpSpPr/>
        <p:nvPr/>
      </p:nvGrpSpPr>
      <p:grpSpPr>
        <a:xfrm>
          <a:off x="0" y="0"/>
          <a:ext cx="0" cy="0"/>
          <a:chOff x="0" y="0"/>
          <a:chExt cx="0" cy="0"/>
        </a:xfrm>
      </p:grpSpPr>
      <p:sp>
        <p:nvSpPr>
          <p:cNvPr id="376" name="Google Shape;376;p54"/>
          <p:cNvSpPr txBox="1"/>
          <p:nvPr/>
        </p:nvSpPr>
        <p:spPr>
          <a:xfrm>
            <a:off x="914400" y="758952"/>
            <a:ext cx="164592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a:t>
            </a:r>
            <a:br>
              <a:rPr b="1" i="0" lang="en-US" sz="5500">
                <a:solidFill>
                  <a:srgbClr val="D8B4FE"/>
                </a:solidFill>
                <a:latin typeface="Georgia"/>
                <a:ea typeface="Georgia"/>
                <a:cs typeface="Georgia"/>
                <a:sym typeface="Georgia"/>
              </a:rPr>
            </a:br>
            <a:r>
              <a:rPr b="1" i="0" lang="en-US" sz="5500">
                <a:solidFill>
                  <a:srgbClr val="D8B4FE"/>
                </a:solidFill>
                <a:latin typeface="Georgia"/>
                <a:ea typeface="Georgia"/>
                <a:cs typeface="Georgia"/>
                <a:sym typeface="Georgia"/>
              </a:rPr>
              <a:t>THE EUCHARIST</a:t>
            </a:r>
            <a:endParaRPr/>
          </a:p>
        </p:txBody>
      </p:sp>
      <p:sp>
        <p:nvSpPr>
          <p:cNvPr id="377" name="Google Shape;377;p5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81" name="Shape 381"/>
        <p:cNvGrpSpPr/>
        <p:nvPr/>
      </p:nvGrpSpPr>
      <p:grpSpPr>
        <a:xfrm>
          <a:off x="0" y="0"/>
          <a:ext cx="0" cy="0"/>
          <a:chOff x="0" y="0"/>
          <a:chExt cx="0" cy="0"/>
        </a:xfrm>
      </p:grpSpPr>
      <p:sp>
        <p:nvSpPr>
          <p:cNvPr id="382" name="Google Shape;382;p55"/>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Pray, brethren, that my sacrifice and yours may be acceptable to God, the almighty Father.</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May the Lord accept the sacrifice at your hands, for the praise and glory of his name, for our good and the good of all his holy Church.</a:t>
            </a:r>
            <a:endParaRPr/>
          </a:p>
        </p:txBody>
      </p:sp>
      <p:sp>
        <p:nvSpPr>
          <p:cNvPr id="383" name="Google Shape;383;p5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87" name="Shape 387"/>
        <p:cNvGrpSpPr/>
        <p:nvPr/>
      </p:nvGrpSpPr>
      <p:grpSpPr>
        <a:xfrm>
          <a:off x="0" y="0"/>
          <a:ext cx="0" cy="0"/>
          <a:chOff x="0" y="0"/>
          <a:chExt cx="0" cy="0"/>
        </a:xfrm>
      </p:grpSpPr>
      <p:sp>
        <p:nvSpPr>
          <p:cNvPr id="388" name="Google Shape;388;p56"/>
          <p:cNvSpPr txBox="1"/>
          <p:nvPr/>
        </p:nvSpPr>
        <p:spPr>
          <a:xfrm>
            <a:off x="914400" y="758952"/>
            <a:ext cx="164592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a:t>
            </a:r>
            <a:br>
              <a:rPr b="1" i="0" lang="en-US" sz="5500">
                <a:solidFill>
                  <a:srgbClr val="D8B4FE"/>
                </a:solidFill>
                <a:latin typeface="Georgia"/>
                <a:ea typeface="Georgia"/>
                <a:cs typeface="Georgia"/>
                <a:sym typeface="Georgia"/>
              </a:rPr>
            </a:br>
            <a:r>
              <a:rPr b="1" i="0" lang="en-US" sz="5500">
                <a:solidFill>
                  <a:srgbClr val="D8B4FE"/>
                </a:solidFill>
                <a:latin typeface="Georgia"/>
                <a:ea typeface="Georgia"/>
                <a:cs typeface="Georgia"/>
                <a:sym typeface="Georgia"/>
              </a:rPr>
              <a:t>THE EUCHARIST</a:t>
            </a:r>
            <a:endParaRPr/>
          </a:p>
        </p:txBody>
      </p:sp>
      <p:sp>
        <p:nvSpPr>
          <p:cNvPr id="389" name="Google Shape;389;p5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93" name="Shape 393"/>
        <p:cNvGrpSpPr/>
        <p:nvPr/>
      </p:nvGrpSpPr>
      <p:grpSpPr>
        <a:xfrm>
          <a:off x="0" y="0"/>
          <a:ext cx="0" cy="0"/>
          <a:chOff x="0" y="0"/>
          <a:chExt cx="0" cy="0"/>
        </a:xfrm>
      </p:grpSpPr>
      <p:sp>
        <p:nvSpPr>
          <p:cNvPr id="394" name="Google Shape;394;p57"/>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The Lord be with you.</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And with your spirit.</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Lift up your hearts.</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We lift them up to the Lord.</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Let us give thanks to the Lord our God.</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It is right and just.</a:t>
            </a:r>
            <a:endParaRPr/>
          </a:p>
        </p:txBody>
      </p:sp>
      <p:sp>
        <p:nvSpPr>
          <p:cNvPr id="395" name="Google Shape;395;p5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399" name="Shape 399"/>
        <p:cNvGrpSpPr/>
        <p:nvPr/>
      </p:nvGrpSpPr>
      <p:grpSpPr>
        <a:xfrm>
          <a:off x="0" y="0"/>
          <a:ext cx="0" cy="0"/>
          <a:chOff x="0" y="0"/>
          <a:chExt cx="0" cy="0"/>
        </a:xfrm>
      </p:grpSpPr>
      <p:sp>
        <p:nvSpPr>
          <p:cNvPr id="400" name="Google Shape;400;p58"/>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Holy, Holy, Holy Lord God of hosts.</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Heaven and earth are full of your glory.</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Hosanna in the highest.</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Blessed is he who comes in the name of the Lord.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Hosanna in the highest.</a:t>
            </a:r>
            <a:endParaRPr/>
          </a:p>
        </p:txBody>
      </p:sp>
      <p:sp>
        <p:nvSpPr>
          <p:cNvPr id="401" name="Google Shape;401;p5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Sanctus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05" name="Shape 405"/>
        <p:cNvGrpSpPr/>
        <p:nvPr/>
      </p:nvGrpSpPr>
      <p:grpSpPr>
        <a:xfrm>
          <a:off x="0" y="0"/>
          <a:ext cx="0" cy="0"/>
          <a:chOff x="0" y="0"/>
          <a:chExt cx="0" cy="0"/>
        </a:xfrm>
      </p:grpSpPr>
      <p:sp>
        <p:nvSpPr>
          <p:cNvPr id="406" name="Google Shape;406;p59"/>
          <p:cNvSpPr txBox="1"/>
          <p:nvPr/>
        </p:nvSpPr>
        <p:spPr>
          <a:xfrm>
            <a:off x="914400" y="758952"/>
            <a:ext cx="164592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a:t>
            </a:r>
            <a:br>
              <a:rPr b="1" i="0" lang="en-US" sz="5500">
                <a:solidFill>
                  <a:srgbClr val="D8B4FE"/>
                </a:solidFill>
                <a:latin typeface="Georgia"/>
                <a:ea typeface="Georgia"/>
                <a:cs typeface="Georgia"/>
                <a:sym typeface="Georgia"/>
              </a:rPr>
            </a:br>
            <a:r>
              <a:rPr b="1" i="0" lang="en-US" sz="5500">
                <a:solidFill>
                  <a:srgbClr val="D8B4FE"/>
                </a:solidFill>
                <a:latin typeface="Georgia"/>
                <a:ea typeface="Georgia"/>
                <a:cs typeface="Georgia"/>
                <a:sym typeface="Georgia"/>
              </a:rPr>
              <a:t>THE EUCHARIST</a:t>
            </a:r>
            <a:endParaRPr/>
          </a:p>
        </p:txBody>
      </p:sp>
      <p:sp>
        <p:nvSpPr>
          <p:cNvPr id="407" name="Google Shape;407;p5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11" name="Shape 411"/>
        <p:cNvGrpSpPr/>
        <p:nvPr/>
      </p:nvGrpSpPr>
      <p:grpSpPr>
        <a:xfrm>
          <a:off x="0" y="0"/>
          <a:ext cx="0" cy="0"/>
          <a:chOff x="0" y="0"/>
          <a:chExt cx="0" cy="0"/>
        </a:xfrm>
      </p:grpSpPr>
      <p:sp>
        <p:nvSpPr>
          <p:cNvPr id="412" name="Google Shape;412;p60"/>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All: We proclaim your Death, O Lord,</a:t>
            </a:r>
            <a:endParaRPr/>
          </a:p>
          <a:p>
            <a:pPr indent="0" lvl="0" marL="0" marR="0" rtl="0" algn="ctr">
              <a:spcBef>
                <a:spcPts val="500"/>
              </a:spcBef>
              <a:spcAft>
                <a:spcPts val="0"/>
              </a:spcAft>
              <a:buNone/>
            </a:pPr>
            <a:r>
              <a:rPr b="0" i="0" lang="en-US" sz="5500">
                <a:solidFill>
                  <a:srgbClr val="FFFFFF"/>
                </a:solidFill>
                <a:latin typeface="Georgia"/>
                <a:ea typeface="Georgia"/>
                <a:cs typeface="Georgia"/>
                <a:sym typeface="Georgia"/>
              </a:rPr>
              <a:t>and profess your Resurrection</a:t>
            </a:r>
            <a:endParaRPr/>
          </a:p>
          <a:p>
            <a:pPr indent="0" lvl="0" marL="0" marR="0" rtl="0" algn="ctr">
              <a:spcBef>
                <a:spcPts val="500"/>
              </a:spcBef>
              <a:spcAft>
                <a:spcPts val="0"/>
              </a:spcAft>
              <a:buNone/>
            </a:pPr>
            <a:r>
              <a:rPr b="0" i="0" lang="en-US" sz="5500">
                <a:solidFill>
                  <a:srgbClr val="FFFFFF"/>
                </a:solidFill>
                <a:latin typeface="Georgia"/>
                <a:ea typeface="Georgia"/>
                <a:cs typeface="Georgia"/>
                <a:sym typeface="Georgia"/>
              </a:rPr>
              <a:t>until you come again.</a:t>
            </a:r>
            <a:endParaRPr/>
          </a:p>
        </p:txBody>
      </p:sp>
      <p:sp>
        <p:nvSpPr>
          <p:cNvPr id="413" name="Google Shape;413;p6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The Eucharistic Prayer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17" name="Shape 417"/>
        <p:cNvGrpSpPr/>
        <p:nvPr/>
      </p:nvGrpSpPr>
      <p:grpSpPr>
        <a:xfrm>
          <a:off x="0" y="0"/>
          <a:ext cx="0" cy="0"/>
          <a:chOff x="0" y="0"/>
          <a:chExt cx="0" cy="0"/>
        </a:xfrm>
      </p:grpSpPr>
      <p:sp>
        <p:nvSpPr>
          <p:cNvPr id="418" name="Google Shape;418;p61"/>
          <p:cNvSpPr txBox="1"/>
          <p:nvPr/>
        </p:nvSpPr>
        <p:spPr>
          <a:xfrm>
            <a:off x="914400" y="758952"/>
            <a:ext cx="16459200" cy="4114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LITURGY OF</a:t>
            </a:r>
            <a:br>
              <a:rPr b="1" i="0" lang="en-US" sz="5500">
                <a:solidFill>
                  <a:srgbClr val="D8B4FE"/>
                </a:solidFill>
                <a:latin typeface="Georgia"/>
                <a:ea typeface="Georgia"/>
                <a:cs typeface="Georgia"/>
                <a:sym typeface="Georgia"/>
              </a:rPr>
            </a:br>
            <a:r>
              <a:rPr b="1" i="0" lang="en-US" sz="5500">
                <a:solidFill>
                  <a:srgbClr val="D8B4FE"/>
                </a:solidFill>
                <a:latin typeface="Georgia"/>
                <a:ea typeface="Georgia"/>
                <a:cs typeface="Georgia"/>
                <a:sym typeface="Georgia"/>
              </a:rPr>
              <a:t>THE EUCHARIST</a:t>
            </a:r>
            <a:endParaRPr/>
          </a:p>
        </p:txBody>
      </p:sp>
      <p:sp>
        <p:nvSpPr>
          <p:cNvPr id="419" name="Google Shape;419;p6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Liturgy of the Eucharist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23" name="Shape 423"/>
        <p:cNvGrpSpPr/>
        <p:nvPr/>
      </p:nvGrpSpPr>
      <p:grpSpPr>
        <a:xfrm>
          <a:off x="0" y="0"/>
          <a:ext cx="0" cy="0"/>
          <a:chOff x="0" y="0"/>
          <a:chExt cx="0" cy="0"/>
        </a:xfrm>
      </p:grpSpPr>
      <p:sp>
        <p:nvSpPr>
          <p:cNvPr id="424" name="Google Shape;424;p62"/>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All: Amen.</a:t>
            </a:r>
            <a:endParaRPr/>
          </a:p>
        </p:txBody>
      </p:sp>
      <p:sp>
        <p:nvSpPr>
          <p:cNvPr id="425" name="Google Shape;425;p6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Great Amen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29" name="Shape 429"/>
        <p:cNvGrpSpPr/>
        <p:nvPr/>
      </p:nvGrpSpPr>
      <p:grpSpPr>
        <a:xfrm>
          <a:off x="0" y="0"/>
          <a:ext cx="0" cy="0"/>
          <a:chOff x="0" y="0"/>
          <a:chExt cx="0" cy="0"/>
        </a:xfrm>
      </p:grpSpPr>
      <p:sp>
        <p:nvSpPr>
          <p:cNvPr id="430" name="Google Shape;430;p63"/>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Our Father, who art in heaven,</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hallowed be thy name;</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thy kingdom come,</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thy will be done,</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on earth as it is in heaven.</a:t>
            </a:r>
            <a:endParaRPr/>
          </a:p>
        </p:txBody>
      </p:sp>
      <p:sp>
        <p:nvSpPr>
          <p:cNvPr id="431" name="Google Shape;431;p6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Our Father (1/5)</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35" name="Shape 435"/>
        <p:cNvGrpSpPr/>
        <p:nvPr/>
      </p:nvGrpSpPr>
      <p:grpSpPr>
        <a:xfrm>
          <a:off x="0" y="0"/>
          <a:ext cx="0" cy="0"/>
          <a:chOff x="0" y="0"/>
          <a:chExt cx="0" cy="0"/>
        </a:xfrm>
      </p:grpSpPr>
      <p:sp>
        <p:nvSpPr>
          <p:cNvPr id="436" name="Google Shape;436;p64"/>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Give us this day our daily bread;</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forgive us our trespasses,</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as we forgive those who trespass against us;</a:t>
            </a:r>
            <a:endParaRPr/>
          </a:p>
          <a:p>
            <a:pPr indent="0" lvl="0" marL="0" marR="0" rtl="0" algn="ctr">
              <a:spcBef>
                <a:spcPts val="800"/>
              </a:spcBef>
              <a:spcAft>
                <a:spcPts val="0"/>
              </a:spcAft>
              <a:buNone/>
            </a:pPr>
            <a:r>
              <a:rPr b="0" i="0" lang="en-US" sz="5500">
                <a:solidFill>
                  <a:srgbClr val="FFFFFF"/>
                </a:solidFill>
                <a:latin typeface="Georgia"/>
                <a:ea typeface="Georgia"/>
                <a:cs typeface="Georgia"/>
                <a:sym typeface="Georgia"/>
              </a:rPr>
              <a:t>and lead us not into temptation,</a:t>
            </a:r>
            <a:endParaRPr/>
          </a:p>
        </p:txBody>
      </p:sp>
      <p:sp>
        <p:nvSpPr>
          <p:cNvPr id="437" name="Google Shape;437;p6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Our Father (2/5)</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41" name="Shape 441"/>
        <p:cNvGrpSpPr/>
        <p:nvPr/>
      </p:nvGrpSpPr>
      <p:grpSpPr>
        <a:xfrm>
          <a:off x="0" y="0"/>
          <a:ext cx="0" cy="0"/>
          <a:chOff x="0" y="0"/>
          <a:chExt cx="0" cy="0"/>
        </a:xfrm>
      </p:grpSpPr>
      <p:sp>
        <p:nvSpPr>
          <p:cNvPr id="442" name="Google Shape;442;p65"/>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0" i="0" lang="en-US" sz="5500">
                <a:solidFill>
                  <a:srgbClr val="FFFFFF"/>
                </a:solidFill>
                <a:latin typeface="Georgia"/>
                <a:ea typeface="Georgia"/>
                <a:cs typeface="Georgia"/>
                <a:sym typeface="Georgia"/>
              </a:rPr>
              <a:t>but deliver us from evil.</a:t>
            </a:r>
            <a:endParaRPr/>
          </a:p>
        </p:txBody>
      </p:sp>
      <p:sp>
        <p:nvSpPr>
          <p:cNvPr id="443" name="Google Shape;443;p6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Our Father (3/5)</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47" name="Shape 447"/>
        <p:cNvGrpSpPr/>
        <p:nvPr/>
      </p:nvGrpSpPr>
      <p:grpSpPr>
        <a:xfrm>
          <a:off x="0" y="0"/>
          <a:ext cx="0" cy="0"/>
          <a:chOff x="0" y="0"/>
          <a:chExt cx="0" cy="0"/>
        </a:xfrm>
      </p:grpSpPr>
      <p:sp>
        <p:nvSpPr>
          <p:cNvPr id="448" name="Google Shape;448;p66"/>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Deliver us, Lord, we pray, from every evil, graciously grant peace in our days, that, by the help of your mercy, we may be always free from sin and safe from all distress, as we await the blessed hope and the coming of our Savior, Jesus Christ.</a:t>
            </a:r>
            <a:endParaRPr/>
          </a:p>
        </p:txBody>
      </p:sp>
      <p:sp>
        <p:nvSpPr>
          <p:cNvPr id="449" name="Google Shape;449;p6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Our Father (4/5)</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53" name="Shape 453"/>
        <p:cNvGrpSpPr/>
        <p:nvPr/>
      </p:nvGrpSpPr>
      <p:grpSpPr>
        <a:xfrm>
          <a:off x="0" y="0"/>
          <a:ext cx="0" cy="0"/>
          <a:chOff x="0" y="0"/>
          <a:chExt cx="0" cy="0"/>
        </a:xfrm>
      </p:grpSpPr>
      <p:sp>
        <p:nvSpPr>
          <p:cNvPr id="454" name="Google Shape;454;p67"/>
          <p:cNvSpPr txBox="1"/>
          <p:nvPr/>
        </p:nvSpPr>
        <p:spPr>
          <a:xfrm>
            <a:off x="914400" y="530352"/>
            <a:ext cx="16459200" cy="8750808"/>
          </a:xfrm>
          <a:prstGeom prst="rect">
            <a:avLst/>
          </a:prstGeom>
          <a:noFill/>
          <a:ln>
            <a:noFill/>
          </a:ln>
        </p:spPr>
        <p:txBody>
          <a:bodyPr anchorCtr="0" anchor="ctr"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For the kingdom, the power, and the glory are yours now and for ever.</a:t>
            </a:r>
            <a:endParaRPr/>
          </a:p>
        </p:txBody>
      </p:sp>
      <p:sp>
        <p:nvSpPr>
          <p:cNvPr id="455" name="Google Shape;455;p6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Our Father (5/5)</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459" name="Shape 459"/>
        <p:cNvGrpSpPr/>
        <p:nvPr/>
      </p:nvGrpSpPr>
      <p:grpSpPr>
        <a:xfrm>
          <a:off x="0" y="0"/>
          <a:ext cx="0" cy="0"/>
          <a:chOff x="0" y="0"/>
          <a:chExt cx="0" cy="0"/>
        </a:xfrm>
      </p:grpSpPr>
      <p:sp>
        <p:nvSpPr>
          <p:cNvPr id="460" name="Google Shape;460;p68"/>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68"/>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68"/>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463" name="Google Shape;463;p68"/>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464" name="Google Shape;464;p68"/>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465" name="Google Shape;465;p68"/>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466" name="Google Shape;466;p68"/>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467" name="Google Shape;467;p68"/>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71" name="Shape 471"/>
        <p:cNvGrpSpPr/>
        <p:nvPr/>
      </p:nvGrpSpPr>
      <p:grpSpPr>
        <a:xfrm>
          <a:off x="0" y="0"/>
          <a:ext cx="0" cy="0"/>
          <a:chOff x="0" y="0"/>
          <a:chExt cx="0" cy="0"/>
        </a:xfrm>
      </p:grpSpPr>
      <p:sp>
        <p:nvSpPr>
          <p:cNvPr id="472" name="Google Shape;472;p69"/>
          <p:cNvSpPr txBox="1"/>
          <p:nvPr/>
        </p:nvSpPr>
        <p:spPr>
          <a:xfrm>
            <a:off x="2927842" y="1531619"/>
            <a:ext cx="12432316" cy="2144014"/>
          </a:xfrm>
          <a:prstGeom prst="rect">
            <a:avLst/>
          </a:prstGeom>
          <a:noFill/>
          <a:ln>
            <a:noFill/>
          </a:ln>
        </p:spPr>
        <p:txBody>
          <a:bodyPr anchorCtr="0" anchor="t" bIns="0" lIns="0" spcFirstLastPara="1" rIns="0" wrap="square" tIns="0">
            <a:spAutoFit/>
          </a:bodyPr>
          <a:lstStyle/>
          <a:p>
            <a:pPr indent="0" lvl="0" marL="0" marR="0" rtl="0" algn="just">
              <a:lnSpc>
                <a:spcPct val="121000"/>
              </a:lnSpc>
              <a:spcBef>
                <a:spcPts val="0"/>
              </a:spcBef>
              <a:spcAft>
                <a:spcPts val="0"/>
              </a:spcAft>
              <a:buNone/>
            </a:pPr>
            <a:r>
              <a:rPr b="1" lang="en-US" sz="6800">
                <a:solidFill>
                  <a:srgbClr val="F8B300"/>
                </a:solidFill>
                <a:latin typeface="Poppins SemiBold"/>
                <a:ea typeface="Poppins SemiBold"/>
                <a:cs typeface="Poppins SemiBold"/>
                <a:sym typeface="Poppins SemiBold"/>
              </a:rPr>
              <a:t>Priest</a:t>
            </a:r>
            <a:r>
              <a:rPr b="1" lang="en-US" sz="6800">
                <a:solidFill>
                  <a:srgbClr val="FFFFFF"/>
                </a:solidFill>
                <a:latin typeface="Poppins SemiBold"/>
                <a:ea typeface="Poppins SemiBold"/>
                <a:cs typeface="Poppins SemiBold"/>
                <a:sym typeface="Poppins SemiBold"/>
              </a:rPr>
              <a:t>: The peace of the Lord be with you.</a:t>
            </a:r>
            <a:endParaRPr/>
          </a:p>
        </p:txBody>
      </p:sp>
      <p:sp>
        <p:nvSpPr>
          <p:cNvPr id="473" name="Google Shape;473;p69"/>
          <p:cNvSpPr txBox="1"/>
          <p:nvPr/>
        </p:nvSpPr>
        <p:spPr>
          <a:xfrm>
            <a:off x="1646296" y="226228"/>
            <a:ext cx="14995409" cy="1055243"/>
          </a:xfrm>
          <a:prstGeom prst="rect">
            <a:avLst/>
          </a:prstGeom>
          <a:noFill/>
          <a:ln>
            <a:noFill/>
          </a:ln>
        </p:spPr>
        <p:txBody>
          <a:bodyPr anchorCtr="0" anchor="t" bIns="0" lIns="0" spcFirstLastPara="1" rIns="0" wrap="square" tIns="0">
            <a:spAutoFit/>
          </a:bodyPr>
          <a:lstStyle/>
          <a:p>
            <a:pPr indent="0" lvl="0" marL="0" marR="0" rtl="0" algn="ctr">
              <a:lnSpc>
                <a:spcPct val="212337"/>
              </a:lnSpc>
              <a:spcBef>
                <a:spcPts val="0"/>
              </a:spcBef>
              <a:spcAft>
                <a:spcPts val="0"/>
              </a:spcAft>
              <a:buNone/>
            </a:pPr>
            <a:r>
              <a:rPr lang="en-US" sz="3850">
                <a:solidFill>
                  <a:srgbClr val="FFB800"/>
                </a:solidFill>
                <a:latin typeface="Georgia"/>
                <a:ea typeface="Georgia"/>
                <a:cs typeface="Georgia"/>
                <a:sym typeface="Georgia"/>
              </a:rPr>
              <a:t>Sign Of Peace</a:t>
            </a:r>
            <a:endParaRPr/>
          </a:p>
        </p:txBody>
      </p:sp>
      <p:sp>
        <p:nvSpPr>
          <p:cNvPr id="474" name="Google Shape;474;p69"/>
          <p:cNvSpPr txBox="1"/>
          <p:nvPr/>
        </p:nvSpPr>
        <p:spPr>
          <a:xfrm>
            <a:off x="2927842" y="3637533"/>
            <a:ext cx="12432316" cy="1124585"/>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None/>
            </a:pPr>
            <a:r>
              <a:rPr b="1" lang="en-US" sz="6999">
                <a:solidFill>
                  <a:srgbClr val="FFFFFF"/>
                </a:solidFill>
                <a:latin typeface="Poppins"/>
                <a:ea typeface="Poppins"/>
                <a:cs typeface="Poppins"/>
                <a:sym typeface="Poppins"/>
              </a:rPr>
              <a:t>All: And with your spirit.</a:t>
            </a:r>
            <a:endParaRPr/>
          </a:p>
        </p:txBody>
      </p:sp>
      <p:sp>
        <p:nvSpPr>
          <p:cNvPr id="475" name="Google Shape;475;p69"/>
          <p:cNvSpPr txBox="1"/>
          <p:nvPr/>
        </p:nvSpPr>
        <p:spPr>
          <a:xfrm>
            <a:off x="2927842" y="5932826"/>
            <a:ext cx="12432316" cy="2144014"/>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1" lang="en-US" sz="6800">
                <a:solidFill>
                  <a:srgbClr val="F8B300"/>
                </a:solidFill>
                <a:latin typeface="Poppins SemiBold"/>
                <a:ea typeface="Poppins SemiBold"/>
                <a:cs typeface="Poppins SemiBold"/>
                <a:sym typeface="Poppins SemiBold"/>
              </a:rPr>
              <a:t>Priest</a:t>
            </a:r>
            <a:r>
              <a:rPr b="1" lang="en-US" sz="6800">
                <a:solidFill>
                  <a:srgbClr val="FFFFFF"/>
                </a:solidFill>
                <a:latin typeface="Poppins SemiBold"/>
                <a:ea typeface="Poppins SemiBold"/>
                <a:cs typeface="Poppins SemiBold"/>
                <a:sym typeface="Poppins SemiBold"/>
              </a:rPr>
              <a:t>: Let us offer each other the sign of peace. </a:t>
            </a:r>
            <a:endParaRPr/>
          </a:p>
        </p:txBody>
      </p:sp>
      <p:sp>
        <p:nvSpPr>
          <p:cNvPr id="476" name="Google Shape;476;p6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Sign of Peace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80" name="Shape 480"/>
        <p:cNvGrpSpPr/>
        <p:nvPr/>
      </p:nvGrpSpPr>
      <p:grpSpPr>
        <a:xfrm>
          <a:off x="0" y="0"/>
          <a:ext cx="0" cy="0"/>
          <a:chOff x="0" y="0"/>
          <a:chExt cx="0" cy="0"/>
        </a:xfrm>
      </p:grpSpPr>
      <p:sp>
        <p:nvSpPr>
          <p:cNvPr id="481" name="Google Shape;481;p70"/>
          <p:cNvSpPr txBox="1"/>
          <p:nvPr/>
        </p:nvSpPr>
        <p:spPr>
          <a:xfrm>
            <a:off x="2245772" y="1447327"/>
            <a:ext cx="14598201" cy="2576449"/>
          </a:xfrm>
          <a:prstGeom prst="rect">
            <a:avLst/>
          </a:prstGeom>
          <a:noFill/>
          <a:ln>
            <a:noFill/>
          </a:ln>
        </p:spPr>
        <p:txBody>
          <a:bodyPr anchorCtr="0" anchor="t" bIns="0" lIns="0" spcFirstLastPara="1" rIns="0" wrap="square" tIns="0">
            <a:spAutoFit/>
          </a:bodyPr>
          <a:lstStyle/>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LAMB OF GOD</a:t>
            </a:r>
            <a:endParaRPr/>
          </a:p>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YOU TAKE AWAY THE SINS OF THE WORLD</a:t>
            </a:r>
            <a:endParaRPr/>
          </a:p>
          <a:p>
            <a:pPr indent="0" lvl="0" marL="0" marR="0" rtl="0" algn="l">
              <a:lnSpc>
                <a:spcPct val="117999"/>
              </a:lnSpc>
              <a:spcBef>
                <a:spcPts val="0"/>
              </a:spcBef>
              <a:spcAft>
                <a:spcPts val="0"/>
              </a:spcAft>
              <a:buNone/>
            </a:pPr>
            <a:r>
              <a:rPr b="1" lang="en-US" sz="5600">
                <a:solidFill>
                  <a:srgbClr val="F8B300"/>
                </a:solidFill>
                <a:latin typeface="Poppins"/>
                <a:ea typeface="Poppins"/>
                <a:cs typeface="Poppins"/>
                <a:sym typeface="Poppins"/>
              </a:rPr>
              <a:t>HAVE MERCY</a:t>
            </a:r>
            <a:r>
              <a:rPr b="1" lang="en-US" sz="5600">
                <a:solidFill>
                  <a:srgbClr val="FFFFFF"/>
                </a:solidFill>
                <a:latin typeface="Poppins"/>
                <a:ea typeface="Poppins"/>
                <a:cs typeface="Poppins"/>
                <a:sym typeface="Poppins"/>
              </a:rPr>
              <a:t>, </a:t>
            </a:r>
            <a:r>
              <a:rPr b="1" lang="en-US" sz="5600">
                <a:solidFill>
                  <a:srgbClr val="F8B300"/>
                </a:solidFill>
                <a:latin typeface="Poppins"/>
                <a:ea typeface="Poppins"/>
                <a:cs typeface="Poppins"/>
                <a:sym typeface="Poppins"/>
              </a:rPr>
              <a:t>HAVE MERCY ON US</a:t>
            </a:r>
            <a:r>
              <a:rPr b="1" lang="en-US" sz="5600">
                <a:solidFill>
                  <a:srgbClr val="FFFFFF"/>
                </a:solidFill>
                <a:latin typeface="Poppins"/>
                <a:ea typeface="Poppins"/>
                <a:cs typeface="Poppins"/>
                <a:sym typeface="Poppins"/>
              </a:rPr>
              <a:t>.</a:t>
            </a:r>
            <a:endParaRPr/>
          </a:p>
        </p:txBody>
      </p:sp>
      <p:sp>
        <p:nvSpPr>
          <p:cNvPr id="482" name="Google Shape;482;p70"/>
          <p:cNvSpPr txBox="1"/>
          <p:nvPr/>
        </p:nvSpPr>
        <p:spPr>
          <a:xfrm>
            <a:off x="2245772" y="7118506"/>
            <a:ext cx="14757999" cy="2576449"/>
          </a:xfrm>
          <a:prstGeom prst="rect">
            <a:avLst/>
          </a:prstGeom>
          <a:noFill/>
          <a:ln>
            <a:noFill/>
          </a:ln>
        </p:spPr>
        <p:txBody>
          <a:bodyPr anchorCtr="0" anchor="t" bIns="0" lIns="0" spcFirstLastPara="1" rIns="0" wrap="square" tIns="0">
            <a:spAutoFit/>
          </a:bodyPr>
          <a:lstStyle/>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LAMB OF GOD</a:t>
            </a:r>
            <a:endParaRPr/>
          </a:p>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YOU TAKE AWAY THE SINS OF THE WORLD,</a:t>
            </a:r>
            <a:endParaRPr/>
          </a:p>
          <a:p>
            <a:pPr indent="0" lvl="0" marL="0" marR="0" rtl="0" algn="l">
              <a:lnSpc>
                <a:spcPct val="117999"/>
              </a:lnSpc>
              <a:spcBef>
                <a:spcPts val="0"/>
              </a:spcBef>
              <a:spcAft>
                <a:spcPts val="0"/>
              </a:spcAft>
              <a:buNone/>
            </a:pPr>
            <a:r>
              <a:rPr b="1" lang="en-US" sz="5600">
                <a:solidFill>
                  <a:srgbClr val="F8B300"/>
                </a:solidFill>
                <a:latin typeface="Poppins"/>
                <a:ea typeface="Poppins"/>
                <a:cs typeface="Poppins"/>
                <a:sym typeface="Poppins"/>
              </a:rPr>
              <a:t>GRANT US PEACE</a:t>
            </a:r>
            <a:r>
              <a:rPr b="1" lang="en-US" sz="5600">
                <a:solidFill>
                  <a:srgbClr val="FFFFFF"/>
                </a:solidFill>
                <a:latin typeface="Poppins"/>
                <a:ea typeface="Poppins"/>
                <a:cs typeface="Poppins"/>
                <a:sym typeface="Poppins"/>
              </a:rPr>
              <a:t>, </a:t>
            </a:r>
            <a:r>
              <a:rPr b="1" lang="en-US" sz="5600">
                <a:solidFill>
                  <a:srgbClr val="F8B300"/>
                </a:solidFill>
                <a:latin typeface="Poppins"/>
                <a:ea typeface="Poppins"/>
                <a:cs typeface="Poppins"/>
                <a:sym typeface="Poppins"/>
              </a:rPr>
              <a:t>GRANT US PEACE</a:t>
            </a:r>
            <a:r>
              <a:rPr b="1" lang="en-US" sz="5600">
                <a:solidFill>
                  <a:srgbClr val="FFFFFF"/>
                </a:solidFill>
                <a:latin typeface="Poppins"/>
                <a:ea typeface="Poppins"/>
                <a:cs typeface="Poppins"/>
                <a:sym typeface="Poppins"/>
              </a:rPr>
              <a:t>.</a:t>
            </a:r>
            <a:endParaRPr/>
          </a:p>
        </p:txBody>
      </p:sp>
      <p:sp>
        <p:nvSpPr>
          <p:cNvPr id="483" name="Google Shape;483;p70"/>
          <p:cNvSpPr txBox="1"/>
          <p:nvPr/>
        </p:nvSpPr>
        <p:spPr>
          <a:xfrm>
            <a:off x="2245772" y="4284882"/>
            <a:ext cx="14598201" cy="2576449"/>
          </a:xfrm>
          <a:prstGeom prst="rect">
            <a:avLst/>
          </a:prstGeom>
          <a:noFill/>
          <a:ln>
            <a:noFill/>
          </a:ln>
        </p:spPr>
        <p:txBody>
          <a:bodyPr anchorCtr="0" anchor="t" bIns="0" lIns="0" spcFirstLastPara="1" rIns="0" wrap="square" tIns="0">
            <a:spAutoFit/>
          </a:bodyPr>
          <a:lstStyle/>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LAMB OF GOD</a:t>
            </a:r>
            <a:endParaRPr/>
          </a:p>
          <a:p>
            <a:pPr indent="0" lvl="0" marL="0" marR="0" rtl="0" algn="l">
              <a:lnSpc>
                <a:spcPct val="117999"/>
              </a:lnSpc>
              <a:spcBef>
                <a:spcPts val="0"/>
              </a:spcBef>
              <a:spcAft>
                <a:spcPts val="0"/>
              </a:spcAft>
              <a:buNone/>
            </a:pPr>
            <a:r>
              <a:rPr b="1" lang="en-US" sz="5600">
                <a:solidFill>
                  <a:srgbClr val="FFFFFF"/>
                </a:solidFill>
                <a:latin typeface="Poppins"/>
                <a:ea typeface="Poppins"/>
                <a:cs typeface="Poppins"/>
                <a:sym typeface="Poppins"/>
              </a:rPr>
              <a:t>YOU TAKE AWAY THE SINS OF THE WORLD</a:t>
            </a:r>
            <a:endParaRPr/>
          </a:p>
          <a:p>
            <a:pPr indent="0" lvl="0" marL="0" marR="0" rtl="0" algn="l">
              <a:lnSpc>
                <a:spcPct val="117999"/>
              </a:lnSpc>
              <a:spcBef>
                <a:spcPts val="0"/>
              </a:spcBef>
              <a:spcAft>
                <a:spcPts val="0"/>
              </a:spcAft>
              <a:buNone/>
            </a:pPr>
            <a:r>
              <a:rPr b="1" lang="en-US" sz="5600">
                <a:solidFill>
                  <a:srgbClr val="F8B300"/>
                </a:solidFill>
                <a:latin typeface="Poppins"/>
                <a:ea typeface="Poppins"/>
                <a:cs typeface="Poppins"/>
                <a:sym typeface="Poppins"/>
              </a:rPr>
              <a:t>HAVE MERCY</a:t>
            </a:r>
            <a:r>
              <a:rPr b="1" lang="en-US" sz="5600">
                <a:solidFill>
                  <a:srgbClr val="FFFFFF"/>
                </a:solidFill>
                <a:latin typeface="Poppins"/>
                <a:ea typeface="Poppins"/>
                <a:cs typeface="Poppins"/>
                <a:sym typeface="Poppins"/>
              </a:rPr>
              <a:t>, </a:t>
            </a:r>
            <a:r>
              <a:rPr b="1" lang="en-US" sz="5600">
                <a:solidFill>
                  <a:srgbClr val="F8B300"/>
                </a:solidFill>
                <a:latin typeface="Poppins"/>
                <a:ea typeface="Poppins"/>
                <a:cs typeface="Poppins"/>
                <a:sym typeface="Poppins"/>
              </a:rPr>
              <a:t>HAVE MERCY ON US</a:t>
            </a:r>
            <a:r>
              <a:rPr b="1" lang="en-US" sz="5600">
                <a:solidFill>
                  <a:srgbClr val="FFFFFF"/>
                </a:solidFill>
                <a:latin typeface="Poppins"/>
                <a:ea typeface="Poppins"/>
                <a:cs typeface="Poppins"/>
                <a:sym typeface="Poppins"/>
              </a:rPr>
              <a:t>.</a:t>
            </a:r>
            <a:endParaRPr/>
          </a:p>
        </p:txBody>
      </p:sp>
      <p:sp>
        <p:nvSpPr>
          <p:cNvPr id="484" name="Google Shape;484;p70"/>
          <p:cNvSpPr txBox="1"/>
          <p:nvPr/>
        </p:nvSpPr>
        <p:spPr>
          <a:xfrm>
            <a:off x="1646296" y="226228"/>
            <a:ext cx="14995409" cy="1055243"/>
          </a:xfrm>
          <a:prstGeom prst="rect">
            <a:avLst/>
          </a:prstGeom>
          <a:noFill/>
          <a:ln>
            <a:noFill/>
          </a:ln>
        </p:spPr>
        <p:txBody>
          <a:bodyPr anchorCtr="0" anchor="t" bIns="0" lIns="0" spcFirstLastPara="1" rIns="0" wrap="square" tIns="0">
            <a:spAutoFit/>
          </a:bodyPr>
          <a:lstStyle/>
          <a:p>
            <a:pPr indent="0" lvl="0" marL="0" marR="0" rtl="0" algn="ctr">
              <a:lnSpc>
                <a:spcPct val="212337"/>
              </a:lnSpc>
              <a:spcBef>
                <a:spcPts val="0"/>
              </a:spcBef>
              <a:spcAft>
                <a:spcPts val="0"/>
              </a:spcAft>
              <a:buNone/>
            </a:pPr>
            <a:r>
              <a:rPr lang="en-US" sz="3850">
                <a:solidFill>
                  <a:srgbClr val="FFB800"/>
                </a:solidFill>
                <a:latin typeface="Georgia"/>
                <a:ea typeface="Georgia"/>
                <a:cs typeface="Georgia"/>
                <a:sym typeface="Georgia"/>
              </a:rPr>
              <a:t>Lamb of God</a:t>
            </a:r>
            <a:endParaRPr/>
          </a:p>
        </p:txBody>
      </p:sp>
      <p:sp>
        <p:nvSpPr>
          <p:cNvPr id="485" name="Google Shape;485;p7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Lamb of God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489" name="Shape 489"/>
        <p:cNvGrpSpPr/>
        <p:nvPr/>
      </p:nvGrpSpPr>
      <p:grpSpPr>
        <a:xfrm>
          <a:off x="0" y="0"/>
          <a:ext cx="0" cy="0"/>
          <a:chOff x="0" y="0"/>
          <a:chExt cx="0" cy="0"/>
        </a:xfrm>
      </p:grpSpPr>
      <p:sp>
        <p:nvSpPr>
          <p:cNvPr id="490" name="Google Shape;490;p71"/>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Behold the Lamb of God, behold him who takes away the sins of the world. Blessed are those called to the supper of the Lamb.</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Lord, I am not worthy that you should enter under my roof, but only say the word and my soul shall be healed.</a:t>
            </a:r>
            <a:endParaRPr/>
          </a:p>
        </p:txBody>
      </p:sp>
      <p:sp>
        <p:nvSpPr>
          <p:cNvPr id="491" name="Google Shape;491;p7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The Communion Rite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495" name="Shape 495"/>
        <p:cNvGrpSpPr/>
        <p:nvPr/>
      </p:nvGrpSpPr>
      <p:grpSpPr>
        <a:xfrm>
          <a:off x="0" y="0"/>
          <a:ext cx="0" cy="0"/>
          <a:chOff x="0" y="0"/>
          <a:chExt cx="0" cy="0"/>
        </a:xfrm>
      </p:grpSpPr>
      <p:sp>
        <p:nvSpPr>
          <p:cNvPr id="496" name="Google Shape;496;p72"/>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72"/>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72"/>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499" name="Google Shape;499;p72"/>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500" name="Google Shape;500;p72"/>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501" name="Google Shape;501;p72"/>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502" name="Google Shape;502;p72"/>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503" name="Google Shape;503;p72"/>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07" name="Shape 507"/>
        <p:cNvGrpSpPr/>
        <p:nvPr/>
      </p:nvGrpSpPr>
      <p:grpSpPr>
        <a:xfrm>
          <a:off x="0" y="0"/>
          <a:ext cx="0" cy="0"/>
          <a:chOff x="0" y="0"/>
          <a:chExt cx="0" cy="0"/>
        </a:xfrm>
      </p:grpSpPr>
      <p:sp>
        <p:nvSpPr>
          <p:cNvPr id="508" name="Google Shape;508;p73"/>
          <p:cNvSpPr txBox="1"/>
          <p:nvPr/>
        </p:nvSpPr>
        <p:spPr>
          <a:xfrm>
            <a:off x="914400" y="109728"/>
            <a:ext cx="16459200" cy="86868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50">
                <a:solidFill>
                  <a:srgbClr val="FFCC4D"/>
                </a:solidFill>
                <a:latin typeface="Georgia"/>
                <a:ea typeface="Georgia"/>
                <a:cs typeface="Georgia"/>
                <a:sym typeface="Georgia"/>
              </a:rPr>
              <a:t>Manalig Ka</a:t>
            </a:r>
            <a:endParaRPr/>
          </a:p>
        </p:txBody>
      </p:sp>
      <p:sp>
        <p:nvSpPr>
          <p:cNvPr id="509" name="Google Shape;509;p73"/>
          <p:cNvSpPr txBox="1"/>
          <p:nvPr/>
        </p:nvSpPr>
        <p:spPr>
          <a:xfrm>
            <a:off x="0" y="1069848"/>
            <a:ext cx="18288000" cy="8348472"/>
          </a:xfrm>
          <a:prstGeom prst="rect">
            <a:avLst/>
          </a:prstGeom>
          <a:noFill/>
          <a:ln>
            <a:noFill/>
          </a:ln>
        </p:spPr>
        <p:txBody>
          <a:bodyPr anchorCtr="0" anchor="ctr" bIns="73150" lIns="0" spcFirstLastPara="1" rIns="0" wrap="square" tIns="7315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ILUOM LAHAT NG TAKOT SA IYONG DAMDAMIN</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ANG PANGALAN N'YA LAGI ANG TAWAGIN</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AT SIYA'Y NAKIKINIG</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SA BAWAT HINAING</a:t>
            </a:r>
            <a:endParaRPr/>
          </a:p>
        </p:txBody>
      </p:sp>
      <p:sp>
        <p:nvSpPr>
          <p:cNvPr id="510" name="Google Shape;510;p7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14" name="Shape 514"/>
        <p:cNvGrpSpPr/>
        <p:nvPr/>
      </p:nvGrpSpPr>
      <p:grpSpPr>
        <a:xfrm>
          <a:off x="0" y="0"/>
          <a:ext cx="0" cy="0"/>
          <a:chOff x="0" y="0"/>
          <a:chExt cx="0" cy="0"/>
        </a:xfrm>
      </p:grpSpPr>
      <p:sp>
        <p:nvSpPr>
          <p:cNvPr id="515" name="Google Shape;515;p74"/>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MAGMASID</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AT MAMULAT SA KANYANG KAPANGYARIHAN</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NABATID MO BA NA SIYA'Y NAGLALAAN</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PATULOY NA NAGHAHATID NG TUNAY NA KALAYAAN</a:t>
            </a:r>
            <a:endParaRPr/>
          </a:p>
        </p:txBody>
      </p:sp>
      <p:sp>
        <p:nvSpPr>
          <p:cNvPr id="516" name="Google Shape;516;p7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0" name="Shape 520"/>
        <p:cNvGrpSpPr/>
        <p:nvPr/>
      </p:nvGrpSpPr>
      <p:grpSpPr>
        <a:xfrm>
          <a:off x="0" y="0"/>
          <a:ext cx="0" cy="0"/>
          <a:chOff x="0" y="0"/>
          <a:chExt cx="0" cy="0"/>
        </a:xfrm>
      </p:grpSpPr>
      <p:sp>
        <p:nvSpPr>
          <p:cNvPr id="521" name="Google Shape;521;p75"/>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1" lang="en-US" sz="5200">
                <a:solidFill>
                  <a:srgbClr val="FFB800"/>
                </a:solidFill>
                <a:latin typeface="Poppins"/>
                <a:ea typeface="Poppins"/>
                <a:cs typeface="Poppins"/>
                <a:sym typeface="Poppins"/>
              </a:rPr>
              <a:t>MANALIG KA</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TUYUIN ANG LUHA SA MGA MATA</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HINDI SIYA PANAGINIP</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HINDI SIYA ISANG PANGARAP</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SIYA AY BUHAY MANALIG KA</a:t>
            </a:r>
            <a:endParaRPr/>
          </a:p>
        </p:txBody>
      </p:sp>
      <p:sp>
        <p:nvSpPr>
          <p:cNvPr id="522" name="Google Shape;522;p7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26" name="Shape 526"/>
        <p:cNvGrpSpPr/>
        <p:nvPr/>
      </p:nvGrpSpPr>
      <p:grpSpPr>
        <a:xfrm>
          <a:off x="0" y="0"/>
          <a:ext cx="0" cy="0"/>
          <a:chOff x="0" y="0"/>
          <a:chExt cx="0" cy="0"/>
        </a:xfrm>
      </p:grpSpPr>
      <p:sp>
        <p:nvSpPr>
          <p:cNvPr id="527" name="Google Shape;527;p76"/>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ANG NGAYON TILA WALANG MARARATING NA BUKAS</a:t>
            </a:r>
            <a:endParaRPr/>
          </a:p>
          <a:p>
            <a:pPr indent="0" lvl="0" marL="0" marR="0" rtl="0" algn="ctr">
              <a:lnSpc>
                <a:spcPct val="100000"/>
              </a:lnSpc>
              <a:spcBef>
                <a:spcPts val="600"/>
              </a:spcBef>
              <a:spcAft>
                <a:spcPts val="0"/>
              </a:spcAft>
              <a:buNone/>
            </a:pPr>
            <a:r>
              <a:rPr b="1" i="0" lang="en-US" sz="5500">
                <a:solidFill>
                  <a:srgbClr val="FFFFFF"/>
                </a:solidFill>
                <a:latin typeface="Poppins"/>
                <a:ea typeface="Poppins"/>
                <a:cs typeface="Poppins"/>
                <a:sym typeface="Poppins"/>
              </a:rPr>
              <a:t>NGUNIT KUNG SIYA ANG ATING HAYAANG MAGLANDAS</a:t>
            </a:r>
            <a:endParaRPr/>
          </a:p>
          <a:p>
            <a:pPr indent="0" lvl="0" marL="0" marR="0" rtl="0" algn="ctr">
              <a:lnSpc>
                <a:spcPct val="100000"/>
              </a:lnSpc>
              <a:spcBef>
                <a:spcPts val="600"/>
              </a:spcBef>
              <a:spcAft>
                <a:spcPts val="0"/>
              </a:spcAft>
              <a:buNone/>
            </a:pPr>
            <a:r>
              <a:rPr b="1" i="0" lang="en-US" sz="5500">
                <a:solidFill>
                  <a:srgbClr val="FFFFFF"/>
                </a:solidFill>
                <a:latin typeface="Poppins"/>
                <a:ea typeface="Poppins"/>
                <a:cs typeface="Poppins"/>
                <a:sym typeface="Poppins"/>
              </a:rPr>
              <a:t>PAG-ASA AY MULING MABIBIGKAS</a:t>
            </a:r>
            <a:endParaRPr/>
          </a:p>
        </p:txBody>
      </p:sp>
      <p:sp>
        <p:nvSpPr>
          <p:cNvPr id="528" name="Google Shape;528;p7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2" name="Shape 532"/>
        <p:cNvGrpSpPr/>
        <p:nvPr/>
      </p:nvGrpSpPr>
      <p:grpSpPr>
        <a:xfrm>
          <a:off x="0" y="0"/>
          <a:ext cx="0" cy="0"/>
          <a:chOff x="0" y="0"/>
          <a:chExt cx="0" cy="0"/>
        </a:xfrm>
      </p:grpSpPr>
      <p:sp>
        <p:nvSpPr>
          <p:cNvPr id="533" name="Google Shape;533;p77"/>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1" lang="en-US" sz="5200">
                <a:solidFill>
                  <a:srgbClr val="FFB800"/>
                </a:solidFill>
                <a:latin typeface="Poppins"/>
                <a:ea typeface="Poppins"/>
                <a:cs typeface="Poppins"/>
                <a:sym typeface="Poppins"/>
              </a:rPr>
              <a:t>MANALIG KA</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TUYUIN ANG LUHA SA MGA MATA</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HINDI SIYA PANAGINIP</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HINDI SIYA ISANG PANGARAP</a:t>
            </a:r>
            <a:endParaRPr/>
          </a:p>
          <a:p>
            <a:pPr indent="0" lvl="0" marL="0" marR="0" rtl="0" algn="ctr">
              <a:lnSpc>
                <a:spcPct val="100000"/>
              </a:lnSpc>
              <a:spcBef>
                <a:spcPts val="600"/>
              </a:spcBef>
              <a:spcAft>
                <a:spcPts val="0"/>
              </a:spcAft>
              <a:buNone/>
            </a:pPr>
            <a:r>
              <a:rPr b="1" i="1" lang="en-US" sz="5200">
                <a:solidFill>
                  <a:srgbClr val="FFB800"/>
                </a:solidFill>
                <a:latin typeface="Poppins"/>
                <a:ea typeface="Poppins"/>
                <a:cs typeface="Poppins"/>
                <a:sym typeface="Poppins"/>
              </a:rPr>
              <a:t>SIYA AY BUHAY MANALIG KA</a:t>
            </a:r>
            <a:endParaRPr/>
          </a:p>
        </p:txBody>
      </p:sp>
      <p:sp>
        <p:nvSpPr>
          <p:cNvPr id="534" name="Google Shape;534;p7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8" name="Shape 538"/>
        <p:cNvGrpSpPr/>
        <p:nvPr/>
      </p:nvGrpSpPr>
      <p:grpSpPr>
        <a:xfrm>
          <a:off x="0" y="0"/>
          <a:ext cx="0" cy="0"/>
          <a:chOff x="0" y="0"/>
          <a:chExt cx="0" cy="0"/>
        </a:xfrm>
      </p:grpSpPr>
      <p:sp>
        <p:nvSpPr>
          <p:cNvPr id="539" name="Google Shape;539;p78"/>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4800">
                <a:solidFill>
                  <a:srgbClr val="FFFFFF"/>
                </a:solidFill>
                <a:latin typeface="Poppins"/>
                <a:ea typeface="Poppins"/>
                <a:cs typeface="Poppins"/>
                <a:sym typeface="Poppins"/>
              </a:rPr>
              <a:t>MANALIG KA</a:t>
            </a:r>
            <a:endParaRPr/>
          </a:p>
          <a:p>
            <a:pPr indent="0" lvl="0" marL="0" marR="0" rtl="0" algn="ctr">
              <a:lnSpc>
                <a:spcPct val="100000"/>
              </a:lnSpc>
              <a:spcBef>
                <a:spcPts val="600"/>
              </a:spcBef>
              <a:spcAft>
                <a:spcPts val="0"/>
              </a:spcAft>
              <a:buNone/>
            </a:pPr>
            <a:r>
              <a:rPr b="1" i="0" lang="en-US" sz="4800">
                <a:solidFill>
                  <a:srgbClr val="FFFFFF"/>
                </a:solidFill>
                <a:latin typeface="Poppins"/>
                <a:ea typeface="Poppins"/>
                <a:cs typeface="Poppins"/>
                <a:sym typeface="Poppins"/>
              </a:rPr>
              <a:t>TUYUIN ANG LUHA SA MGA MATA</a:t>
            </a:r>
            <a:endParaRPr/>
          </a:p>
          <a:p>
            <a:pPr indent="0" lvl="0" marL="0" marR="0" rtl="0" algn="ctr">
              <a:lnSpc>
                <a:spcPct val="100000"/>
              </a:lnSpc>
              <a:spcBef>
                <a:spcPts val="600"/>
              </a:spcBef>
              <a:spcAft>
                <a:spcPts val="0"/>
              </a:spcAft>
              <a:buNone/>
            </a:pPr>
            <a:r>
              <a:rPr b="1" i="0" lang="en-US" sz="4800">
                <a:solidFill>
                  <a:srgbClr val="FFFFFF"/>
                </a:solidFill>
                <a:latin typeface="Poppins"/>
                <a:ea typeface="Poppins"/>
                <a:cs typeface="Poppins"/>
                <a:sym typeface="Poppins"/>
              </a:rPr>
              <a:t>HINDI SIYA NATUTULOG</a:t>
            </a:r>
            <a:endParaRPr/>
          </a:p>
          <a:p>
            <a:pPr indent="0" lvl="0" marL="0" marR="0" rtl="0" algn="ctr">
              <a:lnSpc>
                <a:spcPct val="100000"/>
              </a:lnSpc>
              <a:spcBef>
                <a:spcPts val="600"/>
              </a:spcBef>
              <a:spcAft>
                <a:spcPts val="0"/>
              </a:spcAft>
              <a:buNone/>
            </a:pPr>
            <a:r>
              <a:rPr b="1" i="0" lang="en-US" sz="4800">
                <a:solidFill>
                  <a:srgbClr val="FFFFFF"/>
                </a:solidFill>
                <a:latin typeface="Poppins"/>
                <a:ea typeface="Poppins"/>
                <a:cs typeface="Poppins"/>
                <a:sym typeface="Poppins"/>
              </a:rPr>
              <a:t>HINDI NAKAKALIMOT</a:t>
            </a:r>
            <a:endParaRPr/>
          </a:p>
          <a:p>
            <a:pPr indent="0" lvl="0" marL="0" marR="0" rtl="0" algn="ctr">
              <a:lnSpc>
                <a:spcPct val="100000"/>
              </a:lnSpc>
              <a:spcBef>
                <a:spcPts val="600"/>
              </a:spcBef>
              <a:spcAft>
                <a:spcPts val="0"/>
              </a:spcAft>
              <a:buNone/>
            </a:pPr>
            <a:r>
              <a:rPr b="1" i="0" lang="en-US" sz="4800">
                <a:solidFill>
                  <a:srgbClr val="FFFFFF"/>
                </a:solidFill>
                <a:latin typeface="Poppins"/>
                <a:ea typeface="Poppins"/>
                <a:cs typeface="Poppins"/>
                <a:sym typeface="Poppins"/>
              </a:rPr>
              <a:t>KAY HESUS MANALIG KA</a:t>
            </a:r>
            <a:endParaRPr/>
          </a:p>
          <a:p>
            <a:pPr indent="0" lvl="0" marL="0" marR="0" rtl="0" algn="ctr">
              <a:lnSpc>
                <a:spcPct val="100000"/>
              </a:lnSpc>
              <a:spcBef>
                <a:spcPts val="600"/>
              </a:spcBef>
              <a:spcAft>
                <a:spcPts val="0"/>
              </a:spcAft>
              <a:buNone/>
            </a:pPr>
            <a:r>
              <a:rPr b="1" i="0" lang="en-US" sz="4800">
                <a:solidFill>
                  <a:srgbClr val="FFFFFF"/>
                </a:solidFill>
                <a:latin typeface="Poppins"/>
                <a:ea typeface="Poppins"/>
                <a:cs typeface="Poppins"/>
                <a:sym typeface="Poppins"/>
              </a:rPr>
              <a:t>KAY HESUS MANALIG KA</a:t>
            </a:r>
            <a:endParaRPr/>
          </a:p>
        </p:txBody>
      </p:sp>
      <p:sp>
        <p:nvSpPr>
          <p:cNvPr id="540" name="Google Shape;540;p7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(1)</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4" name="Shape 544"/>
        <p:cNvGrpSpPr/>
        <p:nvPr/>
      </p:nvGrpSpPr>
      <p:grpSpPr>
        <a:xfrm>
          <a:off x="0" y="0"/>
          <a:ext cx="0" cy="0"/>
          <a:chOff x="0" y="0"/>
          <a:chExt cx="0" cy="0"/>
        </a:xfrm>
      </p:grpSpPr>
      <p:sp>
        <p:nvSpPr>
          <p:cNvPr id="545" name="Google Shape;545;p79"/>
          <p:cNvSpPr txBox="1"/>
          <p:nvPr/>
        </p:nvSpPr>
        <p:spPr>
          <a:xfrm>
            <a:off x="914400" y="109728"/>
            <a:ext cx="16459200" cy="86868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50">
                <a:solidFill>
                  <a:srgbClr val="FFCC4D"/>
                </a:solidFill>
                <a:latin typeface="Georgia"/>
                <a:ea typeface="Georgia"/>
                <a:cs typeface="Georgia"/>
                <a:sym typeface="Georgia"/>
              </a:rPr>
              <a:t>Pananagutan</a:t>
            </a:r>
            <a:endParaRPr/>
          </a:p>
        </p:txBody>
      </p:sp>
      <p:sp>
        <p:nvSpPr>
          <p:cNvPr id="546" name="Google Shape;546;p79"/>
          <p:cNvSpPr txBox="1"/>
          <p:nvPr/>
        </p:nvSpPr>
        <p:spPr>
          <a:xfrm>
            <a:off x="0" y="1069848"/>
            <a:ext cx="18288000" cy="8348472"/>
          </a:xfrm>
          <a:prstGeom prst="rect">
            <a:avLst/>
          </a:prstGeom>
          <a:noFill/>
          <a:ln>
            <a:noFill/>
          </a:ln>
        </p:spPr>
        <p:txBody>
          <a:bodyPr anchorCtr="0" anchor="ctr" bIns="73150" lIns="0" spcFirstLastPara="1" rIns="0" wrap="square" tIns="7315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(NO LYRICS IN LIBRARY FOR THIS HYMN.)</a:t>
            </a:r>
            <a:endParaRPr/>
          </a:p>
        </p:txBody>
      </p:sp>
      <p:sp>
        <p:nvSpPr>
          <p:cNvPr id="547" name="Google Shape;547;p7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Communion (2)</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51" name="Shape 551"/>
        <p:cNvGrpSpPr/>
        <p:nvPr/>
      </p:nvGrpSpPr>
      <p:grpSpPr>
        <a:xfrm>
          <a:off x="0" y="0"/>
          <a:ext cx="0" cy="0"/>
          <a:chOff x="0" y="0"/>
          <a:chExt cx="0" cy="0"/>
        </a:xfrm>
      </p:grpSpPr>
      <p:sp>
        <p:nvSpPr>
          <p:cNvPr id="552" name="Google Shape;552;p80"/>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Let us pray.</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Amen.</a:t>
            </a:r>
            <a:endParaRPr/>
          </a:p>
        </p:txBody>
      </p:sp>
      <p:sp>
        <p:nvSpPr>
          <p:cNvPr id="553" name="Google Shape;553;p8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The Communion Rite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557" name="Shape 557"/>
        <p:cNvGrpSpPr/>
        <p:nvPr/>
      </p:nvGrpSpPr>
      <p:grpSpPr>
        <a:xfrm>
          <a:off x="0" y="0"/>
          <a:ext cx="0" cy="0"/>
          <a:chOff x="0" y="0"/>
          <a:chExt cx="0" cy="0"/>
        </a:xfrm>
      </p:grpSpPr>
      <p:sp>
        <p:nvSpPr>
          <p:cNvPr id="558" name="Google Shape;558;p81"/>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59" name="Google Shape;559;p81"/>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81"/>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561" name="Google Shape;561;p81"/>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562" name="Google Shape;562;p81"/>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563" name="Google Shape;563;p81"/>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564" name="Google Shape;564;p81"/>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565" name="Google Shape;565;p81"/>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69" name="Shape 569"/>
        <p:cNvGrpSpPr/>
        <p:nvPr/>
      </p:nvGrpSpPr>
      <p:grpSpPr>
        <a:xfrm>
          <a:off x="0" y="0"/>
          <a:ext cx="0" cy="0"/>
          <a:chOff x="0" y="0"/>
          <a:chExt cx="0" cy="0"/>
        </a:xfrm>
      </p:grpSpPr>
      <p:sp>
        <p:nvSpPr>
          <p:cNvPr id="570" name="Google Shape;570;p82"/>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MASS COLLECTION</a:t>
            </a:r>
            <a:endParaRPr/>
          </a:p>
          <a:p>
            <a:pPr indent="0" lvl="0" marL="0" marR="0" rtl="0" algn="ctr">
              <a:spcBef>
                <a:spcPts val="500"/>
              </a:spcBef>
              <a:spcAft>
                <a:spcPts val="0"/>
              </a:spcAft>
              <a:buNone/>
            </a:pPr>
            <a:r>
              <a:rPr b="0" i="0" lang="en-US" sz="5500">
                <a:solidFill>
                  <a:srgbClr val="FFFFFF"/>
                </a:solidFill>
                <a:latin typeface="Georgia"/>
                <a:ea typeface="Georgia"/>
                <a:cs typeface="Georgia"/>
                <a:sym typeface="Georgia"/>
              </a:rPr>
              <a:t>Thank you for your generosity.</a:t>
            </a:r>
            <a:endParaRPr/>
          </a:p>
          <a:p>
            <a:pPr indent="0" lvl="0" marL="0" marR="0" rtl="0" algn="ctr">
              <a:spcBef>
                <a:spcPts val="500"/>
              </a:spcBef>
              <a:spcAft>
                <a:spcPts val="0"/>
              </a:spcAft>
              <a:buNone/>
            </a:pPr>
            <a:r>
              <a:rPr b="0" i="0" lang="en-US" sz="5500">
                <a:solidFill>
                  <a:srgbClr val="FFFFFF"/>
                </a:solidFill>
                <a:latin typeface="Georgia"/>
                <a:ea typeface="Georgia"/>
                <a:cs typeface="Georgia"/>
                <a:sym typeface="Georgia"/>
              </a:rPr>
              <a:t>Date: Sunday, May 31, 2026</a:t>
            </a:r>
            <a:endParaRPr/>
          </a:p>
        </p:txBody>
      </p:sp>
      <p:sp>
        <p:nvSpPr>
          <p:cNvPr id="571" name="Google Shape;571;p8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Mass Collection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75" name="Shape 575"/>
        <p:cNvGrpSpPr/>
        <p:nvPr/>
      </p:nvGrpSpPr>
      <p:grpSpPr>
        <a:xfrm>
          <a:off x="0" y="0"/>
          <a:ext cx="0" cy="0"/>
          <a:chOff x="0" y="0"/>
          <a:chExt cx="0" cy="0"/>
        </a:xfrm>
      </p:grpSpPr>
      <p:sp>
        <p:nvSpPr>
          <p:cNvPr id="576" name="Google Shape;576;p83"/>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CHURCH ANNOUNCEMENTS</a:t>
            </a:r>
            <a:endParaRPr/>
          </a:p>
        </p:txBody>
      </p:sp>
      <p:sp>
        <p:nvSpPr>
          <p:cNvPr id="577" name="Google Shape;577;p8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Announcements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81" name="Shape 581"/>
        <p:cNvGrpSpPr/>
        <p:nvPr/>
      </p:nvGrpSpPr>
      <p:grpSpPr>
        <a:xfrm>
          <a:off x="0" y="0"/>
          <a:ext cx="0" cy="0"/>
          <a:chOff x="0" y="0"/>
          <a:chExt cx="0" cy="0"/>
        </a:xfrm>
      </p:grpSpPr>
      <p:sp>
        <p:nvSpPr>
          <p:cNvPr id="582" name="Google Shape;582;p84"/>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Welcome newcomers!</a:t>
            </a:r>
            <a:endParaRPr/>
          </a:p>
        </p:txBody>
      </p:sp>
      <p:sp>
        <p:nvSpPr>
          <p:cNvPr id="583" name="Google Shape;583;p8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Announcements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87" name="Shape 587"/>
        <p:cNvGrpSpPr/>
        <p:nvPr/>
      </p:nvGrpSpPr>
      <p:grpSpPr>
        <a:xfrm>
          <a:off x="0" y="0"/>
          <a:ext cx="0" cy="0"/>
          <a:chOff x="0" y="0"/>
          <a:chExt cx="0" cy="0"/>
        </a:xfrm>
      </p:grpSpPr>
      <p:sp>
        <p:nvSpPr>
          <p:cNvPr id="588" name="Google Shape;588;p85"/>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Sacrament of Confession</a:t>
            </a:r>
            <a:endParaRPr/>
          </a:p>
        </p:txBody>
      </p:sp>
      <p:sp>
        <p:nvSpPr>
          <p:cNvPr id="589" name="Google Shape;589;p8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Announcements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93" name="Shape 593"/>
        <p:cNvGrpSpPr/>
        <p:nvPr/>
      </p:nvGrpSpPr>
      <p:grpSpPr>
        <a:xfrm>
          <a:off x="0" y="0"/>
          <a:ext cx="0" cy="0"/>
          <a:chOff x="0" y="0"/>
          <a:chExt cx="0" cy="0"/>
        </a:xfrm>
      </p:grpSpPr>
      <p:sp>
        <p:nvSpPr>
          <p:cNvPr id="594" name="Google Shape;594;p86"/>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FFFFFF"/>
                </a:solidFill>
                <a:latin typeface="Georgia"/>
                <a:ea typeface="Georgia"/>
                <a:cs typeface="Georgia"/>
                <a:sym typeface="Georgia"/>
              </a:rPr>
              <a:t>Updates and Announcements</a:t>
            </a:r>
            <a:endParaRPr/>
          </a:p>
        </p:txBody>
      </p:sp>
      <p:sp>
        <p:nvSpPr>
          <p:cNvPr id="595" name="Google Shape;595;p86"/>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Announcements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1733"/>
        </a:solidFill>
      </p:bgPr>
    </p:bg>
    <p:spTree>
      <p:nvGrpSpPr>
        <p:cNvPr id="599" name="Shape 599"/>
        <p:cNvGrpSpPr/>
        <p:nvPr/>
      </p:nvGrpSpPr>
      <p:grpSpPr>
        <a:xfrm>
          <a:off x="0" y="0"/>
          <a:ext cx="0" cy="0"/>
          <a:chOff x="0" y="0"/>
          <a:chExt cx="0" cy="0"/>
        </a:xfrm>
      </p:grpSpPr>
      <p:sp>
        <p:nvSpPr>
          <p:cNvPr id="600" name="Google Shape;600;p87"/>
          <p:cNvSpPr txBox="1"/>
          <p:nvPr/>
        </p:nvSpPr>
        <p:spPr>
          <a:xfrm>
            <a:off x="914400" y="530352"/>
            <a:ext cx="16459200" cy="8750808"/>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5500">
                <a:solidFill>
                  <a:srgbClr val="D8B4FE"/>
                </a:solidFill>
                <a:latin typeface="Georgia"/>
                <a:ea typeface="Georgia"/>
                <a:cs typeface="Georgia"/>
                <a:sym typeface="Georgia"/>
              </a:rPr>
              <a:t>Priest: The Lord be with you.</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And with your spirit.</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May almighty God bless you, the Father, and the Son, and the Holy Spirit.</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Amen.</a:t>
            </a:r>
            <a:endParaRPr/>
          </a:p>
          <a:p>
            <a:pPr indent="0" lvl="0" marL="0" marR="0" rtl="0" algn="ctr">
              <a:spcBef>
                <a:spcPts val="900"/>
              </a:spcBef>
              <a:spcAft>
                <a:spcPts val="0"/>
              </a:spcAft>
              <a:buNone/>
            </a:pPr>
            <a:r>
              <a:rPr b="1" i="0" lang="en-US" sz="5500">
                <a:solidFill>
                  <a:srgbClr val="D8B4FE"/>
                </a:solidFill>
                <a:latin typeface="Georgia"/>
                <a:ea typeface="Georgia"/>
                <a:cs typeface="Georgia"/>
                <a:sym typeface="Georgia"/>
              </a:rPr>
              <a:t>Priest: Go in peace, glorifying the Lord by your life.</a:t>
            </a:r>
            <a:endParaRPr/>
          </a:p>
          <a:p>
            <a:pPr indent="0" lvl="0" marL="0" marR="0" rtl="0" algn="ctr">
              <a:spcBef>
                <a:spcPts val="900"/>
              </a:spcBef>
              <a:spcAft>
                <a:spcPts val="0"/>
              </a:spcAft>
              <a:buNone/>
            </a:pPr>
            <a:r>
              <a:rPr b="1" i="0" lang="en-US" sz="5500">
                <a:solidFill>
                  <a:srgbClr val="FFFFFF"/>
                </a:solidFill>
                <a:latin typeface="Georgia"/>
                <a:ea typeface="Georgia"/>
                <a:cs typeface="Georgia"/>
                <a:sym typeface="Georgia"/>
              </a:rPr>
              <a:t>All: Thanks be to God.</a:t>
            </a:r>
            <a:endParaRPr/>
          </a:p>
        </p:txBody>
      </p:sp>
      <p:sp>
        <p:nvSpPr>
          <p:cNvPr id="601" name="Google Shape;601;p87"/>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D8B4FE"/>
                </a:solidFill>
                <a:latin typeface="Georgia"/>
                <a:ea typeface="Georgia"/>
                <a:cs typeface="Georgia"/>
                <a:sym typeface="Georgia"/>
              </a:rPr>
              <a:t>Final Blessing</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05" name="Shape 605"/>
        <p:cNvGrpSpPr/>
        <p:nvPr/>
      </p:nvGrpSpPr>
      <p:grpSpPr>
        <a:xfrm>
          <a:off x="0" y="0"/>
          <a:ext cx="0" cy="0"/>
          <a:chOff x="0" y="0"/>
          <a:chExt cx="0" cy="0"/>
        </a:xfrm>
      </p:grpSpPr>
      <p:sp>
        <p:nvSpPr>
          <p:cNvPr id="606" name="Google Shape;606;p88"/>
          <p:cNvSpPr txBox="1"/>
          <p:nvPr/>
        </p:nvSpPr>
        <p:spPr>
          <a:xfrm>
            <a:off x="914400" y="109728"/>
            <a:ext cx="16459200" cy="86868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i="0" lang="en-US" sz="3850">
                <a:solidFill>
                  <a:srgbClr val="FFCC4D"/>
                </a:solidFill>
                <a:latin typeface="Georgia"/>
                <a:ea typeface="Georgia"/>
                <a:cs typeface="Georgia"/>
                <a:sym typeface="Georgia"/>
              </a:rPr>
              <a:t>We Are Called</a:t>
            </a:r>
            <a:endParaRPr/>
          </a:p>
        </p:txBody>
      </p:sp>
      <p:sp>
        <p:nvSpPr>
          <p:cNvPr id="607" name="Google Shape;607;p88"/>
          <p:cNvSpPr txBox="1"/>
          <p:nvPr/>
        </p:nvSpPr>
        <p:spPr>
          <a:xfrm>
            <a:off x="0" y="1069848"/>
            <a:ext cx="18288000" cy="8348472"/>
          </a:xfrm>
          <a:prstGeom prst="rect">
            <a:avLst/>
          </a:prstGeom>
          <a:noFill/>
          <a:ln>
            <a:noFill/>
          </a:ln>
        </p:spPr>
        <p:txBody>
          <a:bodyPr anchorCtr="0" anchor="ctr" bIns="73150" lIns="0" spcFirstLastPara="1" rIns="0" wrap="square" tIns="7315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WE ARE CALLED TO ACT WITH JUSTICE,</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WE ARE CALLED TO LOVE TENDERLY;</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WE ARE CALLED TO SERVE ONE ANOTHER,</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TO WALK HUMBLY WITH GOD.</a:t>
            </a:r>
            <a:endParaRPr/>
          </a:p>
        </p:txBody>
      </p:sp>
      <p:sp>
        <p:nvSpPr>
          <p:cNvPr id="608" name="Google Shape;608;p88"/>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12" name="Shape 612"/>
        <p:cNvGrpSpPr/>
        <p:nvPr/>
      </p:nvGrpSpPr>
      <p:grpSpPr>
        <a:xfrm>
          <a:off x="0" y="0"/>
          <a:ext cx="0" cy="0"/>
          <a:chOff x="0" y="0"/>
          <a:chExt cx="0" cy="0"/>
        </a:xfrm>
      </p:grpSpPr>
      <p:sp>
        <p:nvSpPr>
          <p:cNvPr id="613" name="Google Shape;613;p89"/>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COME! LIVE IN THE LIGHT!</a:t>
            </a:r>
            <a:endParaRPr/>
          </a:p>
          <a:p>
            <a:pPr indent="0" lvl="0" marL="0" marR="0" rtl="0" algn="ctr">
              <a:lnSpc>
                <a:spcPct val="100000"/>
              </a:lnSpc>
              <a:spcBef>
                <a:spcPts val="600"/>
              </a:spcBef>
              <a:spcAft>
                <a:spcPts val="0"/>
              </a:spcAft>
              <a:buNone/>
            </a:pPr>
            <a:r>
              <a:rPr b="1" i="0" lang="en-US" sz="5500">
                <a:solidFill>
                  <a:srgbClr val="FFFFFF"/>
                </a:solidFill>
                <a:latin typeface="Poppins"/>
                <a:ea typeface="Poppins"/>
                <a:cs typeface="Poppins"/>
                <a:sym typeface="Poppins"/>
              </a:rPr>
              <a:t>SHINE WITH THE JOY AND THE LOVE OF THE LORD!</a:t>
            </a:r>
            <a:endParaRPr/>
          </a:p>
        </p:txBody>
      </p:sp>
      <p:sp>
        <p:nvSpPr>
          <p:cNvPr id="614" name="Google Shape;614;p89"/>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18" name="Shape 618"/>
        <p:cNvGrpSpPr/>
        <p:nvPr/>
      </p:nvGrpSpPr>
      <p:grpSpPr>
        <a:xfrm>
          <a:off x="0" y="0"/>
          <a:ext cx="0" cy="0"/>
          <a:chOff x="0" y="0"/>
          <a:chExt cx="0" cy="0"/>
        </a:xfrm>
      </p:grpSpPr>
      <p:sp>
        <p:nvSpPr>
          <p:cNvPr id="619" name="Google Shape;619;p90"/>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GOD OF DAYBREAK, GOD OF SHADOW,</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COME INTO OUR RESTLESS LIVES;</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LIFT FROM US THE FEAR OF SHADOWS,</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THAT WE MAY ARISE WITH LIGHT.</a:t>
            </a:r>
            <a:endParaRPr/>
          </a:p>
        </p:txBody>
      </p:sp>
      <p:sp>
        <p:nvSpPr>
          <p:cNvPr id="620" name="Google Shape;620;p90"/>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24" name="Shape 624"/>
        <p:cNvGrpSpPr/>
        <p:nvPr/>
      </p:nvGrpSpPr>
      <p:grpSpPr>
        <a:xfrm>
          <a:off x="0" y="0"/>
          <a:ext cx="0" cy="0"/>
          <a:chOff x="0" y="0"/>
          <a:chExt cx="0" cy="0"/>
        </a:xfrm>
      </p:grpSpPr>
      <p:sp>
        <p:nvSpPr>
          <p:cNvPr id="625" name="Google Shape;625;p91"/>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WE ARE CALLED TO ACT WITH JUSTICE...</a:t>
            </a:r>
            <a:endParaRPr/>
          </a:p>
        </p:txBody>
      </p:sp>
      <p:sp>
        <p:nvSpPr>
          <p:cNvPr id="626" name="Google Shape;626;p91"/>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30" name="Shape 630"/>
        <p:cNvGrpSpPr/>
        <p:nvPr/>
      </p:nvGrpSpPr>
      <p:grpSpPr>
        <a:xfrm>
          <a:off x="0" y="0"/>
          <a:ext cx="0" cy="0"/>
          <a:chOff x="0" y="0"/>
          <a:chExt cx="0" cy="0"/>
        </a:xfrm>
      </p:grpSpPr>
      <p:sp>
        <p:nvSpPr>
          <p:cNvPr id="631" name="Google Shape;631;p92"/>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COME! LIVE IN THE LIGHT!...</a:t>
            </a:r>
            <a:endParaRPr/>
          </a:p>
        </p:txBody>
      </p:sp>
      <p:sp>
        <p:nvSpPr>
          <p:cNvPr id="632" name="Google Shape;632;p92"/>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36" name="Shape 636"/>
        <p:cNvGrpSpPr/>
        <p:nvPr/>
      </p:nvGrpSpPr>
      <p:grpSpPr>
        <a:xfrm>
          <a:off x="0" y="0"/>
          <a:ext cx="0" cy="0"/>
          <a:chOff x="0" y="0"/>
          <a:chExt cx="0" cy="0"/>
        </a:xfrm>
      </p:grpSpPr>
      <p:sp>
        <p:nvSpPr>
          <p:cNvPr id="637" name="Google Shape;637;p93"/>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400">
                <a:solidFill>
                  <a:srgbClr val="FFFFFF"/>
                </a:solidFill>
                <a:latin typeface="Poppins"/>
                <a:ea typeface="Poppins"/>
                <a:cs typeface="Poppins"/>
                <a:sym typeface="Poppins"/>
              </a:rPr>
              <a:t>GOD OF NEWNESS, GOD OF FRESHNESS,</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COME INTO OUR MORNING SONG:</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GIVE TO US A NEW BEGINNING,</a:t>
            </a:r>
            <a:endParaRPr/>
          </a:p>
          <a:p>
            <a:pPr indent="0" lvl="0" marL="0" marR="0" rtl="0" algn="ctr">
              <a:lnSpc>
                <a:spcPct val="100000"/>
              </a:lnSpc>
              <a:spcBef>
                <a:spcPts val="600"/>
              </a:spcBef>
              <a:spcAft>
                <a:spcPts val="0"/>
              </a:spcAft>
              <a:buNone/>
            </a:pPr>
            <a:r>
              <a:rPr b="1" i="0" lang="en-US" sz="5400">
                <a:solidFill>
                  <a:srgbClr val="FFFFFF"/>
                </a:solidFill>
                <a:latin typeface="Poppins"/>
                <a:ea typeface="Poppins"/>
                <a:cs typeface="Poppins"/>
                <a:sym typeface="Poppins"/>
              </a:rPr>
              <a:t>SEND US FORTH WITH HEARTS MADE STRONG.</a:t>
            </a:r>
            <a:endParaRPr/>
          </a:p>
        </p:txBody>
      </p:sp>
      <p:sp>
        <p:nvSpPr>
          <p:cNvPr id="638" name="Google Shape;638;p93"/>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42" name="Shape 642"/>
        <p:cNvGrpSpPr/>
        <p:nvPr/>
      </p:nvGrpSpPr>
      <p:grpSpPr>
        <a:xfrm>
          <a:off x="0" y="0"/>
          <a:ext cx="0" cy="0"/>
          <a:chOff x="0" y="0"/>
          <a:chExt cx="0" cy="0"/>
        </a:xfrm>
      </p:grpSpPr>
      <p:sp>
        <p:nvSpPr>
          <p:cNvPr id="643" name="Google Shape;643;p94"/>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WE ARE CALLED TO ACT WITH JUSTICE...</a:t>
            </a:r>
            <a:endParaRPr/>
          </a:p>
        </p:txBody>
      </p:sp>
      <p:sp>
        <p:nvSpPr>
          <p:cNvPr id="644" name="Google Shape;644;p94"/>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48" name="Shape 648"/>
        <p:cNvGrpSpPr/>
        <p:nvPr/>
      </p:nvGrpSpPr>
      <p:grpSpPr>
        <a:xfrm>
          <a:off x="0" y="0"/>
          <a:ext cx="0" cy="0"/>
          <a:chOff x="0" y="0"/>
          <a:chExt cx="0" cy="0"/>
        </a:xfrm>
      </p:grpSpPr>
      <p:sp>
        <p:nvSpPr>
          <p:cNvPr id="649" name="Google Shape;649;p95"/>
          <p:cNvSpPr txBox="1"/>
          <p:nvPr/>
        </p:nvSpPr>
        <p:spPr>
          <a:xfrm>
            <a:off x="0" y="0"/>
            <a:ext cx="18288000" cy="10287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5500">
                <a:solidFill>
                  <a:srgbClr val="FFFFFF"/>
                </a:solidFill>
                <a:latin typeface="Poppins"/>
                <a:ea typeface="Poppins"/>
                <a:cs typeface="Poppins"/>
                <a:sym typeface="Poppins"/>
              </a:rPr>
              <a:t>COME! LIVE IN THE LIGHT!...</a:t>
            </a:r>
            <a:endParaRPr/>
          </a:p>
        </p:txBody>
      </p:sp>
      <p:sp>
        <p:nvSpPr>
          <p:cNvPr id="650" name="Google Shape;650;p95"/>
          <p:cNvSpPr txBox="1"/>
          <p:nvPr/>
        </p:nvSpPr>
        <p:spPr>
          <a:xfrm>
            <a:off x="914400" y="9418320"/>
            <a:ext cx="16459200" cy="777240"/>
          </a:xfrm>
          <a:prstGeom prst="rect">
            <a:avLst/>
          </a:prstGeom>
          <a:noFill/>
          <a:ln>
            <a:noFill/>
          </a:ln>
        </p:spPr>
        <p:txBody>
          <a:bodyPr anchorCtr="0" anchor="t" bIns="73150" lIns="109725" spcFirstLastPara="1" rIns="109725" wrap="square" tIns="7315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200"/>
              </a:spcBef>
              <a:spcAft>
                <a:spcPts val="0"/>
              </a:spcAft>
              <a:buNone/>
            </a:pPr>
            <a:r>
              <a:rPr b="0" i="0" lang="en-US" sz="1200">
                <a:solidFill>
                  <a:srgbClr val="FFCC4D"/>
                </a:solidFill>
                <a:latin typeface="Georgia"/>
                <a:ea typeface="Georgia"/>
                <a:cs typeface="Georgia"/>
                <a:sym typeface="Georgia"/>
              </a:rPr>
              <a:t>Recessional</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C0B11"/>
            </a:gs>
            <a:gs pos="100000">
              <a:srgbClr val="5F586C"/>
            </a:gs>
          </a:gsLst>
          <a:lin ang="0" scaled="0"/>
        </a:gradFill>
      </p:bgPr>
    </p:bg>
    <p:spTree>
      <p:nvGrpSpPr>
        <p:cNvPr id="654" name="Shape 654"/>
        <p:cNvGrpSpPr/>
        <p:nvPr/>
      </p:nvGrpSpPr>
      <p:grpSpPr>
        <a:xfrm>
          <a:off x="0" y="0"/>
          <a:ext cx="0" cy="0"/>
          <a:chOff x="0" y="0"/>
          <a:chExt cx="0" cy="0"/>
        </a:xfrm>
      </p:grpSpPr>
      <p:sp>
        <p:nvSpPr>
          <p:cNvPr id="655" name="Google Shape;655;p96"/>
          <p:cNvSpPr/>
          <p:nvPr/>
        </p:nvSpPr>
        <p:spPr>
          <a:xfrm>
            <a:off x="6856171" y="1269187"/>
            <a:ext cx="10943539" cy="6128308"/>
          </a:xfrm>
          <a:prstGeom prst="roundRect">
            <a:avLst>
              <a:gd fmla="val 16670" name="adj"/>
            </a:avLst>
          </a:prstGeom>
          <a:solidFill>
            <a:srgbClr val="211733">
              <a:alpha val="44705"/>
            </a:srgbClr>
          </a:solidFill>
          <a:ln cap="sq" cmpd="sng" w="14275">
            <a:solidFill>
              <a:srgbClr val="6C6678">
                <a:alpha val="44705"/>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96"/>
          <p:cNvSpPr/>
          <p:nvPr/>
        </p:nvSpPr>
        <p:spPr>
          <a:xfrm>
            <a:off x="900684" y="8503005"/>
            <a:ext cx="16486632" cy="1112824"/>
          </a:xfrm>
          <a:prstGeom prst="roundRect">
            <a:avLst>
              <a:gd fmla="val 16670" name="adj"/>
            </a:avLst>
          </a:prstGeom>
          <a:solidFill>
            <a:srgbClr val="161122">
              <a:alpha val="60784"/>
            </a:srgbClr>
          </a:solidFill>
          <a:ln cap="sq" cmpd="sng" w="14275">
            <a:solidFill>
              <a:srgbClr val="161122">
                <a:alpha val="60784"/>
              </a:srgbClr>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96"/>
          <p:cNvSpPr txBox="1"/>
          <p:nvPr/>
        </p:nvSpPr>
        <p:spPr>
          <a:xfrm>
            <a:off x="1284732" y="2390241"/>
            <a:ext cx="4209897" cy="638251"/>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700">
                <a:solidFill>
                  <a:srgbClr val="E8D4FE"/>
                </a:solidFill>
                <a:latin typeface="Calibri"/>
                <a:ea typeface="Calibri"/>
                <a:cs typeface="Calibri"/>
                <a:sym typeface="Calibri"/>
              </a:rPr>
              <a:t>MASS CELEBRANT:</a:t>
            </a:r>
            <a:endParaRPr/>
          </a:p>
        </p:txBody>
      </p:sp>
      <p:sp>
        <p:nvSpPr>
          <p:cNvPr id="658" name="Google Shape;658;p96"/>
          <p:cNvSpPr txBox="1"/>
          <p:nvPr/>
        </p:nvSpPr>
        <p:spPr>
          <a:xfrm>
            <a:off x="267004" y="3053181"/>
            <a:ext cx="6589166" cy="1057046"/>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5800">
                <a:solidFill>
                  <a:srgbClr val="FFFFFF"/>
                </a:solidFill>
                <a:latin typeface="Calibri"/>
                <a:ea typeface="Calibri"/>
                <a:cs typeface="Calibri"/>
                <a:sym typeface="Calibri"/>
              </a:rPr>
              <a:t>Fr. Michael Hwang</a:t>
            </a:r>
            <a:endParaRPr/>
          </a:p>
        </p:txBody>
      </p:sp>
      <p:sp>
        <p:nvSpPr>
          <p:cNvPr id="659" name="Google Shape;659;p96"/>
          <p:cNvSpPr txBox="1"/>
          <p:nvPr/>
        </p:nvSpPr>
        <p:spPr>
          <a:xfrm>
            <a:off x="267004" y="4429353"/>
            <a:ext cx="6589166" cy="868680"/>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1" lang="en-US" sz="4900">
                <a:solidFill>
                  <a:srgbClr val="FFFFFF"/>
                </a:solidFill>
                <a:latin typeface="Calibri"/>
                <a:ea typeface="Calibri"/>
                <a:cs typeface="Calibri"/>
                <a:sym typeface="Calibri"/>
              </a:rPr>
              <a:t>YEAR A · 7 JUNE 2026</a:t>
            </a:r>
            <a:endParaRPr/>
          </a:p>
        </p:txBody>
      </p:sp>
      <p:sp>
        <p:nvSpPr>
          <p:cNvPr id="660" name="Google Shape;660;p96"/>
          <p:cNvSpPr txBox="1"/>
          <p:nvPr/>
        </p:nvSpPr>
        <p:spPr>
          <a:xfrm>
            <a:off x="6900062" y="2390241"/>
            <a:ext cx="10775289" cy="2422245"/>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“I am the living bread that came down from heaven;</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whoever eats this bread will live forever;</a:t>
            </a:r>
            <a:endParaRPr/>
          </a:p>
          <a:p>
            <a:pPr indent="0" lvl="0" marL="0" marR="0" rtl="0" algn="ctr">
              <a:lnSpc>
                <a:spcPct val="108000"/>
              </a:lnSpc>
              <a:spcBef>
                <a:spcPts val="0"/>
              </a:spcBef>
              <a:spcAft>
                <a:spcPts val="0"/>
              </a:spcAft>
              <a:buNone/>
            </a:pPr>
            <a:r>
              <a:rPr b="0" i="0" lang="en-US" sz="3200">
                <a:solidFill>
                  <a:srgbClr val="FEF5E4"/>
                </a:solidFill>
                <a:latin typeface="Calibri"/>
                <a:ea typeface="Calibri"/>
                <a:cs typeface="Calibri"/>
                <a:sym typeface="Calibri"/>
              </a:rPr>
              <a:t>and the bread that I will give is my flesh for the life of the world.”</a:t>
            </a:r>
            <a:endParaRPr/>
          </a:p>
        </p:txBody>
      </p:sp>
      <p:sp>
        <p:nvSpPr>
          <p:cNvPr id="661" name="Google Shape;661;p96"/>
          <p:cNvSpPr txBox="1"/>
          <p:nvPr/>
        </p:nvSpPr>
        <p:spPr>
          <a:xfrm>
            <a:off x="9378086" y="5801868"/>
            <a:ext cx="5819241" cy="7050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4100">
                <a:solidFill>
                  <a:srgbClr val="DDBDFE"/>
                </a:solidFill>
                <a:latin typeface="Calibri"/>
                <a:ea typeface="Calibri"/>
                <a:cs typeface="Calibri"/>
                <a:sym typeface="Calibri"/>
              </a:rPr>
              <a:t>GOSPEL (JOHN 6:51–58)</a:t>
            </a:r>
            <a:endParaRPr/>
          </a:p>
        </p:txBody>
      </p:sp>
      <p:sp>
        <p:nvSpPr>
          <p:cNvPr id="662" name="Google Shape;662;p96"/>
          <p:cNvSpPr txBox="1"/>
          <p:nvPr/>
        </p:nvSpPr>
        <p:spPr>
          <a:xfrm>
            <a:off x="3195828" y="8411565"/>
            <a:ext cx="12362688" cy="1162202"/>
          </a:xfrm>
          <a:prstGeom prst="rect">
            <a:avLst/>
          </a:prstGeom>
          <a:noFill/>
          <a:ln>
            <a:noFill/>
          </a:ln>
        </p:spPr>
        <p:txBody>
          <a:bodyPr anchorCtr="0" anchor="ctr" bIns="73150" lIns="109725" spcFirstLastPara="1" rIns="109725" wrap="square" tIns="73150">
            <a:noAutofit/>
          </a:bodyPr>
          <a:lstStyle/>
          <a:p>
            <a:pPr indent="0" lvl="0" marL="0" marR="0" rtl="0" algn="ctr">
              <a:lnSpc>
                <a:spcPct val="108000"/>
              </a:lnSpc>
              <a:spcBef>
                <a:spcPts val="0"/>
              </a:spcBef>
              <a:spcAft>
                <a:spcPts val="0"/>
              </a:spcAft>
              <a:buNone/>
            </a:pPr>
            <a:r>
              <a:rPr b="1" i="0" lang="en-US" sz="3600">
                <a:solidFill>
                  <a:srgbClr val="FFFFFF"/>
                </a:solidFill>
                <a:latin typeface="Calibri"/>
                <a:ea typeface="Calibri"/>
                <a:cs typeface="Calibri"/>
                <a:sym typeface="Calibri"/>
              </a:rPr>
              <a:t>The Solemnity of the Most Holy Body and Blood of Christ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