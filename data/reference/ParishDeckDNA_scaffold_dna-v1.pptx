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0"/>
            <a:ext cx="16459200" cy="1097280"/>
          </a:xfrm>
          <a:prstGeom prst="rect">
            <a:avLst/>
          </a:prstGeom>
          <a:noFill/>
        </p:spPr>
        <p:txBody>
          <a:bodyPr wrap="none">
            <a:spAutoFit/>
          </a:bodyPr>
          <a:lstStyle/>
          <a:p>
            <a:pPr>
              <a:defRPr sz="4000" b="1">
                <a:solidFill>
                  <a:srgbClr val="FFB800"/>
                </a:solidFill>
                <a:latin typeface="Georgia"/>
              </a:defRPr>
            </a:pPr>
            <a:r>
              <a:t>Parish Deck DNA · Scaffold</a:t>
            </a:r>
          </a:p>
        </p:txBody>
      </p:sp>
      <p:sp>
        <p:nvSpPr>
          <p:cNvPr id="3" name="TextBox 2"/>
          <p:cNvSpPr txBox="1"/>
          <p:nvPr/>
        </p:nvSpPr>
        <p:spPr>
          <a:xfrm>
            <a:off x="914400" y="2560320"/>
            <a:ext cx="15544800" cy="5486400"/>
          </a:xfrm>
          <a:prstGeom prst="rect">
            <a:avLst/>
          </a:prstGeom>
          <a:noFill/>
        </p:spPr>
        <p:txBody>
          <a:bodyPr wrap="square">
            <a:spAutoFit/>
          </a:bodyPr>
          <a:lstStyle/>
          <a:p>
            <a:pPr>
              <a:spcAft>
                <a:spcPts val="400"/>
              </a:spcAft>
              <a:defRPr sz="1800">
                <a:solidFill>
                  <a:srgbClr val="F0FDF4"/>
                </a:solidFill>
                <a:latin typeface="Arial"/>
              </a:defRPr>
            </a:pPr>
            <a:r>
              <a:t>Version dna-v1</a:t>
            </a:r>
          </a:p>
          <a:p>
            <a:pPr>
              <a:spcAft>
                <a:spcPts val="400"/>
              </a:spcAft>
              <a:defRPr sz="1800">
                <a:solidFill>
                  <a:srgbClr val="F0FDF4"/>
                </a:solidFill>
                <a:latin typeface="Arial"/>
              </a:defRPr>
            </a:pPr>
          </a:p>
          <a:p>
            <a:pPr>
              <a:spcAft>
                <a:spcPts val="400"/>
              </a:spcAft>
              <a:defRPr sz="1800">
                <a:solidFill>
                  <a:srgbClr val="F0FDF4"/>
                </a:solidFill>
                <a:latin typeface="Arial"/>
              </a:defRPr>
            </a:pPr>
            <a:r>
              <a:t>HOW TO USE</a:t>
            </a:r>
          </a:p>
          <a:p>
            <a:pPr>
              <a:spcAft>
                <a:spcPts val="400"/>
              </a:spcAft>
              <a:defRPr sz="1800">
                <a:solidFill>
                  <a:srgbClr val="F0FDF4"/>
                </a:solidFill>
                <a:latin typeface="Arial"/>
              </a:defRPr>
            </a:pPr>
            <a:r>
              <a:t>1. Style fonts, sizes, colors, and background photos on content slides.</a:t>
            </a:r>
          </a:p>
          <a:p>
            <a:pPr>
              <a:spcAft>
                <a:spcPts val="400"/>
              </a:spcAft>
              <a:defRPr sz="1800">
                <a:solidFill>
                  <a:srgbClr val="F0FDF4"/>
                </a:solidFill>
                <a:latin typeface="Arial"/>
              </a:defRPr>
            </a:pPr>
            <a:r>
              <a:t>2. Keep the left-footer LFDNA|… label — do not rename or move it.</a:t>
            </a:r>
          </a:p>
          <a:p>
            <a:pPr>
              <a:spcAft>
                <a:spcPts val="400"/>
              </a:spcAft>
              <a:defRPr sz="1800">
                <a:solidFill>
                  <a:srgbClr val="F0FDF4"/>
                </a:solidFill>
                <a:latin typeface="Arial"/>
              </a:defRPr>
            </a:pPr>
            <a:r>
              <a:t>3. OPTIONAL slides: delete extras you don’t need, or keep them for multi-page parts</a:t>
            </a:r>
          </a:p>
          <a:p>
            <a:pPr>
              <a:spcAft>
                <a:spcPts val="400"/>
              </a:spcAft>
              <a:defRPr sz="1800">
                <a:solidFill>
                  <a:srgbClr val="F0FDF4"/>
                </a:solidFill>
                <a:latin typeface="Arial"/>
              </a:defRPr>
            </a:pPr>
            <a:r>
              <a:t>   (e.g. Opening Prayer may be 1–3 slides).</a:t>
            </a:r>
          </a:p>
          <a:p>
            <a:pPr>
              <a:spcAft>
                <a:spcPts val="400"/>
              </a:spcAft>
              <a:defRPr sz="1800">
                <a:solidFill>
                  <a:srgbClr val="F0FDF4"/>
                </a:solidFill>
                <a:latin typeface="Arial"/>
              </a:defRPr>
            </a:pPr>
            <a:r>
              <a:t>4. Do NOT reorder different sections (First Reading must stay before Psalm, etc.).</a:t>
            </a:r>
          </a:p>
          <a:p>
            <a:pPr>
              <a:spcAft>
                <a:spcPts val="400"/>
              </a:spcAft>
              <a:defRPr sz="1800">
                <a:solidFill>
                  <a:srgbClr val="F0FDF4"/>
                </a:solidFill>
                <a:latin typeface="Arial"/>
              </a:defRPr>
            </a:pPr>
            <a:r>
              <a:t>5. Mass dividers (LOTW / LOTE posters) are LiturgyFlow-owned — not in this file.</a:t>
            </a:r>
          </a:p>
          <a:p>
            <a:pPr>
              <a:spcAft>
                <a:spcPts val="400"/>
              </a:spcAft>
              <a:defRPr sz="1800">
                <a:solidFill>
                  <a:srgbClr val="F0FDF4"/>
                </a:solidFill>
                <a:latin typeface="Arial"/>
              </a:defRPr>
            </a:pPr>
            <a:r>
              <a:t>6. Upload the finished .pptx in Settings → Church Profile → Parish Deck DNA.</a:t>
            </a:r>
          </a:p>
          <a:p>
            <a:pPr>
              <a:spcAft>
                <a:spcPts val="400"/>
              </a:spcAft>
              <a:defRPr sz="1800">
                <a:solidFill>
                  <a:srgbClr val="F0FDF4"/>
                </a:solidFill>
                <a:latin typeface="Arial"/>
              </a:defRPr>
            </a:pPr>
          </a:p>
          <a:p>
            <a:pPr>
              <a:spcAft>
                <a:spcPts val="400"/>
              </a:spcAft>
              <a:defRPr sz="1800">
                <a:solidFill>
                  <a:srgbClr val="F0FDF4"/>
                </a:solidFill>
                <a:latin typeface="Arial"/>
              </a:defRPr>
            </a:pPr>
            <a:r>
              <a:t>REQUIRED slides must remain. OPTIONAL slides may be deleted.</a:t>
            </a:r>
          </a:p>
        </p:txBody>
      </p:sp>
      <p:sp>
        <p:nvSpPr>
          <p:cNvPr id="4" name="TextBox 3"/>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LFDNA|guide|REQUIRED|1/1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87" name="Google Shape;87;p13"/>
          <p:cNvSpPr txBox="1"/>
          <p:nvPr/>
        </p:nvSpPr>
        <p:spPr>
          <a:xfrm>
            <a:off x="0" y="2990446"/>
            <a:ext cx="18288000" cy="1840500"/>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marL="0" marR="0" lvl="0" indent="0" algn="ctr" rtl="0">
              <a:spcBef>
                <a:spcPts val="0"/>
              </a:spcBef>
              <a:spcAft>
                <a:spcPts val="0"/>
              </a:spcAft>
              <a:buNone/>
              <a:defRPr/>
            </a:pPr>
            <a:r>
              <a:rPr lang="en-US" sz="5500" b="1" u="none" strike="noStrike" cap="none" dirty="0">
                <a:solidFill>
                  <a:srgbClr val="FFB800"/>
                </a:solidFill>
                <a:latin typeface="Arial" panose="020B0604020202020204" pitchFamily="34" charset="0"/>
                <a:ea typeface="Calibri"/>
                <a:cs typeface="Arial" panose="020B0604020202020204" pitchFamily="34" charset="0"/>
                <a:sym typeface="Calibri"/>
              </a:rPr>
              <a:t>PUT YOUR CELLPHONE ON SILENT MODE DURING THE MASS.</a:t>
            </a:r>
            <a:endParaRPr sz="5500" b="1" dirty="0">
              <a:latin typeface="Arial" panose="020B0604020202020204" pitchFamily="34" charset="0"/>
              <a:cs typeface="Arial" panose="020B0604020202020204" pitchFamily="34" charset="0"/>
            </a:endParaRPr>
          </a:p>
        </p:txBody>
      </p:sp>
      <p:sp>
        <p:nvSpPr>
          <p:cNvPr id="3" name="Google Shape;87;p13">
            <a:extLst>
              <a:ext uri="{FF2B5EF4-FFF2-40B4-BE49-F238E27FC236}">
                <a16:creationId xmlns:a16="http://schemas.microsoft.com/office/drawing/2014/main" id="{8C5BC4BB-A7D0-077D-48C7-021F6B7E4547}"/>
              </a:ext>
            </a:extLst>
          </p:cNvPr>
          <p:cNvSpPr txBox="1"/>
          <p:nvPr/>
        </p:nvSpPr>
        <p:spPr>
          <a:xfrm>
            <a:off x="685800" y="5529464"/>
            <a:ext cx="16916400" cy="1135179"/>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lvl="0" algn="ctr">
              <a:spcBef>
                <a:spcPts val="500"/>
              </a:spcBef>
              <a:defRPr/>
            </a:pPr>
            <a:r>
              <a:rPr lang="en-US" sz="6000" b="1" i="1" dirty="0">
                <a:solidFill>
                  <a:srgbClr val="F0FDF4"/>
                </a:solidFill>
                <a:latin typeface="Arial" panose="020B0604020202020204" pitchFamily="34" charset="0"/>
                <a:ea typeface="Calibri"/>
                <a:cs typeface="Arial" panose="020B0604020202020204" pitchFamily="34" charset="0"/>
                <a:sym typeface="Calibri"/>
              </a:rPr>
              <a:t>Thank you.</a:t>
            </a:r>
            <a:endParaRPr lang="en-US" sz="6000" b="1" i="1" dirty="0">
              <a:solidFill>
                <a:schemeClr val="bg1"/>
              </a:solidFill>
              <a:latin typeface="Arial" panose="020B0604020202020204" pitchFamily="34" charset="0"/>
              <a:cs typeface="Arial" panose="020B0604020202020204" pitchFamily="34" charset="0"/>
            </a:endParaRPr>
          </a:p>
        </p:txBody>
      </p:sp>
      <p:sp>
        <p:nvSpPr>
          <p:cNvPr id="88" name="TextBox 87"/>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Pre-Mass</a:t>
            </a:r>
          </a:p>
        </p:txBody>
      </p:sp>
      <p:sp>
        <p:nvSpPr>
          <p:cNvPr id="89" name="TextBox 88"/>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LFDNA|pre_mass|REQUIRED|1/1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27170"/>
            <a:ext cx="18288000" cy="192985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lang="en-US" sz="6500" dirty="0">
                <a:solidFill>
                  <a:srgbClr val="FFB800"/>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In the Name of the Father, and of the Son, and of the Holy Spirit.</a:t>
            </a:r>
          </a:p>
        </p:txBody>
      </p:sp>
      <p:sp>
        <p:nvSpPr>
          <p:cNvPr id="4" name="TextBox 3">
            <a:extLst>
              <a:ext uri="{FF2B5EF4-FFF2-40B4-BE49-F238E27FC236}">
                <a16:creationId xmlns:a16="http://schemas.microsoft.com/office/drawing/2014/main" id="{F2BA29CD-6673-C210-9661-67EAF01DB4A7}"/>
              </a:ext>
            </a:extLst>
          </p:cNvPr>
          <p:cNvSpPr txBox="1"/>
          <p:nvPr/>
        </p:nvSpPr>
        <p:spPr>
          <a:xfrm>
            <a:off x="0" y="2963816"/>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b="1" dirty="0">
                <a:solidFill>
                  <a:srgbClr val="F0FDF4"/>
                </a:solidFill>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AD5EAFEA-60CE-1B2C-4644-02EB86A1A050}"/>
              </a:ext>
            </a:extLst>
          </p:cNvPr>
          <p:cNvSpPr txBox="1"/>
          <p:nvPr/>
        </p:nvSpPr>
        <p:spPr>
          <a:xfrm>
            <a:off x="0" y="5143500"/>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lang="en-US" sz="6500" b="1" dirty="0">
                <a:solidFill>
                  <a:srgbClr val="FFB800"/>
                </a:solidFill>
                <a:latin typeface="Arial" panose="020B0604020202020204" pitchFamily="34" charset="0"/>
                <a:cs typeface="Arial" panose="020B0604020202020204" pitchFamily="34" charset="0"/>
              </a:rPr>
              <a:t>Priest:</a:t>
            </a:r>
            <a:r>
              <a:rPr lang="en-US" sz="6500" b="1" dirty="0">
                <a:solidFill>
                  <a:srgbClr val="F0FDF4"/>
                </a:solidFill>
                <a:latin typeface="Arial" panose="020B0604020202020204" pitchFamily="34" charset="0"/>
                <a:cs typeface="Arial" panose="020B0604020202020204" pitchFamily="34" charset="0"/>
              </a:rPr>
              <a:t> </a:t>
            </a:r>
            <a:r>
              <a:rPr lang="en-US" sz="6500" b="1" i="1" dirty="0">
                <a:solidFill>
                  <a:srgbClr val="F0FDF4"/>
                </a:solidFill>
                <a:latin typeface="Arial" panose="020B0604020202020204" pitchFamily="34" charset="0"/>
                <a:cs typeface="Arial" panose="020B0604020202020204" pitchFamily="34" charset="0"/>
              </a:rPr>
              <a:t>The Lord be with you.</a:t>
            </a:r>
          </a:p>
        </p:txBody>
      </p:sp>
      <p:sp>
        <p:nvSpPr>
          <p:cNvPr id="6" name="TextBox 5">
            <a:extLst>
              <a:ext uri="{FF2B5EF4-FFF2-40B4-BE49-F238E27FC236}">
                <a16:creationId xmlns:a16="http://schemas.microsoft.com/office/drawing/2014/main" id="{DB034C0A-DC0E-095C-FF76-156EA590F78F}"/>
              </a:ext>
            </a:extLst>
          </p:cNvPr>
          <p:cNvSpPr txBox="1"/>
          <p:nvPr/>
        </p:nvSpPr>
        <p:spPr>
          <a:xfrm>
            <a:off x="0" y="6173159"/>
            <a:ext cx="18288000" cy="962507"/>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b="1" dirty="0">
                <a:solidFill>
                  <a:srgbClr val="F0FDF4"/>
                </a:solidFill>
                <a:latin typeface="Arial" panose="020B0604020202020204" pitchFamily="34" charset="0"/>
                <a:cs typeface="Arial" panose="020B0604020202020204" pitchFamily="34" charset="0"/>
              </a:rPr>
              <a:t>All: And with your spirit.</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Introductory Rites</a:t>
            </a:r>
          </a:p>
        </p:txBody>
      </p:sp>
      <p:sp>
        <p:nvSpPr>
          <p:cNvPr id="8" name="TextBox 7"/>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LFDNA|introductory_rites|REQUIRED|1/1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11" name="Google Shape;150;p20">
            <a:extLst>
              <a:ext uri="{FF2B5EF4-FFF2-40B4-BE49-F238E27FC236}">
                <a16:creationId xmlns:a16="http://schemas.microsoft.com/office/drawing/2014/main" id="{A04B8061-2618-0C75-728B-269FC8F164FE}"/>
              </a:ext>
            </a:extLst>
          </p:cNvPr>
          <p:cNvSpPr txBox="1"/>
          <p:nvPr/>
        </p:nvSpPr>
        <p:spPr>
          <a:xfrm>
            <a:off x="0" y="3433970"/>
            <a:ext cx="18288000" cy="1709530"/>
          </a:xfrm>
          <a:prstGeom prst="rect">
            <a:avLst/>
          </a:prstGeom>
          <a:noFill/>
          <a:ln>
            <a:noFill/>
          </a:ln>
        </p:spPr>
        <p:txBody>
          <a:bodyPr spcFirstLastPara="1" wrap="square" lIns="109725" tIns="73150" rIns="109725" bIns="73150" anchor="t" anchorCtr="0">
            <a:noAutofit/>
          </a:bodyPr>
          <a:lstStyle/>
          <a:p>
            <a:pPr marL="0" marR="0" lvl="0" indent="0" algn="ctr" rtl="0">
              <a:spcBef>
                <a:spcPts val="0"/>
              </a:spcBef>
              <a:spcAft>
                <a:spcPts val="0"/>
              </a:spcAft>
              <a:buNone/>
              <a:defRPr/>
            </a:pPr>
            <a:r>
              <a:rPr lang="en-US" sz="7000" b="1" dirty="0">
                <a:solidFill>
                  <a:srgbClr val="FFB800"/>
                </a:solidFill>
                <a:latin typeface="Arial" panose="020B0604020202020204" pitchFamily="34" charset="0"/>
                <a:ea typeface="Calibri"/>
                <a:cs typeface="Arial" panose="020B0604020202020204" pitchFamily="34" charset="0"/>
                <a:sym typeface="Calibri"/>
              </a:rPr>
              <a:t>Priest: </a:t>
            </a:r>
            <a:r>
              <a:rPr lang="en-US" sz="7000" b="1" i="1" u="none" strike="noStrike" cap="none" dirty="0">
                <a:solidFill>
                  <a:srgbClr val="F0FDF4"/>
                </a:solidFill>
                <a:latin typeface="Arial" panose="020B0604020202020204" pitchFamily="34" charset="0"/>
                <a:ea typeface="Calibri"/>
                <a:cs typeface="Arial" panose="020B0604020202020204" pitchFamily="34" charset="0"/>
                <a:sym typeface="Calibri"/>
              </a:rPr>
              <a:t>Brethren (brothers and sisters),</a:t>
            </a:r>
            <a:endParaRPr sz="7000" b="1" i="1" dirty="0">
              <a:solidFill>
                <a:schemeClr val="bg1"/>
              </a:solidFill>
              <a:latin typeface="Arial" panose="020B0604020202020204" pitchFamily="34" charset="0"/>
              <a:ea typeface="Calibri"/>
              <a:cs typeface="Arial" panose="020B0604020202020204" pitchFamily="34" charset="0"/>
              <a:sym typeface="Calibri"/>
            </a:endParaRPr>
          </a:p>
          <a:p>
            <a:pPr marL="0" marR="0" lvl="0" indent="0" algn="ctr" rtl="0">
              <a:spcBef>
                <a:spcPts val="0"/>
              </a:spcBef>
              <a:spcAft>
                <a:spcPts val="0"/>
              </a:spcAft>
              <a:buNone/>
              <a:defRPr/>
            </a:pPr>
            <a:r>
              <a:rPr lang="en-US" sz="7000" b="1" i="1" u="none" strike="noStrike" cap="none" dirty="0">
                <a:solidFill>
                  <a:srgbClr val="F0FDF4"/>
                </a:solidFill>
                <a:latin typeface="Arial" panose="020B0604020202020204" pitchFamily="34" charset="0"/>
                <a:ea typeface="Calibri"/>
                <a:cs typeface="Arial" panose="020B0604020202020204" pitchFamily="34" charset="0"/>
                <a:sym typeface="Calibri"/>
              </a:rPr>
              <a:t>let us acknowledge our sins...</a:t>
            </a:r>
            <a:endParaRPr sz="7000" b="1" i="1" dirty="0">
              <a:solidFill>
                <a:schemeClr val="bg1"/>
              </a:solidFill>
              <a:latin typeface="Arial" panose="020B0604020202020204" pitchFamily="34" charset="0"/>
              <a:ea typeface="Calibri"/>
              <a:cs typeface="Arial" panose="020B0604020202020204" pitchFamily="34" charset="0"/>
              <a:sym typeface="Calibri"/>
            </a:endParaRPr>
          </a:p>
          <a:p>
            <a:pPr marL="0" marR="0" lvl="0" indent="0" algn="l" rtl="0">
              <a:spcBef>
                <a:spcPts val="500"/>
              </a:spcBef>
              <a:spcAft>
                <a:spcPts val="0"/>
              </a:spcAft>
              <a:buNone/>
              <a:defRPr>
                <a:solidFill>
                  <a:srgbClr val="F0FDF4"/>
                </a:solidFill>
              </a:defRPr>
            </a:pPr>
            <a:endParaRPr sz="7000" b="1" dirty="0">
              <a:latin typeface="Arial" panose="020B0604020202020204" pitchFamily="34" charset="0"/>
              <a:cs typeface="Arial" panose="020B0604020202020204" pitchFamily="34" charset="0"/>
            </a:endParaRPr>
          </a:p>
        </p:txBody>
      </p:sp>
      <p:sp>
        <p:nvSpPr>
          <p:cNvPr id="12" name="TextBox 11"/>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Penitential Act (1/3)</a:t>
            </a:r>
          </a:p>
        </p:txBody>
      </p:sp>
      <p:sp>
        <p:nvSpPr>
          <p:cNvPr id="13" name="TextBox 12"/>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LFDNA|penitential|REQUIRED|1/3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Google Shape;150;p20">
            <a:extLst>
              <a:ext uri="{FF2B5EF4-FFF2-40B4-BE49-F238E27FC236}">
                <a16:creationId xmlns:a16="http://schemas.microsoft.com/office/drawing/2014/main" id="{092D833F-0B66-C02E-1749-ECB1DEA1586F}"/>
              </a:ext>
            </a:extLst>
          </p:cNvPr>
          <p:cNvSpPr txBox="1"/>
          <p:nvPr/>
        </p:nvSpPr>
        <p:spPr>
          <a:xfrm>
            <a:off x="0" y="230588"/>
            <a:ext cx="18288000" cy="4202264"/>
          </a:xfrm>
          <a:prstGeom prst="rect">
            <a:avLst/>
          </a:prstGeom>
          <a:noFill/>
          <a:ln>
            <a:noFill/>
          </a:ln>
        </p:spPr>
        <p:txBody>
          <a:bodyPr spcFirstLastPara="1" wrap="square" lIns="109725" tIns="73150" rIns="109725" bIns="73150" anchor="t" anchorCtr="0">
            <a:noAutofit/>
          </a:bodyPr>
          <a:lstStyle/>
          <a:p>
            <a:pPr lvl="0" algn="ctr">
              <a:defRPr/>
            </a:pPr>
            <a:r>
              <a:rPr lang="en-US" sz="5400" b="1" dirty="0">
                <a:solidFill>
                  <a:srgbClr val="F0FDF4"/>
                </a:solidFill>
                <a:latin typeface="Arial" panose="020B0604020202020204" pitchFamily="34" charset="0"/>
                <a:ea typeface="Calibri"/>
                <a:cs typeface="Arial" panose="020B0604020202020204" pitchFamily="34" charset="0"/>
                <a:sym typeface="Calibri"/>
              </a:rPr>
              <a:t>All:</a:t>
            </a:r>
          </a:p>
          <a:p>
            <a:pPr lvl="0" algn="ctr">
              <a:defRPr/>
            </a:pPr>
            <a:r>
              <a:rPr lang="en-US" sz="5400" b="1" i="1" dirty="0">
                <a:solidFill>
                  <a:srgbClr val="F0FDF4"/>
                </a:solidFill>
                <a:latin typeface="Arial" panose="020B0604020202020204" pitchFamily="34" charset="0"/>
                <a:ea typeface="Calibri"/>
                <a:cs typeface="Arial" panose="020B0604020202020204" pitchFamily="34" charset="0"/>
                <a:sym typeface="Calibri"/>
              </a:rPr>
              <a:t>I confess to almighty God</a:t>
            </a:r>
            <a:r>
              <a:rPr lang="en-US" sz="4800" b="1" i="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and to you, my brothers and sisters,</a:t>
            </a:r>
            <a:r>
              <a:rPr lang="en-US" sz="4800" b="1" dirty="0">
                <a:solidFill>
                  <a:srgbClr val="F0FDF4"/>
                </a:solidFill>
                <a:latin typeface="Arial" panose="020B0604020202020204" pitchFamily="34" charset="0"/>
                <a:ea typeface="Calibri"/>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that I have greatly sinned,</a:t>
            </a:r>
            <a:r>
              <a:rPr lang="en-US" sz="4800" b="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in my thoughts and in my words,</a:t>
            </a:r>
            <a:r>
              <a:rPr lang="en-US" sz="4800" b="1" dirty="0">
                <a:solidFill>
                  <a:srgbClr val="F0FDF4"/>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in what I have done and in what I have failed to do...</a:t>
            </a:r>
          </a:p>
        </p:txBody>
      </p:sp>
      <p:sp>
        <p:nvSpPr>
          <p:cNvPr id="3" name="Google Shape;150;p20">
            <a:extLst>
              <a:ext uri="{FF2B5EF4-FFF2-40B4-BE49-F238E27FC236}">
                <a16:creationId xmlns:a16="http://schemas.microsoft.com/office/drawing/2014/main" id="{A6D56A76-9399-5D42-5B93-9B5E66906F85}"/>
              </a:ext>
            </a:extLst>
          </p:cNvPr>
          <p:cNvSpPr txBox="1"/>
          <p:nvPr/>
        </p:nvSpPr>
        <p:spPr>
          <a:xfrm>
            <a:off x="0" y="5426761"/>
            <a:ext cx="18288000" cy="3346174"/>
          </a:xfrm>
          <a:prstGeom prst="rect">
            <a:avLst/>
          </a:prstGeom>
          <a:noFill/>
          <a:ln>
            <a:noFill/>
          </a:ln>
        </p:spPr>
        <p:txBody>
          <a:bodyPr spcFirstLastPara="1" wrap="square" lIns="109725" tIns="73150" rIns="109725" bIns="73150" anchor="t" anchorCtr="0">
            <a:noAutofit/>
          </a:bodyPr>
          <a:lstStyle/>
          <a:p>
            <a:pPr lvl="0" algn="ctr">
              <a:spcBef>
                <a:spcPts val="500"/>
              </a:spcBef>
              <a:defRPr/>
            </a:pPr>
            <a:r>
              <a:rPr lang="en-US" sz="5400" b="1" i="1" dirty="0">
                <a:solidFill>
                  <a:srgbClr val="FFB800"/>
                </a:solidFill>
                <a:latin typeface="Arial" panose="020B0604020202020204" pitchFamily="34" charset="0"/>
                <a:ea typeface="Calibri"/>
                <a:cs typeface="Arial" panose="020B0604020202020204" pitchFamily="34" charset="0"/>
                <a:sym typeface="Calibri"/>
              </a:rPr>
              <a:t>through my fault, through my fault,</a:t>
            </a:r>
            <a:r>
              <a:rPr lang="en-US" sz="4800" b="1" i="1" dirty="0">
                <a:solidFill>
                  <a:srgbClr val="FFB800"/>
                </a:solidFill>
                <a:latin typeface="Arial" panose="020B0604020202020204" pitchFamily="34" charset="0"/>
                <a:cs typeface="Arial" panose="020B0604020202020204" pitchFamily="34" charset="0"/>
              </a:rPr>
              <a:t> </a:t>
            </a:r>
            <a:r>
              <a:rPr lang="en-US" sz="5400" b="1" i="1" dirty="0">
                <a:solidFill>
                  <a:srgbClr val="FFB800"/>
                </a:solidFill>
                <a:latin typeface="Arial" panose="020B0604020202020204" pitchFamily="34" charset="0"/>
                <a:ea typeface="Calibri"/>
                <a:cs typeface="Arial" panose="020B0604020202020204" pitchFamily="34" charset="0"/>
                <a:sym typeface="Calibri"/>
              </a:rPr>
              <a:t>through my most grievous fault;</a:t>
            </a:r>
            <a:r>
              <a:rPr lang="en-US" sz="4800" b="1" i="1" dirty="0">
                <a:solidFill>
                  <a:srgbClr val="FFB800"/>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therefore I ask blessed Mary ever-Virgin,</a:t>
            </a:r>
            <a:r>
              <a:rPr lang="en-US" sz="4800" b="1" dirty="0">
                <a:solidFill>
                  <a:srgbClr val="F0FDF4"/>
                </a:solidFill>
                <a:latin typeface="Arial" panose="020B0604020202020204" pitchFamily="34" charset="0"/>
                <a:ea typeface="Calibri"/>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all the Angels and Saints,</a:t>
            </a:r>
            <a:r>
              <a:rPr lang="en-US" sz="4800" b="1" dirty="0">
                <a:solidFill>
                  <a:srgbClr val="F0FDF4"/>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and you, my brothers and sisters,</a:t>
            </a:r>
            <a:r>
              <a:rPr lang="en-US" sz="4800" b="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to pray for me to the Lord our God.</a:t>
            </a:r>
            <a:endParaRPr lang="en-US" sz="4800" b="1" dirty="0">
              <a:solidFill>
                <a:schemeClr val="bg1"/>
              </a:solidFill>
              <a:latin typeface="Arial" panose="020B0604020202020204" pitchFamily="34" charset="0"/>
              <a:cs typeface="Arial" panose="020B0604020202020204" pitchFamily="34" charset="0"/>
            </a:endParaRPr>
          </a:p>
        </p:txBody>
      </p:sp>
      <p:sp>
        <p:nvSpPr>
          <p:cNvPr id="4" name="Google Shape;150;p20">
            <a:extLst>
              <a:ext uri="{FF2B5EF4-FFF2-40B4-BE49-F238E27FC236}">
                <a16:creationId xmlns:a16="http://schemas.microsoft.com/office/drawing/2014/main" id="{A6AABE4C-946D-B425-B087-C6073C4F1E85}"/>
              </a:ext>
            </a:extLst>
          </p:cNvPr>
          <p:cNvSpPr txBox="1"/>
          <p:nvPr/>
        </p:nvSpPr>
        <p:spPr>
          <a:xfrm>
            <a:off x="0" y="4511708"/>
            <a:ext cx="18288000" cy="1133057"/>
          </a:xfrm>
          <a:prstGeom prst="rect">
            <a:avLst/>
          </a:prstGeom>
          <a:noFill/>
          <a:ln>
            <a:noFill/>
          </a:ln>
        </p:spPr>
        <p:txBody>
          <a:bodyPr spcFirstLastPara="1" wrap="square" lIns="109725" tIns="73150" rIns="109725" bIns="73150" anchor="t" anchorCtr="0">
            <a:noAutofit/>
          </a:bodyPr>
          <a:lstStyle/>
          <a:p>
            <a:pPr lvl="0" algn="ctr">
              <a:spcBef>
                <a:spcPts val="500"/>
              </a:spcBef>
              <a:defRPr/>
            </a:pPr>
            <a:r>
              <a:rPr lang="en-US" sz="5400" b="1" i="1" dirty="0">
                <a:solidFill>
                  <a:srgbClr val="FFB800"/>
                </a:solidFill>
                <a:latin typeface="Georgia" panose="02040502050405020303" pitchFamily="18" charset="0"/>
                <a:ea typeface="Calibri"/>
                <a:cs typeface="Arial" panose="020B0604020202020204" pitchFamily="34" charset="0"/>
                <a:sym typeface="Calibri"/>
              </a:rPr>
              <a:t>(strike chest)</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Penitential Act (2/3)</a:t>
            </a:r>
          </a:p>
        </p:txBody>
      </p:sp>
      <p:sp>
        <p:nvSpPr>
          <p:cNvPr id="6" name="TextBox 5"/>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LFDNA|penitential|REQUIRED|2/3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159" name="Google Shape;159;p21"/>
          <p:cNvSpPr txBox="1"/>
          <p:nvPr/>
        </p:nvSpPr>
        <p:spPr>
          <a:xfrm>
            <a:off x="0" y="1569072"/>
            <a:ext cx="18288000" cy="3276790"/>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pPr>
            <a:r>
              <a:rPr lang="en-US" sz="6500" b="1" dirty="0">
                <a:solidFill>
                  <a:srgbClr val="FFB800"/>
                </a:solidFill>
                <a:latin typeface="Arial" panose="020B0604020202020204" pitchFamily="34" charset="0"/>
                <a:ea typeface="Calibri"/>
                <a:cs typeface="Arial" panose="020B0604020202020204" pitchFamily="34" charset="0"/>
                <a:sym typeface="Calibri"/>
              </a:rPr>
              <a:t>Priest: </a:t>
            </a:r>
            <a:r>
              <a:rPr lang="en-US" sz="6500" b="1" i="1" dirty="0">
                <a:solidFill>
                  <a:srgbClr val="F0FDF4"/>
                </a:solidFill>
                <a:latin typeface="Arial" panose="020B0604020202020204" pitchFamily="34" charset="0"/>
                <a:ea typeface="Calibri"/>
                <a:cs typeface="Arial" panose="020B0604020202020204" pitchFamily="34" charset="0"/>
                <a:sym typeface="Calibri"/>
              </a:rPr>
              <a:t>May almighty God have mercy on us,</a:t>
            </a:r>
            <a:endParaRPr sz="6500" b="1" i="1" dirty="0">
              <a:solidFill>
                <a:schemeClr val="lt1"/>
              </a:solidFill>
              <a:latin typeface="Arial" panose="020B0604020202020204" pitchFamily="34" charset="0"/>
              <a:ea typeface="Calibri"/>
              <a:cs typeface="Arial" panose="020B0604020202020204" pitchFamily="34" charset="0"/>
              <a:sym typeface="Calibri"/>
            </a:endParaRPr>
          </a:p>
          <a:p>
            <a:pPr marL="0" lvl="0" indent="0" algn="ctr" rtl="0">
              <a:spcBef>
                <a:spcPts val="500"/>
              </a:spcBef>
              <a:spcAft>
                <a:spcPts val="0"/>
              </a:spcAft>
              <a:buClr>
                <a:schemeClr val="dk1"/>
              </a:buClr>
              <a:buFont typeface="Arial"/>
              <a:buNone/>
              <a:defRPr/>
            </a:pPr>
            <a:r>
              <a:rPr lang="en-US" sz="6500" b="1" i="1" dirty="0">
                <a:solidFill>
                  <a:srgbClr val="F0FDF4"/>
                </a:solidFill>
                <a:latin typeface="Arial" panose="020B0604020202020204" pitchFamily="34" charset="0"/>
                <a:ea typeface="Calibri"/>
                <a:cs typeface="Arial" panose="020B0604020202020204" pitchFamily="34" charset="0"/>
                <a:sym typeface="Calibri"/>
              </a:rPr>
              <a:t>forgive us our sins and bring us to everlasting life</a:t>
            </a:r>
            <a:r>
              <a:rPr lang="en-US" sz="6500" b="1" i="1" dirty="0">
                <a:solidFill>
                  <a:srgbClr val="FFB800"/>
                </a:solidFill>
                <a:latin typeface="Arial" panose="020B0604020202020204" pitchFamily="34" charset="0"/>
                <a:ea typeface="Calibri"/>
                <a:cs typeface="Arial" panose="020B0604020202020204" pitchFamily="34" charset="0"/>
                <a:sym typeface="Calibri"/>
              </a:rPr>
              <a:t>.</a:t>
            </a:r>
            <a:endParaRPr sz="6500" b="1" i="1" dirty="0">
              <a:solidFill>
                <a:srgbClr val="FFDA91"/>
              </a:solidFill>
              <a:latin typeface="Arial" panose="020B0604020202020204" pitchFamily="34" charset="0"/>
              <a:ea typeface="Calibri"/>
              <a:cs typeface="Arial" panose="020B0604020202020204" pitchFamily="34" charset="0"/>
              <a:sym typeface="Calibri"/>
            </a:endParaRPr>
          </a:p>
        </p:txBody>
      </p:sp>
      <p:sp>
        <p:nvSpPr>
          <p:cNvPr id="164" name="Google Shape;164;p21"/>
          <p:cNvSpPr txBox="1"/>
          <p:nvPr/>
        </p:nvSpPr>
        <p:spPr>
          <a:xfrm>
            <a:off x="0" y="6256725"/>
            <a:ext cx="18288000" cy="1750732"/>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pPr>
            <a:r>
              <a:rPr lang="en-US" sz="10000" b="1" dirty="0">
                <a:solidFill>
                  <a:srgbClr val="F0FDF4"/>
                </a:solidFill>
                <a:latin typeface="Arial" panose="020B0604020202020204" pitchFamily="34" charset="0"/>
                <a:ea typeface="Calibri"/>
                <a:cs typeface="Arial" panose="020B0604020202020204" pitchFamily="34" charset="0"/>
                <a:sym typeface="Calibri"/>
              </a:rPr>
              <a:t>All: AMEN!</a:t>
            </a:r>
            <a:endParaRPr sz="10000" b="1" dirty="0">
              <a:solidFill>
                <a:schemeClr val="bg1"/>
              </a:solidFill>
              <a:latin typeface="Arial" panose="020B0604020202020204" pitchFamily="34" charset="0"/>
              <a:ea typeface="Calibri"/>
              <a:cs typeface="Arial" panose="020B0604020202020204" pitchFamily="34" charset="0"/>
              <a:sym typeface="Calibri"/>
            </a:endParaRPr>
          </a:p>
        </p:txBody>
      </p:sp>
      <p:sp>
        <p:nvSpPr>
          <p:cNvPr id="165" name="TextBox 16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Penitential Act (3/3)</a:t>
            </a:r>
          </a:p>
        </p:txBody>
      </p:sp>
      <p:sp>
        <p:nvSpPr>
          <p:cNvPr id="166" name="TextBox 165"/>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LFDNA|penitential|REQUIRED|3/3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4040533" y="1329421"/>
            <a:ext cx="10206933"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LORD, HAVE MERCY.</a:t>
            </a:r>
          </a:p>
        </p:txBody>
      </p:sp>
      <p:sp>
        <p:nvSpPr>
          <p:cNvPr id="3" name="TextBox 3"/>
          <p:cNvSpPr txBox="1"/>
          <p:nvPr/>
        </p:nvSpPr>
        <p:spPr>
          <a:xfrm>
            <a:off x="4040533" y="4238944"/>
            <a:ext cx="10544863"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CHRIST,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CHRIST,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CHRIST, HAVE MERCY.</a:t>
            </a:r>
          </a:p>
        </p:txBody>
      </p:sp>
      <p:sp>
        <p:nvSpPr>
          <p:cNvPr id="4" name="TextBox 4"/>
          <p:cNvSpPr txBox="1"/>
          <p:nvPr/>
        </p:nvSpPr>
        <p:spPr>
          <a:xfrm>
            <a:off x="4040534" y="7148468"/>
            <a:ext cx="10544862"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LORD, HAVE MERCY.</a:t>
            </a:r>
          </a:p>
        </p:txBody>
      </p:sp>
      <p:sp>
        <p:nvSpPr>
          <p:cNvPr id="8" name="TextBox 7">
            <a:extLst>
              <a:ext uri="{FF2B5EF4-FFF2-40B4-BE49-F238E27FC236}">
                <a16:creationId xmlns:a16="http://schemas.microsoft.com/office/drawing/2014/main" id="{930F1F71-8092-F45A-9882-366A7F7F0588}"/>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Kyrie Eleison</a:t>
            </a:r>
            <a:endParaRPr sz="3600" b="1" u="sng" dirty="0">
              <a:solidFill>
                <a:srgbClr val="86EFAC"/>
              </a:solidFill>
              <a:latin typeface="Georgia"/>
            </a:endParaRPr>
          </a:p>
        </p:txBody>
      </p:sp>
      <p:sp>
        <p:nvSpPr>
          <p:cNvPr id="9" name="TextBox 8"/>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Kyrie Eleison</a:t>
            </a:r>
          </a:p>
        </p:txBody>
      </p:sp>
      <p:sp>
        <p:nvSpPr>
          <p:cNvPr id="10" name="TextBox 9"/>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LFDNA|kyrie|REQUIRED|1/1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896938"/>
            <a:ext cx="18288000" cy="4138869"/>
          </a:xfrm>
          <a:prstGeom prst="rect">
            <a:avLst/>
          </a:prstGeom>
        </p:spPr>
        <p:txBody>
          <a:bodyPr lIns="0" tIns="0" rIns="0" bIns="0" rtlCol="0" anchor="t">
            <a:spAutoFit/>
          </a:bodyPr>
          <a:lstStyle/>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8123"/>
              </a:lnSpc>
              <a:spcBef>
                <a:spcPct val="0"/>
              </a:spcBef>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3" name="TextBox 3"/>
          <p:cNvSpPr txBox="1"/>
          <p:nvPr/>
        </p:nvSpPr>
        <p:spPr>
          <a:xfrm>
            <a:off x="0" y="5132070"/>
            <a:ext cx="18288000" cy="5074921"/>
          </a:xfrm>
          <a:prstGeom prst="rect">
            <a:avLst/>
          </a:prstGeom>
        </p:spPr>
        <p:txBody>
          <a:bodyPr lIns="0" tIns="0" rIns="0" bIns="0" rtlCol="0" anchor="t">
            <a:spAutoFit/>
          </a:bodyPr>
          <a:lstStyle/>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PRAISE YOU, WE BLESS YOU,</a:t>
            </a:r>
          </a:p>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ADORE YOU, WE GLORIFY YOU,</a:t>
            </a:r>
          </a:p>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GIVE YOU THANKS FOR YOUR GREAT GLORY, LORD GOD, HEAVENLY KING,</a:t>
            </a:r>
          </a:p>
          <a:p>
            <a:pPr marL="0" lvl="0" indent="0" algn="ctr">
              <a:lnSpc>
                <a:spcPts val="7979"/>
              </a:lnSpc>
              <a:spcBef>
                <a:spcPct val="0"/>
              </a:spcBef>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O GOD, ALMIGHTY FATHER. </a:t>
            </a:r>
          </a:p>
        </p:txBody>
      </p:sp>
      <p:sp>
        <p:nvSpPr>
          <p:cNvPr id="7" name="TextBox 6">
            <a:extLst>
              <a:ext uri="{FF2B5EF4-FFF2-40B4-BE49-F238E27FC236}">
                <a16:creationId xmlns:a16="http://schemas.microsoft.com/office/drawing/2014/main" id="{6BA9F0D8-448F-2511-EAC2-EFC6680FA374}"/>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Gloria</a:t>
            </a:r>
            <a:endParaRPr sz="3600" b="1" u="sng" dirty="0">
              <a:solidFill>
                <a:srgbClr val="86EFAC"/>
              </a:solidFill>
              <a:latin typeface="Georgia"/>
            </a:endParaRPr>
          </a:p>
        </p:txBody>
      </p:sp>
      <p:sp>
        <p:nvSpPr>
          <p:cNvPr id="8" name="TextBox 7"/>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Gloria (1/4)</a:t>
            </a:r>
          </a:p>
        </p:txBody>
      </p:sp>
      <p:sp>
        <p:nvSpPr>
          <p:cNvPr id="9" name="TextBox 8"/>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LFDNA|gloria|REQUIRED|1/4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441462"/>
            <a:ext cx="18288000" cy="2749599"/>
          </a:xfrm>
          <a:prstGeom prst="rect">
            <a:avLst/>
          </a:prstGeom>
        </p:spPr>
        <p:txBody>
          <a:bodyPr lIns="0" tIns="0" rIns="0" bIns="0" rtlCol="0" anchor="t">
            <a:spAutoFit/>
          </a:bodyPr>
          <a:lstStyle/>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LORD JESUS CHRIST, ONLY BEGOTTEN SON, </a:t>
            </a:r>
          </a:p>
          <a:p>
            <a:pPr marL="0" lvl="0" indent="0"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LORD GOD, LAMB OF GOD, SON OF THE FATHER.</a:t>
            </a:r>
          </a:p>
        </p:txBody>
      </p:sp>
      <p:sp>
        <p:nvSpPr>
          <p:cNvPr id="3" name="TextBox 3"/>
          <p:cNvSpPr txBox="1"/>
          <p:nvPr/>
        </p:nvSpPr>
        <p:spPr>
          <a:xfrm>
            <a:off x="0" y="3446070"/>
            <a:ext cx="18288000" cy="6583553"/>
          </a:xfrm>
          <a:prstGeom prst="rect">
            <a:avLst/>
          </a:prstGeom>
        </p:spPr>
        <p:txBody>
          <a:bodyPr wrap="square" lIns="0" tIns="0" rIns="0" bIns="0" rtlCol="0" anchor="t">
            <a:spAutoFit/>
          </a:bodyPr>
          <a:lstStyle/>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6099" b="1" dirty="0">
                <a:solidFill>
                  <a:srgbClr val="F0FDF4"/>
                </a:solidFill>
                <a:latin typeface="Arial" panose="020B0604020202020204" pitchFamily="34" charset="0"/>
                <a:ea typeface="Poppins Bold"/>
                <a:cs typeface="Arial" panose="020B0604020202020204" pitchFamily="34" charset="0"/>
                <a:sym typeface="Poppins Bold"/>
              </a:rPr>
              <a:t>;</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RECEIVE OUR PRAYER</a:t>
            </a:r>
            <a:r>
              <a:rPr lang="en-US" sz="6099" b="1" dirty="0">
                <a:solidFill>
                  <a:srgbClr val="F0FDF4"/>
                </a:solidFill>
                <a:latin typeface="Arial" panose="020B0604020202020204" pitchFamily="34" charset="0"/>
                <a:ea typeface="Poppins Bold"/>
                <a:cs typeface="Arial" panose="020B0604020202020204" pitchFamily="34" charset="0"/>
                <a:sym typeface="Poppins Bold"/>
              </a:rPr>
              <a:t>;</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ARE SEATED AT THE RIGHT HAND,</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THE RIGHT OF THE FATHER,</a:t>
            </a:r>
          </a:p>
          <a:p>
            <a:pPr marL="0" lvl="0" indent="0"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6099" b="1" dirty="0">
                <a:solidFill>
                  <a:srgbClr val="F0FDF4"/>
                </a:solidFill>
                <a:latin typeface="Arial" panose="020B0604020202020204" pitchFamily="34" charset="0"/>
                <a:ea typeface="Poppins Bold"/>
                <a:cs typeface="Arial" panose="020B0604020202020204" pitchFamily="34" charset="0"/>
                <a:sym typeface="Poppins Bold"/>
              </a:rPr>
              <a:t>. </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Gloria (2/4)</a:t>
            </a:r>
          </a:p>
        </p:txBody>
      </p:sp>
      <p:sp>
        <p:nvSpPr>
          <p:cNvPr id="5" name="TextBox 4"/>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LFDNA|gloria|REQUIRED|2/4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5207256"/>
            <a:ext cx="18288000" cy="4631055"/>
          </a:xfrm>
          <a:prstGeom prst="rect">
            <a:avLst/>
          </a:prstGeom>
        </p:spPr>
        <p:txBody>
          <a:bodyPr lIns="0" tIns="0" rIns="0" bIns="0" rtlCol="0" anchor="t">
            <a:spAutoFit/>
          </a:bodyPr>
          <a:lstStyle/>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FOR YOU ALONE ARE THE HOLY ONE, </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YOU ALONE ARE THE LORD,</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YOU ALONE ARE THE MOST HIGH,</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JESUS CHRIST, WITH THE HOLY SPIRIT,</a:t>
            </a:r>
          </a:p>
          <a:p>
            <a:pPr marL="0" lvl="0" indent="0"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IN THE GLORY OF GOD THE FATHER. </a:t>
            </a:r>
          </a:p>
        </p:txBody>
      </p:sp>
      <p:sp>
        <p:nvSpPr>
          <p:cNvPr id="6" name="TextBox 6"/>
          <p:cNvSpPr txBox="1"/>
          <p:nvPr/>
        </p:nvSpPr>
        <p:spPr>
          <a:xfrm>
            <a:off x="0" y="521018"/>
            <a:ext cx="18288000" cy="4276664"/>
          </a:xfrm>
          <a:prstGeom prst="rect">
            <a:avLst/>
          </a:prstGeom>
        </p:spPr>
        <p:txBody>
          <a:bodyPr lIns="0" tIns="0" rIns="0" bIns="0" rtlCol="0" anchor="t">
            <a:spAutoFit/>
          </a:bodyPr>
          <a:lstStyle/>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8403"/>
              </a:lnSpc>
              <a:spcBef>
                <a:spcPct val="0"/>
              </a:spcBef>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Gloria (3/4)</a:t>
            </a:r>
          </a:p>
        </p:txBody>
      </p:sp>
      <p:sp>
        <p:nvSpPr>
          <p:cNvPr id="8" name="TextBox 7"/>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LFDNA|gloria|REQUIRED|3/4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7432051"/>
            <a:ext cx="18288000" cy="1263808"/>
          </a:xfrm>
          <a:prstGeom prst="rect">
            <a:avLst/>
          </a:prstGeom>
        </p:spPr>
        <p:txBody>
          <a:bodyPr lIns="0" tIns="0" rIns="0" bIns="0" rtlCol="0" anchor="t">
            <a:spAutoFit/>
          </a:bodyPr>
          <a:lstStyle/>
          <a:p>
            <a:pPr marL="0" lvl="0" indent="0" algn="ctr">
              <a:lnSpc>
                <a:spcPts val="10526"/>
              </a:lnSpc>
              <a:defRPr/>
            </a:pPr>
            <a:r>
              <a:rPr lang="en-US" sz="8699" b="1" dirty="0">
                <a:solidFill>
                  <a:srgbClr val="F0FDF4"/>
                </a:solidFill>
                <a:latin typeface="Arial" panose="020B0604020202020204" pitchFamily="34" charset="0"/>
                <a:ea typeface="Poppins Bold"/>
                <a:cs typeface="Arial" panose="020B0604020202020204" pitchFamily="34" charset="0"/>
                <a:sym typeface="Poppins Bold"/>
              </a:rPr>
              <a:t>AMEN, AMEN, AMEN!</a:t>
            </a:r>
          </a:p>
        </p:txBody>
      </p:sp>
      <p:sp>
        <p:nvSpPr>
          <p:cNvPr id="6" name="TextBox 6"/>
          <p:cNvSpPr txBox="1"/>
          <p:nvPr/>
        </p:nvSpPr>
        <p:spPr>
          <a:xfrm>
            <a:off x="0" y="1724273"/>
            <a:ext cx="18288000" cy="5122485"/>
          </a:xfrm>
          <a:prstGeom prst="rect">
            <a:avLst/>
          </a:prstGeom>
        </p:spPr>
        <p:txBody>
          <a:bodyPr lIns="0" tIns="0" rIns="0" bIns="0" rtlCol="0" anchor="t">
            <a:spAutoFit/>
          </a:bodyPr>
          <a:lstStyle/>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10083"/>
              </a:lnSpc>
              <a:spcBef>
                <a:spcPct val="0"/>
              </a:spcBef>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Gloria (4/4)</a:t>
            </a:r>
          </a:p>
        </p:txBody>
      </p:sp>
      <p:sp>
        <p:nvSpPr>
          <p:cNvPr id="8" name="TextBox 7"/>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LFDNA|gloria|REQUIRED|4/4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 y="2514276"/>
            <a:ext cx="18105120" cy="2094875"/>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lang="en-US" sz="6500" dirty="0">
                <a:solidFill>
                  <a:srgbClr val="FFB800"/>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Let us pray.</a:t>
            </a:r>
          </a:p>
        </p:txBody>
      </p:sp>
      <p:sp>
        <p:nvSpPr>
          <p:cNvPr id="4" name="TextBox 3">
            <a:extLst>
              <a:ext uri="{FF2B5EF4-FFF2-40B4-BE49-F238E27FC236}">
                <a16:creationId xmlns:a16="http://schemas.microsoft.com/office/drawing/2014/main" id="{D523B40F-D4AE-E410-B93B-DBCE73DFD0DC}"/>
              </a:ext>
            </a:extLst>
          </p:cNvPr>
          <p:cNvSpPr txBox="1"/>
          <p:nvPr/>
        </p:nvSpPr>
        <p:spPr>
          <a:xfrm>
            <a:off x="0" y="5677850"/>
            <a:ext cx="1810512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dirty="0">
                <a:solidFill>
                  <a:srgbClr val="F0FDF4"/>
                </a:solidFill>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DF34FD32-C662-A942-8295-B1C168627E18}"/>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Liturgy Of The Word</a:t>
            </a:r>
            <a:endParaRPr sz="50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Word</a:t>
            </a:r>
          </a:p>
        </p:txBody>
      </p:sp>
      <p:sp>
        <p:nvSpPr>
          <p:cNvPr id="7" name="TextBox 6"/>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LFDNA|lotw_prayer|OPTIONAL|1/3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 y="2514276"/>
            <a:ext cx="18105120" cy="2094875"/>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lang="en-US" sz="6500" dirty="0">
                <a:solidFill>
                  <a:srgbClr val="FFB800"/>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Let us pray.</a:t>
            </a:r>
          </a:p>
        </p:txBody>
      </p:sp>
      <p:sp>
        <p:nvSpPr>
          <p:cNvPr id="4" name="TextBox 3">
            <a:extLst>
              <a:ext uri="{FF2B5EF4-FFF2-40B4-BE49-F238E27FC236}">
                <a16:creationId xmlns:a16="http://schemas.microsoft.com/office/drawing/2014/main" id="{D523B40F-D4AE-E410-B93B-DBCE73DFD0DC}"/>
              </a:ext>
            </a:extLst>
          </p:cNvPr>
          <p:cNvSpPr txBox="1"/>
          <p:nvPr/>
        </p:nvSpPr>
        <p:spPr>
          <a:xfrm>
            <a:off x="0" y="5677850"/>
            <a:ext cx="1810512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dirty="0">
                <a:solidFill>
                  <a:srgbClr val="F0FDF4"/>
                </a:solidFill>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DF34FD32-C662-A942-8295-B1C168627E18}"/>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Liturgy Of The Word</a:t>
            </a:r>
            <a:endParaRPr sz="50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Word</a:t>
            </a:r>
          </a:p>
        </p:txBody>
      </p:sp>
      <p:sp>
        <p:nvSpPr>
          <p:cNvPr id="7" name="TextBox 6"/>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LFDNA|lotw_prayer|OPTIONAL|2/3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 y="2514276"/>
            <a:ext cx="18105120" cy="2094875"/>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lang="en-US" sz="6500" dirty="0">
                <a:solidFill>
                  <a:srgbClr val="FFB800"/>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Let us pray.</a:t>
            </a:r>
          </a:p>
        </p:txBody>
      </p:sp>
      <p:sp>
        <p:nvSpPr>
          <p:cNvPr id="4" name="TextBox 3">
            <a:extLst>
              <a:ext uri="{FF2B5EF4-FFF2-40B4-BE49-F238E27FC236}">
                <a16:creationId xmlns:a16="http://schemas.microsoft.com/office/drawing/2014/main" id="{D523B40F-D4AE-E410-B93B-DBCE73DFD0DC}"/>
              </a:ext>
            </a:extLst>
          </p:cNvPr>
          <p:cNvSpPr txBox="1"/>
          <p:nvPr/>
        </p:nvSpPr>
        <p:spPr>
          <a:xfrm>
            <a:off x="0" y="5677850"/>
            <a:ext cx="1810512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dirty="0">
                <a:solidFill>
                  <a:srgbClr val="F0FDF4"/>
                </a:solidFill>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DF34FD32-C662-A942-8295-B1C168627E18}"/>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Liturgy Of The Word</a:t>
            </a:r>
            <a:endParaRPr sz="50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Word</a:t>
            </a:r>
          </a:p>
        </p:txBody>
      </p:sp>
      <p:sp>
        <p:nvSpPr>
          <p:cNvPr id="7" name="TextBox 6"/>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LFDNA|lotw_prayer|OPTIONAL|3/3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t>Liturgy of the Word</a:t>
            </a:r>
          </a:p>
        </p:txBody>
      </p:sp>
      <p:sp>
        <p:nvSpPr>
          <p:cNvPr id="3" name="TextBox 2"/>
          <p:cNvSpPr txBox="1"/>
          <p:nvPr/>
        </p:nvSpPr>
        <p:spPr>
          <a:xfrm>
            <a:off x="914400" y="3273553"/>
            <a:ext cx="16459200" cy="1020152"/>
          </a:xfrm>
          <a:prstGeom prst="rect">
            <a:avLst/>
          </a:prstGeom>
          <a:noFill/>
        </p:spPr>
        <p:txBody>
          <a:bodyPr wrap="square" lIns="109728" tIns="73152" rIns="109728" bIns="73152" anchor="ctr">
            <a:noAutofit/>
          </a:bodyPr>
          <a:lstStyle/>
          <a:p>
            <a:pPr algn="ctr">
              <a:spcAft>
                <a:spcPts val="1600"/>
              </a:spcAft>
              <a:defRPr sz="5500" b="1" i="0" u="none">
                <a:solidFill>
                  <a:srgbClr val="FFB800"/>
                </a:solidFill>
                <a:latin typeface="Arial"/>
              </a:defRPr>
            </a:pPr>
            <a:r>
              <a:rPr sz="6000" dirty="0"/>
              <a:t>First Reading</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Word</a:t>
            </a:r>
          </a:p>
        </p:txBody>
      </p:sp>
      <p:sp>
        <p:nvSpPr>
          <p:cNvPr id="5" name="TextBox 4">
            <a:extLst>
              <a:ext uri="{FF2B5EF4-FFF2-40B4-BE49-F238E27FC236}">
                <a16:creationId xmlns:a16="http://schemas.microsoft.com/office/drawing/2014/main" id="{ED11F322-F618-3AF9-1A95-114FB2F300B6}"/>
              </a:ext>
            </a:extLst>
          </p:cNvPr>
          <p:cNvSpPr txBox="1"/>
          <p:nvPr/>
        </p:nvSpPr>
        <p:spPr>
          <a:xfrm>
            <a:off x="914400" y="4459623"/>
            <a:ext cx="16459200" cy="1020152"/>
          </a:xfrm>
          <a:prstGeom prst="rect">
            <a:avLst/>
          </a:prstGeom>
          <a:noFill/>
        </p:spPr>
        <p:txBody>
          <a:bodyPr wrap="square" lIns="109728" tIns="73152" rIns="109728" bIns="73152" anchor="ctr">
            <a:noAutofit/>
          </a:bodyPr>
          <a:lstStyle/>
          <a:p>
            <a:pPr algn="ctr">
              <a:defRPr sz="5500" b="0" i="0" u="none">
                <a:solidFill>
                  <a:srgbClr val="F0FDF4"/>
                </a:solidFill>
                <a:latin typeface="Arial"/>
              </a:defRPr>
            </a:pPr>
            <a:r>
              <a:rPr lang="en-US" sz="6600" dirty="0"/>
              <a:t>Jeremiah 20:10-13</a:t>
            </a:r>
          </a:p>
        </p:txBody>
      </p:sp>
      <p:sp>
        <p:nvSpPr>
          <p:cNvPr id="6" name="TextBox 5"/>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LFDNA|first_reading|REQUIRED|1/1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t>Liturgy of the Word</a:t>
            </a:r>
          </a:p>
        </p:txBody>
      </p:sp>
      <p:sp>
        <p:nvSpPr>
          <p:cNvPr id="3" name="TextBox 2"/>
          <p:cNvSpPr txBox="1"/>
          <p:nvPr/>
        </p:nvSpPr>
        <p:spPr>
          <a:xfrm>
            <a:off x="914400" y="2220004"/>
            <a:ext cx="16459200" cy="1775526"/>
          </a:xfrm>
          <a:prstGeom prst="rect">
            <a:avLst/>
          </a:prstGeom>
          <a:noFill/>
        </p:spPr>
        <p:txBody>
          <a:bodyPr wrap="square" lIns="109728" tIns="73152" rIns="109728" bIns="73152" anchor="ctr">
            <a:noAutofit/>
          </a:bodyPr>
          <a:lstStyle/>
          <a:p>
            <a:pPr algn="ctr">
              <a:spcAft>
                <a:spcPts val="1200"/>
              </a:spcAft>
              <a:defRPr sz="5500" b="1" i="0" u="none">
                <a:solidFill>
                  <a:srgbClr val="FFB800"/>
                </a:solidFill>
                <a:latin typeface="Arial"/>
              </a:defRPr>
            </a:pPr>
            <a:r>
              <a:rPr dirty="0"/>
              <a:t>Responsorial Psalm</a:t>
            </a:r>
            <a:br>
              <a:rPr dirty="0"/>
            </a:br>
            <a:r>
              <a:rPr dirty="0"/>
              <a:t>(</a:t>
            </a:r>
            <a:r>
              <a:rPr i="1" dirty="0"/>
              <a:t>Psalm 69:8-10, 14, 17, 33-35</a:t>
            </a:r>
            <a:r>
              <a:rPr dirty="0"/>
              <a:t>)</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Word</a:t>
            </a:r>
          </a:p>
        </p:txBody>
      </p:sp>
      <p:sp>
        <p:nvSpPr>
          <p:cNvPr id="5" name="TextBox 4">
            <a:extLst>
              <a:ext uri="{FF2B5EF4-FFF2-40B4-BE49-F238E27FC236}">
                <a16:creationId xmlns:a16="http://schemas.microsoft.com/office/drawing/2014/main" id="{2423FBB6-3147-28D7-6387-19BCE557DD74}"/>
              </a:ext>
            </a:extLst>
          </p:cNvPr>
          <p:cNvSpPr txBox="1"/>
          <p:nvPr/>
        </p:nvSpPr>
        <p:spPr>
          <a:xfrm>
            <a:off x="0" y="4625672"/>
            <a:ext cx="18288000" cy="1775526"/>
          </a:xfrm>
          <a:prstGeom prst="rect">
            <a:avLst/>
          </a:prstGeom>
          <a:noFill/>
        </p:spPr>
        <p:txBody>
          <a:bodyPr wrap="square" lIns="109728" tIns="73152" rIns="109728" bIns="73152" anchor="ctr">
            <a:noAutofit/>
          </a:bodyPr>
          <a:lstStyle/>
          <a:p>
            <a:pPr algn="ctr">
              <a:spcAft>
                <a:spcPts val="800"/>
              </a:spcAft>
              <a:defRPr sz="5500" b="0" i="0" u="none">
                <a:solidFill>
                  <a:srgbClr val="F0FDF4"/>
                </a:solidFill>
                <a:latin typeface="Arial"/>
              </a:defRPr>
            </a:pPr>
            <a:r>
              <a:rPr lang="en-US" sz="6000" b="1" dirty="0">
                <a:latin typeface="Arial Black" panose="020B0604020202020204" pitchFamily="34" charset="0"/>
                <a:cs typeface="Arial Black" panose="020B0604020202020204" pitchFamily="34" charset="0"/>
              </a:rPr>
              <a:t>LORD, IN YOUR GREAT LOVE, ANSWER ME.</a:t>
            </a:r>
          </a:p>
        </p:txBody>
      </p:sp>
      <p:sp>
        <p:nvSpPr>
          <p:cNvPr id="6" name="TextBox 5"/>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LFDNA|psalm|REQUIRED|1/1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a:extLst>
              <a:ext uri="{FF2B5EF4-FFF2-40B4-BE49-F238E27FC236}">
                <a16:creationId xmlns:a16="http://schemas.microsoft.com/office/drawing/2014/main" id="{BFB1C7CD-6C6A-15FA-88FD-77344BBF7CC6}"/>
              </a:ext>
            </a:extLst>
          </p:cNvPr>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t>Liturgy of the Word</a:t>
            </a:r>
          </a:p>
        </p:txBody>
      </p:sp>
      <p:sp>
        <p:nvSpPr>
          <p:cNvPr id="3" name="TextBox 2">
            <a:extLst>
              <a:ext uri="{FF2B5EF4-FFF2-40B4-BE49-F238E27FC236}">
                <a16:creationId xmlns:a16="http://schemas.microsoft.com/office/drawing/2014/main" id="{2FDAF354-60C2-0C1C-7FC8-C9F8BB38D0C9}"/>
              </a:ext>
            </a:extLst>
          </p:cNvPr>
          <p:cNvSpPr txBox="1"/>
          <p:nvPr/>
        </p:nvSpPr>
        <p:spPr>
          <a:xfrm>
            <a:off x="914400" y="3273553"/>
            <a:ext cx="16459200" cy="1020152"/>
          </a:xfrm>
          <a:prstGeom prst="rect">
            <a:avLst/>
          </a:prstGeom>
          <a:noFill/>
        </p:spPr>
        <p:txBody>
          <a:bodyPr wrap="square" lIns="109728" tIns="73152" rIns="109728" bIns="73152" anchor="ctr">
            <a:noAutofit/>
          </a:bodyPr>
          <a:lstStyle/>
          <a:p>
            <a:pPr algn="ctr">
              <a:spcAft>
                <a:spcPts val="1600"/>
              </a:spcAft>
              <a:defRPr sz="5500" b="1" i="0" u="none">
                <a:solidFill>
                  <a:srgbClr val="FFB800"/>
                </a:solidFill>
                <a:latin typeface="Arial"/>
              </a:defRPr>
            </a:pPr>
            <a:r>
              <a:rPr lang="en-US" sz="6000" dirty="0"/>
              <a:t>Second</a:t>
            </a:r>
            <a:r>
              <a:rPr sz="6000" dirty="0"/>
              <a:t> Reading</a:t>
            </a:r>
          </a:p>
        </p:txBody>
      </p:sp>
      <p:sp>
        <p:nvSpPr>
          <p:cNvPr id="4" name="TextBox 3">
            <a:extLst>
              <a:ext uri="{FF2B5EF4-FFF2-40B4-BE49-F238E27FC236}">
                <a16:creationId xmlns:a16="http://schemas.microsoft.com/office/drawing/2014/main" id="{8A7B6A6A-D0BD-99E3-93D3-C1B0153075C0}"/>
              </a:ext>
            </a:extLst>
          </p:cNvPr>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Word</a:t>
            </a:r>
          </a:p>
        </p:txBody>
      </p:sp>
      <p:sp>
        <p:nvSpPr>
          <p:cNvPr id="5" name="TextBox 4">
            <a:extLst>
              <a:ext uri="{FF2B5EF4-FFF2-40B4-BE49-F238E27FC236}">
                <a16:creationId xmlns:a16="http://schemas.microsoft.com/office/drawing/2014/main" id="{4974E577-906C-25DF-48F4-D8E7CAA24E0B}"/>
              </a:ext>
            </a:extLst>
          </p:cNvPr>
          <p:cNvSpPr txBox="1"/>
          <p:nvPr/>
        </p:nvSpPr>
        <p:spPr>
          <a:xfrm>
            <a:off x="914400" y="4459623"/>
            <a:ext cx="16459200" cy="1020152"/>
          </a:xfrm>
          <a:prstGeom prst="rect">
            <a:avLst/>
          </a:prstGeom>
          <a:noFill/>
        </p:spPr>
        <p:txBody>
          <a:bodyPr wrap="square" lIns="109728" tIns="73152" rIns="109728" bIns="73152" anchor="ctr">
            <a:noAutofit/>
          </a:bodyPr>
          <a:lstStyle/>
          <a:p>
            <a:pPr algn="ctr">
              <a:defRPr sz="5500" b="0" i="0" u="none">
                <a:solidFill>
                  <a:srgbClr val="F0FDF4"/>
                </a:solidFill>
                <a:latin typeface="Arial"/>
              </a:defRPr>
            </a:pPr>
            <a:r>
              <a:rPr lang="en-US" sz="6600" dirty="0"/>
              <a:t>Romans 5:12-15</a:t>
            </a:r>
          </a:p>
        </p:txBody>
      </p:sp>
      <p:sp>
        <p:nvSpPr>
          <p:cNvPr id="6" name="TextBox 5"/>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LFDNA|second_reading|REQUIRED|1/1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2602230"/>
            <a:ext cx="18288000" cy="4892041"/>
          </a:xfrm>
          <a:prstGeom prst="rect">
            <a:avLst/>
          </a:prstGeom>
        </p:spPr>
        <p:txBody>
          <a:bodyPr lIns="0" tIns="0" rIns="0" bIns="0" rtlCol="0" anchor="t">
            <a:noAutofit/>
          </a:bodyPr>
          <a:lstStyle/>
          <a:p>
            <a:pPr algn="ctr">
              <a:lnSpc>
                <a:spcPts val="9659"/>
              </a:lnSpc>
              <a:defRPr/>
            </a:pPr>
            <a:r>
              <a:rPr lang="en-US" sz="6900" b="1">
                <a:solidFill>
                  <a:srgbClr val="F0FDF4"/>
                </a:solidFill>
                <a:latin typeface="Arial"/>
                <a:ea typeface="Poppins Bold"/>
                <a:cs typeface="Poppins Bold"/>
                <a:sym typeface="Poppins Bold"/>
              </a:rPr>
              <a:t>ALLELUIA! ALLELUIA!</a:t>
            </a:r>
          </a:p>
          <a:p>
            <a:pPr algn="ctr">
              <a:lnSpc>
                <a:spcPts val="9659"/>
              </a:lnSpc>
              <a:defRPr/>
            </a:pPr>
            <a:r>
              <a:rPr lang="en-US" sz="6900" b="1">
                <a:solidFill>
                  <a:srgbClr val="F0FDF4"/>
                </a:solidFill>
                <a:latin typeface="Arial"/>
                <a:ea typeface="Poppins Bold"/>
                <a:cs typeface="Poppins Bold"/>
                <a:sym typeface="Poppins Bold"/>
              </a:rPr>
              <a:t>ALLELUIA! ALLELUIA!</a:t>
            </a:r>
          </a:p>
          <a:p>
            <a:pPr algn="ctr">
              <a:lnSpc>
                <a:spcPts val="9659"/>
              </a:lnSpc>
              <a:defRPr/>
            </a:pPr>
            <a:r>
              <a:rPr lang="en-US" sz="6900" b="1">
                <a:solidFill>
                  <a:srgbClr val="F0FDF4"/>
                </a:solidFill>
                <a:latin typeface="Arial"/>
                <a:ea typeface="Poppins Bold"/>
                <a:cs typeface="Poppins Bold"/>
                <a:sym typeface="Poppins Bold"/>
              </a:rPr>
              <a:t>ALLELUIA! ALLELUIA!</a:t>
            </a:r>
          </a:p>
          <a:p>
            <a:pPr marL="0" lvl="0" indent="0" algn="ctr">
              <a:lnSpc>
                <a:spcPts val="9659"/>
              </a:lnSpc>
              <a:spcBef>
                <a:spcPct val="0"/>
              </a:spcBef>
              <a:defRPr/>
            </a:pPr>
            <a:r>
              <a:rPr lang="en-US" sz="6900" b="1">
                <a:solidFill>
                  <a:srgbClr val="F0FDF4"/>
                </a:solidFill>
                <a:latin typeface="Arial"/>
                <a:ea typeface="Poppins Bold"/>
                <a:cs typeface="Poppins Bold"/>
                <a:sym typeface="Poppins Bold"/>
              </a:rPr>
              <a:t>ALLELUIA! ALLELUIA!</a:t>
            </a:r>
          </a:p>
        </p:txBody>
      </p:sp>
      <p:sp>
        <p:nvSpPr>
          <p:cNvPr id="3" name="TextBox 3"/>
          <p:cNvSpPr txBox="1"/>
          <p:nvPr/>
        </p:nvSpPr>
        <p:spPr>
          <a:xfrm>
            <a:off x="0" y="109728"/>
            <a:ext cx="18288000" cy="868680"/>
          </a:xfrm>
          <a:prstGeom prst="rect">
            <a:avLst/>
          </a:prstGeom>
        </p:spPr>
        <p:txBody>
          <a:bodyPr wrap="square" lIns="0" tIns="0" rIns="0" bIns="0" rtlCol="0" anchor="t">
            <a:noAutofit/>
          </a:bodyPr>
          <a:lstStyle/>
          <a:p>
            <a:pPr marL="0" lvl="0" indent="0" algn="ctr">
              <a:lnSpc>
                <a:spcPts val="8175"/>
              </a:lnSpc>
              <a:spcBef>
                <a:spcPct val="0"/>
              </a:spcBef>
              <a:defRPr/>
            </a:pPr>
            <a:r>
              <a:rPr lang="en-US" sz="3600" b="1" i="0" u="sng">
                <a:solidFill>
                  <a:srgbClr val="FFB800"/>
                </a:solidFill>
                <a:latin typeface="Georgia"/>
                <a:ea typeface="Recoleta"/>
                <a:cs typeface="Recoleta"/>
                <a:sym typeface="Recoleta"/>
              </a:rPr>
              <a:t>Gospel Acclamation</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Gospel Acclamation (1/2)</a:t>
            </a:r>
          </a:p>
        </p:txBody>
      </p:sp>
      <p:sp>
        <p:nvSpPr>
          <p:cNvPr id="5" name="TextBox 4"/>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LFDNA|gospel_acclamation_alleluia|REQUIRED|1/1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2741394" y="2126857"/>
            <a:ext cx="12101674" cy="1227455"/>
          </a:xfrm>
          <a:prstGeom prst="rect">
            <a:avLst/>
          </a:prstGeom>
        </p:spPr>
        <p:txBody>
          <a:bodyPr lIns="0" tIns="0" rIns="0" bIns="0" rtlCol="0" anchor="t">
            <a:noAutofit/>
          </a:bodyPr>
          <a:lstStyle/>
          <a:p>
            <a:pPr marL="0" lvl="0" indent="0" algn="l">
              <a:lnSpc>
                <a:spcPts val="9520"/>
              </a:lnSpc>
              <a:spcBef>
                <a:spcPct val="0"/>
              </a:spcBef>
              <a:defRPr/>
            </a:pPr>
            <a:r>
              <a:rPr sz="6900" b="1" i="0">
                <a:solidFill>
                  <a:srgbClr val="FFB800"/>
                </a:solidFill>
                <a:latin typeface="Arial"/>
              </a:rPr>
              <a:t>Priest: </a:t>
            </a:r>
            <a:r>
              <a:rPr sz="6900" b="1" i="0">
                <a:solidFill>
                  <a:srgbClr val="F0FDF4"/>
                </a:solidFill>
                <a:latin typeface="Arial"/>
              </a:rPr>
              <a:t>The Lord be with you.</a:t>
            </a:r>
          </a:p>
        </p:txBody>
      </p:sp>
      <p:sp>
        <p:nvSpPr>
          <p:cNvPr id="3" name="TextBox 3"/>
          <p:cNvSpPr txBox="1"/>
          <p:nvPr/>
        </p:nvSpPr>
        <p:spPr>
          <a:xfrm>
            <a:off x="2741394" y="5586337"/>
            <a:ext cx="14802275" cy="1860423"/>
          </a:xfrm>
          <a:prstGeom prst="rect">
            <a:avLst/>
          </a:prstGeom>
        </p:spPr>
        <p:txBody>
          <a:bodyPr lIns="0" tIns="0" rIns="0" bIns="0" rtlCol="0" anchor="t">
            <a:noAutofit/>
          </a:bodyPr>
          <a:lstStyle/>
          <a:p>
            <a:pPr algn="l">
              <a:lnSpc>
                <a:spcPts val="6936"/>
              </a:lnSpc>
              <a:defRPr/>
            </a:pPr>
            <a:r>
              <a:rPr sz="6900" b="1" i="0">
                <a:solidFill>
                  <a:srgbClr val="FFB800"/>
                </a:solidFill>
                <a:latin typeface="Arial"/>
              </a:rPr>
              <a:t>Priest: </a:t>
            </a:r>
            <a:r>
              <a:rPr sz="6900" b="1" i="0">
                <a:solidFill>
                  <a:srgbClr val="F0FDF4"/>
                </a:solidFill>
                <a:latin typeface="Arial"/>
              </a:rPr>
              <a:t>A reading from the holy</a:t>
            </a:r>
          </a:p>
          <a:p>
            <a:r>
              <a:rPr sz="6900" b="1" i="0">
                <a:solidFill>
                  <a:srgbClr val="F0FDF4"/>
                </a:solidFill>
                <a:latin typeface="Arial"/>
              </a:rPr>
              <a:t>Gospel according to </a:t>
            </a:r>
            <a:r>
              <a:rPr sz="6900" b="1" i="1">
                <a:solidFill>
                  <a:srgbClr val="F0FDF4"/>
                </a:solidFill>
                <a:latin typeface="Arial"/>
              </a:rPr>
              <a:t>Matthew</a:t>
            </a:r>
            <a:r>
              <a:rPr sz="6900" b="1" i="0">
                <a:solidFill>
                  <a:srgbClr val="F0FDF4"/>
                </a:solidFill>
                <a:latin typeface="Arial"/>
              </a:rPr>
              <a:t>.</a:t>
            </a:r>
          </a:p>
        </p:txBody>
      </p:sp>
      <p:sp>
        <p:nvSpPr>
          <p:cNvPr id="4" name="TextBox 4"/>
          <p:cNvSpPr txBox="1"/>
          <p:nvPr/>
        </p:nvSpPr>
        <p:spPr>
          <a:xfrm>
            <a:off x="2741394" y="3725787"/>
            <a:ext cx="12168662" cy="1250950"/>
          </a:xfrm>
          <a:prstGeom prst="rect">
            <a:avLst/>
          </a:prstGeom>
        </p:spPr>
        <p:txBody>
          <a:bodyPr lIns="0" tIns="0" rIns="0" bIns="0" rtlCol="0" anchor="t">
            <a:noAutofit/>
          </a:bodyPr>
          <a:lstStyle/>
          <a:p>
            <a:pPr marL="0" lvl="0" indent="0" algn="l">
              <a:lnSpc>
                <a:spcPts val="9799"/>
              </a:lnSpc>
              <a:spcBef>
                <a:spcPct val="0"/>
              </a:spcBef>
              <a:defRPr/>
            </a:pPr>
            <a:r>
              <a:rPr sz="6900" b="1" i="0">
                <a:solidFill>
                  <a:srgbClr val="F0FDF4"/>
                </a:solidFill>
                <a:latin typeface="Arial"/>
              </a:rPr>
              <a:t>All: And with your spirit.</a:t>
            </a:r>
          </a:p>
        </p:txBody>
      </p:sp>
      <p:sp>
        <p:nvSpPr>
          <p:cNvPr id="5" name="TextBox 5"/>
          <p:cNvSpPr txBox="1"/>
          <p:nvPr/>
        </p:nvSpPr>
        <p:spPr>
          <a:xfrm>
            <a:off x="2741394" y="7913485"/>
            <a:ext cx="12002049" cy="1250950"/>
          </a:xfrm>
          <a:prstGeom prst="rect">
            <a:avLst/>
          </a:prstGeom>
        </p:spPr>
        <p:txBody>
          <a:bodyPr lIns="0" tIns="0" rIns="0" bIns="0" rtlCol="0" anchor="t">
            <a:noAutofit/>
          </a:bodyPr>
          <a:lstStyle/>
          <a:p>
            <a:pPr marL="0" lvl="0" indent="0" algn="l">
              <a:lnSpc>
                <a:spcPts val="9799"/>
              </a:lnSpc>
              <a:spcBef>
                <a:spcPct val="0"/>
              </a:spcBef>
              <a:defRPr/>
            </a:pPr>
            <a:r>
              <a:rPr sz="6900" b="1" i="0">
                <a:solidFill>
                  <a:srgbClr val="F0FDF4"/>
                </a:solidFill>
                <a:latin typeface="Arial"/>
              </a:rPr>
              <a:t>All: Glory to you, O Lord!</a:t>
            </a:r>
          </a:p>
        </p:txBody>
      </p:sp>
      <p:sp>
        <p:nvSpPr>
          <p:cNvPr id="6" name="TextBox 6"/>
          <p:cNvSpPr txBox="1"/>
          <p:nvPr/>
        </p:nvSpPr>
        <p:spPr>
          <a:xfrm>
            <a:off x="0" y="109728"/>
            <a:ext cx="18288000" cy="868680"/>
          </a:xfrm>
          <a:prstGeom prst="rect">
            <a:avLst/>
          </a:prstGeom>
        </p:spPr>
        <p:txBody>
          <a:bodyPr wrap="square" lIns="0" tIns="0" rIns="0" bIns="0" rtlCol="0" anchor="t">
            <a:noAutofit/>
          </a:bodyPr>
          <a:lstStyle/>
          <a:p>
            <a:pPr marL="0" lvl="0" indent="0" algn="ctr">
              <a:lnSpc>
                <a:spcPts val="8175"/>
              </a:lnSpc>
              <a:spcBef>
                <a:spcPct val="0"/>
              </a:spcBef>
              <a:defRPr/>
            </a:pPr>
            <a:r>
              <a:rPr lang="en-US" sz="3600" b="1" i="0" u="sng">
                <a:solidFill>
                  <a:srgbClr val="FFB800"/>
                </a:solidFill>
                <a:latin typeface="Georgia"/>
                <a:ea typeface="Recoleta"/>
                <a:cs typeface="Recoleta"/>
                <a:sym typeface="Recoleta"/>
              </a:rPr>
              <a:t>Gospel Acclamation</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Gospel Acclamation (2/2)</a:t>
            </a:r>
          </a:p>
        </p:txBody>
      </p:sp>
      <p:sp>
        <p:nvSpPr>
          <p:cNvPr id="8" name="TextBox 7"/>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LFDNA|gospel_acclamation_dialogue|REQUIRED|1/1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2547146"/>
            <a:ext cx="1828800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b="1" dirty="0">
                <a:solidFill>
                  <a:srgbClr val="FFB800"/>
                </a:solidFill>
                <a:latin typeface="Arial" panose="020B0604020202020204" pitchFamily="34" charset="0"/>
                <a:cs typeface="Arial" panose="020B0604020202020204" pitchFamily="34" charset="0"/>
              </a:rPr>
              <a:t>Priest:</a:t>
            </a:r>
            <a:r>
              <a:rPr sz="6500" b="1" dirty="0">
                <a:solidFill>
                  <a:srgbClr val="F0FDF4"/>
                </a:solidFill>
                <a:latin typeface="Arial" panose="020B0604020202020204" pitchFamily="34" charset="0"/>
                <a:cs typeface="Arial" panose="020B0604020202020204" pitchFamily="34" charset="0"/>
              </a:rPr>
              <a:t> </a:t>
            </a:r>
            <a:r>
              <a:rPr sz="6500" b="1" i="1" dirty="0">
                <a:solidFill>
                  <a:srgbClr val="F0FDF4"/>
                </a:solidFill>
                <a:latin typeface="Arial" panose="020B0604020202020204" pitchFamily="34" charset="0"/>
                <a:cs typeface="Arial" panose="020B0604020202020204" pitchFamily="34" charset="0"/>
              </a:rPr>
              <a:t>The Gospel of the Lord.</a:t>
            </a:r>
          </a:p>
        </p:txBody>
      </p:sp>
      <p:sp>
        <p:nvSpPr>
          <p:cNvPr id="4" name="TextBox 3">
            <a:extLst>
              <a:ext uri="{FF2B5EF4-FFF2-40B4-BE49-F238E27FC236}">
                <a16:creationId xmlns:a16="http://schemas.microsoft.com/office/drawing/2014/main" id="{C6E02250-0768-74C1-AE64-FF04A540A99D}"/>
              </a:ext>
            </a:extLst>
          </p:cNvPr>
          <p:cNvSpPr txBox="1"/>
          <p:nvPr/>
        </p:nvSpPr>
        <p:spPr>
          <a:xfrm>
            <a:off x="0" y="4989594"/>
            <a:ext cx="18288000" cy="2768836"/>
          </a:xfrm>
          <a:prstGeom prst="rect">
            <a:avLst/>
          </a:prstGeom>
          <a:noFill/>
        </p:spPr>
        <p:txBody>
          <a:bodyPr wrap="square" lIns="109728" tIns="73152" rIns="109728" bIns="73152" anchor="ctr">
            <a:noAutofit/>
          </a:bodyPr>
          <a:lstStyle/>
          <a:p>
            <a:pPr algn="ctr">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All: Praise to you, Lord</a:t>
            </a:r>
          </a:p>
          <a:p>
            <a:pPr algn="ctr">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Jesus Christ.</a:t>
            </a:r>
          </a:p>
        </p:txBody>
      </p:sp>
      <p:sp>
        <p:nvSpPr>
          <p:cNvPr id="5" name="TextBox 4">
            <a:extLst>
              <a:ext uri="{FF2B5EF4-FFF2-40B4-BE49-F238E27FC236}">
                <a16:creationId xmlns:a16="http://schemas.microsoft.com/office/drawing/2014/main" id="{53B32836-6730-1393-8444-8AC84975CFFB}"/>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Gospel Acclamation</a:t>
            </a:r>
            <a:endParaRPr sz="36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Gospel Acclamation</a:t>
            </a:r>
          </a:p>
        </p:txBody>
      </p:sp>
      <p:sp>
        <p:nvSpPr>
          <p:cNvPr id="7" name="TextBox 6"/>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LFDNA|gospel_acclamation_end|REQUIRED|1/1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1232285"/>
            <a:ext cx="18288000" cy="2444242"/>
          </a:xfrm>
          <a:prstGeom prst="rect">
            <a:avLst/>
          </a:prstGeom>
        </p:spPr>
        <p:txBody>
          <a:bodyPr lIns="0" tIns="0" rIns="0" bIns="0" rtlCol="0" anchor="t">
            <a:noAutofit/>
          </a:bodyPr>
          <a:lstStyle/>
          <a:p>
            <a:pPr marL="0" lvl="0" indent="0" algn="ctr">
              <a:lnSpc>
                <a:spcPts val="6343"/>
              </a:lnSpc>
            </a:pPr>
            <a:r>
              <a:rPr lang="en-US" sz="5199" b="1" spc="83" dirty="0">
                <a:solidFill>
                  <a:srgbClr val="F0FDF4"/>
                </a:solidFill>
                <a:latin typeface="Arial" panose="020B0604020202020204" pitchFamily="34" charset="0"/>
                <a:ea typeface="Poppins Bold"/>
                <a:cs typeface="Arial" panose="020B0604020202020204" pitchFamily="34" charset="0"/>
                <a:sym typeface="Poppins Bold"/>
              </a:rPr>
              <a:t>All:</a:t>
            </a:r>
          </a:p>
          <a:p>
            <a:pPr marL="0" lvl="0" indent="0" algn="ctr">
              <a:lnSpc>
                <a:spcPts val="6343"/>
              </a:lnSpc>
            </a:pPr>
            <a:r>
              <a:rPr lang="en-US" sz="5199" b="1" i="1" spc="83" dirty="0">
                <a:solidFill>
                  <a:srgbClr val="F0FDF4"/>
                </a:solidFill>
                <a:latin typeface="Arial" panose="020B0604020202020204" pitchFamily="34" charset="0"/>
                <a:ea typeface="Poppins Bold"/>
                <a:cs typeface="Arial" panose="020B0604020202020204" pitchFamily="34" charset="0"/>
                <a:sym typeface="Poppins Bold"/>
              </a:rPr>
              <a:t>I believe in one God</a:t>
            </a:r>
            <a:r>
              <a:rPr lang="en-US" sz="5199" b="1" spc="83" dirty="0">
                <a:solidFill>
                  <a:srgbClr val="F0FDF4"/>
                </a:solidFill>
                <a:latin typeface="Arial" panose="020B0604020202020204" pitchFamily="34" charset="0"/>
                <a:ea typeface="Poppins Bold"/>
                <a:cs typeface="Arial" panose="020B0604020202020204" pitchFamily="34" charset="0"/>
                <a:sym typeface="Poppins Bold"/>
              </a:rPr>
              <a:t>, the Father almighty, maker of heaven and earth, of all things visible and invisible.</a:t>
            </a:r>
          </a:p>
        </p:txBody>
      </p:sp>
      <p:sp>
        <p:nvSpPr>
          <p:cNvPr id="3" name="TextBox 3"/>
          <p:cNvSpPr txBox="1"/>
          <p:nvPr/>
        </p:nvSpPr>
        <p:spPr>
          <a:xfrm>
            <a:off x="0" y="4886711"/>
            <a:ext cx="18288000" cy="4791075"/>
          </a:xfrm>
          <a:prstGeom prst="rect">
            <a:avLst/>
          </a:prstGeom>
        </p:spPr>
        <p:txBody>
          <a:bodyPr lIns="0" tIns="0" rIns="0" bIns="0" rtlCol="0" anchor="t">
            <a:noAutofit/>
          </a:bodyPr>
          <a:lstStyle/>
          <a:p>
            <a:pPr marL="0" lvl="0" indent="0" algn="ctr">
              <a:lnSpc>
                <a:spcPts val="6239"/>
              </a:lnSpc>
            </a:pPr>
            <a:r>
              <a:rPr lang="en-US" sz="5199" b="1" dirty="0">
                <a:solidFill>
                  <a:srgbClr val="F0FDF4"/>
                </a:solidFill>
                <a:latin typeface="Arial" panose="020B0604020202020204" pitchFamily="34" charset="0"/>
                <a:ea typeface="Poppins Bold"/>
                <a:cs typeface="Arial" panose="020B0604020202020204" pitchFamily="34" charset="0"/>
                <a:sym typeface="Poppins Bold"/>
              </a:rPr>
              <a:t>I believe in one Lord Jesus Christ, the Only Begotten Son of God, born of the Father before all ages. God from God, Light from Light, true God from true God, begotten, not made, consubstantial with the Father; through him all things were made.</a:t>
            </a:r>
          </a:p>
        </p:txBody>
      </p:sp>
      <p:sp>
        <p:nvSpPr>
          <p:cNvPr id="6" name="TextBox 5">
            <a:extLst>
              <a:ext uri="{FF2B5EF4-FFF2-40B4-BE49-F238E27FC236}">
                <a16:creationId xmlns:a16="http://schemas.microsoft.com/office/drawing/2014/main" id="{6A140E8A-4111-2C2D-F4D0-24F55D511E25}"/>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Nicene Creed</a:t>
            </a:r>
            <a:endParaRPr sz="3600" b="1" u="sng" dirty="0">
              <a:solidFill>
                <a:srgbClr val="86EFAC"/>
              </a:solidFill>
              <a:latin typeface="Georgia"/>
            </a:endParaRP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Nicene Creed (1/4)</a:t>
            </a:r>
          </a:p>
        </p:txBody>
      </p:sp>
      <p:sp>
        <p:nvSpPr>
          <p:cNvPr id="8" name="TextBox 7"/>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LFDNA|nicene_creed|REQUIRED|1/4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319554"/>
            <a:ext cx="18288000" cy="1977432"/>
          </a:xfrm>
          <a:prstGeom prst="rect">
            <a:avLst/>
          </a:prstGeom>
        </p:spPr>
        <p:txBody>
          <a:bodyPr lIns="0" tIns="0" rIns="0" bIns="0" rtlCol="0" anchor="t">
            <a:noAutofit/>
          </a:bodyPr>
          <a:lstStyle/>
          <a:p>
            <a:pPr marL="0" lvl="0" indent="0" algn="ctr">
              <a:lnSpc>
                <a:spcPts val="7703"/>
              </a:lnSpc>
              <a:spcBef>
                <a:spcPct val="0"/>
              </a:spcBef>
            </a:pPr>
            <a:r>
              <a:rPr lang="en-US" sz="5502" b="1" spc="88" dirty="0">
                <a:solidFill>
                  <a:srgbClr val="F0FDF4"/>
                </a:solidFill>
                <a:latin typeface="Arial" panose="020B0604020202020204" pitchFamily="34" charset="0"/>
                <a:ea typeface="Poppins Bold"/>
                <a:cs typeface="Arial" panose="020B0604020202020204" pitchFamily="34" charset="0"/>
                <a:sym typeface="Poppins Bold"/>
              </a:rPr>
              <a:t>For us men and for our salvation he came down from heaven,</a:t>
            </a:r>
          </a:p>
        </p:txBody>
      </p:sp>
      <p:sp>
        <p:nvSpPr>
          <p:cNvPr id="3" name="TextBox 3"/>
          <p:cNvSpPr txBox="1"/>
          <p:nvPr/>
        </p:nvSpPr>
        <p:spPr>
          <a:xfrm>
            <a:off x="1" y="2499075"/>
            <a:ext cx="18287998" cy="1056951"/>
          </a:xfrm>
          <a:prstGeom prst="rect">
            <a:avLst/>
          </a:prstGeom>
        </p:spPr>
        <p:txBody>
          <a:bodyPr lIns="0" tIns="0" rIns="0" bIns="0" rtlCol="0" anchor="t">
            <a:noAutofit/>
          </a:bodyPr>
          <a:lstStyle/>
          <a:p>
            <a:pPr marL="0" lvl="0" indent="0" algn="ctr">
              <a:lnSpc>
                <a:spcPts val="7703"/>
              </a:lnSpc>
              <a:spcBef>
                <a:spcPct val="0"/>
              </a:spcBef>
            </a:pPr>
            <a:r>
              <a:rPr lang="en-US" sz="5000" i="1" dirty="0">
                <a:solidFill>
                  <a:srgbClr val="FFB800"/>
                </a:solidFill>
                <a:latin typeface="Georgia" panose="02040502050405020303" pitchFamily="18" charset="0"/>
                <a:ea typeface="ITC Zapf Chancery Italics"/>
                <a:cs typeface="ITC Zapf Chancery Italics"/>
                <a:sym typeface="ITC Zapf Chancery Italics"/>
              </a:rPr>
              <a:t>(all bow their head)</a:t>
            </a:r>
          </a:p>
        </p:txBody>
      </p:sp>
      <p:sp>
        <p:nvSpPr>
          <p:cNvPr id="4" name="TextBox 4"/>
          <p:cNvSpPr txBox="1"/>
          <p:nvPr/>
        </p:nvSpPr>
        <p:spPr>
          <a:xfrm>
            <a:off x="1" y="3223880"/>
            <a:ext cx="18287999" cy="1977432"/>
          </a:xfrm>
          <a:prstGeom prst="rect">
            <a:avLst/>
          </a:prstGeom>
        </p:spPr>
        <p:txBody>
          <a:bodyPr lIns="0" tIns="0" rIns="0" bIns="0" rtlCol="0" anchor="t">
            <a:noAutofit/>
          </a:bodyPr>
          <a:lstStyle/>
          <a:p>
            <a:pPr marL="0" lvl="0" indent="0" algn="ctr">
              <a:lnSpc>
                <a:spcPts val="7703"/>
              </a:lnSpc>
              <a:spcBef>
                <a:spcPct val="0"/>
              </a:spcBef>
            </a:pPr>
            <a:r>
              <a:rPr lang="en-US" sz="5502" b="1" i="1" spc="88" dirty="0">
                <a:solidFill>
                  <a:srgbClr val="FFB800"/>
                </a:solidFill>
                <a:latin typeface="Arial" panose="020B0604020202020204" pitchFamily="34" charset="0"/>
                <a:ea typeface="Poppins Bold Italics"/>
                <a:cs typeface="Arial" panose="020B0604020202020204" pitchFamily="34" charset="0"/>
                <a:sym typeface="Poppins Bold Italics"/>
              </a:rPr>
              <a:t>and by the Holy Spirit was incarnate of the Virgin Mary and became man.</a:t>
            </a:r>
          </a:p>
        </p:txBody>
      </p:sp>
      <p:sp>
        <p:nvSpPr>
          <p:cNvPr id="5" name="TextBox 5"/>
          <p:cNvSpPr txBox="1"/>
          <p:nvPr/>
        </p:nvSpPr>
        <p:spPr>
          <a:xfrm>
            <a:off x="1" y="5529260"/>
            <a:ext cx="18287998" cy="3932697"/>
          </a:xfrm>
          <a:prstGeom prst="rect">
            <a:avLst/>
          </a:prstGeom>
        </p:spPr>
        <p:txBody>
          <a:bodyPr lIns="0" tIns="0" rIns="0" bIns="0" rtlCol="0" anchor="t">
            <a:noAutofit/>
          </a:bodyPr>
          <a:lstStyle/>
          <a:p>
            <a:pPr marL="0" lvl="0" indent="0" algn="ctr">
              <a:lnSpc>
                <a:spcPts val="7703"/>
              </a:lnSpc>
              <a:spcBef>
                <a:spcPct val="0"/>
              </a:spcBef>
            </a:pPr>
            <a:r>
              <a:rPr lang="en-US" sz="5502" b="1" spc="88" dirty="0">
                <a:solidFill>
                  <a:srgbClr val="F0FDF4"/>
                </a:solidFill>
                <a:latin typeface="Arial" panose="020B0604020202020204" pitchFamily="34" charset="0"/>
                <a:ea typeface="Poppins Bold"/>
                <a:cs typeface="Arial" panose="020B0604020202020204" pitchFamily="34" charset="0"/>
                <a:sym typeface="Poppins Bold"/>
              </a:rPr>
              <a:t>For our sake he was crucified under Pontius Pilate, he suffered death and was buried and rose again on the third day in accordance with the Scriptures.</a:t>
            </a: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Nicene Creed (2/4)</a:t>
            </a:r>
          </a:p>
        </p:txBody>
      </p:sp>
      <p:sp>
        <p:nvSpPr>
          <p:cNvPr id="7" name="TextBox 6"/>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LFDNA|nicene_creed|REQUIRED|2/4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542403"/>
            <a:ext cx="18288000" cy="3898900"/>
          </a:xfrm>
          <a:prstGeom prst="rect">
            <a:avLst/>
          </a:prstGeom>
        </p:spPr>
        <p:txBody>
          <a:bodyPr lIns="0" tIns="0" rIns="0" bIns="0" rtlCol="0" anchor="t">
            <a:noAutofit/>
          </a:bodyPr>
          <a:lstStyle/>
          <a:p>
            <a:pPr marL="0" lvl="0" indent="0" algn="ctr">
              <a:lnSpc>
                <a:spcPts val="7699"/>
              </a:lnSpc>
              <a:spcBef>
                <a:spcPct val="0"/>
              </a:spcBef>
            </a:pPr>
            <a:r>
              <a:rPr lang="en-US" sz="5499" b="1" spc="87" dirty="0">
                <a:solidFill>
                  <a:srgbClr val="F0FDF4"/>
                </a:solidFill>
                <a:latin typeface="Arial" panose="020B0604020202020204" pitchFamily="34" charset="0"/>
                <a:ea typeface="Poppins Bold"/>
                <a:cs typeface="Arial" panose="020B0604020202020204" pitchFamily="34" charset="0"/>
                <a:sym typeface="Poppins Bold"/>
              </a:rPr>
              <a:t>He ascended into heaven and is seated at the right hand of the Father. He will come again in glory to judge the living and the dead and his kingdom will have no end.</a:t>
            </a:r>
          </a:p>
        </p:txBody>
      </p:sp>
      <p:sp>
        <p:nvSpPr>
          <p:cNvPr id="3" name="TextBox 3"/>
          <p:cNvSpPr txBox="1"/>
          <p:nvPr/>
        </p:nvSpPr>
        <p:spPr>
          <a:xfrm>
            <a:off x="0" y="4721747"/>
            <a:ext cx="18288000" cy="4870450"/>
          </a:xfrm>
          <a:prstGeom prst="rect">
            <a:avLst/>
          </a:prstGeom>
        </p:spPr>
        <p:txBody>
          <a:bodyPr lIns="0" tIns="0" rIns="0" bIns="0" rtlCol="0" anchor="t">
            <a:noAutofit/>
          </a:bodyPr>
          <a:lstStyle/>
          <a:p>
            <a:pPr marL="0" lvl="0" indent="0" algn="ctr">
              <a:lnSpc>
                <a:spcPts val="7699"/>
              </a:lnSpc>
              <a:spcBef>
                <a:spcPct val="0"/>
              </a:spcBef>
            </a:pPr>
            <a:r>
              <a:rPr lang="en-US" sz="5499" b="1" spc="87" dirty="0">
                <a:solidFill>
                  <a:srgbClr val="F0FDF4"/>
                </a:solidFill>
                <a:latin typeface="Arial" panose="020B0604020202020204" pitchFamily="34" charset="0"/>
                <a:ea typeface="Poppins Bold"/>
                <a:cs typeface="Arial" panose="020B0604020202020204" pitchFamily="34" charset="0"/>
                <a:sym typeface="Poppins Bold"/>
              </a:rPr>
              <a:t>I believe in the Holy Spirit, the Lord, the giver of life, who proceeds from the Father and the Son, who with the Father and the Son is adored and glorified, who has spoken through the prophets.</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Nicene Creed (3/4)</a:t>
            </a:r>
          </a:p>
        </p:txBody>
      </p:sp>
      <p:sp>
        <p:nvSpPr>
          <p:cNvPr id="5" name="TextBox 4"/>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LFDNA|nicene_creed|REQUIRED|3/4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1910652"/>
            <a:ext cx="18288000" cy="4593451"/>
          </a:xfrm>
          <a:prstGeom prst="rect">
            <a:avLst/>
          </a:prstGeom>
        </p:spPr>
        <p:txBody>
          <a:bodyPr lIns="0" tIns="0" rIns="0" bIns="0" rtlCol="0" anchor="t">
            <a:noAutofit/>
          </a:bodyPr>
          <a:lstStyle/>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I believe in one, holy, catholic,</a:t>
            </a:r>
          </a:p>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and apostolic Church.</a:t>
            </a:r>
          </a:p>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I confess one Baptism for the forgiveness of sins and I look forward to the resurrection</a:t>
            </a:r>
          </a:p>
          <a:p>
            <a:pPr marL="0" lvl="0" indent="0"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of the dead and the life of the world to come.</a:t>
            </a:r>
          </a:p>
        </p:txBody>
      </p:sp>
      <p:sp>
        <p:nvSpPr>
          <p:cNvPr id="3" name="TextBox 3"/>
          <p:cNvSpPr txBox="1"/>
          <p:nvPr/>
        </p:nvSpPr>
        <p:spPr>
          <a:xfrm>
            <a:off x="0" y="7352325"/>
            <a:ext cx="18287999" cy="1580402"/>
          </a:xfrm>
          <a:prstGeom prst="rect">
            <a:avLst/>
          </a:prstGeom>
        </p:spPr>
        <p:txBody>
          <a:bodyPr lIns="0" tIns="0" rIns="0" bIns="0" rtlCol="0" anchor="t">
            <a:noAutofit/>
          </a:bodyPr>
          <a:lstStyle/>
          <a:p>
            <a:pPr marL="0" lvl="0" indent="0" algn="ctr">
              <a:lnSpc>
                <a:spcPts val="11799"/>
              </a:lnSpc>
            </a:pPr>
            <a:r>
              <a:rPr lang="en-US" sz="9832" b="1" spc="68" dirty="0">
                <a:solidFill>
                  <a:srgbClr val="FFB800"/>
                </a:solidFill>
                <a:latin typeface="Arial" panose="020B0604020202020204" pitchFamily="34" charset="0"/>
                <a:ea typeface="Poppins Bold"/>
                <a:cs typeface="Arial" panose="020B0604020202020204" pitchFamily="34" charset="0"/>
                <a:sym typeface="Poppins Bold"/>
              </a:rPr>
              <a:t>Amen</a:t>
            </a:r>
            <a:endParaRPr lang="en-US" sz="9832" b="1" spc="68" dirty="0">
              <a:solidFill>
                <a:srgbClr val="F0FDF4"/>
              </a:solidFill>
              <a:latin typeface="Arial" panose="020B0604020202020204" pitchFamily="34" charset="0"/>
              <a:ea typeface="Poppins Bold"/>
              <a:cs typeface="Arial" panose="020B0604020202020204" pitchFamily="34" charset="0"/>
              <a:sym typeface="Poppins Bold"/>
            </a:endParaRP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Nicene Creed (4/4)</a:t>
            </a:r>
          </a:p>
        </p:txBody>
      </p:sp>
      <p:sp>
        <p:nvSpPr>
          <p:cNvPr id="5" name="TextBox 4"/>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LFDNA|nicene_creed|REQUIRED|4/4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4190343"/>
            <a:ext cx="16459200" cy="1430827"/>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All: Lord, hear our prayer.</a:t>
            </a:r>
          </a:p>
        </p:txBody>
      </p:sp>
      <p:sp>
        <p:nvSpPr>
          <p:cNvPr id="4" name="TextBox 3">
            <a:extLst>
              <a:ext uri="{FF2B5EF4-FFF2-40B4-BE49-F238E27FC236}">
                <a16:creationId xmlns:a16="http://schemas.microsoft.com/office/drawing/2014/main" id="{B436A201-D91B-AC44-8142-20FBEC978F83}"/>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Prayer of the Faithful</a:t>
            </a:r>
            <a:endParaRPr sz="5000" b="1" u="sng" dirty="0">
              <a:solidFill>
                <a:srgbClr val="86EFAC"/>
              </a:solidFill>
              <a:latin typeface="Georgia"/>
            </a:endParaRP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Prayer of the Faithful (1/2)</a:t>
            </a:r>
          </a:p>
        </p:txBody>
      </p:sp>
      <p:sp>
        <p:nvSpPr>
          <p:cNvPr id="6" name="TextBox 5"/>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LFDNA|prayer_faithful|OPTIONAL|1/4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5734431"/>
            <a:ext cx="16459200" cy="157391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sz="10000" b="1" dirty="0">
                <a:solidFill>
                  <a:srgbClr val="F0FDF4"/>
                </a:solidFill>
                <a:latin typeface="Arial" panose="020B0604020202020204" pitchFamily="34" charset="0"/>
                <a:cs typeface="Arial" panose="020B0604020202020204" pitchFamily="34" charset="0"/>
              </a:rPr>
              <a:t>All: Amen.</a:t>
            </a:r>
          </a:p>
        </p:txBody>
      </p:sp>
      <p:sp>
        <p:nvSpPr>
          <p:cNvPr id="4" name="TextBox 3">
            <a:extLst>
              <a:ext uri="{FF2B5EF4-FFF2-40B4-BE49-F238E27FC236}">
                <a16:creationId xmlns:a16="http://schemas.microsoft.com/office/drawing/2014/main" id="{EE30C16C-BBAA-3487-E45C-20107E5A955A}"/>
              </a:ext>
            </a:extLst>
          </p:cNvPr>
          <p:cNvSpPr txBox="1"/>
          <p:nvPr/>
        </p:nvSpPr>
        <p:spPr>
          <a:xfrm>
            <a:off x="0" y="1689652"/>
            <a:ext cx="18288000" cy="2862917"/>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b="1" dirty="0">
                <a:solidFill>
                  <a:srgbClr val="FFB800"/>
                </a:solidFill>
                <a:latin typeface="Arial" panose="020B0604020202020204" pitchFamily="34" charset="0"/>
                <a:cs typeface="Arial" panose="020B0604020202020204" pitchFamily="34" charset="0"/>
              </a:rPr>
              <a:t>Priest:</a:t>
            </a:r>
            <a:r>
              <a:rPr lang="en-US" sz="6500" b="1" dirty="0">
                <a:solidFill>
                  <a:srgbClr val="F0FDF4"/>
                </a:solidFill>
                <a:latin typeface="Arial" panose="020B0604020202020204" pitchFamily="34" charset="0"/>
                <a:cs typeface="Arial" panose="020B0604020202020204" pitchFamily="34" charset="0"/>
              </a:rPr>
              <a:t> </a:t>
            </a:r>
            <a:r>
              <a:rPr lang="en-US" sz="6500" b="1" i="1" dirty="0">
                <a:solidFill>
                  <a:srgbClr val="F0FDF4"/>
                </a:solidFill>
                <a:latin typeface="Arial" panose="020B0604020202020204" pitchFamily="34" charset="0"/>
                <a:cs typeface="Arial" panose="020B0604020202020204" pitchFamily="34" charset="0"/>
              </a:rPr>
              <a:t>Heavenly Father, hear the prayers of the Church, which we make through Christ our Lord.</a:t>
            </a:r>
          </a:p>
        </p:txBody>
      </p:sp>
      <p:sp>
        <p:nvSpPr>
          <p:cNvPr id="5" name="TextBox 4">
            <a:extLst>
              <a:ext uri="{FF2B5EF4-FFF2-40B4-BE49-F238E27FC236}">
                <a16:creationId xmlns:a16="http://schemas.microsoft.com/office/drawing/2014/main" id="{0E43C135-6FC3-B00D-80F0-612957771E96}"/>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Prayer of the Faithful</a:t>
            </a:r>
            <a:endParaRPr sz="50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Prayer of the Faithful (2/2)</a:t>
            </a:r>
          </a:p>
        </p:txBody>
      </p:sp>
      <p:sp>
        <p:nvSpPr>
          <p:cNvPr id="7" name="TextBox 6"/>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LFDNA|prayer_faithful|OPTIONAL|2/4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5734431"/>
            <a:ext cx="16459200" cy="157391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sz="10000" b="1" dirty="0">
                <a:solidFill>
                  <a:srgbClr val="F0FDF4"/>
                </a:solidFill>
                <a:latin typeface="Arial" panose="020B0604020202020204" pitchFamily="34" charset="0"/>
                <a:cs typeface="Arial" panose="020B0604020202020204" pitchFamily="34" charset="0"/>
              </a:rPr>
              <a:t>All: Amen.</a:t>
            </a:r>
          </a:p>
        </p:txBody>
      </p:sp>
      <p:sp>
        <p:nvSpPr>
          <p:cNvPr id="4" name="TextBox 3">
            <a:extLst>
              <a:ext uri="{FF2B5EF4-FFF2-40B4-BE49-F238E27FC236}">
                <a16:creationId xmlns:a16="http://schemas.microsoft.com/office/drawing/2014/main" id="{EE30C16C-BBAA-3487-E45C-20107E5A955A}"/>
              </a:ext>
            </a:extLst>
          </p:cNvPr>
          <p:cNvSpPr txBox="1"/>
          <p:nvPr/>
        </p:nvSpPr>
        <p:spPr>
          <a:xfrm>
            <a:off x="0" y="1689652"/>
            <a:ext cx="18288000" cy="2862917"/>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b="1" dirty="0">
                <a:solidFill>
                  <a:srgbClr val="FFB800"/>
                </a:solidFill>
                <a:latin typeface="Arial" panose="020B0604020202020204" pitchFamily="34" charset="0"/>
                <a:cs typeface="Arial" panose="020B0604020202020204" pitchFamily="34" charset="0"/>
              </a:rPr>
              <a:t>Priest:</a:t>
            </a:r>
            <a:r>
              <a:rPr lang="en-US" sz="6500" b="1" dirty="0">
                <a:solidFill>
                  <a:srgbClr val="F0FDF4"/>
                </a:solidFill>
                <a:latin typeface="Arial" panose="020B0604020202020204" pitchFamily="34" charset="0"/>
                <a:cs typeface="Arial" panose="020B0604020202020204" pitchFamily="34" charset="0"/>
              </a:rPr>
              <a:t> </a:t>
            </a:r>
            <a:r>
              <a:rPr lang="en-US" sz="6500" b="1" i="1" dirty="0">
                <a:solidFill>
                  <a:srgbClr val="F0FDF4"/>
                </a:solidFill>
                <a:latin typeface="Arial" panose="020B0604020202020204" pitchFamily="34" charset="0"/>
                <a:cs typeface="Arial" panose="020B0604020202020204" pitchFamily="34" charset="0"/>
              </a:rPr>
              <a:t>Heavenly Father, hear the prayers of the Church, which we make through Christ our Lord.</a:t>
            </a:r>
          </a:p>
        </p:txBody>
      </p:sp>
      <p:sp>
        <p:nvSpPr>
          <p:cNvPr id="5" name="TextBox 4">
            <a:extLst>
              <a:ext uri="{FF2B5EF4-FFF2-40B4-BE49-F238E27FC236}">
                <a16:creationId xmlns:a16="http://schemas.microsoft.com/office/drawing/2014/main" id="{0E43C135-6FC3-B00D-80F0-612957771E96}"/>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Prayer of the Faithful</a:t>
            </a:r>
            <a:endParaRPr sz="50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Prayer of the Faithful (2/2)</a:t>
            </a:r>
          </a:p>
        </p:txBody>
      </p:sp>
      <p:sp>
        <p:nvSpPr>
          <p:cNvPr id="7" name="TextBox 6"/>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LFDNA|prayer_faithful|OPTIONAL|3/4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5734431"/>
            <a:ext cx="16459200" cy="157391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sz="10000" b="1" dirty="0">
                <a:solidFill>
                  <a:srgbClr val="F0FDF4"/>
                </a:solidFill>
                <a:latin typeface="Arial" panose="020B0604020202020204" pitchFamily="34" charset="0"/>
                <a:cs typeface="Arial" panose="020B0604020202020204" pitchFamily="34" charset="0"/>
              </a:rPr>
              <a:t>All: Amen.</a:t>
            </a:r>
          </a:p>
        </p:txBody>
      </p:sp>
      <p:sp>
        <p:nvSpPr>
          <p:cNvPr id="4" name="TextBox 3">
            <a:extLst>
              <a:ext uri="{FF2B5EF4-FFF2-40B4-BE49-F238E27FC236}">
                <a16:creationId xmlns:a16="http://schemas.microsoft.com/office/drawing/2014/main" id="{EE30C16C-BBAA-3487-E45C-20107E5A955A}"/>
              </a:ext>
            </a:extLst>
          </p:cNvPr>
          <p:cNvSpPr txBox="1"/>
          <p:nvPr/>
        </p:nvSpPr>
        <p:spPr>
          <a:xfrm>
            <a:off x="0" y="1689652"/>
            <a:ext cx="18288000" cy="2862917"/>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b="1" dirty="0">
                <a:solidFill>
                  <a:srgbClr val="FFB800"/>
                </a:solidFill>
                <a:latin typeface="Arial" panose="020B0604020202020204" pitchFamily="34" charset="0"/>
                <a:cs typeface="Arial" panose="020B0604020202020204" pitchFamily="34" charset="0"/>
              </a:rPr>
              <a:t>Priest:</a:t>
            </a:r>
            <a:r>
              <a:rPr lang="en-US" sz="6500" b="1" dirty="0">
                <a:solidFill>
                  <a:srgbClr val="F0FDF4"/>
                </a:solidFill>
                <a:latin typeface="Arial" panose="020B0604020202020204" pitchFamily="34" charset="0"/>
                <a:cs typeface="Arial" panose="020B0604020202020204" pitchFamily="34" charset="0"/>
              </a:rPr>
              <a:t> </a:t>
            </a:r>
            <a:r>
              <a:rPr lang="en-US" sz="6500" b="1" i="1" dirty="0">
                <a:solidFill>
                  <a:srgbClr val="F0FDF4"/>
                </a:solidFill>
                <a:latin typeface="Arial" panose="020B0604020202020204" pitchFamily="34" charset="0"/>
                <a:cs typeface="Arial" panose="020B0604020202020204" pitchFamily="34" charset="0"/>
              </a:rPr>
              <a:t>Heavenly Father, hear the prayers of the Church, which we make through Christ our Lord.</a:t>
            </a:r>
          </a:p>
        </p:txBody>
      </p:sp>
      <p:sp>
        <p:nvSpPr>
          <p:cNvPr id="5" name="TextBox 4">
            <a:extLst>
              <a:ext uri="{FF2B5EF4-FFF2-40B4-BE49-F238E27FC236}">
                <a16:creationId xmlns:a16="http://schemas.microsoft.com/office/drawing/2014/main" id="{0E43C135-6FC3-B00D-80F0-612957771E96}"/>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Prayer of the Faithful</a:t>
            </a:r>
            <a:endParaRPr sz="50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Prayer of the Faithful (2/2)</a:t>
            </a:r>
          </a:p>
        </p:txBody>
      </p:sp>
      <p:sp>
        <p:nvSpPr>
          <p:cNvPr id="7" name="TextBox 6"/>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LFDNA|prayer_faithful|OPTIONAL|4/4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907300"/>
            <a:ext cx="18288000" cy="3067105"/>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sz="6500" dirty="0">
                <a:solidFill>
                  <a:srgbClr val="F0FDF4"/>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Pray, brethren, that my sacrifice and yours may be acceptable to God,</a:t>
            </a:r>
            <a:endParaRPr lang="en-US" sz="6500" i="1" dirty="0">
              <a:solidFill>
                <a:schemeClr val="bg1"/>
              </a:solidFill>
              <a:latin typeface="Arial" panose="020B0604020202020204" pitchFamily="34" charset="0"/>
              <a:cs typeface="Arial" panose="020B0604020202020204" pitchFamily="34" charset="0"/>
            </a:endParaRPr>
          </a:p>
          <a:p>
            <a:pPr algn="ctr">
              <a:spcBef>
                <a:spcPts val="400"/>
              </a:spcBef>
              <a:spcAft>
                <a:spcPts val="500"/>
              </a:spcAft>
              <a:defRPr sz="5500" b="1" i="0" u="none">
                <a:solidFill>
                  <a:srgbClr val="86EFAC"/>
                </a:solidFill>
                <a:latin typeface="Inter"/>
              </a:defRPr>
            </a:pPr>
            <a:r>
              <a:rPr sz="6500" i="1" dirty="0">
                <a:solidFill>
                  <a:srgbClr val="F0FDF4"/>
                </a:solidFill>
                <a:latin typeface="Arial" panose="020B0604020202020204" pitchFamily="34" charset="0"/>
                <a:cs typeface="Arial" panose="020B0604020202020204" pitchFamily="34" charset="0"/>
              </a:rPr>
              <a:t>the almighty Father.</a:t>
            </a:r>
          </a:p>
        </p:txBody>
      </p:sp>
      <p:sp>
        <p:nvSpPr>
          <p:cNvPr id="4" name="TextBox 3">
            <a:extLst>
              <a:ext uri="{FF2B5EF4-FFF2-40B4-BE49-F238E27FC236}">
                <a16:creationId xmlns:a16="http://schemas.microsoft.com/office/drawing/2014/main" id="{424B7C78-C17E-B489-002D-3FEAAB20B215}"/>
              </a:ext>
            </a:extLst>
          </p:cNvPr>
          <p:cNvSpPr txBox="1"/>
          <p:nvPr/>
        </p:nvSpPr>
        <p:spPr>
          <a:xfrm>
            <a:off x="0" y="4456993"/>
            <a:ext cx="18288000" cy="4583639"/>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May the Lord accept the sacrifice at your hands, for the praise and glory of his name, for our good and the good of all his holy Church.</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Eucharist</a:t>
            </a:r>
          </a:p>
        </p:txBody>
      </p:sp>
      <p:sp>
        <p:nvSpPr>
          <p:cNvPr id="6" name="TextBox 5"/>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LFDNA|lote_pray_brethren|REQUIRED|1/1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63704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sz="6500" dirty="0">
                <a:solidFill>
                  <a:srgbClr val="F0FDF4"/>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The Lord be with you.</a:t>
            </a:r>
          </a:p>
        </p:txBody>
      </p:sp>
      <p:sp>
        <p:nvSpPr>
          <p:cNvPr id="4" name="TextBox 3">
            <a:extLst>
              <a:ext uri="{FF2B5EF4-FFF2-40B4-BE49-F238E27FC236}">
                <a16:creationId xmlns:a16="http://schemas.microsoft.com/office/drawing/2014/main" id="{834B590C-70E2-B843-FDCA-653906E9175F}"/>
              </a:ext>
            </a:extLst>
          </p:cNvPr>
          <p:cNvSpPr txBox="1"/>
          <p:nvPr/>
        </p:nvSpPr>
        <p:spPr>
          <a:xfrm>
            <a:off x="914400" y="3358177"/>
            <a:ext cx="16459200" cy="77724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lang="en-US" sz="6500" dirty="0">
                <a:solidFill>
                  <a:srgbClr val="FFB800"/>
                </a:solidFill>
                <a:latin typeface="Arial" panose="020B0604020202020204" pitchFamily="34" charset="0"/>
                <a:cs typeface="Arial" panose="020B0604020202020204" pitchFamily="34" charset="0"/>
              </a:rPr>
              <a:t>Priest:</a:t>
            </a:r>
            <a:r>
              <a:rPr lang="en-US" sz="6500" dirty="0">
                <a:solidFill>
                  <a:srgbClr val="F0FDF4"/>
                </a:solidFill>
                <a:latin typeface="Arial" panose="020B0604020202020204" pitchFamily="34" charset="0"/>
                <a:cs typeface="Arial" panose="020B0604020202020204" pitchFamily="34" charset="0"/>
              </a:rPr>
              <a:t> </a:t>
            </a:r>
            <a:r>
              <a:rPr lang="en-US" sz="6500" i="1" dirty="0">
                <a:solidFill>
                  <a:srgbClr val="F0FDF4"/>
                </a:solidFill>
                <a:latin typeface="Arial" panose="020B0604020202020204" pitchFamily="34" charset="0"/>
                <a:cs typeface="Arial" panose="020B0604020202020204" pitchFamily="34" charset="0"/>
              </a:rPr>
              <a:t>Lift up your hearts.</a:t>
            </a:r>
          </a:p>
        </p:txBody>
      </p:sp>
      <p:sp>
        <p:nvSpPr>
          <p:cNvPr id="5" name="TextBox 4">
            <a:extLst>
              <a:ext uri="{FF2B5EF4-FFF2-40B4-BE49-F238E27FC236}">
                <a16:creationId xmlns:a16="http://schemas.microsoft.com/office/drawing/2014/main" id="{B9907DBB-8F74-6585-1A63-BCC4DBC7D838}"/>
              </a:ext>
            </a:extLst>
          </p:cNvPr>
          <p:cNvSpPr txBox="1"/>
          <p:nvPr/>
        </p:nvSpPr>
        <p:spPr>
          <a:xfrm>
            <a:off x="914400" y="6349909"/>
            <a:ext cx="16459200" cy="1949573"/>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dirty="0">
                <a:solidFill>
                  <a:srgbClr val="FFB800"/>
                </a:solidFill>
                <a:latin typeface="Arial" panose="020B0604020202020204" pitchFamily="34" charset="0"/>
                <a:cs typeface="Arial" panose="020B0604020202020204" pitchFamily="34" charset="0"/>
              </a:rPr>
              <a:t>Priest:</a:t>
            </a:r>
            <a:r>
              <a:rPr lang="en-US" sz="6500" dirty="0">
                <a:solidFill>
                  <a:srgbClr val="F0FDF4"/>
                </a:solidFill>
                <a:latin typeface="Arial" panose="020B0604020202020204" pitchFamily="34" charset="0"/>
                <a:cs typeface="Arial" panose="020B0604020202020204" pitchFamily="34" charset="0"/>
              </a:rPr>
              <a:t> </a:t>
            </a:r>
            <a:r>
              <a:rPr lang="en-US" sz="6500" i="1" dirty="0">
                <a:solidFill>
                  <a:srgbClr val="F0FDF4"/>
                </a:solidFill>
                <a:latin typeface="Arial" panose="020B0604020202020204" pitchFamily="34" charset="0"/>
                <a:cs typeface="Arial" panose="020B0604020202020204" pitchFamily="34" charset="0"/>
              </a:rPr>
              <a:t>Let us give thanks to the</a:t>
            </a:r>
          </a:p>
          <a:p>
            <a:pPr algn="ctr">
              <a:defRPr sz="5500" b="1" i="0" u="none">
                <a:solidFill>
                  <a:srgbClr val="86EFAC"/>
                </a:solidFill>
                <a:latin typeface="Inter"/>
              </a:defRPr>
            </a:pPr>
            <a:r>
              <a:rPr lang="en-US" sz="6500" i="1" dirty="0">
                <a:solidFill>
                  <a:srgbClr val="F0FDF4"/>
                </a:solidFill>
                <a:latin typeface="Arial" panose="020B0604020202020204" pitchFamily="34" charset="0"/>
                <a:cs typeface="Arial" panose="020B0604020202020204" pitchFamily="34" charset="0"/>
              </a:rPr>
              <a:t>Lord our God.</a:t>
            </a:r>
          </a:p>
        </p:txBody>
      </p:sp>
      <p:sp>
        <p:nvSpPr>
          <p:cNvPr id="6" name="TextBox 5">
            <a:extLst>
              <a:ext uri="{FF2B5EF4-FFF2-40B4-BE49-F238E27FC236}">
                <a16:creationId xmlns:a16="http://schemas.microsoft.com/office/drawing/2014/main" id="{40C76CD3-4924-1258-FD92-3E238A808645}"/>
              </a:ext>
            </a:extLst>
          </p:cNvPr>
          <p:cNvSpPr txBox="1"/>
          <p:nvPr/>
        </p:nvSpPr>
        <p:spPr>
          <a:xfrm>
            <a:off x="914400" y="1535595"/>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And with your spirit.</a:t>
            </a:r>
          </a:p>
        </p:txBody>
      </p:sp>
      <p:sp>
        <p:nvSpPr>
          <p:cNvPr id="7" name="TextBox 6">
            <a:extLst>
              <a:ext uri="{FF2B5EF4-FFF2-40B4-BE49-F238E27FC236}">
                <a16:creationId xmlns:a16="http://schemas.microsoft.com/office/drawing/2014/main" id="{1691FB47-CBCF-4E7C-D482-04D3A3B03C61}"/>
              </a:ext>
            </a:extLst>
          </p:cNvPr>
          <p:cNvSpPr txBox="1"/>
          <p:nvPr/>
        </p:nvSpPr>
        <p:spPr>
          <a:xfrm>
            <a:off x="914400" y="433022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We lift them up to the Lord.</a:t>
            </a:r>
          </a:p>
        </p:txBody>
      </p:sp>
      <p:sp>
        <p:nvSpPr>
          <p:cNvPr id="8" name="TextBox 7"/>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Eucharist</a:t>
            </a:r>
          </a:p>
        </p:txBody>
      </p:sp>
      <p:sp>
        <p:nvSpPr>
          <p:cNvPr id="3" name="TextBox 2">
            <a:extLst>
              <a:ext uri="{FF2B5EF4-FFF2-40B4-BE49-F238E27FC236}">
                <a16:creationId xmlns:a16="http://schemas.microsoft.com/office/drawing/2014/main" id="{CA37E2CD-6598-89D4-6A8B-8276F41A0DBB}"/>
              </a:ext>
            </a:extLst>
          </p:cNvPr>
          <p:cNvSpPr txBox="1"/>
          <p:nvPr/>
        </p:nvSpPr>
        <p:spPr>
          <a:xfrm>
            <a:off x="708991" y="8251467"/>
            <a:ext cx="16459200" cy="777239"/>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latin typeface="Arial" panose="020B0604020202020204" pitchFamily="34" charset="0"/>
                <a:cs typeface="Arial" panose="020B0604020202020204" pitchFamily="34" charset="0"/>
              </a:rPr>
              <a:t>All: It is right and just.</a:t>
            </a:r>
          </a:p>
        </p:txBody>
      </p:sp>
      <p:sp>
        <p:nvSpPr>
          <p:cNvPr id="9" name="TextBox 8"/>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LFDNA|preface_dialogue|REQUIRED|1/1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8893"/>
            <a:ext cx="18288000" cy="4850766"/>
          </a:xfrm>
          <a:prstGeom prst="rect">
            <a:avLst/>
          </a:prstGeom>
          <a:noFill/>
        </p:spPr>
        <p:txBody>
          <a:bodyPr wrap="square" lIns="109728" tIns="73152" rIns="109728" bIns="73152" anchor="ctr">
            <a:noAutofit/>
          </a:bodyPr>
          <a:lstStyle/>
          <a:p>
            <a:pPr algn="ctr"/>
            <a:r>
              <a:rPr lang="en-US" sz="6000" b="1" dirty="0">
                <a:solidFill>
                  <a:srgbClr val="F0FDF4"/>
                </a:solidFill>
                <a:latin typeface="Arial" panose="020B0604020202020204" pitchFamily="34" charset="0"/>
                <a:cs typeface="Arial" panose="020B0604020202020204" pitchFamily="34" charset="0"/>
              </a:rPr>
              <a:t>HOLY, HOLY, HOLY</a:t>
            </a:r>
          </a:p>
          <a:p>
            <a:pPr algn="ctr"/>
            <a:r>
              <a:rPr lang="en-US" sz="6000" b="1" dirty="0">
                <a:solidFill>
                  <a:srgbClr val="F0FDF4"/>
                </a:solidFill>
                <a:latin typeface="Arial" panose="020B0604020202020204" pitchFamily="34" charset="0"/>
                <a:cs typeface="Arial" panose="020B0604020202020204" pitchFamily="34" charset="0"/>
              </a:rPr>
              <a:t>LORD GOD OF HOST. </a:t>
            </a:r>
          </a:p>
          <a:p>
            <a:pPr algn="ctr"/>
            <a:r>
              <a:rPr lang="en-US" sz="6000" b="1" dirty="0">
                <a:solidFill>
                  <a:srgbClr val="F0FDF4"/>
                </a:solidFill>
                <a:latin typeface="Arial" panose="020B0604020202020204" pitchFamily="34" charset="0"/>
                <a:cs typeface="Arial" panose="020B0604020202020204" pitchFamily="34" charset="0"/>
              </a:rPr>
              <a:t>HEAVEN AND EARTH ARE</a:t>
            </a:r>
          </a:p>
          <a:p>
            <a:pPr algn="ctr"/>
            <a:r>
              <a:rPr lang="en-US" sz="6000" b="1" dirty="0">
                <a:solidFill>
                  <a:srgbClr val="F0FDF4"/>
                </a:solidFill>
                <a:latin typeface="Arial" panose="020B0604020202020204" pitchFamily="34" charset="0"/>
                <a:cs typeface="Arial" panose="020B0604020202020204" pitchFamily="34" charset="0"/>
              </a:rPr>
              <a:t>FULL OF YOUR GLORY,</a:t>
            </a:r>
          </a:p>
          <a:p>
            <a:pPr algn="ctr"/>
            <a:r>
              <a:rPr lang="en-US" sz="6000" b="1" dirty="0">
                <a:solidFill>
                  <a:srgbClr val="F0FDF4"/>
                </a:solidFill>
                <a:latin typeface="Arial" panose="020B0604020202020204" pitchFamily="34" charset="0"/>
                <a:cs typeface="Arial" panose="020B0604020202020204" pitchFamily="34" charset="0"/>
              </a:rPr>
              <a:t>FULL OF YOUR GLORY.</a:t>
            </a:r>
          </a:p>
          <a:p>
            <a:pPr algn="ctr"/>
            <a:r>
              <a:rPr lang="en-US" sz="6000" b="1" i="1" dirty="0">
                <a:solidFill>
                  <a:srgbClr val="FFB800"/>
                </a:solidFill>
                <a:latin typeface="Arial" panose="020B0604020202020204" pitchFamily="34" charset="0"/>
                <a:cs typeface="Arial" panose="020B0604020202020204" pitchFamily="34" charset="0"/>
              </a:rPr>
              <a:t>HOSANNA IN THE HIGHEST(2X)</a:t>
            </a:r>
          </a:p>
        </p:txBody>
      </p:sp>
      <p:sp>
        <p:nvSpPr>
          <p:cNvPr id="4" name="TextBox 3">
            <a:extLst>
              <a:ext uri="{FF2B5EF4-FFF2-40B4-BE49-F238E27FC236}">
                <a16:creationId xmlns:a16="http://schemas.microsoft.com/office/drawing/2014/main" id="{16EA37CF-E5C0-F90C-DA87-8CC3C2134191}"/>
              </a:ext>
            </a:extLst>
          </p:cNvPr>
          <p:cNvSpPr txBox="1"/>
          <p:nvPr/>
        </p:nvSpPr>
        <p:spPr>
          <a:xfrm>
            <a:off x="0" y="6284050"/>
            <a:ext cx="18288000" cy="2867439"/>
          </a:xfrm>
          <a:prstGeom prst="rect">
            <a:avLst/>
          </a:prstGeom>
          <a:noFill/>
        </p:spPr>
        <p:txBody>
          <a:bodyPr wrap="square" lIns="109728" tIns="73152" rIns="109728" bIns="73152" anchor="ctr">
            <a:noAutofit/>
          </a:bodyPr>
          <a:lstStyle/>
          <a:p>
            <a:pPr algn="ctr"/>
            <a:r>
              <a:rPr lang="en-US" sz="6000" b="1" dirty="0">
                <a:solidFill>
                  <a:srgbClr val="F0FDF4"/>
                </a:solidFill>
                <a:latin typeface="Arial" panose="020B0604020202020204" pitchFamily="34" charset="0"/>
                <a:cs typeface="Arial" panose="020B0604020202020204" pitchFamily="34" charset="0"/>
              </a:rPr>
              <a:t>BLESSED IS HE WHO COMES</a:t>
            </a:r>
          </a:p>
          <a:p>
            <a:pPr algn="ctr"/>
            <a:r>
              <a:rPr lang="en-US" sz="6000" b="1" dirty="0">
                <a:solidFill>
                  <a:srgbClr val="F0FDF4"/>
                </a:solidFill>
                <a:latin typeface="Arial" panose="020B0604020202020204" pitchFamily="34" charset="0"/>
                <a:cs typeface="Arial" panose="020B0604020202020204" pitchFamily="34" charset="0"/>
              </a:rPr>
              <a:t>IN THE NAME OF THE LORD.</a:t>
            </a:r>
          </a:p>
          <a:p>
            <a:pPr algn="ctr"/>
            <a:r>
              <a:rPr lang="en-US" sz="6000" b="1" i="1" dirty="0">
                <a:solidFill>
                  <a:srgbClr val="FFB800"/>
                </a:solidFill>
                <a:latin typeface="Arial" panose="020B0604020202020204" pitchFamily="34" charset="0"/>
                <a:cs typeface="Arial" panose="020B0604020202020204" pitchFamily="34" charset="0"/>
              </a:rPr>
              <a:t>HOSANNA IN THE HIGHEST(4X)</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Sanctus</a:t>
            </a:r>
          </a:p>
        </p:txBody>
      </p:sp>
      <p:sp>
        <p:nvSpPr>
          <p:cNvPr id="6" name="TextBox 5"/>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LFDNA|sanctus|REQUIRED|1/1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530352"/>
            <a:ext cx="182880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6000" b="1" dirty="0">
                <a:solidFill>
                  <a:srgbClr val="F0FDF4"/>
                </a:solidFill>
                <a:latin typeface="Arial" panose="020B0604020202020204" pitchFamily="34" charset="0"/>
                <a:cs typeface="Arial" panose="020B0604020202020204" pitchFamily="34" charset="0"/>
              </a:rPr>
              <a:t>WHEN WE EAT THIS BREAD AND DRINK THIS CUP WE PROCLAIM YOUR DEATH O LORD. UNTIL YOU COME AGAIN, UNTIL YOU COME AGAIN WE PROCLAIM YOUR DEATH O LORD.</a:t>
            </a:r>
            <a:endParaRPr sz="6000"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DA2F03A-FAF2-7FE4-6E1E-DFEEE560DD83}"/>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The Mystery Of Faith</a:t>
            </a:r>
            <a:endParaRPr sz="5000" b="1" u="sng" dirty="0">
              <a:solidFill>
                <a:srgbClr val="86EFAC"/>
              </a:solidFill>
              <a:latin typeface="Georgia"/>
            </a:endParaRP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The Eucharistic Prayer</a:t>
            </a:r>
          </a:p>
        </p:txBody>
      </p:sp>
      <p:sp>
        <p:nvSpPr>
          <p:cNvPr id="6" name="TextBox 5"/>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LFDNA|mystery_of_faith|REQUIRED|1/1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8000" dirty="0">
                <a:solidFill>
                  <a:srgbClr val="F0FDF4"/>
                </a:solidFill>
                <a:latin typeface="Arial" panose="020B0604020202020204" pitchFamily="34" charset="0"/>
                <a:cs typeface="Arial" panose="020B0604020202020204" pitchFamily="34" charset="0"/>
              </a:rPr>
              <a:t>AMEN AMEN AMEN AMEN</a:t>
            </a:r>
          </a:p>
          <a:p>
            <a:pPr algn="ctr">
              <a:spcBef>
                <a:spcPts val="400"/>
              </a:spcBef>
              <a:spcAft>
                <a:spcPts val="500"/>
              </a:spcAft>
              <a:defRPr sz="5500" b="1" i="0" u="none">
                <a:solidFill>
                  <a:srgbClr val="F0FDF4"/>
                </a:solidFill>
                <a:latin typeface="Inter"/>
              </a:defRPr>
            </a:pPr>
            <a:r>
              <a:rPr lang="en-US" sz="8000" dirty="0">
                <a:solidFill>
                  <a:srgbClr val="F0FDF4"/>
                </a:solidFill>
                <a:latin typeface="Arial" panose="020B0604020202020204" pitchFamily="34" charset="0"/>
                <a:cs typeface="Arial" panose="020B0604020202020204" pitchFamily="34" charset="0"/>
              </a:rPr>
              <a:t>AMEN AMEN AMEN AMEN</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Great Amen</a:t>
            </a:r>
          </a:p>
        </p:txBody>
      </p:sp>
      <p:sp>
        <p:nvSpPr>
          <p:cNvPr id="4" name="TextBox 3"/>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LFDNA|great_amen|REQUIRED|1/1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1746530"/>
            <a:ext cx="18288000" cy="2038763"/>
          </a:xfrm>
          <a:prstGeom prst="rect">
            <a:avLst/>
          </a:prstGeom>
        </p:spPr>
        <p:txBody>
          <a:bodyPr wrap="square" lIns="0" tIns="0" rIns="0" bIns="0" rtlCol="0" anchor="t">
            <a:spAutoFit/>
          </a:bodyPr>
          <a:lstStyle/>
          <a:p>
            <a:pPr marL="0" lvl="0" indent="0" algn="ctr">
              <a:lnSpc>
                <a:spcPts val="8228"/>
              </a:lnSpc>
              <a:defRPr/>
            </a:pPr>
            <a:r>
              <a:rPr lang="en-US" sz="6500" b="1" dirty="0">
                <a:solidFill>
                  <a:srgbClr val="FFB800"/>
                </a:solidFill>
                <a:latin typeface="Arial" panose="020B0604020202020204" pitchFamily="34" charset="0"/>
                <a:ea typeface="Poppins Semi-Bold"/>
                <a:cs typeface="Arial" panose="020B0604020202020204" pitchFamily="34" charset="0"/>
                <a:sym typeface="Poppins Semi-Bold"/>
              </a:rPr>
              <a:t>Priest</a:t>
            </a:r>
            <a:r>
              <a:rPr lang="en-US" sz="6500" b="1" dirty="0">
                <a:solidFill>
                  <a:srgbClr val="F0FDF4"/>
                </a:solidFill>
                <a:latin typeface="Arial" panose="020B0604020202020204" pitchFamily="34" charset="0"/>
                <a:ea typeface="Poppins Semi-Bold"/>
                <a:cs typeface="Arial" panose="020B0604020202020204" pitchFamily="34" charset="0"/>
                <a:sym typeface="Poppins Semi-Bold"/>
              </a:rPr>
              <a:t>: </a:t>
            </a: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The peace of the Lord</a:t>
            </a:r>
          </a:p>
          <a:p>
            <a:pPr marL="0" lvl="0" indent="0" algn="ctr">
              <a:lnSpc>
                <a:spcPts val="8228"/>
              </a:lnSpc>
              <a:defRPr/>
            </a:pP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be with you.</a:t>
            </a:r>
          </a:p>
        </p:txBody>
      </p:sp>
      <p:sp>
        <p:nvSpPr>
          <p:cNvPr id="4" name="TextBox 4"/>
          <p:cNvSpPr txBox="1"/>
          <p:nvPr/>
        </p:nvSpPr>
        <p:spPr>
          <a:xfrm>
            <a:off x="0" y="7665339"/>
            <a:ext cx="18288000" cy="1090042"/>
          </a:xfrm>
          <a:prstGeom prst="rect">
            <a:avLst/>
          </a:prstGeom>
        </p:spPr>
        <p:txBody>
          <a:bodyPr wrap="square" lIns="0" tIns="0" rIns="0" bIns="0" rtlCol="0" anchor="t">
            <a:spAutoFit/>
          </a:bodyPr>
          <a:lstStyle/>
          <a:p>
            <a:pPr marL="0" lvl="0" indent="0" algn="ctr">
              <a:lnSpc>
                <a:spcPts val="8469"/>
              </a:lnSpc>
              <a:defRPr/>
            </a:pPr>
            <a:r>
              <a:rPr lang="en-US" sz="8000" b="1" dirty="0">
                <a:solidFill>
                  <a:srgbClr val="F0FDF4"/>
                </a:solidFill>
                <a:latin typeface="Arial" panose="020B0604020202020204" pitchFamily="34" charset="0"/>
                <a:ea typeface="Poppins Bold"/>
                <a:cs typeface="Arial" panose="020B0604020202020204" pitchFamily="34" charset="0"/>
                <a:sym typeface="Poppins Bold"/>
              </a:rPr>
              <a:t>All: Peace be with you.</a:t>
            </a:r>
          </a:p>
        </p:txBody>
      </p:sp>
      <p:sp>
        <p:nvSpPr>
          <p:cNvPr id="6" name="TextBox 6"/>
          <p:cNvSpPr txBox="1"/>
          <p:nvPr/>
        </p:nvSpPr>
        <p:spPr>
          <a:xfrm>
            <a:off x="0" y="5626576"/>
            <a:ext cx="18288000" cy="2038763"/>
          </a:xfrm>
          <a:prstGeom prst="rect">
            <a:avLst/>
          </a:prstGeom>
        </p:spPr>
        <p:txBody>
          <a:bodyPr wrap="square" lIns="0" tIns="0" rIns="0" bIns="0" rtlCol="0" anchor="t">
            <a:spAutoFit/>
          </a:bodyPr>
          <a:lstStyle/>
          <a:p>
            <a:pPr marL="0" lvl="0" indent="0" algn="ctr">
              <a:lnSpc>
                <a:spcPts val="8228"/>
              </a:lnSpc>
              <a:defRPr/>
            </a:pPr>
            <a:r>
              <a:rPr lang="en-US" sz="6500" b="1" dirty="0">
                <a:solidFill>
                  <a:srgbClr val="FFB800"/>
                </a:solidFill>
                <a:latin typeface="Arial" panose="020B0604020202020204" pitchFamily="34" charset="0"/>
                <a:ea typeface="Poppins Semi-Bold"/>
                <a:cs typeface="Arial" panose="020B0604020202020204" pitchFamily="34" charset="0"/>
                <a:sym typeface="Poppins Semi-Bold"/>
              </a:rPr>
              <a:t>Priest</a:t>
            </a:r>
            <a:r>
              <a:rPr lang="en-US" sz="6500" b="1" dirty="0">
                <a:solidFill>
                  <a:srgbClr val="F0FDF4"/>
                </a:solidFill>
                <a:latin typeface="Arial" panose="020B0604020202020204" pitchFamily="34" charset="0"/>
                <a:ea typeface="Poppins Semi-Bold"/>
                <a:cs typeface="Arial" panose="020B0604020202020204" pitchFamily="34" charset="0"/>
                <a:sym typeface="Poppins Semi-Bold"/>
              </a:rPr>
              <a:t>: </a:t>
            </a: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Let us offer each other</a:t>
            </a:r>
          </a:p>
          <a:p>
            <a:pPr marL="0" lvl="0" indent="0" algn="ctr">
              <a:lnSpc>
                <a:spcPts val="8228"/>
              </a:lnSpc>
              <a:defRPr/>
            </a:pP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the sign of peace. </a:t>
            </a:r>
          </a:p>
        </p:txBody>
      </p:sp>
      <p:sp>
        <p:nvSpPr>
          <p:cNvPr id="5" name="TextBox 4">
            <a:extLst>
              <a:ext uri="{FF2B5EF4-FFF2-40B4-BE49-F238E27FC236}">
                <a16:creationId xmlns:a16="http://schemas.microsoft.com/office/drawing/2014/main" id="{664176DB-8A06-D3DB-13A1-B22D1175E2F2}"/>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Sign of Peace</a:t>
            </a:r>
            <a:endParaRPr sz="5000" b="1" u="sng" dirty="0">
              <a:solidFill>
                <a:srgbClr val="86EFAC"/>
              </a:solidFill>
              <a:latin typeface="Georgia"/>
            </a:endParaRPr>
          </a:p>
        </p:txBody>
      </p:sp>
      <p:sp>
        <p:nvSpPr>
          <p:cNvPr id="8" name="TextBox 4">
            <a:extLst>
              <a:ext uri="{FF2B5EF4-FFF2-40B4-BE49-F238E27FC236}">
                <a16:creationId xmlns:a16="http://schemas.microsoft.com/office/drawing/2014/main" id="{F7E45210-3BE8-09AA-AD33-DBEA6071DC28}"/>
              </a:ext>
            </a:extLst>
          </p:cNvPr>
          <p:cNvSpPr txBox="1"/>
          <p:nvPr/>
        </p:nvSpPr>
        <p:spPr>
          <a:xfrm>
            <a:off x="0" y="3768412"/>
            <a:ext cx="18288000" cy="1090042"/>
          </a:xfrm>
          <a:prstGeom prst="rect">
            <a:avLst/>
          </a:prstGeom>
        </p:spPr>
        <p:txBody>
          <a:bodyPr wrap="square" lIns="0" tIns="0" rIns="0" bIns="0" rtlCol="0" anchor="t">
            <a:spAutoFit/>
          </a:bodyPr>
          <a:lstStyle/>
          <a:p>
            <a:pPr marL="0" lvl="0" indent="0" algn="ctr">
              <a:lnSpc>
                <a:spcPts val="8469"/>
              </a:lnSpc>
              <a:defRPr/>
            </a:pPr>
            <a:r>
              <a:rPr lang="en-US" sz="8000" b="1" dirty="0">
                <a:solidFill>
                  <a:srgbClr val="F0FDF4"/>
                </a:solidFill>
                <a:latin typeface="Arial" panose="020B0604020202020204" pitchFamily="34" charset="0"/>
                <a:ea typeface="Poppins Bold"/>
                <a:cs typeface="Arial" panose="020B0604020202020204" pitchFamily="34" charset="0"/>
                <a:sym typeface="Poppins Bold"/>
              </a:rPr>
              <a:t>All: And with your spirit.</a:t>
            </a:r>
          </a:p>
        </p:txBody>
      </p:sp>
      <p:sp>
        <p:nvSpPr>
          <p:cNvPr id="9" name="TextBox 8"/>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Sign of Peace</a:t>
            </a:r>
          </a:p>
        </p:txBody>
      </p:sp>
      <p:sp>
        <p:nvSpPr>
          <p:cNvPr id="10" name="TextBox 9"/>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LFDNA|sign_of_peace|REQUIRED|1/1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1248545"/>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3" name="TextBox 3"/>
          <p:cNvSpPr txBox="1"/>
          <p:nvPr/>
        </p:nvSpPr>
        <p:spPr>
          <a:xfrm>
            <a:off x="0" y="6645357"/>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GRANT US PEACE</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GRANT US PEACE</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4" name="TextBox 4"/>
          <p:cNvSpPr txBox="1"/>
          <p:nvPr/>
        </p:nvSpPr>
        <p:spPr>
          <a:xfrm>
            <a:off x="0" y="3946951"/>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7" name="TextBox 6">
            <a:extLst>
              <a:ext uri="{FF2B5EF4-FFF2-40B4-BE49-F238E27FC236}">
                <a16:creationId xmlns:a16="http://schemas.microsoft.com/office/drawing/2014/main" id="{F9D2276B-3751-00B9-B051-3CB47914D3DE}"/>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Lamb of God</a:t>
            </a:r>
            <a:endParaRPr sz="3600" b="1" u="sng" dirty="0">
              <a:solidFill>
                <a:srgbClr val="86EFAC"/>
              </a:solidFill>
              <a:latin typeface="Georgia"/>
            </a:endParaRPr>
          </a:p>
        </p:txBody>
      </p:sp>
      <p:sp>
        <p:nvSpPr>
          <p:cNvPr id="8" name="TextBox 7"/>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Lamb of God</a:t>
            </a:r>
          </a:p>
        </p:txBody>
      </p:sp>
      <p:sp>
        <p:nvSpPr>
          <p:cNvPr id="9" name="TextBox 8"/>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LFDNA|lamb_of_god|REQUIRED|1/1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3553930"/>
            <a:ext cx="18288000" cy="5864390"/>
          </a:xfrm>
          <a:prstGeom prst="rect">
            <a:avLst/>
          </a:prstGeom>
          <a:noFill/>
        </p:spPr>
        <p:txBody>
          <a:bodyPr wrap="square" lIns="109728" tIns="73152" rIns="109728" bIns="73152" anchor="ctr">
            <a:noAutofit/>
          </a:bodyPr>
          <a:lstStyle/>
          <a:p>
            <a:pPr algn="ctr" fontAlgn="ctr"/>
            <a:r>
              <a:rPr sz="8000" b="1" dirty="0">
                <a:solidFill>
                  <a:srgbClr val="F0FDF4"/>
                </a:solidFill>
                <a:latin typeface="Arial" panose="020B0604020202020204" pitchFamily="34" charset="0"/>
                <a:cs typeface="Arial" panose="020B0604020202020204" pitchFamily="34" charset="0"/>
              </a:rPr>
              <a:t>All:</a:t>
            </a:r>
            <a:endParaRPr lang="en-US" sz="8000" b="1" dirty="0">
              <a:solidFill>
                <a:srgbClr val="F0FDF4"/>
              </a:solidFill>
              <a:latin typeface="Arial" panose="020B0604020202020204" pitchFamily="34" charset="0"/>
              <a:cs typeface="Arial" panose="020B0604020202020204" pitchFamily="34" charset="0"/>
            </a:endParaRPr>
          </a:p>
          <a:p>
            <a:pPr algn="ctr" fontAlgn="ctr"/>
            <a:r>
              <a:rPr sz="8000" b="1" dirty="0">
                <a:solidFill>
                  <a:srgbClr val="F0FDF4"/>
                </a:solidFill>
                <a:latin typeface="Arial" panose="020B0604020202020204" pitchFamily="34" charset="0"/>
                <a:cs typeface="Arial" panose="020B0604020202020204" pitchFamily="34" charset="0"/>
              </a:rPr>
              <a:t>Lord, I am not worthy that you should enter under my roof, but only say the word and my soul shall be healed.</a:t>
            </a:r>
          </a:p>
        </p:txBody>
      </p:sp>
      <p:sp>
        <p:nvSpPr>
          <p:cNvPr id="4" name="TextBox 3">
            <a:extLst>
              <a:ext uri="{FF2B5EF4-FFF2-40B4-BE49-F238E27FC236}">
                <a16:creationId xmlns:a16="http://schemas.microsoft.com/office/drawing/2014/main" id="{23E58424-4860-EF09-E5A9-C4A4AD77B7B8}"/>
              </a:ext>
            </a:extLst>
          </p:cNvPr>
          <p:cNvSpPr txBox="1"/>
          <p:nvPr/>
        </p:nvSpPr>
        <p:spPr>
          <a:xfrm>
            <a:off x="0" y="506591"/>
            <a:ext cx="18288000" cy="2696351"/>
          </a:xfrm>
          <a:prstGeom prst="rect">
            <a:avLst/>
          </a:prstGeom>
          <a:noFill/>
        </p:spPr>
        <p:txBody>
          <a:bodyPr wrap="square" lIns="109728" tIns="73152" rIns="109728" bIns="73152" anchor="ctr">
            <a:noAutofit/>
          </a:bodyPr>
          <a:lstStyle/>
          <a:p>
            <a:pPr algn="ctr"/>
            <a:r>
              <a:rPr lang="en-US" sz="5500" b="1" dirty="0">
                <a:solidFill>
                  <a:srgbClr val="FFB800"/>
                </a:solidFill>
                <a:latin typeface="Arial" panose="020B0604020202020204" pitchFamily="34" charset="0"/>
                <a:cs typeface="Arial" panose="020B0604020202020204" pitchFamily="34" charset="0"/>
              </a:rPr>
              <a:t>Priest: </a:t>
            </a:r>
            <a:r>
              <a:rPr lang="en-US" sz="5500" b="1" i="1" dirty="0">
                <a:solidFill>
                  <a:srgbClr val="F0FDF4"/>
                </a:solidFill>
                <a:latin typeface="Arial" panose="020B0604020202020204" pitchFamily="34" charset="0"/>
                <a:cs typeface="Arial" panose="020B0604020202020204" pitchFamily="34" charset="0"/>
              </a:rPr>
              <a:t>Behold the Lamb of God, behold him who takes away the sins of the world. Blessed are those called to the supper of the Lamb.</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The Communion Rite</a:t>
            </a:r>
          </a:p>
        </p:txBody>
      </p:sp>
      <p:sp>
        <p:nvSpPr>
          <p:cNvPr id="6" name="TextBox 5"/>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LFDNA|communion_rite|REQUIRED|1/1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2365907"/>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FFB800"/>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Let us pray.</a:t>
            </a:r>
          </a:p>
        </p:txBody>
      </p:sp>
      <p:sp>
        <p:nvSpPr>
          <p:cNvPr id="4" name="TextBox 3">
            <a:extLst>
              <a:ext uri="{FF2B5EF4-FFF2-40B4-BE49-F238E27FC236}">
                <a16:creationId xmlns:a16="http://schemas.microsoft.com/office/drawing/2014/main" id="{7B73A9D8-8533-CC78-5413-306BA3BD42DC}"/>
              </a:ext>
            </a:extLst>
          </p:cNvPr>
          <p:cNvSpPr txBox="1"/>
          <p:nvPr/>
        </p:nvSpPr>
        <p:spPr>
          <a:xfrm>
            <a:off x="914400" y="5143500"/>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lang="en-US" sz="9000" b="1" dirty="0">
                <a:solidFill>
                  <a:srgbClr val="F0FDF4"/>
                </a:solidFill>
                <a:latin typeface="Arial" panose="020B0604020202020204" pitchFamily="34" charset="0"/>
                <a:cs typeface="Arial" panose="020B0604020202020204" pitchFamily="34" charset="0"/>
              </a:rPr>
              <a:t>All: Amen.</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The Communion Rite</a:t>
            </a:r>
          </a:p>
        </p:txBody>
      </p:sp>
      <p:sp>
        <p:nvSpPr>
          <p:cNvPr id="6" name="TextBox 5"/>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LFDNA|post_communion|OPTIONAL|1/2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2365907"/>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FFB800"/>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Let us pray.</a:t>
            </a:r>
          </a:p>
        </p:txBody>
      </p:sp>
      <p:sp>
        <p:nvSpPr>
          <p:cNvPr id="4" name="TextBox 3">
            <a:extLst>
              <a:ext uri="{FF2B5EF4-FFF2-40B4-BE49-F238E27FC236}">
                <a16:creationId xmlns:a16="http://schemas.microsoft.com/office/drawing/2014/main" id="{7B73A9D8-8533-CC78-5413-306BA3BD42DC}"/>
              </a:ext>
            </a:extLst>
          </p:cNvPr>
          <p:cNvSpPr txBox="1"/>
          <p:nvPr/>
        </p:nvSpPr>
        <p:spPr>
          <a:xfrm>
            <a:off x="914400" y="5143500"/>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lang="en-US" sz="9000" b="1" dirty="0">
                <a:solidFill>
                  <a:srgbClr val="F0FDF4"/>
                </a:solidFill>
                <a:latin typeface="Arial" panose="020B0604020202020204" pitchFamily="34" charset="0"/>
                <a:cs typeface="Arial" panose="020B0604020202020204" pitchFamily="34" charset="0"/>
              </a:rPr>
              <a:t>All: Amen.</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The Communion Rite</a:t>
            </a:r>
          </a:p>
        </p:txBody>
      </p:sp>
      <p:sp>
        <p:nvSpPr>
          <p:cNvPr id="6" name="TextBox 5"/>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LFDNA|post_communion|OPTIONAL|2/2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Welcoming Newcomers</a:t>
            </a:r>
          </a:p>
        </p:txBody>
      </p:sp>
      <p:sp>
        <p:nvSpPr>
          <p:cNvPr id="4" name="TextBox 3">
            <a:extLst>
              <a:ext uri="{FF2B5EF4-FFF2-40B4-BE49-F238E27FC236}">
                <a16:creationId xmlns:a16="http://schemas.microsoft.com/office/drawing/2014/main" id="{3FE251BE-6C37-A4D1-32D9-85B08A94C476}"/>
              </a:ext>
            </a:extLst>
          </p:cNvPr>
          <p:cNvSpPr txBox="1"/>
          <p:nvPr/>
        </p:nvSpPr>
        <p:spPr>
          <a:xfrm>
            <a:off x="914400" y="1499417"/>
            <a:ext cx="16459200" cy="5040530"/>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sz="10000" dirty="0">
                <a:latin typeface="Georgia" panose="02040502050405020303" pitchFamily="18" charset="0"/>
              </a:rPr>
              <a:t>Welcome newcomers!</a:t>
            </a:r>
            <a:endParaRPr lang="en-US" sz="10000" dirty="0">
              <a:latin typeface="Georgia" panose="02040502050405020303" pitchFamily="18" charset="0"/>
            </a:endParaRPr>
          </a:p>
          <a:p>
            <a:pPr algn="ctr">
              <a:spcAft>
                <a:spcPts val="500"/>
              </a:spcAft>
              <a:defRPr sz="5500" b="1" i="0" u="none">
                <a:solidFill>
                  <a:srgbClr val="F0FDF4"/>
                </a:solidFill>
                <a:latin typeface="Inter"/>
              </a:defRPr>
            </a:pPr>
            <a:r>
              <a:rPr lang="en-KR" sz="10000" dirty="0">
                <a:latin typeface="Georgia" panose="02040502050405020303" pitchFamily="18" charset="0"/>
              </a:rPr>
              <a:t>to</a:t>
            </a:r>
            <a:br>
              <a:rPr lang="en-KR" sz="10000" dirty="0">
                <a:latin typeface="Georgia" panose="02040502050405020303" pitchFamily="18" charset="0"/>
              </a:rPr>
            </a:br>
            <a:r>
              <a:rPr lang="en-KR" sz="10000" dirty="0">
                <a:latin typeface="Georgia" panose="02040502050405020303" pitchFamily="18" charset="0"/>
              </a:rPr>
              <a:t>[insert church name]</a:t>
            </a:r>
            <a:endParaRPr sz="10000" dirty="0">
              <a:latin typeface="Georgia" panose="02040502050405020303" pitchFamily="18" charset="0"/>
            </a:endParaRPr>
          </a:p>
        </p:txBody>
      </p:sp>
      <p:sp>
        <p:nvSpPr>
          <p:cNvPr id="5" name="TextBox 4"/>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LFDNA|welcoming_newcomers|REQUIRED|1/1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rPr>
                <a:solidFill>
                  <a:srgbClr val="FFB800"/>
                </a:solidFill>
              </a:rPr>
              <a:t>Mass Collection</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Mass Collection</a:t>
            </a:r>
          </a:p>
        </p:txBody>
      </p:sp>
      <p:sp>
        <p:nvSpPr>
          <p:cNvPr id="6" name="TextBox 5">
            <a:extLst>
              <a:ext uri="{FF2B5EF4-FFF2-40B4-BE49-F238E27FC236}">
                <a16:creationId xmlns:a16="http://schemas.microsoft.com/office/drawing/2014/main" id="{5E6D80AC-E9BA-7C1C-81C5-AA192C66B850}"/>
              </a:ext>
            </a:extLst>
          </p:cNvPr>
          <p:cNvSpPr txBox="1"/>
          <p:nvPr/>
        </p:nvSpPr>
        <p:spPr>
          <a:xfrm>
            <a:off x="914400" y="4553503"/>
            <a:ext cx="16459200" cy="1161706"/>
          </a:xfrm>
          <a:prstGeom prst="rect">
            <a:avLst/>
          </a:prstGeom>
          <a:noFill/>
        </p:spPr>
        <p:txBody>
          <a:bodyPr wrap="square" lIns="109728" tIns="73152" rIns="109728" bIns="73152" anchor="ctr">
            <a:noAutofit/>
          </a:bodyPr>
          <a:lstStyle/>
          <a:p>
            <a:pPr algn="ctr">
              <a:defRPr sz="5500" b="1" i="0" u="none">
                <a:solidFill>
                  <a:srgbClr val="F0FDF4"/>
                </a:solidFill>
                <a:latin typeface="Inter"/>
              </a:defRPr>
            </a:pPr>
            <a:r>
              <a:rPr lang="en-US" sz="10000" b="1" dirty="0">
                <a:latin typeface="Arial Black" panose="020B0604020202020204" pitchFamily="34" charset="0"/>
                <a:cs typeface="Arial Black" panose="020B0604020202020204" pitchFamily="34" charset="0"/>
              </a:rPr>
              <a:t>[ENTER AMOUNT]</a:t>
            </a:r>
            <a:endParaRPr sz="10000" b="1" dirty="0">
              <a:latin typeface="Arial Black" panose="020B0604020202020204" pitchFamily="34" charset="0"/>
              <a:cs typeface="Arial Black" panose="020B0604020202020204" pitchFamily="34" charset="0"/>
            </a:endParaRPr>
          </a:p>
        </p:txBody>
      </p:sp>
      <p:sp>
        <p:nvSpPr>
          <p:cNvPr id="8" name="TextBox 7">
            <a:extLst>
              <a:ext uri="{FF2B5EF4-FFF2-40B4-BE49-F238E27FC236}">
                <a16:creationId xmlns:a16="http://schemas.microsoft.com/office/drawing/2014/main" id="{5EE7C7ED-ADC2-17BC-18D0-2CD24423D0BC}"/>
              </a:ext>
            </a:extLst>
          </p:cNvPr>
          <p:cNvSpPr txBox="1"/>
          <p:nvPr/>
        </p:nvSpPr>
        <p:spPr>
          <a:xfrm>
            <a:off x="914400" y="1381540"/>
            <a:ext cx="16459200" cy="1051561"/>
          </a:xfrm>
          <a:prstGeom prst="rect">
            <a:avLst/>
          </a:prstGeom>
          <a:noFill/>
        </p:spPr>
        <p:txBody>
          <a:bodyPr wrap="square" lIns="109728" tIns="73152" rIns="109728" bIns="73152">
            <a:noAutofit/>
          </a:bodyPr>
          <a:lstStyle/>
          <a:p>
            <a:pPr algn="ctr">
              <a:spcAft>
                <a:spcPts val="200"/>
              </a:spcAft>
              <a:defRPr sz="1500" b="0" i="0" u="none">
                <a:solidFill>
                  <a:srgbClr val="22C55E"/>
                </a:solidFill>
                <a:latin typeface="Inter"/>
              </a:defRPr>
            </a:pPr>
            <a:r>
              <a:rPr lang="en-US" sz="5000" b="1" i="1" dirty="0">
                <a:solidFill>
                  <a:schemeClr val="bg1"/>
                </a:solidFill>
                <a:latin typeface="Arial" panose="020B0604020202020204" pitchFamily="34" charset="0"/>
                <a:cs typeface="Arial" panose="020B0604020202020204" pitchFamily="34" charset="0"/>
              </a:rPr>
              <a:t>[DATE]</a:t>
            </a:r>
            <a:endParaRPr sz="5000" b="1" i="1" dirty="0">
              <a:solidFill>
                <a:schemeClr val="bg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B582F665-B508-1D17-B03C-850BD389EC3F}"/>
              </a:ext>
            </a:extLst>
          </p:cNvPr>
          <p:cNvSpPr txBox="1"/>
          <p:nvPr/>
        </p:nvSpPr>
        <p:spPr>
          <a:xfrm>
            <a:off x="914400" y="8324606"/>
            <a:ext cx="16459200" cy="1161707"/>
          </a:xfrm>
          <a:prstGeom prst="rect">
            <a:avLst/>
          </a:prstGeom>
          <a:noFill/>
        </p:spPr>
        <p:txBody>
          <a:bodyPr wrap="square" lIns="109728" tIns="73152" rIns="109728" bIns="73152">
            <a:noAutofit/>
          </a:bodyPr>
          <a:lstStyle/>
          <a:p>
            <a:pPr algn="ctr">
              <a:spcAft>
                <a:spcPts val="200"/>
              </a:spcAft>
              <a:defRPr sz="1500" b="0" i="0" u="none">
                <a:solidFill>
                  <a:srgbClr val="22C55E"/>
                </a:solidFill>
                <a:latin typeface="Inter"/>
              </a:defRPr>
            </a:pPr>
            <a:r>
              <a:rPr sz="5000" b="1" dirty="0">
                <a:solidFill>
                  <a:schemeClr val="bg1"/>
                </a:solidFill>
                <a:latin typeface="Arial" panose="020B0604020202020204" pitchFamily="34" charset="0"/>
                <a:cs typeface="Arial" panose="020B0604020202020204" pitchFamily="34" charset="0"/>
              </a:rPr>
              <a:t>Thank you for your generosity.</a:t>
            </a:r>
          </a:p>
        </p:txBody>
      </p:sp>
      <p:sp>
        <p:nvSpPr>
          <p:cNvPr id="13" name="TextBox 12"/>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LFDNA|mass_collection|REQUIRED|1/1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dirty="0">
                <a:solidFill>
                  <a:srgbClr val="F0FDF4"/>
                </a:solidFill>
              </a:rPr>
              <a:t>Sacrament of Confession</a:t>
            </a:r>
          </a:p>
        </p:txBody>
      </p:sp>
      <p:sp>
        <p:nvSpPr>
          <p:cNvPr id="4" name="TextBox 3">
            <a:extLst>
              <a:ext uri="{FF2B5EF4-FFF2-40B4-BE49-F238E27FC236}">
                <a16:creationId xmlns:a16="http://schemas.microsoft.com/office/drawing/2014/main" id="{A6D3B25F-5450-9BDC-7305-792F22175713}"/>
              </a:ext>
            </a:extLst>
          </p:cNvPr>
          <p:cNvSpPr txBox="1"/>
          <p:nvPr/>
        </p:nvSpPr>
        <p:spPr>
          <a:xfrm>
            <a:off x="914400" y="91440"/>
            <a:ext cx="16459200" cy="1051560"/>
          </a:xfrm>
          <a:prstGeom prst="rect">
            <a:avLst/>
          </a:prstGeom>
          <a:noFill/>
        </p:spPr>
        <p:txBody>
          <a:bodyPr wrap="square" lIns="109728" tIns="73152" rIns="109728" bIns="73152" anchor="t">
            <a:noAutofit/>
          </a:bodyPr>
          <a:lstStyle/>
          <a:p>
            <a:pPr algn="ctr">
              <a:defRPr sz="5500" b="1" i="0" u="none">
                <a:solidFill>
                  <a:srgbClr val="86EFAC"/>
                </a:solidFill>
                <a:latin typeface="Inter"/>
              </a:defRPr>
            </a:pPr>
            <a:r>
              <a:rPr lang="en-US" u="sng" dirty="0">
                <a:solidFill>
                  <a:srgbClr val="FFB800"/>
                </a:solidFill>
                <a:latin typeface="Georgia" panose="02040502050405020303" pitchFamily="18" charset="0"/>
              </a:rPr>
              <a:t>Sacrament of Confession</a:t>
            </a:r>
            <a:endParaRPr u="sng" dirty="0">
              <a:solidFill>
                <a:srgbClr val="FFB800"/>
              </a:solidFill>
              <a:latin typeface="Georgia" panose="02040502050405020303" pitchFamily="18" charset="0"/>
            </a:endParaRP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Announcements</a:t>
            </a:r>
          </a:p>
        </p:txBody>
      </p:sp>
      <p:sp>
        <p:nvSpPr>
          <p:cNvPr id="6" name="TextBox 5"/>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LFDNA|confession|REQUIRED|1/1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373049"/>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FFB800"/>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The Lord be with you.</a:t>
            </a:r>
          </a:p>
        </p:txBody>
      </p:sp>
      <p:sp>
        <p:nvSpPr>
          <p:cNvPr id="4" name="TextBox 3">
            <a:extLst>
              <a:ext uri="{FF2B5EF4-FFF2-40B4-BE49-F238E27FC236}">
                <a16:creationId xmlns:a16="http://schemas.microsoft.com/office/drawing/2014/main" id="{96FC87FF-BC64-13B6-66A9-387D1C03AA8D}"/>
              </a:ext>
            </a:extLst>
          </p:cNvPr>
          <p:cNvSpPr txBox="1"/>
          <p:nvPr/>
        </p:nvSpPr>
        <p:spPr>
          <a:xfrm>
            <a:off x="914400" y="3006090"/>
            <a:ext cx="16459200" cy="1899699"/>
          </a:xfrm>
          <a:prstGeom prst="rect">
            <a:avLst/>
          </a:prstGeom>
          <a:noFill/>
        </p:spPr>
        <p:txBody>
          <a:bodyPr wrap="square" lIns="109728" tIns="73152" rIns="109728" bIns="73152" anchor="ctr">
            <a:noAutofit/>
          </a:bodyPr>
          <a:lstStyle/>
          <a:p>
            <a:pPr algn="ctr">
              <a:spcBef>
                <a:spcPts val="600"/>
              </a:spcBef>
              <a:spcAft>
                <a:spcPts val="800"/>
              </a:spcAft>
            </a:pPr>
            <a:r>
              <a:rPr lang="en-US" sz="6500" b="1" dirty="0">
                <a:solidFill>
                  <a:srgbClr val="FFB800"/>
                </a:solidFill>
                <a:latin typeface="Arial" panose="020B0604020202020204" pitchFamily="34" charset="0"/>
                <a:cs typeface="Arial" panose="020B0604020202020204" pitchFamily="34" charset="0"/>
              </a:rPr>
              <a:t>Priest: </a:t>
            </a:r>
            <a:r>
              <a:rPr lang="en-US" sz="6500" b="1" i="1" dirty="0">
                <a:solidFill>
                  <a:srgbClr val="F0FDF4"/>
                </a:solidFill>
                <a:latin typeface="Arial" panose="020B0604020202020204" pitchFamily="34" charset="0"/>
                <a:cs typeface="Arial" panose="020B0604020202020204" pitchFamily="34" charset="0"/>
              </a:rPr>
              <a:t>May almighty God bless you, the Father, and the Son, and the Holy Spirit.</a:t>
            </a:r>
          </a:p>
        </p:txBody>
      </p:sp>
      <p:sp>
        <p:nvSpPr>
          <p:cNvPr id="5" name="TextBox 4">
            <a:extLst>
              <a:ext uri="{FF2B5EF4-FFF2-40B4-BE49-F238E27FC236}">
                <a16:creationId xmlns:a16="http://schemas.microsoft.com/office/drawing/2014/main" id="{3389B624-E2F8-3F71-E14D-62975158B081}"/>
              </a:ext>
            </a:extLst>
          </p:cNvPr>
          <p:cNvSpPr txBox="1"/>
          <p:nvPr/>
        </p:nvSpPr>
        <p:spPr>
          <a:xfrm>
            <a:off x="914400" y="6719516"/>
            <a:ext cx="16459200" cy="1938794"/>
          </a:xfrm>
          <a:prstGeom prst="rect">
            <a:avLst/>
          </a:prstGeom>
          <a:noFill/>
        </p:spPr>
        <p:txBody>
          <a:bodyPr wrap="square" lIns="109728" tIns="73152" rIns="109728" bIns="73152" anchor="ctr">
            <a:noAutofit/>
          </a:bodyPr>
          <a:lstStyle/>
          <a:p>
            <a:pPr algn="ctr">
              <a:spcBef>
                <a:spcPts val="600"/>
              </a:spcBef>
              <a:spcAft>
                <a:spcPts val="800"/>
              </a:spcAft>
            </a:pPr>
            <a:r>
              <a:rPr lang="en-US" sz="6500" b="1" dirty="0">
                <a:solidFill>
                  <a:srgbClr val="FFB800"/>
                </a:solidFill>
                <a:latin typeface="Arial" panose="020B0604020202020204" pitchFamily="34" charset="0"/>
                <a:cs typeface="Arial" panose="020B0604020202020204" pitchFamily="34" charset="0"/>
              </a:rPr>
              <a:t>Priest: </a:t>
            </a:r>
            <a:r>
              <a:rPr lang="en-US" sz="6500" b="1" i="1" dirty="0">
                <a:solidFill>
                  <a:srgbClr val="F0FDF4"/>
                </a:solidFill>
                <a:latin typeface="Arial" panose="020B0604020202020204" pitchFamily="34" charset="0"/>
                <a:cs typeface="Arial" panose="020B0604020202020204" pitchFamily="34" charset="0"/>
              </a:rPr>
              <a:t>Go in peace, glorifying the Lord by your life.</a:t>
            </a:r>
          </a:p>
        </p:txBody>
      </p:sp>
      <p:sp>
        <p:nvSpPr>
          <p:cNvPr id="6" name="TextBox 5">
            <a:extLst>
              <a:ext uri="{FF2B5EF4-FFF2-40B4-BE49-F238E27FC236}">
                <a16:creationId xmlns:a16="http://schemas.microsoft.com/office/drawing/2014/main" id="{BA7046C5-1E52-F69D-BF92-086E85CFB1E9}"/>
              </a:ext>
            </a:extLst>
          </p:cNvPr>
          <p:cNvSpPr txBox="1"/>
          <p:nvPr/>
        </p:nvSpPr>
        <p:spPr>
          <a:xfrm>
            <a:off x="914400" y="1192364"/>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And with your spirit.</a:t>
            </a:r>
          </a:p>
        </p:txBody>
      </p:sp>
      <p:sp>
        <p:nvSpPr>
          <p:cNvPr id="7" name="TextBox 6">
            <a:extLst>
              <a:ext uri="{FF2B5EF4-FFF2-40B4-BE49-F238E27FC236}">
                <a16:creationId xmlns:a16="http://schemas.microsoft.com/office/drawing/2014/main" id="{A0016F4A-78CD-6BF8-2FB2-AD9931C686BE}"/>
              </a:ext>
            </a:extLst>
          </p:cNvPr>
          <p:cNvSpPr txBox="1"/>
          <p:nvPr/>
        </p:nvSpPr>
        <p:spPr>
          <a:xfrm>
            <a:off x="914400" y="4905789"/>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Amen.</a:t>
            </a:r>
          </a:p>
        </p:txBody>
      </p:sp>
      <p:sp>
        <p:nvSpPr>
          <p:cNvPr id="8" name="TextBox 7"/>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Final Blessing</a:t>
            </a:r>
          </a:p>
        </p:txBody>
      </p:sp>
      <p:sp>
        <p:nvSpPr>
          <p:cNvPr id="3" name="TextBox 2">
            <a:extLst>
              <a:ext uri="{FF2B5EF4-FFF2-40B4-BE49-F238E27FC236}">
                <a16:creationId xmlns:a16="http://schemas.microsoft.com/office/drawing/2014/main" id="{8CC358AF-482B-E6E8-416B-DB6A83AAF1FE}"/>
              </a:ext>
            </a:extLst>
          </p:cNvPr>
          <p:cNvSpPr txBox="1"/>
          <p:nvPr/>
        </p:nvSpPr>
        <p:spPr>
          <a:xfrm>
            <a:off x="914400" y="8558917"/>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Thanks be to God.</a:t>
            </a:r>
          </a:p>
        </p:txBody>
      </p:sp>
      <p:sp>
        <p:nvSpPr>
          <p:cNvPr id="9" name="TextBox 8"/>
          <p:cNvSpPr txBox="1"/>
          <p:nvPr/>
        </p:nvSpPr>
        <p:spPr>
          <a:xfrm>
            <a:off x="320040" y="9902952"/>
            <a:ext cx="7772400" cy="292608"/>
          </a:xfrm>
          <a:prstGeom prst="rect">
            <a:avLst/>
          </a:prstGeom>
          <a:noFill/>
        </p:spPr>
        <p:txBody>
          <a:bodyPr wrap="none">
            <a:spAutoFit/>
          </a:bodyPr>
          <a:lstStyle/>
          <a:p>
            <a:pPr algn="l">
              <a:defRPr sz="1100" b="1">
                <a:solidFill>
                  <a:srgbClr val="888894"/>
                </a:solidFill>
                <a:latin typeface="Consolas"/>
              </a:defRPr>
            </a:pPr>
            <a:r>
              <a:t>LFDNA|final_blessing|REQUIRED|1/1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