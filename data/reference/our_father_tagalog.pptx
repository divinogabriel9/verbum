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328" r:id="rId47"/>
    <p:sldId id="298" r:id="rId48"/>
    <p:sldId id="330" r:id="rId49"/>
    <p:sldId id="329" r:id="rId50"/>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5EFA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33"/>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3C5F1-6A56-7C43-ABCB-104261A1F62D}" type="datetimeFigureOut">
              <a:rPr lang="en-KR" smtClean="0"/>
              <a:t>6/21/26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6D4F7-68C6-AF40-8A45-6E3B7CE12046}" type="slidenum">
              <a:rPr lang="en-KR" smtClean="0"/>
              <a:t>‹#›</a:t>
            </a:fld>
            <a:endParaRPr lang="en-KR"/>
          </a:p>
        </p:txBody>
      </p:sp>
    </p:spTree>
    <p:extLst>
      <p:ext uri="{BB962C8B-B14F-4D97-AF65-F5344CB8AC3E}">
        <p14:creationId xmlns:p14="http://schemas.microsoft.com/office/powerpoint/2010/main" val="159815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KR"/>
          </a:p>
        </p:txBody>
      </p:sp>
      <p:sp>
        <p:nvSpPr>
          <p:cNvPr id="3" name="Notes Placeholder 2"/>
          <p:cNvSpPr>
            <a:spLocks noGrp="1"/>
          </p:cNvSpPr>
          <p:nvPr>
            <p:ph type="body" idx="1"/>
          </p:nvPr>
        </p:nvSpPr>
        <p:spPr/>
        <p:txBody>
          <a:bodyPr/>
          <a:lstStyle/>
          <a:p>
            <a:endParaRPr lang="en-KR"/>
          </a:p>
        </p:txBody>
      </p:sp>
      <p:sp>
        <p:nvSpPr>
          <p:cNvPr id="4" name="Slide Number Placeholder 3"/>
          <p:cNvSpPr>
            <a:spLocks noGrp="1"/>
          </p:cNvSpPr>
          <p:nvPr>
            <p:ph type="sldNum" sz="quarter" idx="5"/>
          </p:nvPr>
        </p:nvSpPr>
        <p:spPr/>
        <p:txBody>
          <a:bodyPr/>
          <a:lstStyle/>
          <a:p>
            <a:fld id="{A366D4F7-68C6-AF40-8A45-6E3B7CE12046}" type="slidenum">
              <a:rPr lang="en-KR" smtClean="0"/>
              <a:t>7</a:t>
            </a:fld>
            <a:endParaRPr lang="en-KR"/>
          </a:p>
        </p:txBody>
      </p:sp>
    </p:spTree>
    <p:extLst>
      <p:ext uri="{BB962C8B-B14F-4D97-AF65-F5344CB8AC3E}">
        <p14:creationId xmlns:p14="http://schemas.microsoft.com/office/powerpoint/2010/main" val="123616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5736E-697D-824F-484B-76626244D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1A367-2971-0F86-5007-7736A6C3BD00}"/>
              </a:ext>
            </a:extLst>
          </p:cNvPr>
          <p:cNvSpPr>
            <a:spLocks noGrp="1" noRot="1" noChangeAspect="1"/>
          </p:cNvSpPr>
          <p:nvPr>
            <p:ph type="sldImg"/>
          </p:nvPr>
        </p:nvSpPr>
        <p:spPr/>
        <p:txBody>
          <a:bodyPr/>
          <a:lstStyle/>
          <a:p>
            <a:endParaRPr lang="en-KR"/>
          </a:p>
        </p:txBody>
      </p:sp>
      <p:sp>
        <p:nvSpPr>
          <p:cNvPr id="3" name="Notes Placeholder 2">
            <a:extLst>
              <a:ext uri="{FF2B5EF4-FFF2-40B4-BE49-F238E27FC236}">
                <a16:creationId xmlns:a16="http://schemas.microsoft.com/office/drawing/2014/main" id="{722FD2AD-A248-839D-6189-2C44B2A79EC2}"/>
              </a:ext>
            </a:extLst>
          </p:cNvPr>
          <p:cNvSpPr>
            <a:spLocks noGrp="1"/>
          </p:cNvSpPr>
          <p:nvPr>
            <p:ph type="body" idx="1"/>
          </p:nvPr>
        </p:nvSpPr>
        <p:spPr/>
        <p:txBody>
          <a:bodyPr/>
          <a:lstStyle/>
          <a:p>
            <a:endParaRPr lang="en-KR"/>
          </a:p>
        </p:txBody>
      </p:sp>
      <p:sp>
        <p:nvSpPr>
          <p:cNvPr id="4" name="Slide Number Placeholder 3">
            <a:extLst>
              <a:ext uri="{FF2B5EF4-FFF2-40B4-BE49-F238E27FC236}">
                <a16:creationId xmlns:a16="http://schemas.microsoft.com/office/drawing/2014/main" id="{743AB359-0A40-5D3A-8D68-3D17558AF336}"/>
              </a:ext>
            </a:extLst>
          </p:cNvPr>
          <p:cNvSpPr>
            <a:spLocks noGrp="1"/>
          </p:cNvSpPr>
          <p:nvPr>
            <p:ph type="sldNum" sz="quarter" idx="5"/>
          </p:nvPr>
        </p:nvSpPr>
        <p:spPr/>
        <p:txBody>
          <a:bodyPr/>
          <a:lstStyle/>
          <a:p>
            <a:fld id="{A366D4F7-68C6-AF40-8A45-6E3B7CE12046}" type="slidenum">
              <a:rPr lang="en-KR" smtClean="0"/>
              <a:t>9</a:t>
            </a:fld>
            <a:endParaRPr lang="en-KR"/>
          </a:p>
        </p:txBody>
      </p:sp>
    </p:spTree>
    <p:extLst>
      <p:ext uri="{BB962C8B-B14F-4D97-AF65-F5344CB8AC3E}">
        <p14:creationId xmlns:p14="http://schemas.microsoft.com/office/powerpoint/2010/main" val="73838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453F5-DD26-20E3-80E0-F612D98A0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36DC2-C3B3-B5C4-B3AE-4D401563892D}"/>
              </a:ext>
            </a:extLst>
          </p:cNvPr>
          <p:cNvSpPr>
            <a:spLocks noGrp="1" noRot="1" noChangeAspect="1"/>
          </p:cNvSpPr>
          <p:nvPr>
            <p:ph type="sldImg"/>
          </p:nvPr>
        </p:nvSpPr>
        <p:spPr/>
        <p:txBody>
          <a:bodyPr/>
          <a:lstStyle/>
          <a:p>
            <a:endParaRPr lang="en-KR"/>
          </a:p>
        </p:txBody>
      </p:sp>
      <p:sp>
        <p:nvSpPr>
          <p:cNvPr id="3" name="Notes Placeholder 2">
            <a:extLst>
              <a:ext uri="{FF2B5EF4-FFF2-40B4-BE49-F238E27FC236}">
                <a16:creationId xmlns:a16="http://schemas.microsoft.com/office/drawing/2014/main" id="{3299C2DC-B0DB-7994-4CCC-A52B05D116F1}"/>
              </a:ext>
            </a:extLst>
          </p:cNvPr>
          <p:cNvSpPr>
            <a:spLocks noGrp="1"/>
          </p:cNvSpPr>
          <p:nvPr>
            <p:ph type="body" idx="1"/>
          </p:nvPr>
        </p:nvSpPr>
        <p:spPr/>
        <p:txBody>
          <a:bodyPr/>
          <a:lstStyle/>
          <a:p>
            <a:endParaRPr lang="en-KR"/>
          </a:p>
        </p:txBody>
      </p:sp>
      <p:sp>
        <p:nvSpPr>
          <p:cNvPr id="4" name="Slide Number Placeholder 3">
            <a:extLst>
              <a:ext uri="{FF2B5EF4-FFF2-40B4-BE49-F238E27FC236}">
                <a16:creationId xmlns:a16="http://schemas.microsoft.com/office/drawing/2014/main" id="{E6852D84-F3A0-D187-41C4-5460C10D9002}"/>
              </a:ext>
            </a:extLst>
          </p:cNvPr>
          <p:cNvSpPr>
            <a:spLocks noGrp="1"/>
          </p:cNvSpPr>
          <p:nvPr>
            <p:ph type="sldNum" sz="quarter" idx="5"/>
          </p:nvPr>
        </p:nvSpPr>
        <p:spPr/>
        <p:txBody>
          <a:bodyPr/>
          <a:lstStyle/>
          <a:p>
            <a:fld id="{A366D4F7-68C6-AF40-8A45-6E3B7CE12046}" type="slidenum">
              <a:rPr lang="en-KR" smtClean="0"/>
              <a:t>48</a:t>
            </a:fld>
            <a:endParaRPr lang="en-KR"/>
          </a:p>
        </p:txBody>
      </p:sp>
    </p:spTree>
    <p:extLst>
      <p:ext uri="{BB962C8B-B14F-4D97-AF65-F5344CB8AC3E}">
        <p14:creationId xmlns:p14="http://schemas.microsoft.com/office/powerpoint/2010/main" val="841788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86EFAC"/>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Pre-Mass</a:t>
            </a: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chemeClr val="bg1"/>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75B721F-DA2B-3767-2CB2-D9CEAFEEFC6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81A796D5-A33B-76D4-6591-C0DD18E39687}"/>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600" b="1" u="sng" dirty="0">
                <a:solidFill>
                  <a:srgbClr val="86EFAC"/>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YAHWEH'S PEOPLE DANCE FOR JOY</a:t>
            </a:r>
          </a:p>
          <a:p>
            <a:pPr algn="ctr">
              <a:lnSpc>
                <a:spcPct val="70000"/>
              </a:lnSpc>
            </a:pPr>
            <a:r>
              <a:rPr sz="7500" b="1" i="0" dirty="0">
                <a:solidFill>
                  <a:srgbClr val="FFFFFF"/>
                </a:solidFill>
                <a:latin typeface="Poppins"/>
              </a:rPr>
              <a:t>O COME BEFORE THE LORD</a:t>
            </a:r>
          </a:p>
          <a:p>
            <a:pPr algn="ctr">
              <a:lnSpc>
                <a:spcPct val="70000"/>
              </a:lnSpc>
            </a:pPr>
            <a:r>
              <a:rPr sz="7500" b="1" i="0" dirty="0">
                <a:solidFill>
                  <a:srgbClr val="FFFFFF"/>
                </a:solidFill>
                <a:latin typeface="Poppins"/>
              </a:rPr>
              <a:t>AND PLAY FOR HIM ON GLAD TAMBOURINES</a:t>
            </a:r>
          </a:p>
          <a:p>
            <a:pPr algn="ctr">
              <a:lnSpc>
                <a:spcPct val="70000"/>
              </a:lnSpc>
            </a:pPr>
            <a:r>
              <a:rPr sz="7500" b="1" i="0" dirty="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RISE, O CHILDREN, FROM YOUR SLEEP;</a:t>
            </a:r>
          </a:p>
          <a:p>
            <a:pPr algn="ctr">
              <a:lnSpc>
                <a:spcPct val="70000"/>
              </a:lnSpc>
            </a:pPr>
            <a:r>
              <a:rPr sz="7500" b="1" i="0" dirty="0">
                <a:solidFill>
                  <a:srgbClr val="FFFFFF"/>
                </a:solidFill>
                <a:latin typeface="Poppins"/>
              </a:rPr>
              <a:t>YOUR SAVIOR NOW HAS COME</a:t>
            </a:r>
          </a:p>
          <a:p>
            <a:pPr algn="ctr">
              <a:lnSpc>
                <a:spcPct val="70000"/>
              </a:lnSpc>
            </a:pPr>
            <a:r>
              <a:rPr sz="7500" b="1" i="0" dirty="0">
                <a:solidFill>
                  <a:srgbClr val="FFFFFF"/>
                </a:solidFill>
                <a:latin typeface="Poppins"/>
              </a:rPr>
              <a:t>HE HAS TURNED YOUR SORROW TO JOY</a:t>
            </a:r>
          </a:p>
          <a:p>
            <a:pPr algn="ctr">
              <a:lnSpc>
                <a:spcPct val="70000"/>
              </a:lnSpc>
            </a:pPr>
            <a:r>
              <a:rPr sz="7500" b="1" i="0" dirty="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a:p>
            <a:pPr algn="ctr">
              <a:lnSpc>
                <a:spcPct val="70000"/>
              </a:lnSpc>
            </a:pPr>
            <a:r>
              <a:rPr sz="6600" b="1" i="1" dirty="0">
                <a:solidFill>
                  <a:srgbClr val="86EFAC"/>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BA3D799-B9FD-E111-0EC3-B7C93893A299}"/>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3E3B217C-2272-A8BD-52B7-CA0A8F4CA481}"/>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a:t>
            </a:r>
            <a:r>
              <a:rPr lang="en-US" sz="6500" dirty="0">
                <a:solidFill>
                  <a:srgbClr val="86EFAC"/>
                </a:solidFill>
                <a:latin typeface="Arial" panose="020B0604020202020204" pitchFamily="34" charset="0"/>
                <a:cs typeface="Arial" panose="020B0604020202020204" pitchFamily="34" charset="0"/>
              </a:rPr>
              <a:t> </a:t>
            </a:r>
            <a:r>
              <a:rPr sz="6500" i="1" dirty="0">
                <a:solidFill>
                  <a:schemeClr val="bg1"/>
                </a:solidFill>
                <a:latin typeface="Arial" panose="020B0604020202020204" pitchFamily="34" charset="0"/>
                <a:cs typeface="Arial" panose="020B0604020202020204" pitchFamily="34" charset="0"/>
              </a:rPr>
              <a:t>In the Name of the Father, and of the Son, and of the Holy Spirit.</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Introductory Rites</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latin typeface="Arial" panose="020B0604020202020204" pitchFamily="34" charset="0"/>
                <a:cs typeface="Arial" panose="020B0604020202020204" pitchFamily="34" charset="0"/>
              </a:rPr>
              <a:t>Priest: </a:t>
            </a:r>
            <a:r>
              <a:rPr lang="en-US" sz="6500" b="1" i="1" dirty="0">
                <a:solidFill>
                  <a:schemeClr val="bg1"/>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latin typeface="Arial" panose="020B0604020202020204" pitchFamily="34" charset="0"/>
                <a:cs typeface="Arial" panose="020B0604020202020204" pitchFamily="34" charset="0"/>
              </a:rPr>
              <a:t>All: And with your spirit.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045EB4C1-1057-F20C-28D4-85C50FEE0EC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41CB57D-CDFD-9AEA-C85C-BF073E982ECC}"/>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0A9F0BD4-E274-6308-A589-6F1337FE1B23}"/>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6C4081C3-4933-B0EA-8E7A-96F8FED97FBF}"/>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9848FB5F-97DD-B1FB-6795-A363D99DBC63}"/>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BB326D2E-ADE2-7FFF-231F-15CF47AD0B5F}"/>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1A075304-A6C2-5CE7-5A2E-C54D23B4FD20}"/>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57ED0B3D-667E-C81A-126E-383287CD3EA5}"/>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6944E056-E14E-ED91-A6BE-107F6139C2CE}"/>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B6DE8FC9-12A6-74C9-3836-4EC766C72BE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BD28DE8E-9C92-9E63-D125-4ABA93AA9D2F}"/>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368581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CDD9C07E-C2F8-198E-D045-51364B22357D}"/>
            </a:ext>
          </a:extLst>
        </p:cNvPr>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86EFAC"/>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chemeClr val="bg1"/>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chemeClr val="bg1"/>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pPr>
            <a:endParaRPr sz="70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D774D8E-B075-4E41-760A-FBE356DE7ACC}"/>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(1/</a:t>
            </a:r>
            <a:r>
              <a:rPr lang="en-US" dirty="0"/>
              <a:t>3</a:t>
            </a:r>
            <a:r>
              <a:rPr dirty="0"/>
              <a:t>)</a:t>
            </a:r>
          </a:p>
        </p:txBody>
      </p:sp>
    </p:spTree>
    <p:extLst>
      <p:ext uri="{BB962C8B-B14F-4D97-AF65-F5344CB8AC3E}">
        <p14:creationId xmlns:p14="http://schemas.microsoft.com/office/powerpoint/2010/main" val="2701623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151" name="TextBox 150"/>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a:t>
            </a:r>
            <a:r>
              <a:rPr lang="en-US" dirty="0"/>
              <a:t>2</a:t>
            </a:r>
            <a:r>
              <a:rPr dirty="0"/>
              <a:t>/</a:t>
            </a:r>
            <a:r>
              <a:rPr lang="en-US" dirty="0"/>
              <a:t>3</a:t>
            </a:r>
            <a:r>
              <a:rPr dirty="0"/>
              <a:t>)</a:t>
            </a:r>
          </a:p>
        </p:txBody>
      </p:sp>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chemeClr val="bg1"/>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chemeClr val="bg1"/>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chemeClr val="bg1"/>
                </a:solidFill>
                <a:latin typeface="Arial" panose="020B0604020202020204" pitchFamily="34" charset="0"/>
                <a:ea typeface="Calibri"/>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that I have greatly sinned,</a:t>
            </a:r>
            <a:r>
              <a:rPr lang="en-US" sz="4800" b="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chemeClr val="bg1"/>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85EFAC"/>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85EFAC"/>
                </a:solidFill>
                <a:latin typeface="Arial" panose="020B0604020202020204" pitchFamily="34" charset="0"/>
                <a:cs typeface="Arial" panose="020B0604020202020204" pitchFamily="34" charset="0"/>
              </a:rPr>
              <a:t> </a:t>
            </a:r>
            <a:r>
              <a:rPr lang="en-US" sz="5400" b="1" i="1" dirty="0">
                <a:solidFill>
                  <a:srgbClr val="85EFAC"/>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85EFAC"/>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chemeClr val="bg1"/>
                </a:solidFill>
                <a:latin typeface="Arial" panose="020B0604020202020204" pitchFamily="34" charset="0"/>
                <a:ea typeface="Calibri"/>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all the Angels and Saints,</a:t>
            </a:r>
            <a:r>
              <a:rPr lang="en-US" sz="4800" b="1" dirty="0">
                <a:solidFill>
                  <a:schemeClr val="bg1"/>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85EFAC"/>
                </a:solidFill>
                <a:latin typeface="Georgia" panose="02040502050405020303" pitchFamily="18" charset="0"/>
                <a:ea typeface="Calibri"/>
                <a:cs typeface="Arial" panose="020B0604020202020204" pitchFamily="34" charset="0"/>
                <a:sym typeface="Calibri"/>
              </a:rPr>
              <a:t>(strike chest)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86EFAC"/>
                </a:solidFill>
                <a:latin typeface="Arial" panose="020B0604020202020204" pitchFamily="34" charset="0"/>
                <a:ea typeface="Calibri"/>
                <a:cs typeface="Arial" panose="020B0604020202020204" pitchFamily="34" charset="0"/>
                <a:sym typeface="Calibri"/>
              </a:rPr>
              <a:t>Priest:</a:t>
            </a:r>
            <a:r>
              <a:rPr lang="en-US" sz="6500" b="1" dirty="0">
                <a:solidFill>
                  <a:srgbClr val="FFDA91"/>
                </a:solidFill>
                <a:latin typeface="Arial" panose="020B0604020202020204" pitchFamily="34" charset="0"/>
                <a:ea typeface="Calibri"/>
                <a:cs typeface="Arial" panose="020B0604020202020204" pitchFamily="34" charset="0"/>
                <a:sym typeface="Calibri"/>
              </a:rPr>
              <a: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86EFAC"/>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chemeClr val="bg1"/>
                </a:solidFill>
                <a:latin typeface="Arial" panose="020B0604020202020204" pitchFamily="34" charset="0"/>
                <a:ea typeface="Calibri"/>
                <a:cs typeface="Arial" panose="020B0604020202020204" pitchFamily="34" charset="0"/>
                <a:sym typeface="Calibri"/>
              </a:rPr>
              <a:t>All: </a:t>
            </a:r>
            <a:r>
              <a:rPr lang="en-US" sz="10000" b="1" dirty="0">
                <a:solidFill>
                  <a:srgbClr val="F0FDF4"/>
                </a:solidFill>
                <a:latin typeface="Arial" panose="020B0604020202020204" pitchFamily="34" charset="0"/>
                <a:ea typeface="Calibri"/>
                <a:cs typeface="Arial" panose="020B0604020202020204" pitchFamily="34" charset="0"/>
                <a:sym typeface="Calibri"/>
              </a:rPr>
              <a:t>AMEN</a:t>
            </a:r>
            <a:r>
              <a:rPr lang="en-US" sz="10000" b="1" dirty="0">
                <a:solidFill>
                  <a:schemeClr val="bg1"/>
                </a:solidFill>
                <a:latin typeface="Arial" panose="020B0604020202020204" pitchFamily="34" charset="0"/>
                <a:ea typeface="Calibri"/>
                <a:cs typeface="Arial" panose="020B0604020202020204" pitchFamily="34" charset="0"/>
                <a:sym typeface="Calibri"/>
              </a:rPr>
              <a:t>!</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a:t>
            </a:r>
            <a:r>
              <a:rPr lang="en-US" dirty="0"/>
              <a:t>3/3</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Kyrie Eleison</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Kyrie Eleison</a:t>
            </a:r>
            <a:endParaRPr sz="3600" b="1" u="sng" dirty="0">
              <a:solidFill>
                <a:srgbClr val="86EFAC"/>
              </a:solidFill>
              <a:latin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(1/4)</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Gloria</a:t>
            </a:r>
            <a:endParaRPr sz="3600" b="1" u="sng" dirty="0">
              <a:solidFill>
                <a:srgbClr val="86EFAC"/>
              </a:solidFill>
              <a:latin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latin typeface="Arial" panose="020B0604020202020204" pitchFamily="34" charset="0"/>
                <a:cs typeface="Arial" panose="020B0604020202020204" pitchFamily="34" charset="0"/>
              </a:rPr>
              <a:t>Priest:</a:t>
            </a:r>
            <a:r>
              <a:rPr lang="en-US" sz="6500" dirty="0">
                <a:solidFill>
                  <a:srgbClr val="86EFAC"/>
                </a:solidFill>
                <a:latin typeface="Arial" panose="020B0604020202020204" pitchFamily="34" charset="0"/>
                <a:cs typeface="Arial" panose="020B0604020202020204" pitchFamily="34" charset="0"/>
              </a:rPr>
              <a:t> </a:t>
            </a:r>
            <a:r>
              <a:rPr sz="6500" i="1" dirty="0">
                <a:solidFill>
                  <a:schemeClr val="bg1"/>
                </a:solidFill>
                <a:latin typeface="Arial" panose="020B0604020202020204" pitchFamily="34" charset="0"/>
                <a:cs typeface="Arial" panose="020B0604020202020204" pitchFamily="34" charset="0"/>
              </a:rPr>
              <a:t>Let us pray.</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r>
              <a:rPr lang="en-US" dirty="0"/>
              <a:t> Poster</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81317A71-2D17-2D41-66F9-8592343D68AC}"/>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6500" dirty="0">
                <a:latin typeface="Arial" panose="020B0604020202020204" pitchFamily="34" charset="0"/>
                <a:cs typeface="Arial" panose="020B0604020202020204" pitchFamily="34" charset="0"/>
              </a:rPr>
              <a:t>Jeremiah 20:10-13</a:t>
            </a:r>
          </a:p>
        </p:txBody>
      </p:sp>
      <p:sp>
        <p:nvSpPr>
          <p:cNvPr id="5" name="TextBox 4">
            <a:extLst>
              <a:ext uri="{FF2B5EF4-FFF2-40B4-BE49-F238E27FC236}">
                <a16:creationId xmlns:a16="http://schemas.microsoft.com/office/drawing/2014/main" id="{2EF32DD0-60F7-95DD-1969-CC7F195377B4}"/>
              </a:ext>
            </a:extLst>
          </p:cNvPr>
          <p:cNvSpPr txBox="1"/>
          <p:nvPr/>
        </p:nvSpPr>
        <p:spPr>
          <a:xfrm>
            <a:off x="0" y="3429289"/>
            <a:ext cx="18288000" cy="1300752"/>
          </a:xfrm>
          <a:prstGeom prst="rect">
            <a:avLst/>
          </a:prstGeom>
          <a:noFill/>
        </p:spPr>
        <p:txBody>
          <a:bodyPr wrap="square" lIns="109728" tIns="73152" rIns="109728" bIns="73152" anchor="ctr">
            <a:noAutofit/>
          </a:bodyPr>
          <a:lstStyle/>
          <a:p>
            <a:pPr algn="ctr">
              <a:spcAft>
                <a:spcPts val="1600"/>
              </a:spcAft>
              <a:defRPr sz="5500" b="1" i="0" u="none">
                <a:solidFill>
                  <a:srgbClr val="86EFAC"/>
                </a:solidFill>
                <a:latin typeface="Inter"/>
              </a:defRPr>
            </a:pPr>
            <a:r>
              <a:rPr lang="en-US" sz="6000" dirty="0">
                <a:latin typeface="Arial" panose="020B0604020202020204" pitchFamily="34" charset="0"/>
                <a:cs typeface="Arial" panose="020B0604020202020204" pitchFamily="34" charset="0"/>
              </a:rPr>
              <a:t>First Reading</a:t>
            </a:r>
          </a:p>
        </p:txBody>
      </p:sp>
      <p:sp>
        <p:nvSpPr>
          <p:cNvPr id="6" name="TextBox 5">
            <a:extLst>
              <a:ext uri="{FF2B5EF4-FFF2-40B4-BE49-F238E27FC236}">
                <a16:creationId xmlns:a16="http://schemas.microsoft.com/office/drawing/2014/main" id="{9723C911-C898-0AD3-B1D9-C0718A39E1BD}"/>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7042EC34-671C-DF86-8891-C9301D67010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
        <p:nvSpPr>
          <p:cNvPr id="5" name="TextBox 4">
            <a:extLst>
              <a:ext uri="{FF2B5EF4-FFF2-40B4-BE49-F238E27FC236}">
                <a16:creationId xmlns:a16="http://schemas.microsoft.com/office/drawing/2014/main" id="{46C88C36-9058-76BA-1A45-25521052965A}"/>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7000" b="1" dirty="0">
                <a:latin typeface="Arial Black" panose="020B0604020202020204" pitchFamily="34" charset="0"/>
                <a:cs typeface="Arial Black" panose="020B0604020202020204" pitchFamily="34" charset="0"/>
              </a:rPr>
              <a:t>Lord in your great love, answer me.</a:t>
            </a:r>
          </a:p>
        </p:txBody>
      </p:sp>
      <p:sp>
        <p:nvSpPr>
          <p:cNvPr id="6" name="TextBox 5">
            <a:extLst>
              <a:ext uri="{FF2B5EF4-FFF2-40B4-BE49-F238E27FC236}">
                <a16:creationId xmlns:a16="http://schemas.microsoft.com/office/drawing/2014/main" id="{427A97B2-41B8-EE94-5997-D8E8B43FF023}"/>
              </a:ext>
            </a:extLst>
          </p:cNvPr>
          <p:cNvSpPr txBox="1"/>
          <p:nvPr/>
        </p:nvSpPr>
        <p:spPr>
          <a:xfrm>
            <a:off x="0" y="2391956"/>
            <a:ext cx="18288000" cy="1904431"/>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5500" dirty="0">
                <a:latin typeface="Arial" panose="020B0604020202020204" pitchFamily="34" charset="0"/>
                <a:cs typeface="Arial" panose="020B0604020202020204" pitchFamily="34" charset="0"/>
              </a:rPr>
              <a:t>Responsorial Psalm</a:t>
            </a:r>
          </a:p>
          <a:p>
            <a:pPr algn="ctr">
              <a:defRPr sz="5500" b="1" i="0" u="none">
                <a:solidFill>
                  <a:srgbClr val="86EFAC"/>
                </a:solidFill>
                <a:latin typeface="Inter"/>
              </a:defRPr>
            </a:pPr>
            <a:r>
              <a:rPr lang="en-US" sz="5500" dirty="0">
                <a:latin typeface="Arial" panose="020B0604020202020204" pitchFamily="34" charset="0"/>
                <a:cs typeface="Arial" panose="020B0604020202020204" pitchFamily="34" charset="0"/>
              </a:rPr>
              <a:t>(</a:t>
            </a:r>
            <a:r>
              <a:rPr lang="en-US" sz="5500" i="1" dirty="0">
                <a:latin typeface="Arial" panose="020B0604020202020204" pitchFamily="34" charset="0"/>
                <a:cs typeface="Arial" panose="020B0604020202020204" pitchFamily="34" charset="0"/>
              </a:rPr>
              <a:t>Psalm 69:8-10, 14, 17, 33-35</a:t>
            </a:r>
            <a:r>
              <a:rPr lang="en-US" sz="5500" dirty="0">
                <a:latin typeface="Arial" panose="020B0604020202020204" pitchFamily="34" charset="0"/>
                <a:cs typeface="Arial" panose="020B0604020202020204" pitchFamily="34"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95C19139-886F-F0C3-DF98-3A404BBE74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A24D51-8250-4855-FDA6-F5B162A828F1}"/>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9BCF021A-DB34-4965-81C2-D7F23ABCFFAC}"/>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6500" dirty="0">
                <a:latin typeface="Arial" panose="020B0604020202020204" pitchFamily="34" charset="0"/>
                <a:cs typeface="Arial" panose="020B0604020202020204" pitchFamily="34" charset="0"/>
              </a:rPr>
              <a:t>Romans 5:12-15</a:t>
            </a:r>
          </a:p>
        </p:txBody>
      </p:sp>
      <p:sp>
        <p:nvSpPr>
          <p:cNvPr id="5" name="TextBox 4">
            <a:extLst>
              <a:ext uri="{FF2B5EF4-FFF2-40B4-BE49-F238E27FC236}">
                <a16:creationId xmlns:a16="http://schemas.microsoft.com/office/drawing/2014/main" id="{389266BE-7948-F4F0-6E7B-E3C3C2C0A280}"/>
              </a:ext>
            </a:extLst>
          </p:cNvPr>
          <p:cNvSpPr txBox="1"/>
          <p:nvPr/>
        </p:nvSpPr>
        <p:spPr>
          <a:xfrm>
            <a:off x="0" y="3429289"/>
            <a:ext cx="18288000" cy="1300752"/>
          </a:xfrm>
          <a:prstGeom prst="rect">
            <a:avLst/>
          </a:prstGeom>
          <a:noFill/>
        </p:spPr>
        <p:txBody>
          <a:bodyPr wrap="square" lIns="109728" tIns="73152" rIns="109728" bIns="73152" anchor="ctr">
            <a:noAutofit/>
          </a:bodyPr>
          <a:lstStyle/>
          <a:p>
            <a:pPr algn="ctr">
              <a:spcAft>
                <a:spcPts val="1600"/>
              </a:spcAft>
              <a:defRPr sz="5500" b="1" i="0" u="none">
                <a:solidFill>
                  <a:srgbClr val="86EFAC"/>
                </a:solidFill>
                <a:latin typeface="Inter"/>
              </a:defRPr>
            </a:pPr>
            <a:r>
              <a:rPr lang="en-US" sz="6000" dirty="0">
                <a:latin typeface="Arial" panose="020B0604020202020204" pitchFamily="34" charset="0"/>
                <a:cs typeface="Arial" panose="020B0604020202020204" pitchFamily="34" charset="0"/>
              </a:rPr>
              <a:t>Second Reading</a:t>
            </a:r>
          </a:p>
        </p:txBody>
      </p:sp>
      <p:sp>
        <p:nvSpPr>
          <p:cNvPr id="6" name="TextBox 5">
            <a:extLst>
              <a:ext uri="{FF2B5EF4-FFF2-40B4-BE49-F238E27FC236}">
                <a16:creationId xmlns:a16="http://schemas.microsoft.com/office/drawing/2014/main" id="{8DD05421-8777-2C1B-C3DD-761B1258AAE7}"/>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extLst>
      <p:ext uri="{BB962C8B-B14F-4D97-AF65-F5344CB8AC3E}">
        <p14:creationId xmlns:p14="http://schemas.microsoft.com/office/powerpoint/2010/main" val="1610884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marL="0" lvl="0" indent="0" algn="ctr">
              <a:lnSpc>
                <a:spcPts val="9659"/>
              </a:lnSpc>
              <a:spcBef>
                <a:spcPct val="0"/>
              </a:spcBef>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 (1/2)</a:t>
            </a:r>
          </a:p>
        </p:txBody>
      </p:sp>
      <p:sp>
        <p:nvSpPr>
          <p:cNvPr id="5" name="TextBox 4">
            <a:extLst>
              <a:ext uri="{FF2B5EF4-FFF2-40B4-BE49-F238E27FC236}">
                <a16:creationId xmlns:a16="http://schemas.microsoft.com/office/drawing/2014/main" id="{16BAFB81-33F5-E7F6-D3A9-5F8E832C6A06}"/>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40793" y="1445133"/>
            <a:ext cx="18247207" cy="1227455"/>
          </a:xfrm>
          <a:prstGeom prst="rect">
            <a:avLst/>
          </a:prstGeom>
        </p:spPr>
        <p:txBody>
          <a:bodyPr lIns="0" tIns="0" rIns="0" bIns="0" rtlCol="0" anchor="t">
            <a:noAutofit/>
          </a:bodyPr>
          <a:lstStyle/>
          <a:p>
            <a:pPr marL="0" lvl="0" indent="0" algn="ctr">
              <a:lnSpc>
                <a:spcPts val="9520"/>
              </a:lnSpc>
              <a:spcBef>
                <a:spcPct val="0"/>
              </a:spcBef>
              <a:defRPr/>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3" name="TextBox 3"/>
          <p:cNvSpPr txBox="1"/>
          <p:nvPr/>
        </p:nvSpPr>
        <p:spPr>
          <a:xfrm>
            <a:off x="0" y="4832096"/>
            <a:ext cx="18288000" cy="1860423"/>
          </a:xfrm>
          <a:prstGeom prst="rect">
            <a:avLst/>
          </a:prstGeom>
        </p:spPr>
        <p:txBody>
          <a:bodyPr lIns="0" tIns="0" rIns="0" bIns="0" rtlCol="0" anchor="t">
            <a:noAutofit/>
          </a:bodyPr>
          <a:lstStyle/>
          <a:p>
            <a:pPr algn="ctr">
              <a:lnSpc>
                <a:spcPts val="6936"/>
              </a:lnSpc>
              <a:defRPr/>
            </a:pPr>
            <a:r>
              <a:rPr sz="6500" b="1" dirty="0">
                <a:solidFill>
                  <a:srgbClr val="86EFAC"/>
                </a:solidFill>
                <a:latin typeface="Arial" panose="020B0604020202020204" pitchFamily="34" charset="0"/>
                <a:cs typeface="Arial" panose="020B0604020202020204" pitchFamily="34" charset="0"/>
              </a:rPr>
              <a:t>Priest: </a:t>
            </a:r>
            <a:r>
              <a:rPr sz="6500" b="1" dirty="0">
                <a:solidFill>
                  <a:srgbClr val="F0FDF4"/>
                </a:solidFill>
                <a:latin typeface="Arial" panose="020B0604020202020204" pitchFamily="34" charset="0"/>
                <a:cs typeface="Arial" panose="020B0604020202020204" pitchFamily="34" charset="0"/>
              </a:rPr>
              <a:t>A reading from the holy</a:t>
            </a:r>
          </a:p>
          <a:p>
            <a:pPr algn="ctr"/>
            <a:r>
              <a:rPr sz="6500" b="1" dirty="0">
                <a:solidFill>
                  <a:srgbClr val="F0FDF4"/>
                </a:solidFill>
                <a:latin typeface="Arial" panose="020B0604020202020204" pitchFamily="34" charset="0"/>
                <a:cs typeface="Arial" panose="020B0604020202020204" pitchFamily="34" charset="0"/>
              </a:rPr>
              <a:t>Gospel according to </a:t>
            </a:r>
            <a:r>
              <a:rPr sz="6500" b="1" i="1" u="sng" dirty="0">
                <a:solidFill>
                  <a:srgbClr val="F0FDF4"/>
                </a:solidFill>
                <a:latin typeface="Arial" panose="020B0604020202020204" pitchFamily="34" charset="0"/>
                <a:cs typeface="Arial" panose="020B0604020202020204" pitchFamily="34" charset="0"/>
              </a:rPr>
              <a:t>Matthew</a:t>
            </a:r>
            <a:r>
              <a:rPr sz="6500" b="1" dirty="0">
                <a:solidFill>
                  <a:srgbClr val="F0FDF4"/>
                </a:solidFill>
                <a:latin typeface="Arial" panose="020B0604020202020204" pitchFamily="34" charset="0"/>
                <a:cs typeface="Arial" panose="020B0604020202020204" pitchFamily="34" charset="0"/>
              </a:rPr>
              <a:t>.</a:t>
            </a:r>
          </a:p>
        </p:txBody>
      </p:sp>
      <p:sp>
        <p:nvSpPr>
          <p:cNvPr id="4" name="TextBox 4"/>
          <p:cNvSpPr txBox="1"/>
          <p:nvPr/>
        </p:nvSpPr>
        <p:spPr>
          <a:xfrm>
            <a:off x="0" y="2488946"/>
            <a:ext cx="18288000" cy="1250950"/>
          </a:xfrm>
          <a:prstGeom prst="rect">
            <a:avLst/>
          </a:prstGeom>
        </p:spPr>
        <p:txBody>
          <a:bodyPr lIns="0" tIns="0" rIns="0" bIns="0" rtlCol="0" anchor="t">
            <a:noAutofit/>
          </a:bodyPr>
          <a:lstStyle/>
          <a:p>
            <a:pPr marL="0" lvl="0" indent="0" algn="ctr">
              <a:lnSpc>
                <a:spcPts val="9799"/>
              </a:lnSpc>
              <a:spcBef>
                <a:spcPct val="0"/>
              </a:spcBef>
              <a:defRPr/>
            </a:pPr>
            <a:r>
              <a:rPr sz="7500" b="1" dirty="0">
                <a:solidFill>
                  <a:srgbClr val="F0FDF4"/>
                </a:solidFill>
                <a:latin typeface="Arial" panose="020B0604020202020204" pitchFamily="34" charset="0"/>
                <a:cs typeface="Arial" panose="020B0604020202020204" pitchFamily="34" charset="0"/>
              </a:rPr>
              <a:t>All: And with your spirit.</a:t>
            </a:r>
          </a:p>
        </p:txBody>
      </p:sp>
      <p:sp>
        <p:nvSpPr>
          <p:cNvPr id="5" name="TextBox 5"/>
          <p:cNvSpPr txBox="1"/>
          <p:nvPr/>
        </p:nvSpPr>
        <p:spPr>
          <a:xfrm>
            <a:off x="20396" y="6698295"/>
            <a:ext cx="18288000" cy="1250950"/>
          </a:xfrm>
          <a:prstGeom prst="rect">
            <a:avLst/>
          </a:prstGeom>
        </p:spPr>
        <p:txBody>
          <a:bodyPr lIns="0" tIns="0" rIns="0" bIns="0" rtlCol="0" anchor="t">
            <a:noAutofit/>
          </a:bodyPr>
          <a:lstStyle/>
          <a:p>
            <a:pPr marL="0" lvl="0" indent="0" algn="ctr">
              <a:lnSpc>
                <a:spcPts val="9799"/>
              </a:lnSpc>
              <a:spcBef>
                <a:spcPct val="0"/>
              </a:spcBef>
              <a:defRPr/>
            </a:pPr>
            <a:r>
              <a:rPr sz="7500" b="1" dirty="0">
                <a:solidFill>
                  <a:srgbClr val="F0FDF4"/>
                </a:solidFill>
                <a:latin typeface="Arial" panose="020B0604020202020204" pitchFamily="34" charset="0"/>
                <a:cs typeface="Arial" panose="020B0604020202020204" pitchFamily="34" charset="0"/>
              </a:rPr>
              <a:t>All: Glory to you, O Lord!</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 (2/2)</a:t>
            </a:r>
          </a:p>
        </p:txBody>
      </p:sp>
      <p:sp>
        <p:nvSpPr>
          <p:cNvPr id="8" name="TextBox 7">
            <a:extLst>
              <a:ext uri="{FF2B5EF4-FFF2-40B4-BE49-F238E27FC236}">
                <a16:creationId xmlns:a16="http://schemas.microsoft.com/office/drawing/2014/main" id="{8DCEA989-5ABC-6D64-BA8B-91061829E7D3}"/>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F2FD5FC-732E-8AE4-2C2B-FDBC49C07B58}"/>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A595BC85-CF63-1F38-A400-7886CFBFABE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latin typeface="Arial" panose="020B0604020202020204" pitchFamily="34" charset="0"/>
                <a:cs typeface="Arial" panose="020B0604020202020204" pitchFamily="34" charset="0"/>
              </a:rPr>
              <a:t>Priest: </a:t>
            </a:r>
            <a:r>
              <a:rPr sz="6500" b="1" i="1" dirty="0">
                <a:solidFill>
                  <a:schemeClr val="bg1"/>
                </a:solidFill>
                <a:latin typeface="Arial" panose="020B0604020202020204" pitchFamily="34" charset="0"/>
                <a:cs typeface="Arial" panose="020B0604020202020204" pitchFamily="34" charset="0"/>
              </a:rPr>
              <a:t>The Gospel of the Lord.</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887A2590-C25A-95F9-EF6B-9B4D0B5FF09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6D4EC75-5A3C-7038-4956-ACB31D2035F3}"/>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F02E605A-1F1B-BDE1-47C4-39A6E6E80559}"/>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C3FB17F7-DBA9-A8D3-CA48-699D196D432B}"/>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4159E2E9-90FC-CFED-8A8A-0C435E44B71A}"/>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24FB0D9F-DED8-62C3-D9FE-7C6B090BF502}"/>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17E507B1-54AC-17DE-8D67-6B8E82390D08}"/>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866242EF-48C6-8AE9-11DB-DD20CA09CDE4}"/>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2F42CF5C-316A-3FF0-97B2-C76643FD6842}"/>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CEF3000-19A6-C097-0774-D6C191A3A210}"/>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EAD818F4-244E-BD4A-8D63-F095B81CE69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2874620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(1/4)</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Nicene Creed</a:t>
            </a:r>
            <a:endParaRPr sz="3600" b="1" u="sng" dirty="0">
              <a:solidFill>
                <a:srgbClr val="86EFAC"/>
              </a:solidFill>
              <a:latin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86EFAC"/>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86EFAC"/>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(2/4)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(3/4)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86EFAC"/>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(4/4)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AB1D102-D9FA-7FD7-2C1A-EAE55FEF1600}"/>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17D1B444-E4A6-3F46-A136-0E361A387B9F}"/>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All: Lord, hear our prayer.</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Prayer of the Faithful</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Prayer of the Faithful</a:t>
            </a:r>
            <a:endParaRPr sz="5000" b="1" u="sng" dirty="0">
              <a:solidFill>
                <a:srgbClr val="86EFAC"/>
              </a:solidFill>
              <a:latin typeface="Georg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latin typeface="Arial" panose="020B0604020202020204" pitchFamily="34" charset="0"/>
                <a:cs typeface="Arial" panose="020B0604020202020204" pitchFamily="34" charset="0"/>
              </a:rPr>
              <a:t>All: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Prayer of the Faithful</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latin typeface="Arial" panose="020B0604020202020204" pitchFamily="34" charset="0"/>
                <a:cs typeface="Arial" panose="020B0604020202020204" pitchFamily="34" charset="0"/>
              </a:rPr>
              <a:t>Priest: </a:t>
            </a:r>
            <a:r>
              <a:rPr lang="en-US" sz="6500" b="1" i="1" dirty="0">
                <a:solidFill>
                  <a:schemeClr val="bg1"/>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Prayer of the Faithful</a:t>
            </a:r>
            <a:endParaRPr sz="5000" b="1" u="sng" dirty="0">
              <a:solidFill>
                <a:srgbClr val="86EFAC"/>
              </a:solidFill>
              <a:latin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59D541B0-3717-D389-8CCC-948900D38684}"/>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55C08EB-CEA6-5632-6698-9E6B44EDE528}"/>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64AE9F7E-DCA7-066A-97AA-F38522B7FC59}"/>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7462CE21-CEA0-6CD1-EF52-AA19A13B76A7}"/>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F0C74218-1308-4A1E-1500-56291704D45A}"/>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B4E934CD-3DCE-1BA5-E27E-218F4B22CC5C}"/>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06B0E3C7-0271-7902-AAC8-D35828246C8A}"/>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85157151-CB0E-4EFF-C776-C29A5F8205D6}"/>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8A8F3D9B-4243-5FEE-B04C-7CA4D112BBFE}"/>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73933DDC-B08B-C0FE-4550-C576185CAD36}"/>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4420D9A8-214A-E452-0402-008E1BC824A7}"/>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3638678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YOU SATISFY THE HUNGRY HEART</a:t>
            </a:r>
          </a:p>
          <a:p>
            <a:pPr algn="ctr">
              <a:lnSpc>
                <a:spcPct val="70000"/>
              </a:lnSpc>
            </a:pPr>
            <a:r>
              <a:rPr sz="7500" b="1" i="0" dirty="0">
                <a:solidFill>
                  <a:srgbClr val="FFFFFF"/>
                </a:solidFill>
                <a:latin typeface="Poppins"/>
              </a:rPr>
              <a:t>WITH GIFT OF FINEST WHEAT,</a:t>
            </a:r>
          </a:p>
          <a:p>
            <a:pPr algn="ctr">
              <a:lnSpc>
                <a:spcPct val="70000"/>
              </a:lnSpc>
            </a:pPr>
            <a:r>
              <a:rPr sz="7500" b="1" i="0" dirty="0">
                <a:solidFill>
                  <a:srgbClr val="FFFFFF"/>
                </a:solidFill>
                <a:latin typeface="Poppins"/>
              </a:rPr>
              <a:t>COME GIVE TO US, O SAVING LORD,</a:t>
            </a:r>
          </a:p>
          <a:p>
            <a:pPr algn="ctr">
              <a:lnSpc>
                <a:spcPct val="70000"/>
              </a:lnSpc>
            </a:pPr>
            <a:r>
              <a:rPr sz="7500" b="1" i="0" dirty="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AS WHEN THE GRAIN BY SAINTS BELIEVED</a:t>
            </a:r>
          </a:p>
          <a:p>
            <a:pPr algn="ctr">
              <a:lnSpc>
                <a:spcPct val="70000"/>
              </a:lnSpc>
            </a:pPr>
            <a:r>
              <a:rPr sz="7500" b="1" i="1" dirty="0">
                <a:solidFill>
                  <a:srgbClr val="FFFFFF"/>
                </a:solidFill>
                <a:latin typeface="Poppins"/>
              </a:rPr>
              <a:t>WAS BLESSED AND BROKEN, LORD,</a:t>
            </a:r>
          </a:p>
          <a:p>
            <a:pPr algn="ctr">
              <a:lnSpc>
                <a:spcPct val="70000"/>
              </a:lnSpc>
            </a:pPr>
            <a:r>
              <a:rPr sz="7500" b="1" i="1" dirty="0">
                <a:solidFill>
                  <a:srgbClr val="FFFFFF"/>
                </a:solidFill>
                <a:latin typeface="Poppins"/>
              </a:rPr>
              <a:t>SO MAY YOUR CHURCH IN LANDS TODAY</a:t>
            </a:r>
          </a:p>
          <a:p>
            <a:pPr algn="ctr">
              <a:lnSpc>
                <a:spcPct val="70000"/>
              </a:lnSpc>
            </a:pPr>
            <a:r>
              <a:rPr sz="7500" b="1" i="1" dirty="0">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O LORD OF HARVEST, GRANT THAT WE</a:t>
            </a:r>
          </a:p>
          <a:p>
            <a:pPr algn="ctr">
              <a:lnSpc>
                <a:spcPct val="70000"/>
              </a:lnSpc>
            </a:pPr>
            <a:r>
              <a:rPr sz="7500" b="1" i="0" dirty="0">
                <a:solidFill>
                  <a:srgbClr val="FFFFFF"/>
                </a:solidFill>
                <a:latin typeface="Poppins"/>
              </a:rPr>
              <a:t>WHO SHARE THIS MYSTERY HERE</a:t>
            </a:r>
          </a:p>
          <a:p>
            <a:pPr algn="ctr">
              <a:lnSpc>
                <a:spcPct val="70000"/>
              </a:lnSpc>
            </a:pPr>
            <a:r>
              <a:rPr sz="7500" b="1" i="0" dirty="0">
                <a:solidFill>
                  <a:srgbClr val="FFFFFF"/>
                </a:solidFill>
                <a:latin typeface="Poppins"/>
              </a:rPr>
              <a:t>MAY FOLLOW YOU UNCEASINGLY</a:t>
            </a:r>
          </a:p>
          <a:p>
            <a:pPr algn="ctr">
              <a:lnSpc>
                <a:spcPct val="70000"/>
              </a:lnSpc>
            </a:pPr>
            <a:r>
              <a:rPr sz="7500" b="1" i="0" dirty="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FFFFFF"/>
                </a:solidFill>
                <a:latin typeface="Poppins"/>
              </a:rPr>
              <a:t>ONE BREAD, ONE CUP, ONE LIFE, ONE LORD—</a:t>
            </a:r>
          </a:p>
          <a:p>
            <a:pPr algn="ctr">
              <a:lnSpc>
                <a:spcPct val="70000"/>
              </a:lnSpc>
            </a:pPr>
            <a:r>
              <a:rPr sz="7400" b="1" i="1" dirty="0">
                <a:solidFill>
                  <a:srgbClr val="FFFFFF"/>
                </a:solidFill>
                <a:latin typeface="Poppins"/>
              </a:rPr>
              <a:t>WE OFFER, CHRIST, TO YOU;</a:t>
            </a:r>
          </a:p>
          <a:p>
            <a:pPr algn="ctr">
              <a:lnSpc>
                <a:spcPct val="70000"/>
              </a:lnSpc>
            </a:pPr>
            <a:r>
              <a:rPr sz="7400" b="1" i="1" dirty="0">
                <a:solidFill>
                  <a:srgbClr val="FFFFFF"/>
                </a:solidFill>
                <a:latin typeface="Poppins"/>
              </a:rPr>
              <a:t>UNTIL WE SHARE YOUR BANQUET BOARD</a:t>
            </a:r>
          </a:p>
          <a:p>
            <a:pPr algn="ctr">
              <a:lnSpc>
                <a:spcPct val="70000"/>
              </a:lnSpc>
            </a:pPr>
            <a:r>
              <a:rPr sz="7400" b="1" i="1" dirty="0">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Offertory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C59D1AD4-41D0-19C9-6818-F42BDB115C11}"/>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 </a:t>
            </a:r>
            <a:r>
              <a:rPr sz="6500" i="1" dirty="0">
                <a:solidFill>
                  <a:schemeClr val="bg1"/>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chemeClr val="bg1"/>
                </a:solidFill>
                <a:latin typeface="Arial" panose="020B0604020202020204" pitchFamily="34" charset="0"/>
                <a:cs typeface="Arial" panose="020B0604020202020204" pitchFamily="34" charset="0"/>
              </a:rPr>
              <a:t>the almighty Father.</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 </a:t>
            </a:r>
            <a:r>
              <a:rPr sz="6500" i="1" dirty="0">
                <a:solidFill>
                  <a:schemeClr val="bg1"/>
                </a:solidFill>
                <a:latin typeface="Arial" panose="020B0604020202020204" pitchFamily="34" charset="0"/>
                <a:cs typeface="Arial" panose="020B0604020202020204" pitchFamily="34" charset="0"/>
              </a:rPr>
              <a:t>The Lord be with you.</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latin typeface="Arial" panose="020B0604020202020204" pitchFamily="34" charset="0"/>
                <a:cs typeface="Arial" panose="020B0604020202020204" pitchFamily="34" charset="0"/>
              </a:rPr>
              <a:t>Priest: </a:t>
            </a:r>
            <a:r>
              <a:rPr lang="en-US" sz="6500" i="1" dirty="0">
                <a:solidFill>
                  <a:schemeClr val="bg1"/>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latin typeface="Arial" panose="020B0604020202020204" pitchFamily="34" charset="0"/>
                <a:cs typeface="Arial" panose="020B0604020202020204" pitchFamily="34" charset="0"/>
              </a:rPr>
              <a:t>Priest: </a:t>
            </a:r>
            <a:r>
              <a:rPr lang="en-US" sz="6500" i="1" dirty="0">
                <a:solidFill>
                  <a:schemeClr val="bg1"/>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chemeClr val="bg1"/>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We lift them up to the Lord.</a:t>
            </a:r>
          </a:p>
        </p:txBody>
      </p:sp>
      <p:sp>
        <p:nvSpPr>
          <p:cNvPr id="8" name="TextBox 7">
            <a:extLst>
              <a:ext uri="{FF2B5EF4-FFF2-40B4-BE49-F238E27FC236}">
                <a16:creationId xmlns:a16="http://schemas.microsoft.com/office/drawing/2014/main" id="{3C36B95E-B12E-AE6D-8C6B-ED363FD801C4}"/>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chemeClr val="bg1"/>
                </a:solidFill>
                <a:latin typeface="Arial" panose="020B0604020202020204" pitchFamily="34" charset="0"/>
                <a:cs typeface="Arial" panose="020B0604020202020204" pitchFamily="34" charset="0"/>
              </a:rPr>
              <a:t>HOLY, HOLY, HOLY</a:t>
            </a:r>
          </a:p>
          <a:p>
            <a:pPr algn="ctr"/>
            <a:r>
              <a:rPr lang="en-US" sz="6000" b="1" dirty="0">
                <a:solidFill>
                  <a:schemeClr val="bg1"/>
                </a:solidFill>
                <a:latin typeface="Arial" panose="020B0604020202020204" pitchFamily="34" charset="0"/>
                <a:cs typeface="Arial" panose="020B0604020202020204" pitchFamily="34" charset="0"/>
              </a:rPr>
              <a:t>LORD GOD OF HOST. </a:t>
            </a:r>
          </a:p>
          <a:p>
            <a:pPr algn="ctr"/>
            <a:r>
              <a:rPr lang="en-US" sz="6000" b="1" dirty="0">
                <a:solidFill>
                  <a:schemeClr val="bg1"/>
                </a:solidFill>
                <a:latin typeface="Arial" panose="020B0604020202020204" pitchFamily="34" charset="0"/>
                <a:cs typeface="Arial" panose="020B0604020202020204" pitchFamily="34" charset="0"/>
              </a:rPr>
              <a:t>HEAVEN AND EARTH ARE</a:t>
            </a:r>
          </a:p>
          <a:p>
            <a:pPr algn="ctr"/>
            <a:r>
              <a:rPr lang="en-US" sz="6000" b="1" dirty="0">
                <a:solidFill>
                  <a:schemeClr val="bg1"/>
                </a:solidFill>
                <a:latin typeface="Arial" panose="020B0604020202020204" pitchFamily="34" charset="0"/>
                <a:cs typeface="Arial" panose="020B0604020202020204" pitchFamily="34" charset="0"/>
              </a:rPr>
              <a:t>FULL OF YOUR GLORY,</a:t>
            </a:r>
          </a:p>
          <a:p>
            <a:pPr algn="ctr"/>
            <a:r>
              <a:rPr lang="en-US" sz="6000" b="1" dirty="0">
                <a:solidFill>
                  <a:schemeClr val="bg1"/>
                </a:solidFill>
                <a:latin typeface="Arial" panose="020B0604020202020204" pitchFamily="34" charset="0"/>
                <a:cs typeface="Arial" panose="020B0604020202020204" pitchFamily="34" charset="0"/>
              </a:rPr>
              <a:t>FULL OF YOUR GLORY.</a:t>
            </a:r>
          </a:p>
          <a:p>
            <a:pPr algn="ctr"/>
            <a:r>
              <a:rPr lang="en-US" sz="6000" b="1" i="1" dirty="0">
                <a:solidFill>
                  <a:srgbClr val="85EFAC"/>
                </a:solidFill>
                <a:latin typeface="Arial" panose="020B0604020202020204" pitchFamily="34" charset="0"/>
                <a:cs typeface="Arial" panose="020B0604020202020204" pitchFamily="34" charset="0"/>
              </a:rPr>
              <a:t>HOSANNA IN THE HIGHEST(2X)</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Sanctus</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chemeClr val="bg1"/>
                </a:solidFill>
                <a:latin typeface="Arial" panose="020B0604020202020204" pitchFamily="34" charset="0"/>
                <a:cs typeface="Arial" panose="020B0604020202020204" pitchFamily="34" charset="0"/>
              </a:rPr>
              <a:t>BLESSED IS HE WHO COMES</a:t>
            </a:r>
          </a:p>
          <a:p>
            <a:pPr algn="ctr"/>
            <a:r>
              <a:rPr lang="en-US" sz="6000" b="1" dirty="0">
                <a:solidFill>
                  <a:schemeClr val="bg1"/>
                </a:solidFill>
                <a:latin typeface="Arial" panose="020B0604020202020204" pitchFamily="34" charset="0"/>
                <a:cs typeface="Arial" panose="020B0604020202020204" pitchFamily="34" charset="0"/>
              </a:rPr>
              <a:t>IN THE NAME OF THE LORD.</a:t>
            </a:r>
          </a:p>
          <a:p>
            <a:pPr algn="ctr"/>
            <a:r>
              <a:rPr lang="en-US" sz="6000" b="1" i="1" dirty="0">
                <a:solidFill>
                  <a:srgbClr val="85EFAC"/>
                </a:solidFill>
                <a:latin typeface="Arial" panose="020B0604020202020204" pitchFamily="34" charset="0"/>
                <a:cs typeface="Arial" panose="020B0604020202020204" pitchFamily="34" charset="0"/>
              </a:rPr>
              <a:t>HOSANNA IN THE HIGHEST(4X)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1393E844-E782-1EC6-28E1-DE44CC5CD5A4}"/>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Eucharistic Prayer</a:t>
            </a: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The Mystery Of Faith</a:t>
            </a:r>
            <a:endParaRPr sz="5000" b="1" u="sng" dirty="0">
              <a:solidFill>
                <a:srgbClr val="86EFAC"/>
              </a:solidFill>
              <a:latin typeface="Georg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86414E6B-AB0E-1CD5-6999-B70E3FC2C599}"/>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Great Amen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ED20C67B-F767-D4A6-6F2A-F1FD6E2811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7B8B77-5544-0648-1885-23848F3E01BD}"/>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4" name="TextBox 3">
            <a:extLst>
              <a:ext uri="{FF2B5EF4-FFF2-40B4-BE49-F238E27FC236}">
                <a16:creationId xmlns:a16="http://schemas.microsoft.com/office/drawing/2014/main" id="{E980A07F-0FC9-804A-0C90-B3B91A180D2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Ama </a:t>
            </a:r>
            <a:r>
              <a:rPr lang="en-US" sz="3600" b="1" u="sng" dirty="0" err="1">
                <a:solidFill>
                  <a:srgbClr val="86EFAC"/>
                </a:solidFill>
                <a:latin typeface="Georgia"/>
              </a:rPr>
              <a:t>Namin</a:t>
            </a:r>
            <a:endParaRPr sz="3600" b="1" u="sng" dirty="0">
              <a:solidFill>
                <a:srgbClr val="86EFAC"/>
              </a:solidFill>
              <a:latin typeface="Georgia"/>
            </a:endParaRPr>
          </a:p>
        </p:txBody>
      </p:sp>
      <p:sp>
        <p:nvSpPr>
          <p:cNvPr id="5" name="TextBox 4">
            <a:extLst>
              <a:ext uri="{FF2B5EF4-FFF2-40B4-BE49-F238E27FC236}">
                <a16:creationId xmlns:a16="http://schemas.microsoft.com/office/drawing/2014/main" id="{57403539-54E1-9000-66BD-0EFA3B1B55A8}"/>
              </a:ext>
            </a:extLst>
          </p:cNvPr>
          <p:cNvSpPr txBox="1"/>
          <p:nvPr/>
        </p:nvSpPr>
        <p:spPr>
          <a:xfrm>
            <a:off x="0" y="1097676"/>
            <a:ext cx="18288000" cy="3617263"/>
          </a:xfrm>
          <a:prstGeom prst="rect">
            <a:avLst/>
          </a:prstGeom>
          <a:noFill/>
        </p:spPr>
        <p:txBody>
          <a:bodyPr wrap="square" lIns="109728" tIns="73152" rIns="109728" bIns="73152" anchor="ctr">
            <a:noAutofit/>
          </a:bodyPr>
          <a:lstStyle/>
          <a:p>
            <a:pPr algn="ctr">
              <a:spcBef>
                <a:spcPts val="400"/>
              </a:spcBef>
              <a:defRPr sz="3300" b="1" i="0" u="none">
                <a:solidFill>
                  <a:srgbClr val="F0FDF4"/>
                </a:solidFill>
                <a:latin typeface="Inter"/>
              </a:defRPr>
            </a:pPr>
            <a:r>
              <a:rPr lang="en-US" sz="6500" b="1" dirty="0">
                <a:latin typeface=""/>
                <a:cs typeface="Arial" panose="020B0604020202020204" pitchFamily="34" charset="0"/>
              </a:rPr>
              <a:t>AMA NAMIN, SUMASALANGIT KA,</a:t>
            </a:r>
          </a:p>
          <a:p>
            <a:pPr algn="ctr">
              <a:defRPr sz="3300" b="0" i="0" u="none">
                <a:solidFill>
                  <a:srgbClr val="F0FDF4"/>
                </a:solidFill>
                <a:latin typeface="Inter"/>
              </a:defRPr>
            </a:pPr>
            <a:r>
              <a:rPr lang="en-US" sz="6500" b="1" dirty="0">
                <a:latin typeface=""/>
                <a:cs typeface="Arial" panose="020B0604020202020204" pitchFamily="34" charset="0"/>
              </a:rPr>
              <a:t>SAMBAHIN ANG NGALAN MO.</a:t>
            </a:r>
          </a:p>
          <a:p>
            <a:pPr algn="ctr">
              <a:defRPr sz="3300" b="0" i="0" u="none">
                <a:solidFill>
                  <a:srgbClr val="F0FDF4"/>
                </a:solidFill>
                <a:latin typeface="Inter"/>
              </a:defRPr>
            </a:pPr>
            <a:r>
              <a:rPr lang="en-US" sz="6500" b="1" dirty="0">
                <a:latin typeface=""/>
                <a:cs typeface="Arial" panose="020B0604020202020204" pitchFamily="34" charset="0"/>
              </a:rPr>
              <a:t>MAPASAAMIN ANG KAHARIAN MO.</a:t>
            </a:r>
          </a:p>
          <a:p>
            <a:pPr algn="ctr">
              <a:defRPr sz="3300" b="0" i="0" u="none">
                <a:solidFill>
                  <a:srgbClr val="F0FDF4"/>
                </a:solidFill>
                <a:latin typeface="Inter"/>
              </a:defRPr>
            </a:pPr>
            <a:r>
              <a:rPr lang="en-US" sz="6500" b="1" dirty="0">
                <a:latin typeface=""/>
                <a:cs typeface="Arial" panose="020B0604020202020204" pitchFamily="34" charset="0"/>
              </a:rPr>
              <a:t>SUNDIN ANG LOOB MO,</a:t>
            </a:r>
          </a:p>
        </p:txBody>
      </p:sp>
      <p:sp>
        <p:nvSpPr>
          <p:cNvPr id="6" name="TextBox 5">
            <a:extLst>
              <a:ext uri="{FF2B5EF4-FFF2-40B4-BE49-F238E27FC236}">
                <a16:creationId xmlns:a16="http://schemas.microsoft.com/office/drawing/2014/main" id="{78FB8FD2-39F3-4679-AC50-6341D046BBFC}"/>
              </a:ext>
            </a:extLst>
          </p:cNvPr>
          <p:cNvSpPr txBox="1"/>
          <p:nvPr/>
        </p:nvSpPr>
        <p:spPr>
          <a:xfrm>
            <a:off x="0" y="5143501"/>
            <a:ext cx="18288000" cy="4835386"/>
          </a:xfrm>
          <a:prstGeom prst="rect">
            <a:avLst/>
          </a:prstGeom>
          <a:noFill/>
        </p:spPr>
        <p:txBody>
          <a:bodyPr wrap="square" lIns="109728" tIns="73152" rIns="109728" bIns="73152" anchor="ctr">
            <a:noAutofit/>
          </a:bodyPr>
          <a:lstStyle/>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DITO SA LUPA PARA NANG SA LANGIT.</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BIGYAN MO KAMI NGAYON NG AMING KAKANIN SA ARAW-ARAW.</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AT PATAWARIN MO KAMI</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SA AMING MGA SALA,</a:t>
            </a:r>
          </a:p>
        </p:txBody>
      </p:sp>
    </p:spTree>
    <p:extLst>
      <p:ext uri="{BB962C8B-B14F-4D97-AF65-F5344CB8AC3E}">
        <p14:creationId xmlns:p14="http://schemas.microsoft.com/office/powerpoint/2010/main" val="2132900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5" name="TextBox 4">
            <a:extLst>
              <a:ext uri="{FF2B5EF4-FFF2-40B4-BE49-F238E27FC236}">
                <a16:creationId xmlns:a16="http://schemas.microsoft.com/office/drawing/2014/main" id="{A97112CC-52C3-43EB-DBA5-9A8E6040959F}"/>
              </a:ext>
            </a:extLst>
          </p:cNvPr>
          <p:cNvSpPr txBox="1"/>
          <p:nvPr/>
        </p:nvSpPr>
        <p:spPr>
          <a:xfrm>
            <a:off x="0" y="2122103"/>
            <a:ext cx="18288000" cy="6042793"/>
          </a:xfrm>
          <a:prstGeom prst="rect">
            <a:avLst/>
          </a:prstGeom>
          <a:noFill/>
        </p:spPr>
        <p:txBody>
          <a:bodyPr wrap="square" lIns="109728" tIns="73152" rIns="109728" bIns="73152" anchor="ctr">
            <a:noAutofit/>
          </a:bodyPr>
          <a:lstStyle/>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PARA NANG PAGPAPATAWAD NAMIN SA NAGKAKASALA SA AMIN.</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AT HUWAG MO KAMING</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IPAHINTULOT SA TUKSO,</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AT IADYA MO KAMI</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SA LAHAT NG MASAMA.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EE53B547-FA53-D87B-DBE9-C1122398E5EF}"/>
            </a:ext>
          </a:extLst>
        </p:cNvPr>
        <p:cNvGrpSpPr/>
        <p:nvPr/>
      </p:nvGrpSpPr>
      <p:grpSpPr>
        <a:xfrm>
          <a:off x="0" y="0"/>
          <a:ext cx="0" cy="0"/>
          <a:chOff x="0" y="0"/>
          <a:chExt cx="0" cy="0"/>
        </a:xfrm>
      </p:grpSpPr>
      <p:sp>
        <p:nvSpPr>
          <p:cNvPr id="11" name="Google Shape;150;p20">
            <a:extLst>
              <a:ext uri="{FF2B5EF4-FFF2-40B4-BE49-F238E27FC236}">
                <a16:creationId xmlns:a16="http://schemas.microsoft.com/office/drawing/2014/main" id="{7B5502D8-520D-B615-9F50-7358E9C87B73}"/>
              </a:ext>
            </a:extLst>
          </p:cNvPr>
          <p:cNvSpPr txBox="1"/>
          <p:nvPr/>
        </p:nvSpPr>
        <p:spPr>
          <a:xfrm>
            <a:off x="0" y="827432"/>
            <a:ext cx="18288000" cy="7441924"/>
          </a:xfrm>
          <a:prstGeom prst="rect">
            <a:avLst/>
          </a:prstGeom>
          <a:noFill/>
          <a:ln>
            <a:noFill/>
          </a:ln>
        </p:spPr>
        <p:txBody>
          <a:bodyPr spcFirstLastPara="1" wrap="square" lIns="109725" tIns="73150" rIns="109725" bIns="73150" anchor="t" anchorCtr="0">
            <a:noAutofit/>
          </a:bodyPr>
          <a:lstStyle/>
          <a:p>
            <a:pPr algn="ctr"/>
            <a:r>
              <a:rPr lang="en-US" sz="6000" b="1" dirty="0">
                <a:solidFill>
                  <a:srgbClr val="85EFAC"/>
                </a:solidFill>
                <a:latin typeface="Arial" panose="020B0604020202020204" pitchFamily="34" charset="0"/>
                <a:ea typeface="Calibri"/>
                <a:cs typeface="Arial" panose="020B0604020202020204" pitchFamily="34" charset="0"/>
                <a:sym typeface="Calibri"/>
              </a:rPr>
              <a:t>Priest:</a:t>
            </a:r>
          </a:p>
          <a:p>
            <a:pPr algn="ctr"/>
            <a:r>
              <a:rPr lang="en-US" sz="6000" b="1" i="1" dirty="0">
                <a:solidFill>
                  <a:schemeClr val="bg1"/>
                </a:solidFill>
                <a:latin typeface="Arial" panose="020B0604020202020204" pitchFamily="34" charset="0"/>
                <a:cs typeface="Arial" panose="020B0604020202020204" pitchFamily="34" charset="0"/>
              </a:rPr>
              <a:t>Deliver us, Lord, we pray, from every evil,</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graciously grant peace in our days,</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that, by the help of your mercy,</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we may be always free from sin</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and safe from all distress,</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as we await the blessed hope</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and the coming of our Savior, Jesus Christ.</a:t>
            </a:r>
          </a:p>
          <a:p>
            <a:pPr marL="0" marR="0" lvl="0" indent="0" algn="ctr" rtl="0">
              <a:spcBef>
                <a:spcPts val="500"/>
              </a:spcBef>
              <a:spcAft>
                <a:spcPts val="0"/>
              </a:spcAft>
              <a:buNone/>
            </a:pPr>
            <a:endParaRPr sz="6000" b="1" dirty="0">
              <a:solidFill>
                <a:srgbClr val="85EFAC"/>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37B1A9F-FE22-0A0D-F560-7822851FEBA4}"/>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(1/</a:t>
            </a:r>
            <a:r>
              <a:rPr lang="en-US" dirty="0"/>
              <a:t>3</a:t>
            </a:r>
            <a:r>
              <a:rPr dirty="0"/>
              <a:t>)</a:t>
            </a:r>
          </a:p>
        </p:txBody>
      </p:sp>
    </p:spTree>
    <p:extLst>
      <p:ext uri="{BB962C8B-B14F-4D97-AF65-F5344CB8AC3E}">
        <p14:creationId xmlns:p14="http://schemas.microsoft.com/office/powerpoint/2010/main" val="526523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1B917BDD-70D7-D9AD-D58A-DEF63A724C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0A16B-1782-DC56-36ED-B4459C02EE66}"/>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5" name="TextBox 4">
            <a:extLst>
              <a:ext uri="{FF2B5EF4-FFF2-40B4-BE49-F238E27FC236}">
                <a16:creationId xmlns:a16="http://schemas.microsoft.com/office/drawing/2014/main" id="{7B28F7C9-CE41-875C-9CCA-BADE5D922B3D}"/>
              </a:ext>
            </a:extLst>
          </p:cNvPr>
          <p:cNvSpPr txBox="1"/>
          <p:nvPr/>
        </p:nvSpPr>
        <p:spPr>
          <a:xfrm>
            <a:off x="0" y="3632801"/>
            <a:ext cx="18288000" cy="3021397"/>
          </a:xfrm>
          <a:prstGeom prst="rect">
            <a:avLst/>
          </a:prstGeom>
          <a:noFill/>
        </p:spPr>
        <p:txBody>
          <a:bodyPr wrap="square" lIns="109728" tIns="73152" rIns="109728" bIns="73152" anchor="ctr">
            <a:noAutofit/>
          </a:bodyPr>
          <a:lstStyle/>
          <a:p>
            <a:pPr algn="ctr">
              <a:spcBef>
                <a:spcPts val="400"/>
              </a:spcBef>
              <a:defRPr sz="3300" b="1" i="0" u="none">
                <a:solidFill>
                  <a:srgbClr val="F0FDF4"/>
                </a:solidFill>
                <a:latin typeface="Inter"/>
              </a:defRPr>
            </a:pPr>
            <a:r>
              <a:rPr lang="en-US" sz="6600" b="1" dirty="0">
                <a:latin typeface="Arial" panose="020B0604020202020204" pitchFamily="34" charset="0"/>
                <a:cs typeface="Arial" panose="020B0604020202020204" pitchFamily="34" charset="0"/>
              </a:rPr>
              <a:t>SAPAGKAT IYO ANG KAHARIAN, AT ANG KAPANGYARIHAN, AT ANG KAPURIHAN, NGAYON AT MAGPAKAILANMAN. AMEN.</a:t>
            </a:r>
          </a:p>
        </p:txBody>
      </p:sp>
    </p:spTree>
    <p:extLst>
      <p:ext uri="{BB962C8B-B14F-4D97-AF65-F5344CB8AC3E}">
        <p14:creationId xmlns:p14="http://schemas.microsoft.com/office/powerpoint/2010/main" val="39071678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95435890-E54F-E6A1-D305-59D41769DA69}"/>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8C9CFA5A-E08E-ED8D-0935-631427195512}"/>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86EFAC"/>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86EFAC"/>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Sign of Peace</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Lamb of God</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Lamb of God</a:t>
            </a:r>
            <a:endParaRPr sz="3600" b="1" u="sng" dirty="0">
              <a:solidFill>
                <a:srgbClr val="86EFAC"/>
              </a:solidFill>
              <a:latin typeface="Georgi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Communion Rite</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86EFAC"/>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F73EE072-205C-A86A-E228-75448B57F948}"/>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D40FBE32-82E1-D955-A2C1-EBF3F5DB6A5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err="1">
                <a:solidFill>
                  <a:srgbClr val="86EFAC"/>
                </a:solidFill>
                <a:latin typeface="Georgia"/>
              </a:rPr>
              <a:t>Manalig</a:t>
            </a:r>
            <a:r>
              <a:rPr sz="3850" b="1" u="sng" dirty="0">
                <a:solidFill>
                  <a:srgbClr val="86EFAC"/>
                </a:solidFill>
                <a:latin typeface="Georgia"/>
              </a:rPr>
              <a:t>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200" b="1" i="0" dirty="0">
                <a:solidFill>
                  <a:srgbClr val="FFFFFF"/>
                </a:solidFill>
                <a:latin typeface="Poppins"/>
              </a:rPr>
              <a:t>ILUOM LAHAT NG TAKOT SA IYONG DAMDAMIN</a:t>
            </a:r>
          </a:p>
          <a:p>
            <a:pPr algn="ctr">
              <a:lnSpc>
                <a:spcPct val="70000"/>
              </a:lnSpc>
            </a:pPr>
            <a:r>
              <a:rPr sz="7200" b="1" i="0" dirty="0">
                <a:solidFill>
                  <a:srgbClr val="FFFFFF"/>
                </a:solidFill>
                <a:latin typeface="Poppins"/>
              </a:rPr>
              <a:t>ANG PANGALAN N'YA LAGI ANG TAWAGIN</a:t>
            </a:r>
          </a:p>
          <a:p>
            <a:pPr algn="ctr">
              <a:lnSpc>
                <a:spcPct val="70000"/>
              </a:lnSpc>
            </a:pPr>
            <a:r>
              <a:rPr sz="7200" b="1" i="0" dirty="0">
                <a:solidFill>
                  <a:srgbClr val="FFFFFF"/>
                </a:solidFill>
                <a:latin typeface="Poppins"/>
              </a:rPr>
              <a:t>AT SIYA'Y NAKIKINIG</a:t>
            </a:r>
          </a:p>
          <a:p>
            <a:pPr algn="ctr">
              <a:lnSpc>
                <a:spcPct val="70000"/>
              </a:lnSpc>
            </a:pPr>
            <a:r>
              <a:rPr sz="7200" b="1" i="0" dirty="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800" b="1" i="1" dirty="0">
                <a:solidFill>
                  <a:srgbClr val="FFFFFF"/>
                </a:solidFill>
                <a:latin typeface="Poppins"/>
              </a:rPr>
              <a:t>MAGMASID</a:t>
            </a:r>
          </a:p>
          <a:p>
            <a:pPr algn="ctr">
              <a:lnSpc>
                <a:spcPct val="70000"/>
              </a:lnSpc>
            </a:pPr>
            <a:r>
              <a:rPr sz="6800" b="1" i="1" dirty="0">
                <a:solidFill>
                  <a:srgbClr val="FFFFFF"/>
                </a:solidFill>
                <a:latin typeface="Poppins"/>
              </a:rPr>
              <a:t>AT MAMULAT SA KANYANG KAPANGYARIHAN</a:t>
            </a:r>
          </a:p>
          <a:p>
            <a:pPr algn="ctr">
              <a:lnSpc>
                <a:spcPct val="70000"/>
              </a:lnSpc>
            </a:pPr>
            <a:r>
              <a:rPr sz="6800" b="1" i="1" dirty="0">
                <a:solidFill>
                  <a:srgbClr val="FFFFFF"/>
                </a:solidFill>
                <a:latin typeface="Poppins"/>
              </a:rPr>
              <a:t>NABATID MO BA NA SIYA'Y NAGLALAAN</a:t>
            </a:r>
          </a:p>
          <a:p>
            <a:pPr algn="ctr">
              <a:lnSpc>
                <a:spcPct val="70000"/>
              </a:lnSpc>
            </a:pPr>
            <a:r>
              <a:rPr sz="6800" b="1" i="1" dirty="0">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86EFAC"/>
                </a:solidFill>
                <a:latin typeface="Poppins"/>
              </a:rPr>
              <a:t>MANALIG KA</a:t>
            </a:r>
          </a:p>
          <a:p>
            <a:pPr algn="ctr">
              <a:lnSpc>
                <a:spcPct val="70000"/>
              </a:lnSpc>
            </a:pPr>
            <a:r>
              <a:rPr sz="7400" b="1" i="1" dirty="0">
                <a:solidFill>
                  <a:srgbClr val="86EFAC"/>
                </a:solidFill>
                <a:latin typeface="Poppins"/>
              </a:rPr>
              <a:t>TUYUIN ANG LUHA SA MGA MATA</a:t>
            </a:r>
          </a:p>
          <a:p>
            <a:pPr algn="ctr">
              <a:lnSpc>
                <a:spcPct val="70000"/>
              </a:lnSpc>
            </a:pPr>
            <a:r>
              <a:rPr sz="7400" b="1" i="1" dirty="0">
                <a:solidFill>
                  <a:srgbClr val="86EFAC"/>
                </a:solidFill>
                <a:latin typeface="Poppins"/>
              </a:rPr>
              <a:t>HINDI SIYA PANAGINIP</a:t>
            </a:r>
          </a:p>
          <a:p>
            <a:pPr algn="ctr">
              <a:lnSpc>
                <a:spcPct val="70000"/>
              </a:lnSpc>
            </a:pPr>
            <a:r>
              <a:rPr sz="7400" b="1" i="1" dirty="0">
                <a:solidFill>
                  <a:srgbClr val="86EFAC"/>
                </a:solidFill>
                <a:latin typeface="Poppins"/>
              </a:rPr>
              <a:t>HINDI SIYA ISANG PANGARAP</a:t>
            </a:r>
          </a:p>
          <a:p>
            <a:pPr algn="ctr">
              <a:lnSpc>
                <a:spcPct val="70000"/>
              </a:lnSpc>
            </a:pPr>
            <a:r>
              <a:rPr sz="7400" b="1" i="1" dirty="0">
                <a:solidFill>
                  <a:srgbClr val="86EFAC"/>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6200" b="1" i="0" dirty="0">
                <a:solidFill>
                  <a:srgbClr val="FFFFFF"/>
                </a:solidFill>
                <a:latin typeface="Poppins"/>
              </a:rPr>
              <a:t>ANG NGAYON TILA WALANG MARARATING NA BUKAS</a:t>
            </a:r>
          </a:p>
          <a:p>
            <a:pPr algn="ctr">
              <a:lnSpc>
                <a:spcPct val="70000"/>
              </a:lnSpc>
            </a:pPr>
            <a:r>
              <a:rPr sz="6200" b="1" i="0" dirty="0">
                <a:solidFill>
                  <a:srgbClr val="FFFFFF"/>
                </a:solidFill>
                <a:latin typeface="Poppins"/>
              </a:rPr>
              <a:t>NGUNIT KUNG SIYA ANG ATING HAYAANG MAGLANDAS</a:t>
            </a:r>
          </a:p>
          <a:p>
            <a:pPr algn="ctr">
              <a:lnSpc>
                <a:spcPct val="70000"/>
              </a:lnSpc>
            </a:pPr>
            <a:r>
              <a:rPr sz="6200" b="1" i="0" dirty="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86EFAC"/>
                </a:solidFill>
                <a:latin typeface="Poppins"/>
              </a:rPr>
              <a:t>MANALIG KA</a:t>
            </a:r>
          </a:p>
          <a:p>
            <a:pPr algn="ctr">
              <a:lnSpc>
                <a:spcPct val="70000"/>
              </a:lnSpc>
            </a:pPr>
            <a:r>
              <a:rPr sz="7400" b="1" i="1" dirty="0">
                <a:solidFill>
                  <a:srgbClr val="86EFAC"/>
                </a:solidFill>
                <a:latin typeface="Poppins"/>
              </a:rPr>
              <a:t>TUYUIN ANG LUHA SA MGA MATA</a:t>
            </a:r>
          </a:p>
          <a:p>
            <a:pPr algn="ctr">
              <a:lnSpc>
                <a:spcPct val="70000"/>
              </a:lnSpc>
            </a:pPr>
            <a:r>
              <a:rPr sz="7400" b="1" i="1" dirty="0">
                <a:solidFill>
                  <a:srgbClr val="86EFAC"/>
                </a:solidFill>
                <a:latin typeface="Poppins"/>
              </a:rPr>
              <a:t>HINDI SIYA PANAGINIP</a:t>
            </a:r>
          </a:p>
          <a:p>
            <a:pPr algn="ctr">
              <a:lnSpc>
                <a:spcPct val="70000"/>
              </a:lnSpc>
            </a:pPr>
            <a:r>
              <a:rPr sz="7400" b="1" i="1" dirty="0">
                <a:solidFill>
                  <a:srgbClr val="86EFAC"/>
                </a:solidFill>
                <a:latin typeface="Poppins"/>
              </a:rPr>
              <a:t>HINDI SIYA ISANG PANGARAP</a:t>
            </a:r>
          </a:p>
          <a:p>
            <a:pPr algn="ctr">
              <a:lnSpc>
                <a:spcPct val="70000"/>
              </a:lnSpc>
            </a:pPr>
            <a:r>
              <a:rPr sz="7400" b="1" i="1" dirty="0">
                <a:solidFill>
                  <a:srgbClr val="86EFAC"/>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200" b="1" i="0" dirty="0">
                <a:solidFill>
                  <a:srgbClr val="FFFFFF"/>
                </a:solidFill>
                <a:latin typeface="Poppins"/>
              </a:rPr>
              <a:t>MANALIG KA</a:t>
            </a:r>
          </a:p>
          <a:p>
            <a:pPr algn="ctr">
              <a:lnSpc>
                <a:spcPct val="70000"/>
              </a:lnSpc>
            </a:pPr>
            <a:r>
              <a:rPr sz="7200" b="1" i="0" dirty="0">
                <a:solidFill>
                  <a:srgbClr val="FFFFFF"/>
                </a:solidFill>
                <a:latin typeface="Poppins"/>
              </a:rPr>
              <a:t>TUYUIN ANG LUHA SA MGA MATA</a:t>
            </a:r>
          </a:p>
          <a:p>
            <a:pPr algn="ctr">
              <a:lnSpc>
                <a:spcPct val="70000"/>
              </a:lnSpc>
            </a:pPr>
            <a:r>
              <a:rPr sz="7200" b="1" i="0" dirty="0">
                <a:solidFill>
                  <a:srgbClr val="FFFFFF"/>
                </a:solidFill>
                <a:latin typeface="Poppins"/>
              </a:rPr>
              <a:t>HINDI SIYA NATUTULOG</a:t>
            </a:r>
          </a:p>
          <a:p>
            <a:pPr algn="ctr">
              <a:lnSpc>
                <a:spcPct val="70000"/>
              </a:lnSpc>
            </a:pPr>
            <a:r>
              <a:rPr sz="7200" b="1" i="0" dirty="0">
                <a:solidFill>
                  <a:srgbClr val="FFFFFF"/>
                </a:solidFill>
                <a:latin typeface="Poppins"/>
              </a:rPr>
              <a:t>HINDI NAKAKALIMOT</a:t>
            </a:r>
          </a:p>
          <a:p>
            <a:pPr algn="ctr">
              <a:lnSpc>
                <a:spcPct val="70000"/>
              </a:lnSpc>
            </a:pPr>
            <a:r>
              <a:rPr sz="7200" b="1" i="0" dirty="0">
                <a:solidFill>
                  <a:srgbClr val="FFFFFF"/>
                </a:solidFill>
                <a:latin typeface="Poppins"/>
              </a:rPr>
              <a:t>KAY HESUS MANALIG KA</a:t>
            </a:r>
          </a:p>
          <a:p>
            <a:pPr algn="ctr">
              <a:lnSpc>
                <a:spcPct val="70000"/>
              </a:lnSpc>
            </a:pPr>
            <a:r>
              <a:rPr sz="7200" b="1" i="0" dirty="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Isang </a:t>
            </a:r>
            <a:r>
              <a:rPr sz="3850" b="1" u="sng" dirty="0" err="1">
                <a:solidFill>
                  <a:srgbClr val="86EFAC"/>
                </a:solidFill>
                <a:latin typeface="Georgia"/>
              </a:rPr>
              <a:t>Bansa</a:t>
            </a:r>
            <a:endParaRPr sz="3850" b="1" u="sng" dirty="0">
              <a:solidFill>
                <a:srgbClr val="86EFAC"/>
              </a:solidFill>
              <a:latin typeface="Georgia"/>
            </a:endParaRP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OH KAY GANDA NG ATING BUHAY</a:t>
            </a:r>
          </a:p>
          <a:p>
            <a:pPr algn="ctr">
              <a:lnSpc>
                <a:spcPct val="70000"/>
              </a:lnSpc>
            </a:pPr>
            <a:r>
              <a:rPr sz="7500" b="1" i="0" dirty="0">
                <a:solidFill>
                  <a:srgbClr val="FFFFFF"/>
                </a:solidFill>
                <a:latin typeface="Poppins"/>
              </a:rPr>
              <a:t>NAPUPUSPOS NG PAGPAPALA</a:t>
            </a:r>
          </a:p>
          <a:p>
            <a:pPr algn="ctr">
              <a:lnSpc>
                <a:spcPct val="70000"/>
              </a:lnSpc>
            </a:pPr>
            <a:r>
              <a:rPr sz="7500" b="1" i="0" dirty="0">
                <a:solidFill>
                  <a:srgbClr val="FFFFFF"/>
                </a:solidFill>
                <a:latin typeface="Poppins"/>
              </a:rPr>
              <a:t>NG SAKRAMENTONG MAHIWAGA</a:t>
            </a:r>
          </a:p>
          <a:p>
            <a:pPr algn="ctr">
              <a:lnSpc>
                <a:spcPct val="70000"/>
              </a:lnSpc>
            </a:pPr>
            <a:r>
              <a:rPr sz="7500" b="1" i="0" dirty="0">
                <a:solidFill>
                  <a:srgbClr val="FFFFFF"/>
                </a:solidFill>
                <a:latin typeface="Poppins"/>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OH KAY TAMIS NG PAGSASAMA</a:t>
            </a:r>
          </a:p>
          <a:p>
            <a:pPr algn="ctr">
              <a:lnSpc>
                <a:spcPct val="70000"/>
              </a:lnSpc>
            </a:pPr>
            <a:r>
              <a:rPr sz="7500" b="1" i="1" dirty="0">
                <a:solidFill>
                  <a:srgbClr val="FFFFFF"/>
                </a:solidFill>
                <a:latin typeface="Poppins"/>
              </a:rPr>
              <a:t>NAGMUMULA SA PAGKAKAISA</a:t>
            </a:r>
          </a:p>
          <a:p>
            <a:pPr algn="ctr">
              <a:lnSpc>
                <a:spcPct val="70000"/>
              </a:lnSpc>
            </a:pPr>
            <a:r>
              <a:rPr sz="7500" b="1" i="1" dirty="0">
                <a:solidFill>
                  <a:srgbClr val="FFFFFF"/>
                </a:solidFill>
                <a:latin typeface="Poppins"/>
              </a:rPr>
              <a:t>BUMUBUKAL SA PAGSASALO</a:t>
            </a:r>
          </a:p>
          <a:p>
            <a:pPr algn="ctr">
              <a:lnSpc>
                <a:spcPct val="70000"/>
              </a:lnSpc>
            </a:pPr>
            <a:r>
              <a:rPr sz="7500" b="1" i="1" dirty="0">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PURIHIN SI HESUS SA SAKRAMENTO</a:t>
            </a:r>
          </a:p>
          <a:p>
            <a:pPr algn="ctr">
              <a:lnSpc>
                <a:spcPct val="70000"/>
              </a:lnSpc>
            </a:pPr>
            <a:r>
              <a:rPr sz="7500" b="1" i="0" dirty="0">
                <a:solidFill>
                  <a:srgbClr val="FFFFFF"/>
                </a:solidFill>
                <a:latin typeface="Poppins"/>
              </a:rPr>
              <a:t>PURIHIN NG LAHAT NG TAO</a:t>
            </a:r>
          </a:p>
          <a:p>
            <a:pPr algn="ctr">
              <a:lnSpc>
                <a:spcPct val="70000"/>
              </a:lnSpc>
            </a:pPr>
            <a:r>
              <a:rPr sz="7500" b="1" i="0" dirty="0">
                <a:solidFill>
                  <a:srgbClr val="FFFFFF"/>
                </a:solidFill>
                <a:latin typeface="Poppins"/>
              </a:rPr>
              <a:t>PURIHIN SIYA NG PILIPINO</a:t>
            </a:r>
          </a:p>
          <a:p>
            <a:pPr algn="ctr">
              <a:lnSpc>
                <a:spcPct val="70000"/>
              </a:lnSpc>
            </a:pPr>
            <a:r>
              <a:rPr sz="7500" b="1" i="0" dirty="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Communion Rite</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E9CBF9B-94C2-906C-250E-E5F488D4E0E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37FFB8BC-3318-F019-8F4A-1F8D25F99674}"/>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1658443"/>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latin typeface="Georgia" panose="02040502050405020303" pitchFamily="18" charset="0"/>
              </a:rPr>
              <a:t>to</a:t>
            </a:r>
            <a:br>
              <a:rPr lang="en-KR" sz="10000" dirty="0">
                <a:latin typeface="Georgia" panose="02040502050405020303" pitchFamily="18" charset="0"/>
              </a:rPr>
            </a:br>
            <a:r>
              <a:rPr lang="en-KR" sz="10000" dirty="0">
                <a:latin typeface="Georgia" panose="02040502050405020303" pitchFamily="18" charset="0"/>
              </a:rPr>
              <a:t>[insert church name]</a:t>
            </a:r>
            <a:endParaRPr sz="10000" dirty="0">
              <a:latin typeface="Georgia" panose="02040502050405020303" pitchFamily="18"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lang="en-US" dirty="0"/>
          </a:p>
          <a:p>
            <a:pPr algn="l">
              <a:spcBef>
                <a:spcPts val="200"/>
              </a:spcBef>
              <a:defRPr sz="1200" b="0" i="0" u="none">
                <a:solidFill>
                  <a:srgbClr val="86EFAC"/>
                </a:solidFill>
                <a:latin typeface="Inter"/>
              </a:defRPr>
            </a:pPr>
            <a:r>
              <a:rPr lang="en-US" dirty="0"/>
              <a:t>Welcoming Newcomers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Mass Collection</a:t>
            </a:r>
            <a:endParaRPr u="sng" dirty="0">
              <a:latin typeface="Georgia" panose="02040502050405020303" pitchFamily="18" charset="0"/>
            </a:endParaRPr>
          </a:p>
        </p:txBody>
      </p:sp>
      <p:sp>
        <p:nvSpPr>
          <p:cNvPr id="3" name="TextBox 2"/>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Black" panose="020B0604020202020204" pitchFamily="34" charset="0"/>
                <a:cs typeface="Arial Black" panose="020B0604020202020204" pitchFamily="34" charset="0"/>
              </a:rPr>
              <a:t>450,000 WON</a:t>
            </a:r>
            <a:endParaRPr sz="10000" b="1" dirty="0">
              <a:latin typeface="Arial Black" panose="020B0604020202020204" pitchFamily="34" charset="0"/>
              <a:cs typeface="Arial Black" panose="020B0604020202020204" pitchFamily="34" charset="0"/>
            </a:endParaRPr>
          </a:p>
        </p:txBody>
      </p:sp>
      <p:sp>
        <p:nvSpPr>
          <p:cNvPr id="4" name="TextBox 3"/>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Mass Collection</a:t>
            </a:r>
          </a:p>
        </p:txBody>
      </p:sp>
      <p:sp>
        <p:nvSpPr>
          <p:cNvPr id="7" name="TextBox 6">
            <a:extLst>
              <a:ext uri="{FF2B5EF4-FFF2-40B4-BE49-F238E27FC236}">
                <a16:creationId xmlns:a16="http://schemas.microsoft.com/office/drawing/2014/main" id="{5C88103E-01F5-0D60-BACF-002DA8EBFB94}"/>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i="1" dirty="0">
                <a:solidFill>
                  <a:schemeClr val="bg1"/>
                </a:solidFill>
                <a:latin typeface="Arial" panose="020B0604020202020204" pitchFamily="34" charset="0"/>
                <a:cs typeface="Arial" panose="020B0604020202020204" pitchFamily="34" charset="0"/>
              </a:rPr>
              <a:t>Sunday, June 14, 2026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4286747"/>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latin typeface="Arial Black" panose="020B0604020202020204" pitchFamily="34" charset="0"/>
                <a:cs typeface="Arial Black" panose="020B0604020202020204" pitchFamily="34" charset="0"/>
              </a:rPr>
              <a:t>KESHI GONZALES</a:t>
            </a:r>
            <a:endParaRPr sz="7000" b="1" dirty="0">
              <a:latin typeface="Arial Black" panose="020B0604020202020204" pitchFamily="34" charset="0"/>
              <a:cs typeface="Arial Black" panose="020B0604020202020204" pitchFamily="34"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Food Sponsors</a:t>
            </a:r>
          </a:p>
        </p:txBody>
      </p:sp>
      <p:sp>
        <p:nvSpPr>
          <p:cNvPr id="4" name="TextBox 3">
            <a:extLst>
              <a:ext uri="{FF2B5EF4-FFF2-40B4-BE49-F238E27FC236}">
                <a16:creationId xmlns:a16="http://schemas.microsoft.com/office/drawing/2014/main" id="{77736BFA-26E1-70B3-7181-5AADD68E38D4}"/>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Food Sponsors</a:t>
            </a:r>
            <a:endParaRPr u="sng" dirty="0">
              <a:latin typeface="Georgia" panose="02040502050405020303" pitchFamily="18" charset="0"/>
            </a:endParaRPr>
          </a:p>
        </p:txBody>
      </p:sp>
      <p:sp>
        <p:nvSpPr>
          <p:cNvPr id="5" name="TextBox 4">
            <a:extLst>
              <a:ext uri="{FF2B5EF4-FFF2-40B4-BE49-F238E27FC236}">
                <a16:creationId xmlns:a16="http://schemas.microsoft.com/office/drawing/2014/main" id="{0601FD3F-7F4F-17C3-E3E5-BF93DD7A3502}"/>
              </a:ext>
            </a:extLst>
          </p:cNvPr>
          <p:cNvSpPr txBox="1"/>
          <p:nvPr/>
        </p:nvSpPr>
        <p:spPr>
          <a:xfrm>
            <a:off x="914400" y="5237922"/>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latin typeface="Arial Black" panose="020B0604020202020204" pitchFamily="34" charset="0"/>
                <a:cs typeface="Arial Black" panose="020B0604020202020204" pitchFamily="34" charset="0"/>
              </a:rPr>
              <a:t>[insert sponsor name]</a:t>
            </a:r>
            <a:endParaRPr sz="7000" b="1" dirty="0">
              <a:latin typeface="Arial Black" panose="020B0604020202020204" pitchFamily="34" charset="0"/>
              <a:cs typeface="Arial Black"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t>Sacrament of Confession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Announcements</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Sacrament of Confession</a:t>
            </a:r>
            <a:endParaRPr u="sng" dirty="0">
              <a:latin typeface="Georgia" panose="02040502050405020303"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Final Blessing</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86EFAC"/>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86EFAC"/>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8" name="TextBox 7">
            <a:extLst>
              <a:ext uri="{FF2B5EF4-FFF2-40B4-BE49-F238E27FC236}">
                <a16:creationId xmlns:a16="http://schemas.microsoft.com/office/drawing/2014/main" id="{C1454855-5586-D451-28C6-053D72647CDB}"/>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WE ARE CALLED TO ACT WITH JUSTICE,</a:t>
            </a:r>
          </a:p>
          <a:p>
            <a:pPr algn="ctr">
              <a:lnSpc>
                <a:spcPct val="70000"/>
              </a:lnSpc>
            </a:pPr>
            <a:r>
              <a:rPr sz="7500" b="1" i="0" dirty="0">
                <a:solidFill>
                  <a:srgbClr val="FFFFFF"/>
                </a:solidFill>
                <a:latin typeface="Poppins"/>
              </a:rPr>
              <a:t>WE ARE CALLED TO LOVE TENDERLY;</a:t>
            </a:r>
          </a:p>
          <a:p>
            <a:pPr algn="ctr">
              <a:lnSpc>
                <a:spcPct val="70000"/>
              </a:lnSpc>
            </a:pPr>
            <a:r>
              <a:rPr sz="7500" b="1" i="0" dirty="0">
                <a:solidFill>
                  <a:srgbClr val="FFFFFF"/>
                </a:solidFill>
                <a:latin typeface="Poppins"/>
              </a:rPr>
              <a:t>WE ARE CALLED TO SERVE ONE ANOTHER,</a:t>
            </a:r>
          </a:p>
          <a:p>
            <a:pPr algn="ctr">
              <a:lnSpc>
                <a:spcPct val="70000"/>
              </a:lnSpc>
            </a:pPr>
            <a:r>
              <a:rPr sz="7500" b="1" i="0" dirty="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FFFFFF"/>
                </a:solidFill>
                <a:latin typeface="Poppins"/>
              </a:rPr>
              <a:t>COME! LIVE IN THE LIGHT!</a:t>
            </a:r>
          </a:p>
          <a:p>
            <a:pPr algn="ctr">
              <a:lnSpc>
                <a:spcPct val="70000"/>
              </a:lnSpc>
            </a:pPr>
            <a:r>
              <a:rPr sz="6600" b="1" i="1" dirty="0">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GOD OF DAYBREAK, GOD OF SHADOW,</a:t>
            </a:r>
          </a:p>
          <a:p>
            <a:pPr algn="ctr">
              <a:lnSpc>
                <a:spcPct val="70000"/>
              </a:lnSpc>
            </a:pPr>
            <a:r>
              <a:rPr sz="7500" b="1" i="0" dirty="0">
                <a:solidFill>
                  <a:srgbClr val="FFFFFF"/>
                </a:solidFill>
                <a:latin typeface="Poppins"/>
              </a:rPr>
              <a:t>COME INTO OUR RESTLESS LIVES;</a:t>
            </a:r>
          </a:p>
          <a:p>
            <a:pPr algn="ctr">
              <a:lnSpc>
                <a:spcPct val="70000"/>
              </a:lnSpc>
            </a:pPr>
            <a:r>
              <a:rPr sz="7500" b="1" i="0" dirty="0">
                <a:solidFill>
                  <a:srgbClr val="FFFFFF"/>
                </a:solidFill>
                <a:latin typeface="Poppins"/>
              </a:rPr>
              <a:t>LIFT FROM US THE FEAR OF SHADOWS,</a:t>
            </a:r>
          </a:p>
          <a:p>
            <a:pPr algn="ctr">
              <a:lnSpc>
                <a:spcPct val="70000"/>
              </a:lnSpc>
            </a:pPr>
            <a:r>
              <a:rPr sz="7500" b="1" i="0" dirty="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FFFFFF"/>
                </a:solidFill>
                <a:latin typeface="Poppins"/>
              </a:rPr>
              <a:t>GOD OF NEWNESS, GOD OF FRESHNESS,</a:t>
            </a:r>
          </a:p>
          <a:p>
            <a:pPr algn="ctr">
              <a:lnSpc>
                <a:spcPct val="70000"/>
              </a:lnSpc>
            </a:pPr>
            <a:r>
              <a:rPr sz="7400" b="1" i="1" dirty="0">
                <a:solidFill>
                  <a:srgbClr val="FFFFFF"/>
                </a:solidFill>
                <a:latin typeface="Poppins"/>
              </a:rPr>
              <a:t>COME INTO OUR MORNING SONG:</a:t>
            </a:r>
          </a:p>
          <a:p>
            <a:pPr algn="ctr">
              <a:lnSpc>
                <a:spcPct val="70000"/>
              </a:lnSpc>
            </a:pPr>
            <a:r>
              <a:rPr sz="7400" b="1" i="1" dirty="0">
                <a:solidFill>
                  <a:srgbClr val="FFFFFF"/>
                </a:solidFill>
                <a:latin typeface="Poppins"/>
              </a:rPr>
              <a:t>GIVE TO US A NEW BEGINNING,</a:t>
            </a:r>
          </a:p>
          <a:p>
            <a:pPr algn="ctr">
              <a:lnSpc>
                <a:spcPct val="70000"/>
              </a:lnSpc>
            </a:pPr>
            <a:r>
              <a:rPr sz="7400" b="1" i="1" dirty="0">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E7509BE-00D8-ADDB-A9BE-4A114C5D3B6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B251013B-9629-343C-E9D4-BF6BBC4705B4}"/>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FCC21Jun2026_12thSundayinOrdinaryTime (7)" id="{AF3C40EF-954B-B641-A009-AC6613AB3367}" vid="{A4B0C7AF-558D-0A43-94BE-DF75A62150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206</TotalTime>
  <Words>2863</Words>
  <Application>Microsoft Macintosh PowerPoint</Application>
  <PresentationFormat>Custom</PresentationFormat>
  <Paragraphs>498</Paragraphs>
  <Slides>71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Aptos</vt: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5</cp:revision>
  <dcterms:created xsi:type="dcterms:W3CDTF">2013-01-27T09:14:16Z</dcterms:created>
  <dcterms:modified xsi:type="dcterms:W3CDTF">2026-06-20T17:49:52Z</dcterms:modified>
  <cp:category/>
</cp:coreProperties>
</file>