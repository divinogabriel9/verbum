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Poppins Bold" charset="1" panose="00000800000000000000"/>
      <p:regular r:id="rId9"/>
    </p:embeddedFont>
    <p:embeddedFont>
      <p:font typeface="Recoleta" charset="1" panose="00000500000000000000"/>
      <p:regular r:id="rId10"/>
    </p:embeddedFont>
    <p:embeddedFont>
      <p:font typeface="Poppins Semi-Bold" charset="1" panose="00000700000000000000"/>
      <p:regular r:id="rId11"/>
    </p:embeddedFont>
    <p:embeddedFont>
      <p:font typeface="Poppins Semi-Bold Italics" charset="1" panose="00000700000000000000"/>
      <p:regular r:id="rId12"/>
    </p:embeddedFont>
    <p:embeddedFont>
      <p:font typeface="Poppins Ultra-Bold" charset="1" panose="000009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602230"/>
            <a:ext cx="18288000" cy="4892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b="true" sz="6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ALLELUIA! ALLELUIA!</a:t>
            </a:r>
          </a:p>
          <a:p>
            <a:pPr algn="ctr">
              <a:lnSpc>
                <a:spcPts val="9659"/>
              </a:lnSpc>
            </a:pPr>
            <a:r>
              <a:rPr lang="en-US" b="true" sz="6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ALLELUIA! ALLELUIA!</a:t>
            </a:r>
          </a:p>
          <a:p>
            <a:pPr algn="ctr">
              <a:lnSpc>
                <a:spcPts val="9659"/>
              </a:lnSpc>
            </a:pPr>
            <a:r>
              <a:rPr lang="en-US" b="true" sz="6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ALLELUIA! ALLELUIA!</a:t>
            </a:r>
          </a:p>
          <a:p>
            <a:pPr algn="ctr" marL="0" indent="0" lvl="0">
              <a:lnSpc>
                <a:spcPts val="9659"/>
              </a:lnSpc>
              <a:spcBef>
                <a:spcPct val="0"/>
              </a:spcBef>
            </a:pPr>
            <a:r>
              <a:rPr lang="en-US" b="true" sz="6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ALLELUIA! ALLELUIA!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74744" y="331003"/>
            <a:ext cx="12538511" cy="105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75"/>
              </a:lnSpc>
              <a:spcBef>
                <a:spcPct val="0"/>
              </a:spcBef>
            </a:pPr>
            <a:r>
              <a:rPr lang="en-US" sz="7299">
                <a:solidFill>
                  <a:srgbClr val="FFB800"/>
                </a:solidFill>
                <a:latin typeface="Recoleta"/>
                <a:ea typeface="Recoleta"/>
                <a:cs typeface="Recoleta"/>
                <a:sym typeface="Recoleta"/>
              </a:rPr>
              <a:t>Gospel Acclamation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602230"/>
            <a:ext cx="18288000" cy="4892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b="true" sz="6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ALLELUIA! ALLELUIA!</a:t>
            </a:r>
          </a:p>
          <a:p>
            <a:pPr algn="ctr">
              <a:lnSpc>
                <a:spcPts val="9659"/>
              </a:lnSpc>
            </a:pPr>
            <a:r>
              <a:rPr lang="en-US" b="true" sz="6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ALLELUIA! ALLELUIA!</a:t>
            </a:r>
          </a:p>
          <a:p>
            <a:pPr algn="ctr">
              <a:lnSpc>
                <a:spcPts val="9659"/>
              </a:lnSpc>
            </a:pPr>
            <a:r>
              <a:rPr lang="en-US" b="true" sz="6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ALLELUIA! ALLELUIA!</a:t>
            </a:r>
          </a:p>
          <a:p>
            <a:pPr algn="ctr" marL="0" indent="0" lvl="0">
              <a:lnSpc>
                <a:spcPts val="9659"/>
              </a:lnSpc>
              <a:spcBef>
                <a:spcPct val="0"/>
              </a:spcBef>
            </a:pPr>
            <a:r>
              <a:rPr lang="en-US" b="true" sz="6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ALLELUIA! ALLELUIA!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74744" y="331003"/>
            <a:ext cx="12538511" cy="105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75"/>
              </a:lnSpc>
              <a:spcBef>
                <a:spcPct val="0"/>
              </a:spcBef>
            </a:pPr>
            <a:r>
              <a:rPr lang="en-US" sz="7299">
                <a:solidFill>
                  <a:srgbClr val="FFB800"/>
                </a:solidFill>
                <a:latin typeface="Recoleta"/>
                <a:ea typeface="Recoleta"/>
                <a:cs typeface="Recoleta"/>
                <a:sym typeface="Recoleta"/>
              </a:rPr>
              <a:t>Gospel Acclamation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41394" y="2126857"/>
            <a:ext cx="12101674" cy="122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FB8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Priest</a:t>
            </a:r>
            <a:r>
              <a:rPr lang="en-US" b="true" sz="68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 The Lord be with you.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41394" y="5586337"/>
            <a:ext cx="14802275" cy="186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6800" b="true">
                <a:solidFill>
                  <a:srgbClr val="FFB8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Priest</a:t>
            </a:r>
            <a:r>
              <a:rPr lang="en-US" sz="6800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 A reading from the holy</a:t>
            </a:r>
          </a:p>
          <a:p>
            <a:pPr algn="l" marL="0" indent="0" lvl="0">
              <a:lnSpc>
                <a:spcPts val="6936"/>
              </a:lnSpc>
            </a:pPr>
            <a:r>
              <a:rPr lang="en-US" b="true" sz="68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Gospel according to </a:t>
            </a:r>
            <a:r>
              <a:rPr lang="en-US" b="true" sz="6800" i="true">
                <a:solidFill>
                  <a:srgbClr val="FFFF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John</a:t>
            </a:r>
            <a:r>
              <a:rPr lang="en-US" b="true" sz="68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41394" y="3725787"/>
            <a:ext cx="12168662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All: And with your spirit.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41394" y="7913485"/>
            <a:ext cx="1200204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All: Glory to you, O Lord!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74744" y="331003"/>
            <a:ext cx="12538511" cy="105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75"/>
              </a:lnSpc>
              <a:spcBef>
                <a:spcPct val="0"/>
              </a:spcBef>
            </a:pPr>
            <a:r>
              <a:rPr lang="en-US" sz="7299">
                <a:solidFill>
                  <a:srgbClr val="FFB800"/>
                </a:solidFill>
                <a:latin typeface="Recoleta"/>
                <a:ea typeface="Recoleta"/>
                <a:cs typeface="Recoleta"/>
                <a:sym typeface="Recoleta"/>
              </a:rPr>
              <a:t>Gospel Acclamation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DAHHcSi9TGo</dc:identifier>
  <dcterms:modified xsi:type="dcterms:W3CDTF">2011-08-01T06:04:30Z</dcterms:modified>
  <cp:revision>1</cp:revision>
  <dc:title>GFCC_26APRIL2026</dc:title>
</cp:coreProperties>
</file>