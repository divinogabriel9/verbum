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323"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324"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325" r:id="rId74"/>
    <p:sldId id="294" r:id="rId41"/>
    <p:sldId id="295" r:id="rId42"/>
    <p:sldId id="296" r:id="rId43"/>
    <p:sldId id="297" r:id="rId44"/>
    <p:sldId id="298" r:id="rId45"/>
    <p:sldId id="299" r:id="rId46"/>
    <p:sldId id="321" r:id="rId47"/>
    <p:sldId id="322"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8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59"/>
  </p:normalViewPr>
  <p:slideViewPr>
    <p:cSldViewPr snapToGrid="0" snapToObjects="1">
      <p:cViewPr varScale="1">
        <p:scale>
          <a:sx n="64" d="100"/>
          <a:sy n="64" d="100"/>
        </p:scale>
        <p:origin x="1064"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 Id="rId74" Type="http://schemas.openxmlformats.org/officeDocument/2006/relationships/slide" Target="slides/slide6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FFB800"/>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rgbClr val="F0FDF4"/>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Pre-Mass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600" b="1" u="sng">
                <a:solidFill>
                  <a:srgbClr val="FFB800"/>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YAHWEH'S PEOPLE DANCE FOR JOY</a:t>
            </a:r>
          </a:p>
          <a:p>
            <a:pPr algn="ctr">
              <a:lnSpc>
                <a:spcPct val="70000"/>
              </a:lnSpc>
            </a:pPr>
            <a:r>
              <a:rPr sz="7500" b="1" i="0">
                <a:solidFill>
                  <a:srgbClr val="FFFFFF"/>
                </a:solidFill>
                <a:latin typeface="Poppins"/>
              </a:rPr>
              <a:t>O COME BEFORE THE LORD</a:t>
            </a:r>
          </a:p>
          <a:p>
            <a:pPr algn="ctr">
              <a:lnSpc>
                <a:spcPct val="70000"/>
              </a:lnSpc>
            </a:pPr>
            <a:r>
              <a:rPr sz="7500" b="1" i="0">
                <a:solidFill>
                  <a:srgbClr val="FFFFFF"/>
                </a:solidFill>
                <a:latin typeface="Poppins"/>
              </a:rPr>
              <a:t>AND PLAY FOR HIM ON GLAD TAMBOURINES</a:t>
            </a:r>
          </a:p>
          <a:p>
            <a:pPr algn="ctr">
              <a:lnSpc>
                <a:spcPct val="70000"/>
              </a:lnSpc>
            </a:pPr>
            <a:r>
              <a:rPr sz="7500" b="1" i="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Entrance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RISE, O CHILDREN, FROM YOUR SLEEP;</a:t>
            </a:r>
          </a:p>
          <a:p>
            <a:pPr algn="ctr">
              <a:lnSpc>
                <a:spcPct val="70000"/>
              </a:lnSpc>
            </a:pPr>
            <a:r>
              <a:rPr sz="7500" b="1" i="0">
                <a:solidFill>
                  <a:srgbClr val="FFFFFF"/>
                </a:solidFill>
                <a:latin typeface="Poppins"/>
              </a:rPr>
              <a:t>YOUR SAVIOR NOW HAS COME</a:t>
            </a:r>
          </a:p>
          <a:p>
            <a:pPr algn="ctr">
              <a:lnSpc>
                <a:spcPct val="70000"/>
              </a:lnSpc>
            </a:pPr>
            <a:r>
              <a:rPr sz="7500" b="1" i="0">
                <a:solidFill>
                  <a:srgbClr val="FFFFFF"/>
                </a:solidFill>
                <a:latin typeface="Poppins"/>
              </a:rPr>
              <a:t>HE HAS TURNED YOUR SORROW TO JOY</a:t>
            </a:r>
          </a:p>
          <a:p>
            <a:pPr algn="ctr">
              <a:lnSpc>
                <a:spcPct val="70000"/>
              </a:lnSpc>
            </a:pPr>
            <a:r>
              <a:rPr sz="7500" b="1" i="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Entrance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a:p>
            <a:pPr algn="ctr">
              <a:lnSpc>
                <a:spcPct val="70000"/>
              </a:lnSpc>
            </a:pPr>
            <a:r>
              <a:rPr sz="66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Entrance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Introductory Rites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a:extLst>
            <a:ext uri="{FF2B5EF4-FFF2-40B4-BE49-F238E27FC236}">
              <a16:creationId xmlns:a16="http://schemas.microsoft.com/office/drawing/2014/main" id="{68F29298-29AE-3C57-6458-CA98781A3BA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33140839-3FB4-468F-2D63-56197B90282F}"/>
              </a:ext>
            </a:extLst>
          </p:cNvPr>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a:extLst>
              <a:ext uri="{FF2B5EF4-FFF2-40B4-BE49-F238E27FC236}">
                <a16:creationId xmlns:a16="http://schemas.microsoft.com/office/drawing/2014/main" id="{734FFEFB-28B4-131A-C28C-4A19973A5C73}"/>
              </a:ext>
            </a:extLst>
          </p:cNvPr>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38CF9F5-72D6-BC17-99F3-AA762E4BDE43}"/>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a:extLst>
              <a:ext uri="{FF2B5EF4-FFF2-40B4-BE49-F238E27FC236}">
                <a16:creationId xmlns:a16="http://schemas.microsoft.com/office/drawing/2014/main" id="{3744C80C-7E00-865D-75D6-7CB15A712CBC}"/>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a:extLst>
              <a:ext uri="{FF2B5EF4-FFF2-40B4-BE49-F238E27FC236}">
                <a16:creationId xmlns:a16="http://schemas.microsoft.com/office/drawing/2014/main" id="{44577D4B-DDE7-B574-3E33-873BA7FA05B7}"/>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a:extLst>
              <a:ext uri="{FF2B5EF4-FFF2-40B4-BE49-F238E27FC236}">
                <a16:creationId xmlns:a16="http://schemas.microsoft.com/office/drawing/2014/main" id="{0C42645D-06CF-BCBB-D1A0-E4042ECF0A75}"/>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a:extLst>
              <a:ext uri="{FF2B5EF4-FFF2-40B4-BE49-F238E27FC236}">
                <a16:creationId xmlns:a16="http://schemas.microsoft.com/office/drawing/2014/main" id="{78BAD6ED-E55F-BA48-BE21-93621DB268FD}"/>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a:extLst>
              <a:ext uri="{FF2B5EF4-FFF2-40B4-BE49-F238E27FC236}">
                <a16:creationId xmlns:a16="http://schemas.microsoft.com/office/drawing/2014/main" id="{36A37744-8BC8-A862-6970-076D353C8443}"/>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extLst>
      <p:ext uri="{BB962C8B-B14F-4D97-AF65-F5344CB8AC3E}">
        <p14:creationId xmlns:p14="http://schemas.microsoft.com/office/powerpoint/2010/main" val="4155473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FFB800"/>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defRPr>
                <a:solidFill>
                  <a:srgbClr val="F0FDF4"/>
                </a:solidFill>
              </a:defRPr>
            </a:pPr>
            <a:endParaRPr sz="7000" b="1" dirty="0">
              <a:latin typeface="Arial" panose="020B0604020202020204" pitchFamily="34" charset="0"/>
              <a:cs typeface="Arial" panose="020B0604020202020204" pitchFamily="34" charset="0"/>
            </a:endParaRPr>
          </a:p>
        </p:txBody>
      </p:sp>
      <p:sp>
        <p:nvSpPr>
          <p:cNvPr id="12" name="TextBox 11"/>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rgbClr val="F0FDF4"/>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rgbClr val="F0FDF4"/>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that I have greatly sinned,</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FFB800"/>
                </a:solidFill>
                <a:latin typeface="Arial" panose="020B0604020202020204" pitchFamily="34" charset="0"/>
                <a:cs typeface="Arial" panose="020B0604020202020204" pitchFamily="34" charset="0"/>
              </a:rPr>
              <a:t> </a:t>
            </a:r>
            <a:r>
              <a:rPr lang="en-US" sz="5400" b="1" i="1" dirty="0">
                <a:solidFill>
                  <a:srgbClr val="FFB800"/>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FFB800"/>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all the Angels and Saints,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Georgia" panose="02040502050405020303" pitchFamily="18" charset="0"/>
                <a:ea typeface="Calibri"/>
                <a:cs typeface="Arial" panose="020B0604020202020204" pitchFamily="34" charset="0"/>
                <a:sym typeface="Calibri"/>
              </a:rPr>
              <a:t>(strike chest)</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FFB800"/>
                </a:solidFill>
                <a:latin typeface="Arial" panose="020B0604020202020204" pitchFamily="34" charset="0"/>
                <a:ea typeface="Calibri"/>
                <a:cs typeface="Arial" panose="020B0604020202020204" pitchFamily="34" charset="0"/>
                <a:sym typeface="Calibri"/>
              </a:rPr>
              <a:t>Priest: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FFB800"/>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rgbClr val="F0FDF4"/>
                </a:solidFill>
                <a:latin typeface="Arial" panose="020B0604020202020204" pitchFamily="34" charset="0"/>
                <a:ea typeface="Calibri"/>
                <a:cs typeface="Arial" panose="020B0604020202020204" pitchFamily="34" charset="0"/>
                <a:sym typeface="Calibri"/>
              </a:rPr>
              <a:t>All: AMEN!</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Penitential Act (3/3)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Kyrie Eleison</a:t>
            </a:r>
            <a:endParaRPr sz="3600" b="1" u="sng" dirty="0">
              <a:solidFill>
                <a:srgbClr val="86EFAC"/>
              </a:solidFill>
              <a:latin typeface="Georgia"/>
            </a:endParaRP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Kyrie Eleison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Gloria</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(3/4)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Gloria (4/4)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w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sz="6000" dirty="0"/>
              <a:t>First Reading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t>Jeremiah 20:10-13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solidFill>
                  <a:srgbClr val="FFB800"/>
                </a:solidFill>
                <a:latin typeface="Arial"/>
              </a:defRPr>
            </a:pPr>
            <a:r>
              <a:rPr dirty="0"/>
              <a:t>Responsorial Psalm</a:t>
            </a:r>
            <a:br>
              <a:rPr dirty="0"/>
            </a:br>
            <a:r>
              <a:rPr dirty="0"/>
              <a:t>(</a:t>
            </a:r>
            <a:r>
              <a:rPr i="1" dirty="0"/>
              <a:t>Psalm 69:8-10, 14, 17, 33-35</a:t>
            </a:r>
            <a:r>
              <a:rPr dirty="0"/>
              <a: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solidFill>
                  <a:srgbClr val="F0FDF4"/>
                </a:solidFill>
                <a:latin typeface="Arial"/>
              </a:defRPr>
            </a:pPr>
            <a:r>
              <a:rPr lang="en-US" sz="6000" b="1" dirty="0">
                <a:latin typeface="Arial Black" panose="020B0604020202020204" pitchFamily="34" charset="0"/>
                <a:cs typeface="Arial Black" panose="020B0604020202020204" pitchFamily="34" charset="0"/>
              </a:rPr>
              <a:t>LORD, IN YOUR GREAT LOVE, ANSWER 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0E29EB3-EC37-542C-9703-F819AB3A52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lang="en-US" sz="6000" dirty="0"/>
              <a:t>Second</a:t>
            </a:r>
            <a:r>
              <a:rPr sz="6000" dirty="0"/>
              <a:t> Reading</a:t>
            </a:r>
          </a:p>
        </p:txBody>
      </p:sp>
      <p:sp>
        <p:nvSpPr>
          <p:cNvPr id="4" name="TextBox 3">
            <a:extLst>
              <a:ext uri="{FF2B5EF4-FFF2-40B4-BE49-F238E27FC236}">
                <a16:creationId xmlns:a16="http://schemas.microsoft.com/office/drawing/2014/main" id="{8A7B6A6A-D0BD-99E3-93D3-C1B0153075C0}"/>
              </a:ext>
            </a:extLst>
          </p:cNvPr>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Word</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t>Romans 5:12-15</a:t>
            </a:r>
          </a:p>
        </p:txBody>
      </p:sp>
    </p:spTree>
    <p:extLst>
      <p:ext uri="{BB962C8B-B14F-4D97-AF65-F5344CB8AC3E}">
        <p14:creationId xmlns:p14="http://schemas.microsoft.com/office/powerpoint/2010/main" val="3927176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marL="0" lvl="0" indent="0" algn="ctr">
              <a:lnSpc>
                <a:spcPts val="9659"/>
              </a:lnSpc>
              <a:spcBef>
                <a:spcPct val="0"/>
              </a:spcBef>
              <a:defRPr/>
            </a:pPr>
            <a:r>
              <a:rPr lang="en-US" sz="6900" b="1">
                <a:solidFill>
                  <a:srgbClr val="F0FDF4"/>
                </a:solidFill>
                <a:latin typeface="Arial"/>
                <a:ea typeface="Poppins Bold"/>
                <a:cs typeface="Poppins Bold"/>
                <a:sym typeface="Poppins Bold"/>
              </a:rPr>
              <a:t>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3600" b="1" i="0" u="sng">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 (1/2)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pPr>
            <a:r>
              <a:rPr sz="6900" b="1" i="0">
                <a:solidFill>
                  <a:srgbClr val="FFB800"/>
                </a:solidFill>
                <a:latin typeface="Arial"/>
              </a:rPr>
              <a:t>Priest: </a:t>
            </a:r>
            <a:r>
              <a:rPr sz="6900" b="1" i="0">
                <a:solidFill>
                  <a:srgbClr val="F0FDF4"/>
                </a:solidFill>
                <a:latin typeface="Aria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pPr>
            <a:r>
              <a:rPr sz="6900" b="1" i="0">
                <a:solidFill>
                  <a:srgbClr val="FFB800"/>
                </a:solidFill>
                <a:latin typeface="Arial"/>
              </a:rPr>
              <a:t>Priest: </a:t>
            </a:r>
            <a:r>
              <a:rPr sz="6900" b="1" i="0">
                <a:solidFill>
                  <a:srgbClr val="F0FDF4"/>
                </a:solidFill>
                <a:latin typeface="Arial"/>
              </a:rPr>
              <a:t>A reading from the holy</a:t>
            </a:r>
          </a:p>
          <a:p>
            <a:r>
              <a:rPr sz="6900" b="1" i="0">
                <a:solidFill>
                  <a:srgbClr val="F0FDF4"/>
                </a:solidFill>
                <a:latin typeface="Arial"/>
              </a:rPr>
              <a:t>Gospel according to </a:t>
            </a:r>
            <a:r>
              <a:rPr sz="6900" b="1" i="1">
                <a:solidFill>
                  <a:srgbClr val="F0FDF4"/>
                </a:solidFill>
                <a:latin typeface="Arial"/>
              </a:rPr>
              <a:t>Matthew</a:t>
            </a:r>
            <a:r>
              <a:rPr sz="6900" b="1" i="0">
                <a:solidFill>
                  <a:srgbClr val="F0FDF4"/>
                </a:solidFill>
                <a:latin typeface="Aria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3600" b="1" i="0" u="sng">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 (2/2)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solidFill>
                  <a:srgbClr val="FFB800"/>
                </a:solidFill>
                <a:latin typeface="Arial" panose="020B0604020202020204" pitchFamily="34" charset="0"/>
                <a:cs typeface="Arial" panose="020B0604020202020204" pitchFamily="34" charset="0"/>
              </a:rPr>
              <a:t>Priest:</a:t>
            </a:r>
            <a:r>
              <a:rPr sz="6500" b="1" dirty="0">
                <a:solidFill>
                  <a:srgbClr val="F0FDF4"/>
                </a:solidFill>
                <a:latin typeface="Arial" panose="020B0604020202020204" pitchFamily="34" charset="0"/>
                <a:cs typeface="Arial" panose="020B0604020202020204" pitchFamily="34" charset="0"/>
              </a:rPr>
              <a:t> </a:t>
            </a:r>
            <a:r>
              <a:rPr sz="6500" b="1" i="1" dirty="0">
                <a:solidFill>
                  <a:srgbClr val="F0FDF4"/>
                </a:solidFill>
                <a:latin typeface="Arial" panose="020B0604020202020204" pitchFamily="34" charset="0"/>
                <a:cs typeface="Arial" panose="020B0604020202020204" pitchFamily="34" charset="0"/>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Gospel Acclamation</a:t>
            </a:r>
            <a:endParaRPr sz="36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Gospel Acclamation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Nicene Creed</a:t>
            </a:r>
            <a:endParaRPr sz="3600" b="1" u="sng" dirty="0">
              <a:solidFill>
                <a:srgbClr val="86EFAC"/>
              </a:solidFill>
              <a:latin typeface="Georgia"/>
            </a:endParaRP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FFB800"/>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FFB800"/>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(2/4)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(3/4)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FFB800"/>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Nicene Creed (4/4)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Prayer of the Faithful (1/2)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Prayer of the Faithful (2/2)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a:solidFill>
                  <a:srgbClr val="FFB800"/>
                </a:solidFill>
                <a:latin typeface="Georgia"/>
              </a:rPr>
              <a:t>Gift of Finest Wheat</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YOU SATISFY THE HUNGRY HEART</a:t>
            </a:r>
          </a:p>
          <a:p>
            <a:pPr algn="ctr">
              <a:lnSpc>
                <a:spcPct val="70000"/>
              </a:lnSpc>
            </a:pPr>
            <a:r>
              <a:rPr sz="7500" b="1" i="0">
                <a:solidFill>
                  <a:srgbClr val="FFFFFF"/>
                </a:solidFill>
                <a:latin typeface="Poppins"/>
              </a:rPr>
              <a:t>WITH GIFT OF FINEST WHEAT,</a:t>
            </a:r>
          </a:p>
          <a:p>
            <a:pPr algn="ctr">
              <a:lnSpc>
                <a:spcPct val="70000"/>
              </a:lnSpc>
            </a:pPr>
            <a:r>
              <a:rPr sz="7500" b="1" i="0">
                <a:solidFill>
                  <a:srgbClr val="FFFFFF"/>
                </a:solidFill>
                <a:latin typeface="Poppins"/>
              </a:rPr>
              <a:t>COME GIVE TO US, O SAVING LORD,</a:t>
            </a:r>
          </a:p>
          <a:p>
            <a:pPr algn="ctr">
              <a:lnSpc>
                <a:spcPct val="70000"/>
              </a:lnSpc>
            </a:pPr>
            <a:r>
              <a:rPr sz="7500" b="1" i="0">
                <a:solidFill>
                  <a:srgbClr val="FFFFFF"/>
                </a:solidFill>
                <a:latin typeface="Poppins"/>
              </a:rPr>
              <a:t>THE BREAD OF LIFE TO EAT.</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a:solidFill>
                  <a:srgbClr val="FFFFFF"/>
                </a:solidFill>
                <a:latin typeface="Poppins"/>
              </a:rPr>
              <a:t>AS WHEN THE GRAIN BY SAINTS BELIEVED</a:t>
            </a:r>
          </a:p>
          <a:p>
            <a:pPr algn="ctr">
              <a:lnSpc>
                <a:spcPct val="70000"/>
              </a:lnSpc>
            </a:pPr>
            <a:r>
              <a:rPr sz="7500" b="1" i="1">
                <a:solidFill>
                  <a:srgbClr val="FFFFFF"/>
                </a:solidFill>
                <a:latin typeface="Poppins"/>
              </a:rPr>
              <a:t>WAS BLESSED AND BROKEN, LORD,</a:t>
            </a:r>
          </a:p>
          <a:p>
            <a:pPr algn="ctr">
              <a:lnSpc>
                <a:spcPct val="70000"/>
              </a:lnSpc>
            </a:pPr>
            <a:r>
              <a:rPr sz="7500" b="1" i="1">
                <a:solidFill>
                  <a:srgbClr val="FFFFFF"/>
                </a:solidFill>
                <a:latin typeface="Poppins"/>
              </a:rPr>
              <a:t>SO MAY YOUR CHURCH IN LANDS TODAY</a:t>
            </a:r>
          </a:p>
          <a:p>
            <a:pPr algn="ctr">
              <a:lnSpc>
                <a:spcPct val="70000"/>
              </a:lnSpc>
            </a:pPr>
            <a:r>
              <a:rPr sz="7500" b="1" i="1">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Offertory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O LORD OF HARVEST, GRANT THAT WE</a:t>
            </a:r>
          </a:p>
          <a:p>
            <a:pPr algn="ctr">
              <a:lnSpc>
                <a:spcPct val="70000"/>
              </a:lnSpc>
            </a:pPr>
            <a:r>
              <a:rPr sz="7500" b="1" i="0">
                <a:solidFill>
                  <a:srgbClr val="FFFFFF"/>
                </a:solidFill>
                <a:latin typeface="Poppins"/>
              </a:rPr>
              <a:t>WHO SHARE THIS MYSTERY HERE</a:t>
            </a:r>
          </a:p>
          <a:p>
            <a:pPr algn="ctr">
              <a:lnSpc>
                <a:spcPct val="70000"/>
              </a:lnSpc>
            </a:pPr>
            <a:r>
              <a:rPr sz="7500" b="1" i="0">
                <a:solidFill>
                  <a:srgbClr val="FFFFFF"/>
                </a:solidFill>
                <a:latin typeface="Poppins"/>
              </a:rPr>
              <a:t>MAY FOLLOW YOU UNCEASINGLY</a:t>
            </a:r>
          </a:p>
          <a:p>
            <a:pPr algn="ctr">
              <a:lnSpc>
                <a:spcPct val="70000"/>
              </a:lnSpc>
            </a:pPr>
            <a:r>
              <a:rPr sz="7500" b="1" i="0">
                <a:solidFill>
                  <a:srgbClr val="FFFFFF"/>
                </a:solidFill>
                <a:latin typeface="Poppins"/>
              </a:rPr>
              <a:t>IN PRAISE, IN LOVE, IN FEAR.</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a:solidFill>
                  <a:srgbClr val="FFFFFF"/>
                </a:solidFill>
                <a:latin typeface="Poppins"/>
              </a:rPr>
              <a:t>ONE BREAD, ONE CUP, ONE LIFE, ONE LORD—</a:t>
            </a:r>
          </a:p>
          <a:p>
            <a:pPr algn="ctr">
              <a:lnSpc>
                <a:spcPct val="70000"/>
              </a:lnSpc>
            </a:pPr>
            <a:r>
              <a:rPr sz="7400" b="1" i="1">
                <a:solidFill>
                  <a:srgbClr val="FFFFFF"/>
                </a:solidFill>
                <a:latin typeface="Poppins"/>
              </a:rPr>
              <a:t>WE OFFER, CHRIST, TO YOU;</a:t>
            </a:r>
          </a:p>
          <a:p>
            <a:pPr algn="ctr">
              <a:lnSpc>
                <a:spcPct val="70000"/>
              </a:lnSpc>
            </a:pPr>
            <a:r>
              <a:rPr sz="7400" b="1" i="1">
                <a:solidFill>
                  <a:srgbClr val="FFFFFF"/>
                </a:solidFill>
                <a:latin typeface="Poppins"/>
              </a:rPr>
              <a:t>UNTIL WE SHARE YOUR BANQUET BOARD</a:t>
            </a:r>
          </a:p>
          <a:p>
            <a:pPr algn="ctr">
              <a:lnSpc>
                <a:spcPct val="70000"/>
              </a:lnSpc>
            </a:pPr>
            <a:r>
              <a:rPr sz="7400" b="1" i="1">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Offertory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rgbClr val="F0FDF4"/>
                </a:solidFill>
                <a:latin typeface="Arial" panose="020B0604020202020204" pitchFamily="34" charset="0"/>
                <a:cs typeface="Arial" panose="020B0604020202020204" pitchFamily="34" charset="0"/>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rgbClr val="F0FDF4"/>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We lift them up to the Lord.</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HOLY, HOLY, HOLY</a:t>
            </a:r>
          </a:p>
          <a:p>
            <a:pPr algn="ctr"/>
            <a:r>
              <a:rPr lang="en-US" sz="6000" b="1" dirty="0">
                <a:solidFill>
                  <a:srgbClr val="F0FDF4"/>
                </a:solidFill>
                <a:latin typeface="Arial" panose="020B0604020202020204" pitchFamily="34" charset="0"/>
                <a:cs typeface="Arial" panose="020B0604020202020204" pitchFamily="34" charset="0"/>
              </a:rPr>
              <a:t>LORD GOD OF HOST. </a:t>
            </a:r>
          </a:p>
          <a:p>
            <a:pPr algn="ctr"/>
            <a:r>
              <a:rPr lang="en-US" sz="6000" b="1" dirty="0">
                <a:solidFill>
                  <a:srgbClr val="F0FDF4"/>
                </a:solidFill>
                <a:latin typeface="Arial" panose="020B0604020202020204" pitchFamily="34" charset="0"/>
                <a:cs typeface="Arial" panose="020B0604020202020204" pitchFamily="34" charset="0"/>
              </a:rPr>
              <a:t>HEAVEN AND EARTH ARE</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i="1" dirty="0">
                <a:solidFill>
                  <a:srgbClr val="FFB800"/>
                </a:solidFill>
                <a:latin typeface="Arial" panose="020B0604020202020204" pitchFamily="34" charset="0"/>
                <a:cs typeface="Arial" panose="020B0604020202020204" pitchFamily="34" charset="0"/>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BLESSED IS HE WHO COMES</a:t>
            </a:r>
          </a:p>
          <a:p>
            <a:pPr algn="ctr"/>
            <a:r>
              <a:rPr lang="en-US" sz="6000" b="1" dirty="0">
                <a:solidFill>
                  <a:srgbClr val="F0FDF4"/>
                </a:solidFill>
                <a:latin typeface="Arial" panose="020B0604020202020204" pitchFamily="34" charset="0"/>
                <a:cs typeface="Arial" panose="020B0604020202020204" pitchFamily="34" charset="0"/>
              </a:rPr>
              <a:t>IN THE NAME OF THE LORD.</a:t>
            </a:r>
          </a:p>
          <a:p>
            <a:pPr algn="ctr"/>
            <a:r>
              <a:rPr lang="en-US" sz="6000" b="1" i="1" dirty="0">
                <a:solidFill>
                  <a:srgbClr val="FFB800"/>
                </a:solidFill>
                <a:latin typeface="Arial" panose="020B0604020202020204" pitchFamily="34" charset="0"/>
                <a:cs typeface="Arial" panose="020B0604020202020204" pitchFamily="34" charset="0"/>
              </a:rPr>
              <a:t>HOSANNA IN THE HIGHEST(4X)</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Sanctus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solidFill>
                  <a:srgbClr val="F0FDF4"/>
                </a:solidFill>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The Mystery Of Faith</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Eucharistic Prayer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Great Amen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3600" b="1" i="0" u="sng">
                <a:solidFill>
                  <a:srgbClr val="FFB800"/>
                </a:solidFill>
                <a:latin typeface="Georgia"/>
              </a:defRPr>
            </a:pPr>
            <a:r>
              <a:rPr>
                <a:solidFill>
                  <a:srgbClr val="FFB800"/>
                </a:solidFill>
              </a:rPr>
              <a:t>Our Father</a:t>
            </a:r>
          </a:p>
        </p:txBody>
      </p:sp>
      <p:sp>
        <p:nvSpPr>
          <p:cNvPr id="3" name="TextBox 2"/>
          <p:cNvSpPr txBox="1"/>
          <p:nvPr/>
        </p:nvSpPr>
        <p:spPr>
          <a:xfrm>
            <a:off x="0" y="849034"/>
            <a:ext cx="18288000" cy="4067687"/>
          </a:xfrm>
          <a:prstGeom prst="rect">
            <a:avLst/>
          </a:prstGeom>
          <a:noFill/>
        </p:spPr>
        <p:txBody>
          <a:bodyPr wrap="square" lIns="109728" tIns="73152" rIns="109728" bIns="73152" anchor="ctr">
            <a:noAutofit/>
          </a:bodyPr>
          <a:lstStyle/>
          <a:p>
            <a:pPr algn="ctr">
              <a:lnSpc>
                <a:spcPts val="5500"/>
              </a:lnSpc>
              <a:spcBef>
                <a:spcPts val="400"/>
              </a:spcBef>
              <a:defRPr sz="2600" b="1" i="0" u="none">
                <a:solidFill>
                  <a:srgbClr val="F0FDF4"/>
                </a:solidFill>
                <a:latin typeface="Arial"/>
              </a:defRPr>
            </a:pPr>
            <a:r>
              <a:rPr lang="en-US" sz="7000" b="1" dirty="0">
                <a:latin typeface="Arial" panose="020B0604020202020204" pitchFamily="34" charset="0"/>
                <a:cs typeface="Arial" panose="020B0604020202020204" pitchFamily="34" charset="0"/>
              </a:rPr>
              <a:t>OUR FATHER, WHO ART IN HEAVEN,</a:t>
            </a:r>
          </a:p>
          <a:p>
            <a:pPr algn="ctr">
              <a:lnSpc>
                <a:spcPts val="5500"/>
              </a:lnSpc>
              <a:defRPr sz="2600" b="0" i="0" u="none">
                <a:solidFill>
                  <a:srgbClr val="F0FDF4"/>
                </a:solidFill>
                <a:latin typeface="Arial"/>
              </a:defRPr>
            </a:pPr>
            <a:r>
              <a:rPr lang="en-US" sz="7000" b="1" dirty="0">
                <a:latin typeface="Arial" panose="020B0604020202020204" pitchFamily="34" charset="0"/>
                <a:cs typeface="Arial" panose="020B0604020202020204" pitchFamily="34" charset="0"/>
              </a:rPr>
              <a:t>HALLOWED BE YOUR NAME;</a:t>
            </a:r>
          </a:p>
          <a:p>
            <a:pPr algn="ctr">
              <a:lnSpc>
                <a:spcPts val="5500"/>
              </a:lnSpc>
              <a:defRPr sz="2600" b="0" i="0" u="none">
                <a:solidFill>
                  <a:srgbClr val="F0FDF4"/>
                </a:solidFill>
                <a:latin typeface="Arial"/>
              </a:defRPr>
            </a:pPr>
            <a:r>
              <a:rPr lang="en-US" sz="7000" b="1" dirty="0">
                <a:latin typeface="Arial" panose="020B0604020202020204" pitchFamily="34" charset="0"/>
                <a:cs typeface="Arial" panose="020B0604020202020204" pitchFamily="34" charset="0"/>
              </a:rPr>
              <a:t>YOUR KINGDOM COME,</a:t>
            </a:r>
          </a:p>
          <a:p>
            <a:pPr algn="ctr">
              <a:lnSpc>
                <a:spcPts val="5500"/>
              </a:lnSpc>
              <a:defRPr sz="2600" b="0" i="0" u="none">
                <a:solidFill>
                  <a:srgbClr val="F0FDF4"/>
                </a:solidFill>
                <a:latin typeface="Arial"/>
              </a:defRPr>
            </a:pPr>
            <a:r>
              <a:rPr lang="en-US" sz="7000" b="1" dirty="0">
                <a:latin typeface="Arial" panose="020B0604020202020204" pitchFamily="34" charset="0"/>
                <a:cs typeface="Arial" panose="020B0604020202020204" pitchFamily="34" charset="0"/>
              </a:rPr>
              <a:t>YOUR WILL BE DONE,</a:t>
            </a:r>
          </a:p>
          <a:p>
            <a:pPr algn="ctr">
              <a:lnSpc>
                <a:spcPts val="5500"/>
              </a:lnSpc>
              <a:defRPr sz="2600" b="0" i="0" u="none">
                <a:solidFill>
                  <a:srgbClr val="F0FDF4"/>
                </a:solidFill>
                <a:latin typeface="Arial"/>
              </a:defRPr>
            </a:pPr>
            <a:r>
              <a:rPr lang="en-US" sz="7000" b="1" dirty="0">
                <a:latin typeface="Arial" panose="020B0604020202020204" pitchFamily="34" charset="0"/>
                <a:cs typeface="Arial" panose="020B0604020202020204" pitchFamily="34" charset="0"/>
              </a:rPr>
              <a:t>ON EARTH AS IT IS IN HEAVEN.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Our Father</a:t>
            </a:r>
          </a:p>
        </p:txBody>
      </p:sp>
      <p:sp>
        <p:nvSpPr>
          <p:cNvPr id="5" name="TextBox 4">
            <a:extLst>
              <a:ext uri="{FF2B5EF4-FFF2-40B4-BE49-F238E27FC236}">
                <a16:creationId xmlns:a16="http://schemas.microsoft.com/office/drawing/2014/main" id="{B0E41674-432D-59B5-74C3-4778FD3C73E2}"/>
              </a:ext>
            </a:extLst>
          </p:cNvPr>
          <p:cNvSpPr txBox="1"/>
          <p:nvPr/>
        </p:nvSpPr>
        <p:spPr>
          <a:xfrm>
            <a:off x="0" y="4787347"/>
            <a:ext cx="18288000" cy="5499653"/>
          </a:xfrm>
          <a:prstGeom prst="rect">
            <a:avLst/>
          </a:prstGeom>
          <a:noFill/>
        </p:spPr>
        <p:txBody>
          <a:bodyPr wrap="square" lIns="109728" tIns="73152" rIns="109728" bIns="73152" anchor="ctr">
            <a:noAutofit/>
          </a:bodyPr>
          <a:lstStyle/>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GIVE US THIS DAY OUR DAILY BREAD;</a:t>
            </a:r>
          </a:p>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AND FORGIVE US OUR TRESPASSES,</a:t>
            </a:r>
          </a:p>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AS WE FORGIVE THOSE WHO TRESPASS AGAINST US;</a:t>
            </a:r>
          </a:p>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AND LEAD US NOT INTO TEMPTATION,</a:t>
            </a:r>
          </a:p>
          <a:p>
            <a:pPr algn="ctr">
              <a:lnSpc>
                <a:spcPts val="5500"/>
              </a:lnSpc>
              <a:defRPr sz="2600" b="0" i="0" u="none">
                <a:solidFill>
                  <a:srgbClr val="F0FDF4"/>
                </a:solidFill>
                <a:latin typeface="Arial"/>
              </a:defRPr>
            </a:pPr>
            <a:r>
              <a:rPr lang="en-US" sz="7000" b="1" i="1" dirty="0">
                <a:latin typeface="Arial" panose="020B0604020202020204" pitchFamily="34" charset="0"/>
                <a:cs typeface="Arial" panose="020B0604020202020204" pitchFamily="34" charset="0"/>
              </a:rPr>
              <a:t>BUT DELIVER US, DELIVER US FROM EVIL.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2515F25-89C0-68BC-7278-A98A7A5A37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D65447-56D1-6AD8-3118-EE39D1BF6F6E}"/>
              </a:ext>
            </a:extLst>
          </p:cNvPr>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FB800"/>
                </a:solidFill>
                <a:latin typeface="Arial"/>
              </a:defRPr>
            </a:pPr>
            <a:r>
              <a:rPr lang="en-US" sz="6600" dirty="0"/>
              <a:t>Priest: </a:t>
            </a:r>
            <a:r>
              <a:rPr lang="en-US" sz="6600" i="1" dirty="0">
                <a:solidFill>
                  <a:schemeClr val="bg1"/>
                </a:solidFill>
              </a:rPr>
              <a:t>Deliver us, Lord, we pray, from every evil, graciously grant peace in our days, that, by the help of your mercy, we may be always free from sin and safe from all distress, as we await the blessed hope and the coming of our Savior, Jesus Christ.</a:t>
            </a:r>
          </a:p>
        </p:txBody>
      </p:sp>
      <p:sp>
        <p:nvSpPr>
          <p:cNvPr id="4" name="TextBox 3">
            <a:extLst>
              <a:ext uri="{FF2B5EF4-FFF2-40B4-BE49-F238E27FC236}">
                <a16:creationId xmlns:a16="http://schemas.microsoft.com/office/drawing/2014/main" id="{C83B6D49-0276-47EA-F501-801DC099DAB5}"/>
              </a:ext>
            </a:extLst>
          </p:cNvPr>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Our Father</a:t>
            </a:r>
          </a:p>
        </p:txBody>
      </p:sp>
    </p:spTree>
    <p:extLst>
      <p:ext uri="{BB962C8B-B14F-4D97-AF65-F5344CB8AC3E}">
        <p14:creationId xmlns:p14="http://schemas.microsoft.com/office/powerpoint/2010/main" val="31773978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A70BB96-1621-B75C-C170-F0292C152C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8D2707-7756-A8E3-CBF5-4BA3F8BE583B}"/>
              </a:ext>
            </a:extLst>
          </p:cNvPr>
          <p:cNvSpPr txBox="1"/>
          <p:nvPr/>
        </p:nvSpPr>
        <p:spPr>
          <a:xfrm>
            <a:off x="914400" y="1444753"/>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7000" dirty="0"/>
              <a:t>FOR THE KINGDOM, THE POWER, AND THE GLORY ARE YOURS NOW AND FOR EVER.</a:t>
            </a:r>
          </a:p>
        </p:txBody>
      </p:sp>
      <p:sp>
        <p:nvSpPr>
          <p:cNvPr id="4" name="TextBox 3">
            <a:extLst>
              <a:ext uri="{FF2B5EF4-FFF2-40B4-BE49-F238E27FC236}">
                <a16:creationId xmlns:a16="http://schemas.microsoft.com/office/drawing/2014/main" id="{0C066AAD-9F1E-AF40-0CD7-E0AA688E9B67}"/>
              </a:ext>
            </a:extLst>
          </p:cNvPr>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Our Father</a:t>
            </a:r>
          </a:p>
        </p:txBody>
      </p:sp>
      <p:sp>
        <p:nvSpPr>
          <p:cNvPr id="5" name="TextBox 4">
            <a:extLst>
              <a:ext uri="{FF2B5EF4-FFF2-40B4-BE49-F238E27FC236}">
                <a16:creationId xmlns:a16="http://schemas.microsoft.com/office/drawing/2014/main" id="{D3483208-BA5E-930E-3B94-EA7431D41750}"/>
              </a:ext>
            </a:extLst>
          </p:cNvPr>
          <p:cNvSpPr txBox="1"/>
          <p:nvPr/>
        </p:nvSpPr>
        <p:spPr>
          <a:xfrm>
            <a:off x="914400" y="5143500"/>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9000" i="1" dirty="0"/>
              <a:t>AMEN, AMEN, AMEN.</a:t>
            </a:r>
          </a:p>
        </p:txBody>
      </p:sp>
    </p:spTree>
    <p:extLst>
      <p:ext uri="{BB962C8B-B14F-4D97-AF65-F5344CB8AC3E}">
        <p14:creationId xmlns:p14="http://schemas.microsoft.com/office/powerpoint/2010/main" val="47993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Sign of Peace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Lamb of God</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Lamb of God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FFB800"/>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a:solidFill>
                  <a:srgbClr val="FFB800"/>
                </a:solidFill>
                <a:latin typeface="Georgia"/>
              </a:rPr>
              <a:t>Manalig Ka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200" b="1" i="0">
                <a:solidFill>
                  <a:srgbClr val="FFFFFF"/>
                </a:solidFill>
                <a:latin typeface="Poppins"/>
              </a:rPr>
              <a:t>ILUOM LAHAT NG TAKOT SA IYONG DAMDAMIN</a:t>
            </a:r>
          </a:p>
          <a:p>
            <a:pPr algn="ctr">
              <a:lnSpc>
                <a:spcPct val="70000"/>
              </a:lnSpc>
            </a:pPr>
            <a:r>
              <a:rPr sz="7200" b="1" i="0">
                <a:solidFill>
                  <a:srgbClr val="FFFFFF"/>
                </a:solidFill>
                <a:latin typeface="Poppins"/>
              </a:rPr>
              <a:t>ANG PANGALAN N'YA LAGI ANG TAWAGIN</a:t>
            </a:r>
          </a:p>
          <a:p>
            <a:pPr algn="ctr">
              <a:lnSpc>
                <a:spcPct val="70000"/>
              </a:lnSpc>
            </a:pPr>
            <a:r>
              <a:rPr sz="7200" b="1" i="0">
                <a:solidFill>
                  <a:srgbClr val="FFFFFF"/>
                </a:solidFill>
                <a:latin typeface="Poppins"/>
              </a:rPr>
              <a:t>AT SIYA'Y NAKIKINIG</a:t>
            </a:r>
          </a:p>
          <a:p>
            <a:pPr algn="ctr">
              <a:lnSpc>
                <a:spcPct val="70000"/>
              </a:lnSpc>
            </a:pPr>
            <a:r>
              <a:rPr sz="7200" b="1" i="0">
                <a:solidFill>
                  <a:srgbClr val="FFFFFF"/>
                </a:solidFill>
                <a:latin typeface="Poppins"/>
              </a:rPr>
              <a:t>SA BAWAT HINAING</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800" b="1" i="1">
                <a:solidFill>
                  <a:srgbClr val="FFFFFF"/>
                </a:solidFill>
                <a:latin typeface="Poppins"/>
              </a:rPr>
              <a:t>MAGMASID</a:t>
            </a:r>
          </a:p>
          <a:p>
            <a:pPr algn="ctr">
              <a:lnSpc>
                <a:spcPct val="70000"/>
              </a:lnSpc>
            </a:pPr>
            <a:r>
              <a:rPr sz="6800" b="1" i="1">
                <a:solidFill>
                  <a:srgbClr val="FFFFFF"/>
                </a:solidFill>
                <a:latin typeface="Poppins"/>
              </a:rPr>
              <a:t>AT MAMULAT SA KANYANG KAPANGYARIHAN</a:t>
            </a:r>
          </a:p>
          <a:p>
            <a:pPr algn="ctr">
              <a:lnSpc>
                <a:spcPct val="70000"/>
              </a:lnSpc>
            </a:pPr>
            <a:r>
              <a:rPr sz="6800" b="1" i="1">
                <a:solidFill>
                  <a:srgbClr val="FFFFFF"/>
                </a:solidFill>
                <a:latin typeface="Poppins"/>
              </a:rPr>
              <a:t>NABATID MO BA NA SIYA'Y NAGLALAAN</a:t>
            </a:r>
          </a:p>
          <a:p>
            <a:pPr algn="ctr">
              <a:lnSpc>
                <a:spcPct val="70000"/>
              </a:lnSpc>
            </a:pPr>
            <a:r>
              <a:rPr sz="6800" b="1" i="1">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(1)</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6200" b="1" i="0">
                <a:solidFill>
                  <a:srgbClr val="FFFFFF"/>
                </a:solidFill>
                <a:latin typeface="Poppins"/>
              </a:rPr>
              <a:t>ANG NGAYON TILA WALANG MARARATING NA BUKAS</a:t>
            </a:r>
          </a:p>
          <a:p>
            <a:pPr algn="ctr">
              <a:lnSpc>
                <a:spcPct val="70000"/>
              </a:lnSpc>
            </a:pPr>
            <a:r>
              <a:rPr sz="6200" b="1" i="0">
                <a:solidFill>
                  <a:srgbClr val="FFFFFF"/>
                </a:solidFill>
                <a:latin typeface="Poppins"/>
              </a:rPr>
              <a:t>NGUNIT KUNG SIYA ANG ATING HAYAANG MAGLANDAS</a:t>
            </a:r>
          </a:p>
          <a:p>
            <a:pPr algn="ctr">
              <a:lnSpc>
                <a:spcPct val="70000"/>
              </a:lnSpc>
            </a:pPr>
            <a:r>
              <a:rPr sz="6200" b="1" i="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(1)</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200" b="1" i="0">
                <a:solidFill>
                  <a:srgbClr val="FFFFFF"/>
                </a:solidFill>
                <a:latin typeface="Poppins"/>
              </a:rPr>
              <a:t>MANALIG KA</a:t>
            </a:r>
          </a:p>
          <a:p>
            <a:pPr algn="ctr">
              <a:lnSpc>
                <a:spcPct val="70000"/>
              </a:lnSpc>
            </a:pPr>
            <a:r>
              <a:rPr sz="7200" b="1" i="0">
                <a:solidFill>
                  <a:srgbClr val="FFFFFF"/>
                </a:solidFill>
                <a:latin typeface="Poppins"/>
              </a:rPr>
              <a:t>TUYUIN ANG LUHA SA MGA MATA</a:t>
            </a:r>
          </a:p>
          <a:p>
            <a:pPr algn="ctr">
              <a:lnSpc>
                <a:spcPct val="70000"/>
              </a:lnSpc>
            </a:pPr>
            <a:r>
              <a:rPr sz="7200" b="1" i="0">
                <a:solidFill>
                  <a:srgbClr val="FFFFFF"/>
                </a:solidFill>
                <a:latin typeface="Poppins"/>
              </a:rPr>
              <a:t>HINDI SIYA NATUTULOG</a:t>
            </a:r>
          </a:p>
          <a:p>
            <a:pPr algn="ctr">
              <a:lnSpc>
                <a:spcPct val="70000"/>
              </a:lnSpc>
            </a:pPr>
            <a:r>
              <a:rPr sz="7200" b="1" i="0">
                <a:solidFill>
                  <a:srgbClr val="FFFFFF"/>
                </a:solidFill>
                <a:latin typeface="Poppins"/>
              </a:rPr>
              <a:t>HINDI NAKAKALIMOT</a:t>
            </a:r>
          </a:p>
          <a:p>
            <a:pPr algn="ctr">
              <a:lnSpc>
                <a:spcPct val="70000"/>
              </a:lnSpc>
            </a:pPr>
            <a:r>
              <a:rPr sz="7200" b="1" i="0">
                <a:solidFill>
                  <a:srgbClr val="FFFFFF"/>
                </a:solidFill>
                <a:latin typeface="Poppins"/>
              </a:rPr>
              <a:t>KAY HESUS MANALIG KA</a:t>
            </a:r>
          </a:p>
          <a:p>
            <a:pPr algn="ctr">
              <a:lnSpc>
                <a:spcPct val="70000"/>
              </a:lnSpc>
            </a:pPr>
            <a:r>
              <a:rPr sz="7200" b="1" i="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a:solidFill>
                  <a:srgbClr val="FFB800"/>
                </a:solidFill>
                <a:latin typeface="Georgia"/>
              </a:rPr>
              <a:t>Isang Bansa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OH KAY GANDA NG ATING BUHAY</a:t>
            </a:r>
          </a:p>
          <a:p>
            <a:pPr algn="ctr">
              <a:lnSpc>
                <a:spcPct val="70000"/>
              </a:lnSpc>
            </a:pPr>
            <a:r>
              <a:rPr sz="7500" b="1" i="0">
                <a:solidFill>
                  <a:srgbClr val="FFFFFF"/>
                </a:solidFill>
                <a:latin typeface="Poppins"/>
              </a:rPr>
              <a:t>NAPUPUSPOS NG PAGPAPALA</a:t>
            </a:r>
          </a:p>
          <a:p>
            <a:pPr algn="ctr">
              <a:lnSpc>
                <a:spcPct val="70000"/>
              </a:lnSpc>
            </a:pPr>
            <a:r>
              <a:rPr sz="7500" b="1" i="0">
                <a:solidFill>
                  <a:srgbClr val="FFFFFF"/>
                </a:solidFill>
                <a:latin typeface="Poppins"/>
              </a:rPr>
              <a:t>NG SAKRAMENTONG MAHIWAGA</a:t>
            </a:r>
          </a:p>
          <a:p>
            <a:pPr algn="ctr">
              <a:lnSpc>
                <a:spcPct val="70000"/>
              </a:lnSpc>
            </a:pPr>
            <a:r>
              <a:rPr sz="7500" b="1" i="0">
                <a:solidFill>
                  <a:srgbClr val="FFFFFF"/>
                </a:solidFill>
                <a:latin typeface="Poppins"/>
              </a:rPr>
              <a:t>KALOOB NI HESUS SA’TING GABAY</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a:solidFill>
                  <a:srgbClr val="FFFFFF"/>
                </a:solidFill>
                <a:latin typeface="Poppins"/>
              </a:rPr>
              <a:t>OH KAY TAMIS NG PAGSASAMA</a:t>
            </a:r>
          </a:p>
          <a:p>
            <a:pPr algn="ctr">
              <a:lnSpc>
                <a:spcPct val="70000"/>
              </a:lnSpc>
            </a:pPr>
            <a:r>
              <a:rPr sz="7500" b="1" i="1">
                <a:solidFill>
                  <a:srgbClr val="FFFFFF"/>
                </a:solidFill>
                <a:latin typeface="Poppins"/>
              </a:rPr>
              <a:t>NAGMUMULA SA PAGKAKAISA</a:t>
            </a:r>
          </a:p>
          <a:p>
            <a:pPr algn="ctr">
              <a:lnSpc>
                <a:spcPct val="70000"/>
              </a:lnSpc>
            </a:pPr>
            <a:r>
              <a:rPr sz="7500" b="1" i="1">
                <a:solidFill>
                  <a:srgbClr val="FFFFFF"/>
                </a:solidFill>
                <a:latin typeface="Poppins"/>
              </a:rPr>
              <a:t>BUMUBUKAL SA PAGSASALO</a:t>
            </a:r>
          </a:p>
          <a:p>
            <a:pPr algn="ctr">
              <a:lnSpc>
                <a:spcPct val="70000"/>
              </a:lnSpc>
            </a:pPr>
            <a:r>
              <a:rPr sz="7500" b="1" i="1">
                <a:solidFill>
                  <a:srgbClr val="FFFFFF"/>
                </a:solidFill>
                <a:latin typeface="Poppins"/>
              </a:rPr>
              <a:t>SA IISANG HAPAG AY DUMALO</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PURIHIN SI HESUS SA SAKRAMENTO</a:t>
            </a:r>
          </a:p>
          <a:p>
            <a:pPr algn="ctr">
              <a:lnSpc>
                <a:spcPct val="70000"/>
              </a:lnSpc>
            </a:pPr>
            <a:r>
              <a:rPr sz="7500" b="1" i="0">
                <a:solidFill>
                  <a:srgbClr val="FFFFFF"/>
                </a:solidFill>
                <a:latin typeface="Poppins"/>
              </a:rPr>
              <a:t>PURIHIN NG LAHAT NG TAO</a:t>
            </a:r>
          </a:p>
          <a:p>
            <a:pPr algn="ctr">
              <a:lnSpc>
                <a:spcPct val="70000"/>
              </a:lnSpc>
            </a:pPr>
            <a:r>
              <a:rPr sz="7500" b="1" i="0">
                <a:solidFill>
                  <a:srgbClr val="FFFFFF"/>
                </a:solidFill>
                <a:latin typeface="Poppins"/>
              </a:rPr>
              <a:t>PURIHIN SIYA NG PILIPINO</a:t>
            </a:r>
          </a:p>
          <a:p>
            <a:pPr algn="ctr">
              <a:lnSpc>
                <a:spcPct val="70000"/>
              </a:lnSpc>
            </a:pPr>
            <a:r>
              <a:rPr sz="7500" b="1" i="0">
                <a:solidFill>
                  <a:srgbClr val="FFFFFF"/>
                </a:solidFill>
                <a:latin typeface="Poppins"/>
              </a:rPr>
              <a:t>SA PAGKAKAISA’Y LINGAPIN MO</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Communion (2)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Welcoming Newcomers</a:t>
            </a:r>
          </a:p>
        </p:txBody>
      </p:sp>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latin typeface="Georgia" panose="02040502050405020303" pitchFamily="18" charset="0"/>
              </a:rPr>
              <a:t>to</a:t>
            </a:r>
            <a:br>
              <a:rPr lang="en-KR" sz="10000" dirty="0">
                <a:latin typeface="Georgia" panose="02040502050405020303" pitchFamily="18" charset="0"/>
              </a:rPr>
            </a:br>
            <a:r>
              <a:rPr lang="en-KR" sz="10000" dirty="0">
                <a:latin typeface="Georgia" panose="02040502050405020303" pitchFamily="18" charset="0"/>
              </a:rPr>
              <a:t>[insert church name]</a:t>
            </a:r>
            <a:endParaRPr sz="10000" dirty="0">
              <a:latin typeface="Georgia" panose="02040502050405020303"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Mass Collection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Black" panose="020B0604020202020204" pitchFamily="34" charset="0"/>
                <a:cs typeface="Arial Black" panose="020B0604020202020204" pitchFamily="34" charset="0"/>
              </a:rPr>
              <a:t>[ENTER AMOUNT]</a:t>
            </a:r>
            <a:endParaRPr sz="10000" b="1" dirty="0">
              <a:latin typeface="Arial Black" panose="020B0604020202020204" pitchFamily="34" charset="0"/>
              <a:cs typeface="Arial Black" panose="020B0604020202020204" pitchFamily="34" charset="0"/>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lang="en-US" sz="5000" b="1" i="1" dirty="0">
                <a:solidFill>
                  <a:schemeClr val="bg1"/>
                </a:solidFill>
                <a:latin typeface="Arial" panose="020B0604020202020204" pitchFamily="34" charset="0"/>
                <a:cs typeface="Arial" panose="020B0604020202020204" pitchFamily="34" charset="0"/>
              </a:rPr>
              <a:t>[DATE]</a:t>
            </a:r>
            <a:endParaRPr sz="5000" b="1" i="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solidFill>
                  <a:srgbClr val="F0FDF4"/>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Sacrament of Confession</a:t>
            </a:r>
            <a:endParaRPr u="sng" dirty="0">
              <a:solidFill>
                <a:srgbClr val="FFB800"/>
              </a:solidFill>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Announcements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Final Blessing</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a:solidFill>
                  <a:srgbClr val="FFB800"/>
                </a:solidFill>
                <a:latin typeface="Georgia"/>
              </a:rPr>
              <a:t>We Are Called</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WE ARE CALLED TO ACT WITH JUSTICE,</a:t>
            </a:r>
          </a:p>
          <a:p>
            <a:pPr algn="ctr">
              <a:lnSpc>
                <a:spcPct val="70000"/>
              </a:lnSpc>
            </a:pPr>
            <a:r>
              <a:rPr sz="7500" b="1" i="0">
                <a:solidFill>
                  <a:srgbClr val="FFFFFF"/>
                </a:solidFill>
                <a:latin typeface="Poppins"/>
              </a:rPr>
              <a:t>WE ARE CALLED TO LOVE TENDERLY;</a:t>
            </a:r>
          </a:p>
          <a:p>
            <a:pPr algn="ctr">
              <a:lnSpc>
                <a:spcPct val="70000"/>
              </a:lnSpc>
            </a:pPr>
            <a:r>
              <a:rPr sz="7500" b="1" i="0">
                <a:solidFill>
                  <a:srgbClr val="FFFFFF"/>
                </a:solidFill>
                <a:latin typeface="Poppins"/>
              </a:rPr>
              <a:t>WE ARE CALLED TO SERVE ONE ANOTHER,</a:t>
            </a:r>
          </a:p>
          <a:p>
            <a:pPr algn="ctr">
              <a:lnSpc>
                <a:spcPct val="70000"/>
              </a:lnSpc>
            </a:pPr>
            <a:r>
              <a:rPr sz="7500" b="1" i="0">
                <a:solidFill>
                  <a:srgbClr val="FFFFFF"/>
                </a:solidFill>
                <a:latin typeface="Poppins"/>
              </a:rPr>
              <a:t>TO WALK HUMBLY WITH GOD.</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600" b="1" i="1">
                <a:solidFill>
                  <a:srgbClr val="FFFFFF"/>
                </a:solidFill>
                <a:latin typeface="Poppins"/>
              </a:rPr>
              <a:t>COME! LIVE IN THE LIGHT!</a:t>
            </a:r>
          </a:p>
          <a:p>
            <a:pPr algn="ctr">
              <a:lnSpc>
                <a:spcPct val="70000"/>
              </a:lnSpc>
            </a:pPr>
            <a:r>
              <a:rPr sz="6600" b="1" i="1">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Recessional</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GOD OF DAYBREAK, GOD OF SHADOW,</a:t>
            </a:r>
          </a:p>
          <a:p>
            <a:pPr algn="ctr">
              <a:lnSpc>
                <a:spcPct val="70000"/>
              </a:lnSpc>
            </a:pPr>
            <a:r>
              <a:rPr sz="7500" b="1" i="0">
                <a:solidFill>
                  <a:srgbClr val="FFFFFF"/>
                </a:solidFill>
                <a:latin typeface="Poppins"/>
              </a:rPr>
              <a:t>COME INTO OUR RESTLESS LIVES;</a:t>
            </a:r>
          </a:p>
          <a:p>
            <a:pPr algn="ctr">
              <a:lnSpc>
                <a:spcPct val="70000"/>
              </a:lnSpc>
            </a:pPr>
            <a:r>
              <a:rPr sz="7500" b="1" i="0">
                <a:solidFill>
                  <a:srgbClr val="FFFFFF"/>
                </a:solidFill>
                <a:latin typeface="Poppins"/>
              </a:rPr>
              <a:t>LIFT FROM US THE FEAR OF SHADOWS,</a:t>
            </a:r>
          </a:p>
          <a:p>
            <a:pPr algn="ctr">
              <a:lnSpc>
                <a:spcPct val="70000"/>
              </a:lnSpc>
            </a:pPr>
            <a:r>
              <a:rPr sz="7500" b="1" i="0">
                <a:solidFill>
                  <a:srgbClr val="FFFFFF"/>
                </a:solidFill>
                <a:latin typeface="Poppins"/>
              </a:rPr>
              <a:t>THAT WE MAY ARISE WITH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Recessional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COME! LIVE IN THE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a:solidFill>
                  <a:srgbClr val="FFFFFF"/>
                </a:solidFill>
                <a:latin typeface="Poppins"/>
              </a:rPr>
              <a:t>GOD OF NEWNESS, GOD OF FRESHNESS,</a:t>
            </a:r>
          </a:p>
          <a:p>
            <a:pPr algn="ctr">
              <a:lnSpc>
                <a:spcPct val="70000"/>
              </a:lnSpc>
            </a:pPr>
            <a:r>
              <a:rPr sz="7400" b="1" i="1">
                <a:solidFill>
                  <a:srgbClr val="FFFFFF"/>
                </a:solidFill>
                <a:latin typeface="Poppins"/>
              </a:rPr>
              <a:t>COME INTO OUR MORNING SONG:</a:t>
            </a:r>
          </a:p>
          <a:p>
            <a:pPr algn="ctr">
              <a:lnSpc>
                <a:spcPct val="70000"/>
              </a:lnSpc>
            </a:pPr>
            <a:r>
              <a:rPr sz="7400" b="1" i="1">
                <a:solidFill>
                  <a:srgbClr val="FFFFFF"/>
                </a:solidFill>
                <a:latin typeface="Poppins"/>
              </a:rPr>
              <a:t>GIVE TO US A NEW BEGINNING,</a:t>
            </a:r>
          </a:p>
          <a:p>
            <a:pPr algn="ctr">
              <a:lnSpc>
                <a:spcPct val="70000"/>
              </a:lnSpc>
            </a:pPr>
            <a:r>
              <a:rPr sz="7400" b="1" i="1">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Recessional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a:solidFill>
                  <a:srgbClr val="FFFFFF"/>
                </a:solidFill>
                <a:latin typeface="Poppins"/>
              </a:rPr>
              <a:t>WE ARE CALLED TO ACT WITH JUSTICE...</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a:p>
          <a:p>
            <a:pPr>
              <a:spcBef>
                <a:spcPts val="200"/>
              </a:spcBef>
              <a:defRPr sz="1200" b="0" i="0" u="none">
                <a:solidFill>
                  <a:srgbClr val="FFB800"/>
                </a:solidFill>
                <a:latin typeface="Arial"/>
              </a:defRPr>
            </a:pPr>
            <a:r>
              <a:t>Recessional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A13"/>
            </a:gs>
            <a:gs pos="100000">
              <a:srgbClr val="689474"/>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AF8F4"/>
                </a:solidFill>
                <a:latin typeface="Arial"/>
              </a:defRPr>
            </a:pPr>
            <a: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EFEDEC"/>
                </a:solidFill>
                <a:latin typeface="Arial"/>
              </a:defRPr>
            </a:pPr>
            <a: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FFDE9E"/>
                </a:solidFill>
                <a:latin typeface="Arial"/>
              </a:defRPr>
            </a:pPr>
            <a: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AF8F4"/>
                </a:solidFill>
                <a:latin typeface="Arial"/>
              </a:defRPr>
            </a:pPr>
            <a:r>
              <a:t>12th Sunday in Ordinary Time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a:p>
          <a:p>
            <a:pPr algn="l">
              <a:spcBef>
                <a:spcPts val="200"/>
              </a:spcBef>
              <a:defRPr sz="1200" b="0" i="0" u="none">
                <a:solidFill>
                  <a:srgbClr val="FFB800"/>
                </a:solidFill>
                <a:latin typeface="Arial"/>
              </a:defRPr>
            </a:pPr>
            <a:r>
              <a:t>Liturgy of the Eucharist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540</TotalTime>
  <Words>2585</Words>
  <Application>Microsoft Macintosh PowerPoint</Application>
  <PresentationFormat>Custom</PresentationFormat>
  <Paragraphs>452</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Arial Black</vt:lpstr>
      <vt:lpstr>Calibri</vt:lpstr>
      <vt:lpstr>Georgia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divinogabriel78@gmail.com</cp:lastModifiedBy>
  <cp:revision>2</cp:revision>
  <dcterms:created xsi:type="dcterms:W3CDTF">2013-01-27T09:14:16Z</dcterms:created>
  <dcterms:modified xsi:type="dcterms:W3CDTF">2026-06-21T04:57:13Z</dcterms:modified>
  <cp:category/>
</cp:coreProperties>
</file>