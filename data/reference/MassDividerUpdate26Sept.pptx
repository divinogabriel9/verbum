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1"/>
  </p:normalViewPr>
  <p:slideViewPr>
    <p:cSldViewPr snapToGrid="0" snapToObjects="1">
      <p:cViewPr varScale="1">
        <p:scale>
          <a:sx n="68" d="100"/>
          <a:sy n="68" d="100"/>
        </p:scale>
        <p:origin x="792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26-09-27_cinematic_hero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15355" y="421081"/>
            <a:ext cx="9316913" cy="1165311"/>
          </a:xfrm>
          <a:prstGeom prst="roundRect">
            <a:avLst>
              <a:gd name="adj" fmla="val 12814"/>
            </a:avLst>
          </a:prstGeom>
          <a:solidFill>
            <a:srgbClr val="000000">
              <a:alpha val="38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5355" y="1866930"/>
            <a:ext cx="9316913" cy="7009516"/>
          </a:xfrm>
          <a:prstGeom prst="roundRect">
            <a:avLst>
              <a:gd name="adj" fmla="val 515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3887" y="654436"/>
            <a:ext cx="9039849" cy="76306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000" b="1" i="0" u="none">
                <a:solidFill>
                  <a:srgbClr val="FAF8F4"/>
                </a:solidFill>
                <a:latin typeface="Arial"/>
              </a:defRPr>
            </a:pPr>
            <a:r>
              <a:t>HOLY EUCHARISTIC CELEBRATION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257" y="1647291"/>
            <a:ext cx="9789109" cy="2977743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90000"/>
              </a:lnSpc>
              <a:defRPr sz="8000" b="1" i="0" u="none">
                <a:solidFill>
                  <a:srgbClr val="FAF8F4"/>
                </a:solidFill>
                <a:latin typeface="Arial"/>
              </a:defRPr>
            </a:pPr>
            <a:r>
              <a:t>26th Sunday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  <a:defRPr sz="8000" b="1" i="0" u="none">
                <a:solidFill>
                  <a:srgbClr val="FAF8F4"/>
                </a:solidFill>
                <a:latin typeface="Arial"/>
              </a:defRPr>
            </a:pPr>
            <a:r>
              <a:t>in Ordinary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872" y="4343125"/>
            <a:ext cx="7729880" cy="1683959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t>YEAR A</a:t>
            </a:r>
          </a:p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t>SEPTEMBER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9183" y="6272418"/>
            <a:ext cx="6589166" cy="702076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3700" b="1" i="0" u="none">
                <a:solidFill>
                  <a:srgbClr val="FFC000"/>
                </a:solidFill>
                <a:latin typeface="Arial"/>
              </a:defRPr>
            </a:pPr>
            <a:r>
              <a:t>HOLY MASS CELEBRANT: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68" y="6833494"/>
            <a:ext cx="8379195" cy="105704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6100" b="1" i="0" u="none">
                <a:solidFill>
                  <a:srgbClr val="FAF8F4"/>
                </a:solidFill>
                <a:latin typeface="Arial"/>
              </a:defRPr>
            </a:pPr>
            <a:r>
              <a:t>Divino Gabriel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04407-1AFF-83C9-74EF-811EB4F571D0}"/>
              </a:ext>
            </a:extLst>
          </p:cNvPr>
          <p:cNvSpPr txBox="1"/>
          <p:nvPr/>
        </p:nvSpPr>
        <p:spPr>
          <a:xfrm>
            <a:off x="10976344" y="2576105"/>
            <a:ext cx="6633556" cy="3094758"/>
          </a:xfrm>
          <a:prstGeom prst="rect">
            <a:avLst/>
          </a:prstGeom>
          <a:solidFill>
            <a:srgbClr val="000000">
              <a:alpha val="10000"/>
            </a:srgbClr>
          </a:solidFill>
        </p:spPr>
        <p:txBody>
          <a:bodyPr wrap="square" lIns="109728" tIns="73152" rIns="109728" bIns="73152" anchor="t">
            <a:spAutoFit/>
          </a:bodyPr>
          <a:lstStyle/>
          <a:p>
            <a:pPr algn="ctr">
              <a:lnSpc>
                <a:spcPct val="108000"/>
              </a:lnSpc>
              <a:defRPr sz="3600" b="0" i="0" u="none">
                <a:solidFill>
                  <a:srgbClr val="EFEDEC"/>
                </a:solidFill>
                <a:latin typeface="Arial"/>
              </a:defRPr>
            </a:pPr>
            <a:r>
              <a:rPr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“He came to the first and said, 'Son, go out and work in the vineyard today.' He said in reply, 'I will not,' but afterwards changed his mind and went.”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C559D3-DBC3-231F-94FE-B7AE74FBD990}"/>
              </a:ext>
            </a:extLst>
          </p:cNvPr>
          <p:cNvSpPr txBox="1"/>
          <p:nvPr/>
        </p:nvSpPr>
        <p:spPr>
          <a:xfrm>
            <a:off x="11383501" y="6833494"/>
            <a:ext cx="5819241" cy="1280160"/>
          </a:xfrm>
          <a:prstGeom prst="rect">
            <a:avLst/>
          </a:prstGeom>
          <a:solidFill>
            <a:srgbClr val="000000">
              <a:alpha val="10000"/>
            </a:srgbClr>
          </a:solidFill>
        </p:spPr>
        <p:txBody>
          <a:bodyPr wrap="square" lIns="109728" tIns="73152" rIns="109728" bIns="73152" anchor="ctr">
            <a:spAutoFit/>
          </a:bodyPr>
          <a:lstStyle/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GOSPEL</a:t>
            </a:r>
          </a:p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(MATTHEW 21:28–32)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13"/>
            </a:gs>
            <a:gs pos="100000">
              <a:srgbClr val="689474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5355" y="421081"/>
            <a:ext cx="9316913" cy="1165311"/>
          </a:xfrm>
          <a:prstGeom prst="roundRect">
            <a:avLst>
              <a:gd name="adj" fmla="val 12814"/>
            </a:avLst>
          </a:prstGeom>
          <a:solidFill>
            <a:srgbClr val="000000">
              <a:alpha val="3899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15355" y="1866930"/>
            <a:ext cx="9316913" cy="7009516"/>
          </a:xfrm>
          <a:prstGeom prst="roundRect">
            <a:avLst>
              <a:gd name="adj" fmla="val 5159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386120" y="1866930"/>
            <a:ext cx="7814005" cy="6783202"/>
          </a:xfrm>
          <a:prstGeom prst="roundRect">
            <a:avLst>
              <a:gd name="adj" fmla="val 1667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3887" y="654436"/>
            <a:ext cx="9039849" cy="76306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000" b="1" i="0" u="none">
                <a:solidFill>
                  <a:srgbClr val="FAF8F4"/>
                </a:solidFill>
                <a:latin typeface="Arial"/>
              </a:defRPr>
            </a:pPr>
            <a:r>
              <a:t>HOLY EUCHARISTIC CELEBRATION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257" y="1647291"/>
            <a:ext cx="9789109" cy="2977743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90000"/>
              </a:lnSpc>
              <a:defRPr sz="8000" b="1" i="0" u="none">
                <a:solidFill>
                  <a:srgbClr val="FAF8F4"/>
                </a:solidFill>
                <a:latin typeface="Arial"/>
              </a:defRPr>
            </a:pPr>
            <a:r>
              <a:t>26th Sunday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  <a:defRPr sz="8000" b="1" i="0" u="none">
                <a:solidFill>
                  <a:srgbClr val="FAF8F4"/>
                </a:solidFill>
                <a:latin typeface="Arial"/>
              </a:defRPr>
            </a:pPr>
            <a:r>
              <a:t>in Ordinary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8872" y="4343125"/>
            <a:ext cx="7729880" cy="1683959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t>YEAR A</a:t>
            </a:r>
          </a:p>
          <a:p>
            <a:pPr algn="ctr">
              <a:lnSpc>
                <a:spcPct val="108000"/>
              </a:lnSpc>
              <a:defRPr sz="4800" b="1" i="1" u="none">
                <a:solidFill>
                  <a:srgbClr val="FAF8F4"/>
                </a:solidFill>
                <a:latin typeface="Arial"/>
              </a:defRPr>
            </a:pPr>
            <a:r>
              <a:t>SEPTEMBER 27,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9183" y="6272418"/>
            <a:ext cx="6589166" cy="702076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3700" b="1" i="0" u="none">
                <a:solidFill>
                  <a:srgbClr val="FFC000"/>
                </a:solidFill>
                <a:latin typeface="Arial"/>
              </a:defRPr>
            </a:pPr>
            <a:r>
              <a:t>HOLY MASS CELEBRANT: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4168" y="6833494"/>
            <a:ext cx="8379195" cy="1057046"/>
          </a:xfrm>
          <a:prstGeom prst="rect">
            <a:avLst/>
          </a:prstGeom>
          <a:noFill/>
        </p:spPr>
        <p:txBody>
          <a:bodyPr wrap="none" lIns="109728" tIns="73152" rIns="109728" bIns="73152" anchor="ctr">
            <a:noAutofit/>
          </a:bodyPr>
          <a:lstStyle/>
          <a:p>
            <a:pPr algn="ctr">
              <a:lnSpc>
                <a:spcPct val="108000"/>
              </a:lnSpc>
              <a:defRPr sz="6100" b="1" i="0" u="none">
                <a:solidFill>
                  <a:srgbClr val="FAF8F4"/>
                </a:solidFill>
                <a:latin typeface="Arial"/>
              </a:defRPr>
            </a:pPr>
            <a:r>
              <a:t>Divino Gabriel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6344" y="2576105"/>
            <a:ext cx="6633556" cy="3094758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>
              <a:lnSpc>
                <a:spcPct val="108000"/>
              </a:lnSpc>
              <a:defRPr sz="3600" b="0" i="0" u="none">
                <a:solidFill>
                  <a:srgbClr val="EFEDEC"/>
                </a:solidFill>
                <a:latin typeface="Arial"/>
              </a:defRPr>
            </a:pPr>
            <a:r>
              <a:rPr>
                <a:effectLst>
                  <a:glow rad="101600">
                    <a:schemeClr val="tx1">
                      <a:alpha val="16507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“He came to the first and said, 'Son, go out and work in the vineyard today.' He said in reply, 'I will not,' but afterwards changed his mind and went.”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3501" y="6833494"/>
            <a:ext cx="5819241" cy="12801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spAutoFit/>
          </a:bodyPr>
          <a:lstStyle/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GOSPEL</a:t>
            </a:r>
          </a:p>
          <a:p>
            <a:pPr algn="ctr">
              <a:lnSpc>
                <a:spcPct val="108000"/>
              </a:lnSpc>
              <a:defRPr sz="3500" b="1" i="0" u="none">
                <a:solidFill>
                  <a:srgbClr val="FFC000"/>
                </a:solidFill>
                <a:latin typeface="Arial"/>
              </a:defRPr>
            </a:pPr>
            <a:r>
              <a:rPr>
                <a:effectLst>
                  <a:glow rad="63500">
                    <a:schemeClr val="tx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(MATTHEW 21:28–32)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124</Words>
  <Application>Microsoft Macintosh PowerPoint</Application>
  <PresentationFormat>Custom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divinogabriel78@gmail.com</cp:lastModifiedBy>
  <cp:revision>4</cp:revision>
  <dcterms:created xsi:type="dcterms:W3CDTF">2013-01-27T09:14:16Z</dcterms:created>
  <dcterms:modified xsi:type="dcterms:W3CDTF">2026-09-25T21:28:45Z</dcterms:modified>
  <cp:category/>
</cp:coreProperties>
</file>