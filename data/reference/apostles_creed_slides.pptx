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Poppins Bold" charset="1" panose="00000800000000000000"/>
      <p:regular r:id="rId9"/>
    </p:embeddedFont>
    <p:embeddedFont>
      <p:font typeface="Poppins Bold Italics" charset="1" panose="00000800000000000000"/>
      <p:regular r:id="rId10"/>
    </p:embeddedFont>
    <p:embeddedFont>
      <p:font typeface="Recoleta" charset="1" panose="00000500000000000000"/>
      <p:regular r:id="rId11"/>
    </p:embeddedFont>
    <p:embeddedFont>
      <p:font typeface="ITC Zapf Chancery Italics" charset="1" panose="0209050305060A0D0B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4187" y="1154740"/>
            <a:ext cx="16922788" cy="290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3"/>
              </a:lnSpc>
            </a:pPr>
            <a:r>
              <a:rPr lang="en-US" sz="6199" spc="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All:</a:t>
            </a:r>
            <a:r>
              <a:rPr lang="en-US" b="true" sz="6199" spc="99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I believe in God</a:t>
            </a:r>
            <a:r>
              <a:rPr lang="en-US" sz="6199" spc="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the Father almighty,</a:t>
            </a:r>
          </a:p>
          <a:p>
            <a:pPr algn="l" marL="0" indent="0" lvl="0">
              <a:lnSpc>
                <a:spcPts val="7563"/>
              </a:lnSpc>
            </a:pPr>
            <a:r>
              <a:rPr lang="en-US" b="true" sz="6199" spc="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Creator of heaven and earth, and in Jesus Christ, his only Son, our Lord,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5612" y="4622871"/>
            <a:ext cx="18288000" cy="52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 i="true" b="true">
                <a:solidFill>
                  <a:srgbClr val="F8B3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who was conceived by the Holy Spirit,</a:t>
            </a:r>
          </a:p>
          <a:p>
            <a:pPr algn="l">
              <a:lnSpc>
                <a:spcPts val="8279"/>
              </a:lnSpc>
            </a:pPr>
            <a:r>
              <a:rPr lang="en-US" sz="6899" i="true" b="true">
                <a:solidFill>
                  <a:srgbClr val="F8B3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born of the Virgin Mary</a:t>
            </a:r>
            <a:r>
              <a:rPr lang="en-US" sz="6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</a:t>
            </a:r>
          </a:p>
          <a:p>
            <a:pPr algn="l">
              <a:lnSpc>
                <a:spcPts val="8279"/>
              </a:lnSpc>
            </a:pPr>
            <a:r>
              <a:rPr lang="en-US" sz="6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suffered under Pontius Pila</a:t>
            </a:r>
            <a:r>
              <a:rPr lang="en-US" sz="6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te,</a:t>
            </a:r>
          </a:p>
          <a:p>
            <a:pPr algn="l">
              <a:lnSpc>
                <a:spcPts val="8279"/>
              </a:lnSpc>
            </a:pPr>
            <a:r>
              <a:rPr lang="en-US" sz="6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was crucified, died and was buried;</a:t>
            </a:r>
          </a:p>
          <a:p>
            <a:pPr algn="l" marL="0" indent="0" lvl="0">
              <a:lnSpc>
                <a:spcPts val="827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 descended into hell;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4744" y="140503"/>
            <a:ext cx="12538511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  <a:spcBef>
                <a:spcPct val="0"/>
              </a:spcBef>
            </a:pPr>
            <a:r>
              <a:rPr lang="en-US" sz="6100">
                <a:solidFill>
                  <a:srgbClr val="FFB800">
                    <a:alpha val="80784"/>
                  </a:srgbClr>
                </a:solidFill>
                <a:latin typeface="Recoleta"/>
                <a:ea typeface="Recoleta"/>
                <a:cs typeface="Recoleta"/>
                <a:sym typeface="Recoleta"/>
              </a:rPr>
              <a:t>Apostles’ Creed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54143" y="3844092"/>
            <a:ext cx="4979713" cy="105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3"/>
              </a:lnSpc>
              <a:spcBef>
                <a:spcPct val="0"/>
              </a:spcBef>
            </a:pPr>
            <a:r>
              <a:rPr lang="en-US" sz="5502" i="true">
                <a:solidFill>
                  <a:srgbClr val="FFB800"/>
                </a:solidFill>
                <a:latin typeface="ITC Zapf Chancery Italics"/>
                <a:ea typeface="ITC Zapf Chancery Italics"/>
                <a:cs typeface="ITC Zapf Chancery Italics"/>
                <a:sym typeface="ITC Zapf Chancery Italics"/>
              </a:rPr>
              <a:t>(all bow their head)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957263"/>
            <a:ext cx="18288000" cy="828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 the third day he rose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again from the dead;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 ascended into heav</a:t>
            </a: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en,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 is seated at the right hand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of God the Father almighty;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from t</a:t>
            </a: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here he will come to judge</a:t>
            </a:r>
          </a:p>
          <a:p>
            <a:pPr algn="ctr" marL="0" indent="0" lvl="0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living and the dead.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1597" y="8304825"/>
            <a:ext cx="4424807" cy="158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799"/>
              </a:lnSpc>
            </a:pPr>
            <a:r>
              <a:rPr lang="en-US" b="true" sz="9832" spc="68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Amen</a:t>
            </a:r>
            <a:r>
              <a:rPr lang="en-US" b="true" sz="9832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942975"/>
            <a:ext cx="18288000" cy="711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 believe in the Holy Spirit,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holy catholic Church,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 communio</a:t>
            </a: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of saints,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forgiveness of sins,</a:t>
            </a:r>
          </a:p>
          <a:p>
            <a:pPr algn="ctr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 resurrection of the body,</a:t>
            </a:r>
          </a:p>
          <a:p>
            <a:pPr algn="ctr" marL="0" indent="0" lvl="0">
              <a:lnSpc>
                <a:spcPts val="9239"/>
              </a:lnSpc>
            </a:pPr>
            <a:r>
              <a:rPr lang="en-US" b="true" sz="7699" spc="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 life everlasting.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