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 snapToObjects="1">
      <p:cViewPr varScale="1">
        <p:scale>
          <a:sx n="77" d="100"/>
          <a:sy n="77" d="100"/>
        </p:scale>
        <p:origin x="3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6-10-04_realistic_hero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15355" y="421081"/>
            <a:ext cx="9316913" cy="1165311"/>
          </a:xfrm>
          <a:prstGeom prst="roundRect">
            <a:avLst>
              <a:gd name="adj" fmla="val 12814"/>
            </a:avLst>
          </a:prstGeom>
          <a:solidFill>
            <a:srgbClr val="000000">
              <a:alpha val="38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5355" y="1866930"/>
            <a:ext cx="9316913" cy="7009516"/>
          </a:xfrm>
          <a:prstGeom prst="roundRect">
            <a:avLst>
              <a:gd name="adj" fmla="val 5159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3887" y="654436"/>
            <a:ext cx="9039849" cy="763066"/>
          </a:xfrm>
          <a:prstGeom prst="rect">
            <a:avLst/>
          </a:prstGeom>
          <a:noFill/>
        </p:spPr>
        <p:txBody>
          <a:bodyPr wrap="non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4000" b="1" i="0" u="none">
                <a:solidFill>
                  <a:srgbClr val="FAF8F4"/>
                </a:solidFill>
                <a:latin typeface="Arial"/>
              </a:defRPr>
            </a:pPr>
            <a:r>
              <a:t>HOLY EUCHARISTIC CELEBRATION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11" y="1836613"/>
            <a:ext cx="10277907" cy="2977743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  <a:defRPr sz="7600" b="1" i="0" u="none">
                <a:solidFill>
                  <a:srgbClr val="FAF8F4"/>
                </a:solidFill>
                <a:latin typeface="Arial"/>
              </a:defRPr>
            </a:pPr>
            <a:r>
              <a:rPr sz="7000"/>
              <a:t>Ika-27 Linggo sa Karaniwang</a:t>
            </a:r>
            <a:r>
              <a:rPr lang="en-US" sz="7000"/>
              <a:t> </a:t>
            </a:r>
            <a:r>
              <a:rPr sz="7000"/>
              <a:t>Panahon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8872" y="4659006"/>
            <a:ext cx="7729880" cy="1683959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4800" b="1" i="1" u="none">
                <a:solidFill>
                  <a:srgbClr val="FAF8F4"/>
                </a:solidFill>
                <a:latin typeface="Arial"/>
              </a:defRPr>
            </a:pPr>
            <a:r>
              <a:rPr sz="4400"/>
              <a:t>TAON A</a:t>
            </a:r>
          </a:p>
          <a:p>
            <a:pPr algn="ctr">
              <a:lnSpc>
                <a:spcPct val="108000"/>
              </a:lnSpc>
              <a:defRPr sz="4800" b="1" i="1" u="none">
                <a:solidFill>
                  <a:srgbClr val="FAF8F4"/>
                </a:solidFill>
                <a:latin typeface="Arial"/>
              </a:defRPr>
            </a:pPr>
            <a:r>
              <a:rPr sz="4400"/>
              <a:t>OCTOBER 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9183" y="6272418"/>
            <a:ext cx="6589166" cy="702076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3700" b="1" i="0" u="none">
                <a:solidFill>
                  <a:srgbClr val="FFC000"/>
                </a:solidFill>
                <a:latin typeface="Arial"/>
              </a:defRPr>
            </a:pPr>
            <a:r>
              <a:t>HOLY MASS CELEBRANT: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168" y="6833494"/>
            <a:ext cx="8379195" cy="1057046"/>
          </a:xfrm>
          <a:prstGeom prst="rect">
            <a:avLst/>
          </a:prstGeom>
          <a:noFill/>
        </p:spPr>
        <p:txBody>
          <a:bodyPr wrap="non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6100" b="1" i="0" u="none">
                <a:solidFill>
                  <a:srgbClr val="FAF8F4"/>
                </a:solidFill>
                <a:latin typeface="Arial"/>
              </a:defRPr>
            </a:pPr>
            <a:r>
              <a:t>Divino Gabriel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6320" y="3872484"/>
            <a:ext cx="6633514" cy="1271016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txBody>
          <a:bodyPr wrap="square" lIns="109728" tIns="73152" rIns="109728" bIns="73152" anchor="t">
            <a:spAutoFit/>
          </a:bodyPr>
          <a:lstStyle/>
          <a:p>
            <a:pPr algn="ctr">
              <a:lnSpc>
                <a:spcPct val="108000"/>
              </a:lnSpc>
              <a:defRPr sz="3900" b="0" i="0" u="none">
                <a:solidFill>
                  <a:srgbClr val="EFEDEC"/>
                </a:solidFill>
                <a:latin typeface="Arial"/>
              </a:defRPr>
            </a:pPr>
            <a:r>
              <a:rPr>
                <a:effectLst>
                  <a:glow rad="101600">
                    <a:schemeClr val="tx1">
                      <a:alpha val="16507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“Pakinggan ninyo ang isa pang talinghaga.”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3456" y="6342965"/>
            <a:ext cx="5819241" cy="1161288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ctr">
              <a:lnSpc>
                <a:spcPct val="108000"/>
              </a:lnSpc>
              <a:defRPr sz="3500" b="1" i="0" u="none">
                <a:solidFill>
                  <a:srgbClr val="FFC000"/>
                </a:solidFill>
                <a:latin typeface="Arial"/>
              </a:defRPr>
            </a:pPr>
            <a:r>
              <a:rPr>
                <a:effectLst>
                  <a:glow rad="2540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GOSPEL</a:t>
            </a:r>
          </a:p>
          <a:p>
            <a:pPr algn="ctr">
              <a:lnSpc>
                <a:spcPct val="108000"/>
              </a:lnSpc>
              <a:defRPr sz="3500" b="1" i="0" u="none">
                <a:solidFill>
                  <a:srgbClr val="FFC000"/>
                </a:solidFill>
                <a:latin typeface="Arial"/>
              </a:defRPr>
            </a:pPr>
            <a:r>
              <a:rPr>
                <a:effectLst>
                  <a:glow rad="2540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(MATEO 21, 33–43)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divinogabriel78@gmail.com</cp:lastModifiedBy>
  <cp:revision>2</cp:revision>
  <dcterms:created xsi:type="dcterms:W3CDTF">2013-01-27T09:14:16Z</dcterms:created>
  <dcterms:modified xsi:type="dcterms:W3CDTF">2026-09-29T22:39:03Z</dcterms:modified>
  <cp:category/>
</cp:coreProperties>
</file>